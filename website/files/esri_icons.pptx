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6817" r:id="rId5"/>
  </p:sldMasterIdLst>
  <p:notesMasterIdLst>
    <p:notesMasterId r:id="rId14"/>
  </p:notesMasterIdLst>
  <p:handoutMasterIdLst>
    <p:handoutMasterId r:id="rId15"/>
  </p:handoutMasterIdLst>
  <p:sldIdLst>
    <p:sldId id="659" r:id="rId6"/>
    <p:sldId id="657" r:id="rId7"/>
    <p:sldId id="654" r:id="rId8"/>
    <p:sldId id="614" r:id="rId9"/>
    <p:sldId id="619" r:id="rId10"/>
    <p:sldId id="620" r:id="rId11"/>
    <p:sldId id="622" r:id="rId12"/>
    <p:sldId id="65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0" userDrawn="1">
          <p15:clr>
            <a:srgbClr val="A4A3A4"/>
          </p15:clr>
        </p15:guide>
        <p15:guide id="2" orient="horz" pos="3888" userDrawn="1">
          <p15:clr>
            <a:srgbClr val="A4A3A4"/>
          </p15:clr>
        </p15:guide>
        <p15:guide id="3" pos="576" userDrawn="1">
          <p15:clr>
            <a:srgbClr val="A4A3A4"/>
          </p15:clr>
        </p15:guide>
        <p15:guide id="4" pos="7104" userDrawn="1">
          <p15:clr>
            <a:srgbClr val="A4A3A4"/>
          </p15:clr>
        </p15:guide>
        <p15:guide id="5" pos="431">
          <p15:clr>
            <a:srgbClr val="A4A3A4"/>
          </p15:clr>
        </p15:guide>
        <p15:guide id="6" pos="724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E6FF"/>
    <a:srgbClr val="FFFF96"/>
    <a:srgbClr val="00BAF2"/>
    <a:srgbClr val="006DAD"/>
    <a:srgbClr val="FFC638"/>
    <a:srgbClr val="46D4FF"/>
    <a:srgbClr val="BAE15A"/>
    <a:srgbClr val="AAD04B"/>
    <a:srgbClr val="053C6F"/>
    <a:srgbClr val="FFC8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57" autoAdjust="0"/>
    <p:restoredTop sz="93878" autoAdjust="0"/>
  </p:normalViewPr>
  <p:slideViewPr>
    <p:cSldViewPr snapToGrid="0" snapToObjects="1" showGuides="1">
      <p:cViewPr>
        <p:scale>
          <a:sx n="160" d="100"/>
          <a:sy n="160" d="100"/>
        </p:scale>
        <p:origin x="384" y="-100"/>
      </p:cViewPr>
      <p:guideLst>
        <p:guide orient="horz" pos="430"/>
        <p:guide orient="horz" pos="3888"/>
        <p:guide pos="576"/>
        <p:guide pos="7104"/>
        <p:guide pos="431"/>
        <p:guide pos="7247"/>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snapToObjects="1">
      <p:cViewPr varScale="1">
        <p:scale>
          <a:sx n="170" d="100"/>
          <a:sy n="170" d="100"/>
        </p:scale>
        <p:origin x="6584"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8B4AB64-BB16-014D-AF59-00877FFB5348}" type="datetimeFigureOut">
              <a:rPr lang="en-US" smtClean="0"/>
              <a:t>12/16/2025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9BED56D-3A20-2943-930A-2361A9DDC1ED}" type="slidenum">
              <a:rPr lang="en-US" smtClean="0"/>
              <a:t>‹#›</a:t>
            </a:fld>
            <a:endParaRPr lang="en-US"/>
          </a:p>
        </p:txBody>
      </p:sp>
    </p:spTree>
    <p:extLst>
      <p:ext uri="{BB962C8B-B14F-4D97-AF65-F5344CB8AC3E}">
        <p14:creationId xmlns:p14="http://schemas.microsoft.com/office/powerpoint/2010/main" val="331786121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a:defRPr>
            </a:lvl1pPr>
          </a:lstStyle>
          <a:p>
            <a:fld id="{5498D241-0AB7-BC44-80E8-F0A20AF46E9E}" type="datetimeFigureOut">
              <a:rPr lang="en-US" smtClean="0"/>
              <a:pPr/>
              <a:t>12/16/2025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a:defRPr>
            </a:lvl1pPr>
          </a:lstStyle>
          <a:p>
            <a:fld id="{3E7143C0-4F23-B545-9533-520B5A87CA1E}" type="slidenum">
              <a:rPr lang="en-US" smtClean="0"/>
              <a:pPr/>
              <a:t>‹#›</a:t>
            </a:fld>
            <a:endParaRPr lang="en-US" dirty="0"/>
          </a:p>
        </p:txBody>
      </p:sp>
    </p:spTree>
    <p:extLst>
      <p:ext uri="{BB962C8B-B14F-4D97-AF65-F5344CB8AC3E}">
        <p14:creationId xmlns:p14="http://schemas.microsoft.com/office/powerpoint/2010/main" val="4077587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Arial"/>
        <a:ea typeface="+mn-ea"/>
        <a:cs typeface="+mn-cs"/>
      </a:defRPr>
    </a:lvl1pPr>
    <a:lvl2pPr marL="457200" algn="l" defTabSz="457200" rtl="0" eaLnBrk="1" latinLnBrk="0" hangingPunct="1">
      <a:defRPr sz="1200" kern="1200">
        <a:solidFill>
          <a:schemeClr val="tx1"/>
        </a:solidFill>
        <a:latin typeface="Arial"/>
        <a:ea typeface="+mn-ea"/>
        <a:cs typeface="+mn-cs"/>
      </a:defRPr>
    </a:lvl2pPr>
    <a:lvl3pPr marL="914400" algn="l" defTabSz="457200" rtl="0" eaLnBrk="1" latinLnBrk="0" hangingPunct="1">
      <a:defRPr sz="1200" kern="1200">
        <a:solidFill>
          <a:schemeClr val="tx1"/>
        </a:solidFill>
        <a:latin typeface="Arial"/>
        <a:ea typeface="+mn-ea"/>
        <a:cs typeface="+mn-cs"/>
      </a:defRPr>
    </a:lvl3pPr>
    <a:lvl4pPr marL="1371600" algn="l" defTabSz="457200" rtl="0" eaLnBrk="1" latinLnBrk="0" hangingPunct="1">
      <a:defRPr sz="1200" kern="1200">
        <a:solidFill>
          <a:schemeClr val="tx1"/>
        </a:solidFill>
        <a:latin typeface="Arial"/>
        <a:ea typeface="+mn-ea"/>
        <a:cs typeface="+mn-cs"/>
      </a:defRPr>
    </a:lvl4pPr>
    <a:lvl5pPr marL="1828800" algn="l" defTabSz="457200" rtl="0" eaLnBrk="1" latinLnBrk="0" hangingPunct="1">
      <a:defRPr sz="1200" kern="1200">
        <a:solidFill>
          <a:schemeClr val="tx1"/>
        </a:solidFill>
        <a:latin typeface="Arial"/>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5"/>
          </p:nvPr>
        </p:nvSpPr>
        <p:spPr/>
        <p:txBody>
          <a:bodyPr/>
          <a:lstStyle/>
          <a:p>
            <a:fld id="{3E7143C0-4F23-B545-9533-520B5A87CA1E}" type="slidenum">
              <a:rPr lang="en-US" smtClean="0"/>
              <a:pPr/>
              <a:t>2</a:t>
            </a:fld>
            <a:endParaRPr lang="en-US" dirty="0"/>
          </a:p>
        </p:txBody>
      </p:sp>
    </p:spTree>
    <p:extLst>
      <p:ext uri="{BB962C8B-B14F-4D97-AF65-F5344CB8AC3E}">
        <p14:creationId xmlns:p14="http://schemas.microsoft.com/office/powerpoint/2010/main" val="1860670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3E7143C0-4F23-B545-9533-520B5A87CA1E}" type="slidenum">
              <a:rPr lang="en-US" smtClean="0"/>
              <a:pPr/>
              <a:t>3</a:t>
            </a:fld>
            <a:endParaRPr lang="en-US" dirty="0"/>
          </a:p>
        </p:txBody>
      </p:sp>
    </p:spTree>
    <p:extLst>
      <p:ext uri="{BB962C8B-B14F-4D97-AF65-F5344CB8AC3E}">
        <p14:creationId xmlns:p14="http://schemas.microsoft.com/office/powerpoint/2010/main" val="1901901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7143C0-4F23-B545-9533-520B5A87CA1E}" type="slidenum">
              <a:rPr lang="en-US" smtClean="0"/>
              <a:pPr/>
              <a:t>4</a:t>
            </a:fld>
            <a:endParaRPr lang="en-US" dirty="0"/>
          </a:p>
        </p:txBody>
      </p:sp>
    </p:spTree>
    <p:extLst>
      <p:ext uri="{BB962C8B-B14F-4D97-AF65-F5344CB8AC3E}">
        <p14:creationId xmlns:p14="http://schemas.microsoft.com/office/powerpoint/2010/main" val="1138805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7143C0-4F23-B545-9533-520B5A87CA1E}" type="slidenum">
              <a:rPr lang="en-US" smtClean="0"/>
              <a:pPr/>
              <a:t>5</a:t>
            </a:fld>
            <a:endParaRPr lang="en-US" dirty="0"/>
          </a:p>
        </p:txBody>
      </p:sp>
    </p:spTree>
    <p:extLst>
      <p:ext uri="{BB962C8B-B14F-4D97-AF65-F5344CB8AC3E}">
        <p14:creationId xmlns:p14="http://schemas.microsoft.com/office/powerpoint/2010/main" val="870418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7143C0-4F23-B545-9533-520B5A87CA1E}" type="slidenum">
              <a:rPr lang="en-US" smtClean="0"/>
              <a:pPr/>
              <a:t>7</a:t>
            </a:fld>
            <a:endParaRPr lang="en-US" dirty="0"/>
          </a:p>
        </p:txBody>
      </p:sp>
    </p:spTree>
    <p:extLst>
      <p:ext uri="{BB962C8B-B14F-4D97-AF65-F5344CB8AC3E}">
        <p14:creationId xmlns:p14="http://schemas.microsoft.com/office/powerpoint/2010/main" val="15877237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9658B-2CCF-CE4D-845E-76E61746B0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157A3F-F213-4B45-BF8E-C6AA363960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D8934B-D60D-6448-9CE4-9099693E8C86}"/>
              </a:ext>
            </a:extLst>
          </p:cNvPr>
          <p:cNvSpPr>
            <a:spLocks noGrp="1"/>
          </p:cNvSpPr>
          <p:nvPr>
            <p:ph type="dt" sz="half" idx="10"/>
          </p:nvPr>
        </p:nvSpPr>
        <p:spPr/>
        <p:txBody>
          <a:bodyPr/>
          <a:lstStyle/>
          <a:p>
            <a:fld id="{6EC91B51-25EE-0147-9293-37E16A70024E}" type="datetime1">
              <a:rPr lang="en-US" smtClean="0"/>
              <a:t>12/16/2025</a:t>
            </a:fld>
            <a:endParaRPr lang="en-US"/>
          </a:p>
        </p:txBody>
      </p:sp>
      <p:sp>
        <p:nvSpPr>
          <p:cNvPr id="5" name="Footer Placeholder 4">
            <a:extLst>
              <a:ext uri="{FF2B5EF4-FFF2-40B4-BE49-F238E27FC236}">
                <a16:creationId xmlns:a16="http://schemas.microsoft.com/office/drawing/2014/main" id="{E66C3076-AA75-6242-847A-FA14F3024E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548BAA-1CFB-A141-A77C-5CE66D321CB4}"/>
              </a:ext>
            </a:extLst>
          </p:cNvPr>
          <p:cNvSpPr>
            <a:spLocks noGrp="1"/>
          </p:cNvSpPr>
          <p:nvPr>
            <p:ph type="sldNum" sz="quarter" idx="12"/>
          </p:nvPr>
        </p:nvSpPr>
        <p:spPr/>
        <p:txBody>
          <a:bodyPr/>
          <a:lstStyle/>
          <a:p>
            <a:fld id="{0F847EE6-F7C9-3041-A28D-502F5689C8E2}" type="slidenum">
              <a:rPr lang="en-US" smtClean="0"/>
              <a:pPr/>
              <a:t>‹#›</a:t>
            </a:fld>
            <a:endParaRPr lang="en-US"/>
          </a:p>
        </p:txBody>
      </p:sp>
      <p:pic>
        <p:nvPicPr>
          <p:cNvPr id="7" name="Picture 6">
            <a:extLst>
              <a:ext uri="{FF2B5EF4-FFF2-40B4-BE49-F238E27FC236}">
                <a16:creationId xmlns:a16="http://schemas.microsoft.com/office/drawing/2014/main" id="{88837F7F-6679-DF44-B47A-514C5E34304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10013894" y="572078"/>
            <a:ext cx="1274495" cy="465533"/>
          </a:xfrm>
          <a:prstGeom prst="rect">
            <a:avLst/>
          </a:prstGeom>
        </p:spPr>
      </p:pic>
    </p:spTree>
    <p:extLst>
      <p:ext uri="{BB962C8B-B14F-4D97-AF65-F5344CB8AC3E}">
        <p14:creationId xmlns:p14="http://schemas.microsoft.com/office/powerpoint/2010/main" val="1362402267"/>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E3939-FBBC-7D4F-B415-D400F1EB67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50C501-A443-8943-86B4-322C9E7E08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89622F-1237-5146-965C-EF3A61CD356D}"/>
              </a:ext>
            </a:extLst>
          </p:cNvPr>
          <p:cNvSpPr>
            <a:spLocks noGrp="1"/>
          </p:cNvSpPr>
          <p:nvPr>
            <p:ph type="dt" sz="half" idx="10"/>
          </p:nvPr>
        </p:nvSpPr>
        <p:spPr/>
        <p:txBody>
          <a:bodyPr/>
          <a:lstStyle/>
          <a:p>
            <a:fld id="{9CE7E69C-4D79-BB49-9350-1FEE210EB4F7}" type="datetime1">
              <a:rPr lang="en-US" smtClean="0"/>
              <a:t>12/16/2025</a:t>
            </a:fld>
            <a:endParaRPr lang="en-US"/>
          </a:p>
        </p:txBody>
      </p:sp>
      <p:sp>
        <p:nvSpPr>
          <p:cNvPr id="5" name="Footer Placeholder 4">
            <a:extLst>
              <a:ext uri="{FF2B5EF4-FFF2-40B4-BE49-F238E27FC236}">
                <a16:creationId xmlns:a16="http://schemas.microsoft.com/office/drawing/2014/main" id="{497A29E8-4DC9-5C43-A268-90FC052B07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4944DC-3377-DE4D-8205-22BA896FF9E0}"/>
              </a:ext>
            </a:extLst>
          </p:cNvPr>
          <p:cNvSpPr>
            <a:spLocks noGrp="1"/>
          </p:cNvSpPr>
          <p:nvPr>
            <p:ph type="sldNum" sz="quarter" idx="12"/>
          </p:nvPr>
        </p:nvSpPr>
        <p:spPr/>
        <p:txBody>
          <a:bodyPr/>
          <a:lstStyle/>
          <a:p>
            <a:fld id="{0F847EE6-F7C9-3041-A28D-502F5689C8E2}" type="slidenum">
              <a:rPr lang="en-US" smtClean="0"/>
              <a:pPr/>
              <a:t>‹#›</a:t>
            </a:fld>
            <a:endParaRPr lang="en-US"/>
          </a:p>
        </p:txBody>
      </p:sp>
    </p:spTree>
    <p:extLst>
      <p:ext uri="{BB962C8B-B14F-4D97-AF65-F5344CB8AC3E}">
        <p14:creationId xmlns:p14="http://schemas.microsoft.com/office/powerpoint/2010/main" val="283915905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C789C-A656-FB42-846F-82ABDF77AC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99BD2E0-6EFC-EC43-9502-8054BB4184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2B7F72-B2EF-9449-B4E1-4384D91D6FF7}"/>
              </a:ext>
            </a:extLst>
          </p:cNvPr>
          <p:cNvSpPr>
            <a:spLocks noGrp="1"/>
          </p:cNvSpPr>
          <p:nvPr>
            <p:ph type="dt" sz="half" idx="10"/>
          </p:nvPr>
        </p:nvSpPr>
        <p:spPr/>
        <p:txBody>
          <a:bodyPr/>
          <a:lstStyle/>
          <a:p>
            <a:fld id="{CF17F20F-8413-1548-BF61-558511100DB7}" type="datetime1">
              <a:rPr lang="en-US" smtClean="0"/>
              <a:t>12/16/2025</a:t>
            </a:fld>
            <a:endParaRPr lang="en-US"/>
          </a:p>
        </p:txBody>
      </p:sp>
      <p:sp>
        <p:nvSpPr>
          <p:cNvPr id="5" name="Footer Placeholder 4">
            <a:extLst>
              <a:ext uri="{FF2B5EF4-FFF2-40B4-BE49-F238E27FC236}">
                <a16:creationId xmlns:a16="http://schemas.microsoft.com/office/drawing/2014/main" id="{8BA17A20-CF6B-D447-BB8B-75271770A3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C4F0B3-2E4B-954E-B870-0B51DED3C54B}"/>
              </a:ext>
            </a:extLst>
          </p:cNvPr>
          <p:cNvSpPr>
            <a:spLocks noGrp="1"/>
          </p:cNvSpPr>
          <p:nvPr>
            <p:ph type="sldNum" sz="quarter" idx="12"/>
          </p:nvPr>
        </p:nvSpPr>
        <p:spPr/>
        <p:txBody>
          <a:bodyPr/>
          <a:lstStyle/>
          <a:p>
            <a:fld id="{0F847EE6-F7C9-3041-A28D-502F5689C8E2}" type="slidenum">
              <a:rPr lang="en-US" smtClean="0"/>
              <a:pPr/>
              <a:t>‹#›</a:t>
            </a:fld>
            <a:endParaRPr lang="en-US"/>
          </a:p>
        </p:txBody>
      </p:sp>
    </p:spTree>
    <p:extLst>
      <p:ext uri="{BB962C8B-B14F-4D97-AF65-F5344CB8AC3E}">
        <p14:creationId xmlns:p14="http://schemas.microsoft.com/office/powerpoint/2010/main" val="1308803259"/>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2A47B-AD94-304E-9FA2-5CB00C4B11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7C3017-131D-5A41-8329-B09A8F8BAF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873EF7-4CFD-8C46-A33D-942EB9ED01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7B26CB-80ED-5844-AA78-FDB53FB14FD6}"/>
              </a:ext>
            </a:extLst>
          </p:cNvPr>
          <p:cNvSpPr>
            <a:spLocks noGrp="1"/>
          </p:cNvSpPr>
          <p:nvPr>
            <p:ph type="dt" sz="half" idx="10"/>
          </p:nvPr>
        </p:nvSpPr>
        <p:spPr/>
        <p:txBody>
          <a:bodyPr/>
          <a:lstStyle/>
          <a:p>
            <a:fld id="{9CE7E69C-4D79-BB49-9350-1FEE210EB4F7}" type="datetime1">
              <a:rPr lang="en-US" smtClean="0"/>
              <a:t>12/16/2025</a:t>
            </a:fld>
            <a:endParaRPr lang="en-US"/>
          </a:p>
        </p:txBody>
      </p:sp>
      <p:sp>
        <p:nvSpPr>
          <p:cNvPr id="6" name="Footer Placeholder 5">
            <a:extLst>
              <a:ext uri="{FF2B5EF4-FFF2-40B4-BE49-F238E27FC236}">
                <a16:creationId xmlns:a16="http://schemas.microsoft.com/office/drawing/2014/main" id="{69CBFE3E-A97B-F549-B0A8-CB7B31FDBB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888DF4-1E2F-F24D-BEA1-153CDB63C38C}"/>
              </a:ext>
            </a:extLst>
          </p:cNvPr>
          <p:cNvSpPr>
            <a:spLocks noGrp="1"/>
          </p:cNvSpPr>
          <p:nvPr>
            <p:ph type="sldNum" sz="quarter" idx="12"/>
          </p:nvPr>
        </p:nvSpPr>
        <p:spPr/>
        <p:txBody>
          <a:bodyPr/>
          <a:lstStyle/>
          <a:p>
            <a:fld id="{0F847EE6-F7C9-3041-A28D-502F5689C8E2}" type="slidenum">
              <a:rPr lang="en-US" smtClean="0"/>
              <a:pPr/>
              <a:t>‹#›</a:t>
            </a:fld>
            <a:endParaRPr lang="en-US"/>
          </a:p>
        </p:txBody>
      </p:sp>
    </p:spTree>
    <p:extLst>
      <p:ext uri="{BB962C8B-B14F-4D97-AF65-F5344CB8AC3E}">
        <p14:creationId xmlns:p14="http://schemas.microsoft.com/office/powerpoint/2010/main" val="7604359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01E9-2C5F-5D48-A39E-E840B82DA34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10BBC7E-1475-064A-9EC9-95C17107AE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8A64E5-266F-A947-89FB-E92613D857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A91D1B-30AA-EB44-8338-3A8F2AED3E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156300-F611-0B4C-8221-CB8963A253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829C92-BBC1-8248-9B64-DE8F290F271B}"/>
              </a:ext>
            </a:extLst>
          </p:cNvPr>
          <p:cNvSpPr>
            <a:spLocks noGrp="1"/>
          </p:cNvSpPr>
          <p:nvPr>
            <p:ph type="dt" sz="half" idx="10"/>
          </p:nvPr>
        </p:nvSpPr>
        <p:spPr/>
        <p:txBody>
          <a:bodyPr/>
          <a:lstStyle/>
          <a:p>
            <a:fld id="{9CE7E69C-4D79-BB49-9350-1FEE210EB4F7}" type="datetime1">
              <a:rPr lang="en-US" smtClean="0"/>
              <a:t>12/16/2025</a:t>
            </a:fld>
            <a:endParaRPr lang="en-US"/>
          </a:p>
        </p:txBody>
      </p:sp>
      <p:sp>
        <p:nvSpPr>
          <p:cNvPr id="8" name="Footer Placeholder 7">
            <a:extLst>
              <a:ext uri="{FF2B5EF4-FFF2-40B4-BE49-F238E27FC236}">
                <a16:creationId xmlns:a16="http://schemas.microsoft.com/office/drawing/2014/main" id="{B82A74BE-B0E1-8247-AF56-0B9219EB40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18B683-EFD4-7A44-9DB2-DD6C1B75A4EF}"/>
              </a:ext>
            </a:extLst>
          </p:cNvPr>
          <p:cNvSpPr>
            <a:spLocks noGrp="1"/>
          </p:cNvSpPr>
          <p:nvPr>
            <p:ph type="sldNum" sz="quarter" idx="12"/>
          </p:nvPr>
        </p:nvSpPr>
        <p:spPr/>
        <p:txBody>
          <a:bodyPr/>
          <a:lstStyle/>
          <a:p>
            <a:fld id="{0F847EE6-F7C9-3041-A28D-502F5689C8E2}" type="slidenum">
              <a:rPr lang="en-US" smtClean="0"/>
              <a:pPr/>
              <a:t>‹#›</a:t>
            </a:fld>
            <a:endParaRPr lang="en-US"/>
          </a:p>
        </p:txBody>
      </p:sp>
    </p:spTree>
    <p:extLst>
      <p:ext uri="{BB962C8B-B14F-4D97-AF65-F5344CB8AC3E}">
        <p14:creationId xmlns:p14="http://schemas.microsoft.com/office/powerpoint/2010/main" val="43671506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55AA8-EE4B-B84A-9A19-543AC0EB14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FDEA53-FB34-E249-AB79-D8D0B5AFC817}"/>
              </a:ext>
            </a:extLst>
          </p:cNvPr>
          <p:cNvSpPr>
            <a:spLocks noGrp="1"/>
          </p:cNvSpPr>
          <p:nvPr>
            <p:ph type="dt" sz="half" idx="10"/>
          </p:nvPr>
        </p:nvSpPr>
        <p:spPr/>
        <p:txBody>
          <a:bodyPr/>
          <a:lstStyle/>
          <a:p>
            <a:fld id="{380C21C6-642C-6F4C-B53C-06F3F35CEF14}" type="datetime1">
              <a:rPr lang="en-US" smtClean="0"/>
              <a:t>12/16/2025</a:t>
            </a:fld>
            <a:endParaRPr lang="en-US"/>
          </a:p>
        </p:txBody>
      </p:sp>
      <p:sp>
        <p:nvSpPr>
          <p:cNvPr id="4" name="Footer Placeholder 3">
            <a:extLst>
              <a:ext uri="{FF2B5EF4-FFF2-40B4-BE49-F238E27FC236}">
                <a16:creationId xmlns:a16="http://schemas.microsoft.com/office/drawing/2014/main" id="{BD6243EF-763C-A64E-9CCF-DCFE41BF4A3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694C70-8298-F445-B422-CAC3FAEA4393}"/>
              </a:ext>
            </a:extLst>
          </p:cNvPr>
          <p:cNvSpPr>
            <a:spLocks noGrp="1"/>
          </p:cNvSpPr>
          <p:nvPr>
            <p:ph type="sldNum" sz="quarter" idx="12"/>
          </p:nvPr>
        </p:nvSpPr>
        <p:spPr/>
        <p:txBody>
          <a:bodyPr/>
          <a:lstStyle/>
          <a:p>
            <a:fld id="{0F847EE6-F7C9-3041-A28D-502F5689C8E2}" type="slidenum">
              <a:rPr lang="en-US" smtClean="0"/>
              <a:pPr/>
              <a:t>‹#›</a:t>
            </a:fld>
            <a:endParaRPr lang="en-US"/>
          </a:p>
        </p:txBody>
      </p:sp>
    </p:spTree>
    <p:extLst>
      <p:ext uri="{BB962C8B-B14F-4D97-AF65-F5344CB8AC3E}">
        <p14:creationId xmlns:p14="http://schemas.microsoft.com/office/powerpoint/2010/main" val="2348243273"/>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98B883-BC37-A945-8649-EF26A8109C46}"/>
              </a:ext>
            </a:extLst>
          </p:cNvPr>
          <p:cNvSpPr>
            <a:spLocks noGrp="1"/>
          </p:cNvSpPr>
          <p:nvPr>
            <p:ph type="dt" sz="half" idx="10"/>
          </p:nvPr>
        </p:nvSpPr>
        <p:spPr/>
        <p:txBody>
          <a:bodyPr/>
          <a:lstStyle/>
          <a:p>
            <a:fld id="{8861994C-B8B3-A740-949B-C8D716F26A7F}" type="datetime1">
              <a:rPr lang="en-US" smtClean="0"/>
              <a:t>12/16/2025</a:t>
            </a:fld>
            <a:endParaRPr lang="en-US"/>
          </a:p>
        </p:txBody>
      </p:sp>
      <p:sp>
        <p:nvSpPr>
          <p:cNvPr id="3" name="Footer Placeholder 2">
            <a:extLst>
              <a:ext uri="{FF2B5EF4-FFF2-40B4-BE49-F238E27FC236}">
                <a16:creationId xmlns:a16="http://schemas.microsoft.com/office/drawing/2014/main" id="{16B665C1-95B9-664B-A2AF-E7F067EDFB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CC6C25-B3DC-FA45-9431-6BCDF5036003}"/>
              </a:ext>
            </a:extLst>
          </p:cNvPr>
          <p:cNvSpPr>
            <a:spLocks noGrp="1"/>
          </p:cNvSpPr>
          <p:nvPr>
            <p:ph type="sldNum" sz="quarter" idx="12"/>
          </p:nvPr>
        </p:nvSpPr>
        <p:spPr/>
        <p:txBody>
          <a:bodyPr/>
          <a:lstStyle/>
          <a:p>
            <a:fld id="{0F847EE6-F7C9-3041-A28D-502F5689C8E2}" type="slidenum">
              <a:rPr lang="en-US" smtClean="0"/>
              <a:pPr/>
              <a:t>‹#›</a:t>
            </a:fld>
            <a:endParaRPr lang="en-US"/>
          </a:p>
        </p:txBody>
      </p:sp>
    </p:spTree>
    <p:extLst>
      <p:ext uri="{BB962C8B-B14F-4D97-AF65-F5344CB8AC3E}">
        <p14:creationId xmlns:p14="http://schemas.microsoft.com/office/powerpoint/2010/main" val="2451815025"/>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2F014-93AD-6944-9F0D-0A8B25DBBF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3D4FE58-7067-3648-8B39-349805B955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B028E6-3D5B-E549-9EF4-075DCC3A82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71CDA4-257B-8041-A191-B16ADD72E345}"/>
              </a:ext>
            </a:extLst>
          </p:cNvPr>
          <p:cNvSpPr>
            <a:spLocks noGrp="1"/>
          </p:cNvSpPr>
          <p:nvPr>
            <p:ph type="dt" sz="half" idx="10"/>
          </p:nvPr>
        </p:nvSpPr>
        <p:spPr/>
        <p:txBody>
          <a:bodyPr/>
          <a:lstStyle/>
          <a:p>
            <a:fld id="{9CE7E69C-4D79-BB49-9350-1FEE210EB4F7}" type="datetime1">
              <a:rPr lang="en-US" smtClean="0"/>
              <a:t>12/16/2025</a:t>
            </a:fld>
            <a:endParaRPr lang="en-US"/>
          </a:p>
        </p:txBody>
      </p:sp>
      <p:sp>
        <p:nvSpPr>
          <p:cNvPr id="6" name="Footer Placeholder 5">
            <a:extLst>
              <a:ext uri="{FF2B5EF4-FFF2-40B4-BE49-F238E27FC236}">
                <a16:creationId xmlns:a16="http://schemas.microsoft.com/office/drawing/2014/main" id="{AD5A88DA-28BB-FC4D-9B0A-5D22914F2C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2786CA-8EA9-D844-B217-B2A70EFCA7E0}"/>
              </a:ext>
            </a:extLst>
          </p:cNvPr>
          <p:cNvSpPr>
            <a:spLocks noGrp="1"/>
          </p:cNvSpPr>
          <p:nvPr>
            <p:ph type="sldNum" sz="quarter" idx="12"/>
          </p:nvPr>
        </p:nvSpPr>
        <p:spPr/>
        <p:txBody>
          <a:bodyPr/>
          <a:lstStyle/>
          <a:p>
            <a:fld id="{0F847EE6-F7C9-3041-A28D-502F5689C8E2}" type="slidenum">
              <a:rPr lang="en-US" smtClean="0"/>
              <a:pPr/>
              <a:t>‹#›</a:t>
            </a:fld>
            <a:endParaRPr lang="en-US"/>
          </a:p>
        </p:txBody>
      </p:sp>
    </p:spTree>
    <p:extLst>
      <p:ext uri="{BB962C8B-B14F-4D97-AF65-F5344CB8AC3E}">
        <p14:creationId xmlns:p14="http://schemas.microsoft.com/office/powerpoint/2010/main" val="181915056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BC790-FA6D-1B40-A34A-91F9962768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2BE20D7-FC29-5B46-832D-D696500981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2B5302A-336E-884A-B2B9-44517C3667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96A8D0-8DB2-2E42-AB16-BAA889E55430}"/>
              </a:ext>
            </a:extLst>
          </p:cNvPr>
          <p:cNvSpPr>
            <a:spLocks noGrp="1"/>
          </p:cNvSpPr>
          <p:nvPr>
            <p:ph type="dt" sz="half" idx="10"/>
          </p:nvPr>
        </p:nvSpPr>
        <p:spPr/>
        <p:txBody>
          <a:bodyPr/>
          <a:lstStyle/>
          <a:p>
            <a:fld id="{9CE7E69C-4D79-BB49-9350-1FEE210EB4F7}" type="datetime1">
              <a:rPr lang="en-US" smtClean="0"/>
              <a:t>12/16/2025</a:t>
            </a:fld>
            <a:endParaRPr lang="en-US"/>
          </a:p>
        </p:txBody>
      </p:sp>
      <p:sp>
        <p:nvSpPr>
          <p:cNvPr id="6" name="Footer Placeholder 5">
            <a:extLst>
              <a:ext uri="{FF2B5EF4-FFF2-40B4-BE49-F238E27FC236}">
                <a16:creationId xmlns:a16="http://schemas.microsoft.com/office/drawing/2014/main" id="{16123325-0F53-7C4B-923B-6D4164A7FB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C1DA28-ADCD-D34E-8C1A-B244C4A84AB1}"/>
              </a:ext>
            </a:extLst>
          </p:cNvPr>
          <p:cNvSpPr>
            <a:spLocks noGrp="1"/>
          </p:cNvSpPr>
          <p:nvPr>
            <p:ph type="sldNum" sz="quarter" idx="12"/>
          </p:nvPr>
        </p:nvSpPr>
        <p:spPr/>
        <p:txBody>
          <a:bodyPr/>
          <a:lstStyle/>
          <a:p>
            <a:fld id="{0F847EE6-F7C9-3041-A28D-502F5689C8E2}" type="slidenum">
              <a:rPr lang="en-US" smtClean="0"/>
              <a:pPr/>
              <a:t>‹#›</a:t>
            </a:fld>
            <a:endParaRPr lang="en-US"/>
          </a:p>
        </p:txBody>
      </p:sp>
    </p:spTree>
    <p:extLst>
      <p:ext uri="{BB962C8B-B14F-4D97-AF65-F5344CB8AC3E}">
        <p14:creationId xmlns:p14="http://schemas.microsoft.com/office/powerpoint/2010/main" val="17726749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DAB51-CE39-3445-84C3-D851BDC67E2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0ECB3D-B5D6-8E4A-ADF8-D1CBB488FC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E3383D-9BC0-A142-A620-4F48C8693A56}"/>
              </a:ext>
            </a:extLst>
          </p:cNvPr>
          <p:cNvSpPr>
            <a:spLocks noGrp="1"/>
          </p:cNvSpPr>
          <p:nvPr>
            <p:ph type="dt" sz="half" idx="10"/>
          </p:nvPr>
        </p:nvSpPr>
        <p:spPr/>
        <p:txBody>
          <a:bodyPr/>
          <a:lstStyle/>
          <a:p>
            <a:fld id="{9CE7E69C-4D79-BB49-9350-1FEE210EB4F7}" type="datetime1">
              <a:rPr lang="en-US" smtClean="0"/>
              <a:t>12/16/2025</a:t>
            </a:fld>
            <a:endParaRPr lang="en-US"/>
          </a:p>
        </p:txBody>
      </p:sp>
      <p:sp>
        <p:nvSpPr>
          <p:cNvPr id="5" name="Footer Placeholder 4">
            <a:extLst>
              <a:ext uri="{FF2B5EF4-FFF2-40B4-BE49-F238E27FC236}">
                <a16:creationId xmlns:a16="http://schemas.microsoft.com/office/drawing/2014/main" id="{85E06CE9-EE9B-0342-9CC0-A51F6E2CB3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4FB40E-E82F-4C4E-A380-3F1FFA040E8A}"/>
              </a:ext>
            </a:extLst>
          </p:cNvPr>
          <p:cNvSpPr>
            <a:spLocks noGrp="1"/>
          </p:cNvSpPr>
          <p:nvPr>
            <p:ph type="sldNum" sz="quarter" idx="12"/>
          </p:nvPr>
        </p:nvSpPr>
        <p:spPr/>
        <p:txBody>
          <a:bodyPr/>
          <a:lstStyle/>
          <a:p>
            <a:fld id="{0F847EE6-F7C9-3041-A28D-502F5689C8E2}" type="slidenum">
              <a:rPr lang="en-US" smtClean="0"/>
              <a:pPr/>
              <a:t>‹#›</a:t>
            </a:fld>
            <a:endParaRPr lang="en-US"/>
          </a:p>
        </p:txBody>
      </p:sp>
    </p:spTree>
    <p:extLst>
      <p:ext uri="{BB962C8B-B14F-4D97-AF65-F5344CB8AC3E}">
        <p14:creationId xmlns:p14="http://schemas.microsoft.com/office/powerpoint/2010/main" val="227113489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2CC7A7-DD38-624C-8CFE-698180F70C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50F947F-2BB3-654E-B861-07B0EF1700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A7DD2A-8FE8-934F-A41C-47CEF8D15C82}"/>
              </a:ext>
            </a:extLst>
          </p:cNvPr>
          <p:cNvSpPr>
            <a:spLocks noGrp="1"/>
          </p:cNvSpPr>
          <p:nvPr>
            <p:ph type="dt" sz="half" idx="10"/>
          </p:nvPr>
        </p:nvSpPr>
        <p:spPr/>
        <p:txBody>
          <a:bodyPr/>
          <a:lstStyle/>
          <a:p>
            <a:fld id="{9CE7E69C-4D79-BB49-9350-1FEE210EB4F7}" type="datetime1">
              <a:rPr lang="en-US" smtClean="0"/>
              <a:t>12/16/2025</a:t>
            </a:fld>
            <a:endParaRPr lang="en-US"/>
          </a:p>
        </p:txBody>
      </p:sp>
      <p:sp>
        <p:nvSpPr>
          <p:cNvPr id="5" name="Footer Placeholder 4">
            <a:extLst>
              <a:ext uri="{FF2B5EF4-FFF2-40B4-BE49-F238E27FC236}">
                <a16:creationId xmlns:a16="http://schemas.microsoft.com/office/drawing/2014/main" id="{806479A1-AAA2-2D4E-BF85-43B9CB02EF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3AF76A-CA22-D84B-AD12-2983C4211882}"/>
              </a:ext>
            </a:extLst>
          </p:cNvPr>
          <p:cNvSpPr>
            <a:spLocks noGrp="1"/>
          </p:cNvSpPr>
          <p:nvPr>
            <p:ph type="sldNum" sz="quarter" idx="12"/>
          </p:nvPr>
        </p:nvSpPr>
        <p:spPr/>
        <p:txBody>
          <a:bodyPr/>
          <a:lstStyle/>
          <a:p>
            <a:fld id="{0F847EE6-F7C9-3041-A28D-502F5689C8E2}" type="slidenum">
              <a:rPr lang="en-US" smtClean="0"/>
              <a:pPr/>
              <a:t>‹#›</a:t>
            </a:fld>
            <a:endParaRPr lang="en-US"/>
          </a:p>
        </p:txBody>
      </p:sp>
    </p:spTree>
    <p:extLst>
      <p:ext uri="{BB962C8B-B14F-4D97-AF65-F5344CB8AC3E}">
        <p14:creationId xmlns:p14="http://schemas.microsoft.com/office/powerpoint/2010/main" val="55535896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D0965C-2510-BB42-9908-3693402F37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67CCC3-FF8B-9841-ABA2-783830EE95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07B689-613A-DD42-86AB-8581FB3EAF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E7E69C-4D79-BB49-9350-1FEE210EB4F7}" type="datetime1">
              <a:rPr lang="en-US" smtClean="0"/>
              <a:t>12/16/2025</a:t>
            </a:fld>
            <a:endParaRPr lang="en-US"/>
          </a:p>
        </p:txBody>
      </p:sp>
      <p:sp>
        <p:nvSpPr>
          <p:cNvPr id="5" name="Footer Placeholder 4">
            <a:extLst>
              <a:ext uri="{FF2B5EF4-FFF2-40B4-BE49-F238E27FC236}">
                <a16:creationId xmlns:a16="http://schemas.microsoft.com/office/drawing/2014/main" id="{F904613F-1FD0-AE45-B0DA-D3910356C0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599760F-2D59-B048-A16A-C514DA47BF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847EE6-F7C9-3041-A28D-502F5689C8E2}" type="slidenum">
              <a:rPr lang="en-US" smtClean="0"/>
              <a:pPr/>
              <a:t>‹#›</a:t>
            </a:fld>
            <a:endParaRPr lang="en-US"/>
          </a:p>
        </p:txBody>
      </p:sp>
    </p:spTree>
    <p:extLst>
      <p:ext uri="{BB962C8B-B14F-4D97-AF65-F5344CB8AC3E}">
        <p14:creationId xmlns:p14="http://schemas.microsoft.com/office/powerpoint/2010/main" val="1979174793"/>
      </p:ext>
    </p:extLst>
  </p:cSld>
  <p:clrMap bg1="lt1" tx1="dk1" bg2="lt2" tx2="dk2" accent1="accent1" accent2="accent2" accent3="accent3" accent4="accent4" accent5="accent5" accent6="accent6" hlink="hlink" folHlink="folHlink"/>
  <p:sldLayoutIdLst>
    <p:sldLayoutId id="2147486818" r:id="rId1"/>
    <p:sldLayoutId id="2147486819" r:id="rId2"/>
    <p:sldLayoutId id="2147486820" r:id="rId3"/>
    <p:sldLayoutId id="2147486821" r:id="rId4"/>
    <p:sldLayoutId id="2147486822" r:id="rId5"/>
    <p:sldLayoutId id="2147486823" r:id="rId6"/>
    <p:sldLayoutId id="2147486824" r:id="rId7"/>
    <p:sldLayoutId id="2147486825" r:id="rId8"/>
    <p:sldLayoutId id="2147486826" r:id="rId9"/>
    <p:sldLayoutId id="2147486827" r:id="rId10"/>
    <p:sldLayoutId id="2147486828" r:id="rId11"/>
  </p:sldLayoutIdLst>
  <p:transition spd="med">
    <p:fade/>
  </p:transition>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creativecommons.org/licenses/by-nd/4.0/"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5.emf"/><Relationship Id="rId5" Type="http://schemas.openxmlformats.org/officeDocument/2006/relationships/image" Target="../media/image4.emf"/><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6">
            <a:extLst>
              <a:ext uri="{FF2B5EF4-FFF2-40B4-BE49-F238E27FC236}">
                <a16:creationId xmlns:a16="http://schemas.microsoft.com/office/drawing/2014/main" id="{C852EA80-E4BB-2F40-B304-4009BC62F4FA}"/>
              </a:ext>
            </a:extLst>
          </p:cNvPr>
          <p:cNvSpPr txBox="1">
            <a:spLocks/>
          </p:cNvSpPr>
          <p:nvPr/>
        </p:nvSpPr>
        <p:spPr>
          <a:xfrm>
            <a:off x="2011855" y="2765048"/>
            <a:ext cx="8168290" cy="1973769"/>
          </a:xfrm>
          <a:prstGeom prst="rect">
            <a:avLst/>
          </a:prstGeom>
        </p:spPr>
        <p:txBody>
          <a:bodyPr/>
          <a:lstStyle>
            <a:lvl1pPr marL="176213" indent="-176213"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defRPr sz="2000" b="1" kern="1200">
                <a:solidFill>
                  <a:schemeClr val="tx1"/>
                </a:solidFill>
                <a:latin typeface="+mn-lt"/>
                <a:ea typeface="+mn-ea"/>
                <a:cs typeface="Arial"/>
              </a:defRPr>
            </a:lvl1pPr>
            <a:lvl2pPr marL="457200"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800" b="1" kern="1200">
                <a:solidFill>
                  <a:schemeClr val="tx1"/>
                </a:solidFill>
                <a:latin typeface="+mn-lt"/>
                <a:ea typeface="+mn-ea"/>
                <a:cs typeface="Arial"/>
              </a:defRPr>
            </a:lvl2pPr>
            <a:lvl3pPr marL="795528"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600" b="1"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1" kern="1200">
                <a:solidFill>
                  <a:schemeClr val="tx1"/>
                </a:solidFill>
                <a:latin typeface="+mn-lt"/>
                <a:ea typeface="+mn-ea"/>
                <a:cs typeface="Arial"/>
              </a:defRPr>
            </a:lvl4pPr>
            <a:lvl5pPr marL="1546225" indent="-176213"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Char char="-"/>
              <a:defRPr lang="en-US" sz="1400" b="1"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indent="0" algn="ctr">
              <a:lnSpc>
                <a:spcPct val="150000"/>
              </a:lnSpc>
              <a:spcAft>
                <a:spcPts val="1200"/>
              </a:spcAft>
              <a:buNone/>
            </a:pPr>
            <a:r>
              <a:rPr lang="en-US" sz="1400" b="0" dirty="0">
                <a:solidFill>
                  <a:srgbClr val="00BAF2"/>
                </a:solidFill>
              </a:rPr>
              <a:t>The intended use of this icon set is to enhance PowerPoint presentations by illustrating core GIS concepts. These are not intended to be used for schematic drawings or highly detailed workflows. </a:t>
            </a:r>
          </a:p>
          <a:p>
            <a:pPr marL="0" indent="0" algn="ctr">
              <a:lnSpc>
                <a:spcPct val="150000"/>
              </a:lnSpc>
              <a:spcAft>
                <a:spcPts val="1200"/>
              </a:spcAft>
              <a:buNone/>
            </a:pPr>
            <a:r>
              <a:rPr lang="en-US" sz="1400" b="0" dirty="0">
                <a:solidFill>
                  <a:srgbClr val="00BAF2"/>
                </a:solidFill>
              </a:rPr>
              <a:t>These icons are not available in a format other than PowerPoint.</a:t>
            </a:r>
          </a:p>
        </p:txBody>
      </p:sp>
      <p:sp>
        <p:nvSpPr>
          <p:cNvPr id="5" name="Text Placeholder 2">
            <a:extLst>
              <a:ext uri="{FF2B5EF4-FFF2-40B4-BE49-F238E27FC236}">
                <a16:creationId xmlns:a16="http://schemas.microsoft.com/office/drawing/2014/main" id="{653C7671-6D0E-8046-90D2-4E340B261B7D}"/>
              </a:ext>
            </a:extLst>
          </p:cNvPr>
          <p:cNvSpPr txBox="1">
            <a:spLocks/>
          </p:cNvSpPr>
          <p:nvPr/>
        </p:nvSpPr>
        <p:spPr>
          <a:xfrm>
            <a:off x="432261" y="534404"/>
            <a:ext cx="7775575" cy="369332"/>
          </a:xfrm>
          <a:prstGeom prst="rect">
            <a:avLst/>
          </a:prstGeom>
        </p:spPr>
        <p:txBody>
          <a:bodyPr wrap="none" lIns="0" tIns="0" rIns="0" bIns="0"/>
          <a:lstStyle>
            <a:lvl1pPr marL="176213" indent="-176213" algn="l" defTabSz="457200" rtl="0" eaLnBrk="1" latinLnBrk="0" hangingPunct="1">
              <a:lnSpc>
                <a:spcPct val="100000"/>
              </a:lnSpc>
              <a:spcBef>
                <a:spcPts val="300"/>
              </a:spcBef>
              <a:spcAft>
                <a:spcPts val="600"/>
              </a:spcAft>
              <a:buClr>
                <a:srgbClr val="4682AA"/>
              </a:buClr>
              <a:buSzPct val="80000"/>
              <a:buFont typeface="Arial"/>
              <a:buChar char="•"/>
              <a:defRPr sz="2600" b="0" kern="1200">
                <a:solidFill>
                  <a:srgbClr val="000000"/>
                </a:solidFill>
                <a:latin typeface="+mn-lt"/>
                <a:ea typeface="+mn-ea"/>
                <a:cs typeface="Arial"/>
              </a:defRPr>
            </a:lvl1pPr>
            <a:lvl2pPr marL="457200" indent="-173736" algn="l" defTabSz="457200" rtl="0" eaLnBrk="1" latinLnBrk="0" hangingPunct="1">
              <a:lnSpc>
                <a:spcPct val="100000"/>
              </a:lnSpc>
              <a:spcBef>
                <a:spcPts val="0"/>
              </a:spcBef>
              <a:spcAft>
                <a:spcPts val="600"/>
              </a:spcAft>
              <a:buClr>
                <a:srgbClr val="4682AA"/>
              </a:buClr>
              <a:buSzPct val="80000"/>
              <a:buFont typeface="Lucida Grande"/>
              <a:buChar char="-"/>
              <a:defRPr sz="2400" b="0" kern="1200">
                <a:solidFill>
                  <a:srgbClr val="000000"/>
                </a:solidFill>
                <a:latin typeface="+mn-lt"/>
                <a:ea typeface="+mn-ea"/>
                <a:cs typeface="Arial"/>
              </a:defRPr>
            </a:lvl2pPr>
            <a:lvl3pPr marL="795528" indent="-173736" algn="l" defTabSz="457200" rtl="0" eaLnBrk="1" latinLnBrk="0" hangingPunct="1">
              <a:lnSpc>
                <a:spcPct val="100000"/>
              </a:lnSpc>
              <a:spcBef>
                <a:spcPts val="0"/>
              </a:spcBef>
              <a:spcAft>
                <a:spcPts val="600"/>
              </a:spcAft>
              <a:buClr>
                <a:srgbClr val="4682AA"/>
              </a:buClr>
              <a:buSzPct val="80000"/>
              <a:buFont typeface="Lucida Grande"/>
              <a:buChar char="-"/>
              <a:defRPr sz="2400" b="0" kern="1200">
                <a:solidFill>
                  <a:srgbClr val="000000"/>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1" kern="1200">
                <a:solidFill>
                  <a:schemeClr val="tx1"/>
                </a:solidFill>
                <a:latin typeface="+mn-lt"/>
                <a:ea typeface="+mn-ea"/>
                <a:cs typeface="Arial"/>
              </a:defRPr>
            </a:lvl4pPr>
            <a:lvl5pPr marL="1546225" indent="-176213"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Char char="-"/>
              <a:defRPr lang="en-US" sz="1400" b="1"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lvl="0" indent="0">
              <a:spcAft>
                <a:spcPts val="0"/>
              </a:spcAft>
              <a:buNone/>
            </a:pPr>
            <a:r>
              <a:rPr lang="en-US" sz="2800" dirty="0">
                <a:solidFill>
                  <a:schemeClr val="bg1"/>
                </a:solidFill>
              </a:rPr>
              <a:t>Esri Presentation Icons</a:t>
            </a:r>
          </a:p>
        </p:txBody>
      </p:sp>
      <p:sp>
        <p:nvSpPr>
          <p:cNvPr id="7" name="Title 1">
            <a:extLst>
              <a:ext uri="{FF2B5EF4-FFF2-40B4-BE49-F238E27FC236}">
                <a16:creationId xmlns:a16="http://schemas.microsoft.com/office/drawing/2014/main" id="{1DD7D9A1-23AC-1245-BF03-7F0395D362E8}"/>
              </a:ext>
            </a:extLst>
          </p:cNvPr>
          <p:cNvSpPr txBox="1">
            <a:spLocks/>
          </p:cNvSpPr>
          <p:nvPr/>
        </p:nvSpPr>
        <p:spPr>
          <a:xfrm>
            <a:off x="8915401" y="6109855"/>
            <a:ext cx="3033423" cy="652854"/>
          </a:xfrm>
          <a:prstGeom prst="rect">
            <a:avLst/>
          </a:prstGeom>
        </p:spPr>
        <p:txBody>
          <a:bodyPr wrap="none" lIns="0" tIns="0" rIns="0" bIns="0"/>
          <a:lstStyle>
            <a:lvl1pPr algn="l" defTabSz="457200" rtl="0" eaLnBrk="1" latinLnBrk="0" hangingPunct="1">
              <a:lnSpc>
                <a:spcPct val="100000"/>
              </a:lnSpc>
              <a:spcBef>
                <a:spcPct val="0"/>
              </a:spcBef>
              <a:buNone/>
              <a:defRPr sz="3000" b="1" kern="1200">
                <a:solidFill>
                  <a:srgbClr val="000000"/>
                </a:solidFill>
                <a:latin typeface="+mj-lt"/>
                <a:ea typeface="+mj-ea"/>
                <a:cs typeface="Arial"/>
              </a:defRPr>
            </a:lvl1pPr>
          </a:lstStyle>
          <a:p>
            <a:pPr lvl="0" algn="r">
              <a:lnSpc>
                <a:spcPct val="150000"/>
              </a:lnSpc>
              <a:spcBef>
                <a:spcPts val="0"/>
              </a:spcBef>
            </a:pPr>
            <a:r>
              <a:rPr lang="en-US" sz="1200" b="0" dirty="0">
                <a:solidFill>
                  <a:schemeClr val="bg1">
                    <a:lumMod val="50000"/>
                  </a:schemeClr>
                </a:solidFill>
              </a:rPr>
              <a:t>For Public Use</a:t>
            </a:r>
            <a:br>
              <a:rPr lang="en-US" sz="1200" b="0" dirty="0">
                <a:solidFill>
                  <a:schemeClr val="bg1">
                    <a:lumMod val="50000"/>
                  </a:schemeClr>
                </a:solidFill>
              </a:rPr>
            </a:br>
            <a:r>
              <a:rPr lang="en-US" sz="1200" b="0" dirty="0">
                <a:solidFill>
                  <a:schemeClr val="bg1">
                    <a:lumMod val="50000"/>
                  </a:schemeClr>
                </a:solidFill>
              </a:rPr>
              <a:t> December 3, 2019</a:t>
            </a:r>
            <a:endParaRPr lang="en-US" sz="1050" b="0" dirty="0">
              <a:solidFill>
                <a:schemeClr val="bg1">
                  <a:lumMod val="50000"/>
                </a:schemeClr>
              </a:solidFill>
            </a:endParaRPr>
          </a:p>
        </p:txBody>
      </p:sp>
    </p:spTree>
    <p:extLst>
      <p:ext uri="{BB962C8B-B14F-4D97-AF65-F5344CB8AC3E}">
        <p14:creationId xmlns:p14="http://schemas.microsoft.com/office/powerpoint/2010/main" val="3856148724"/>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6BBEFFA-51B6-3448-9E82-7B94F61489AE}"/>
              </a:ext>
            </a:extLst>
          </p:cNvPr>
          <p:cNvSpPr txBox="1">
            <a:spLocks/>
          </p:cNvSpPr>
          <p:nvPr/>
        </p:nvSpPr>
        <p:spPr>
          <a:xfrm>
            <a:off x="8915401" y="6109855"/>
            <a:ext cx="3033423" cy="652854"/>
          </a:xfrm>
          <a:prstGeom prst="rect">
            <a:avLst/>
          </a:prstGeom>
        </p:spPr>
        <p:txBody>
          <a:bodyPr wrap="none" lIns="0" tIns="0" rIns="0" bIns="0"/>
          <a:lstStyle>
            <a:lvl1pPr algn="l" defTabSz="457200" rtl="0" eaLnBrk="1" latinLnBrk="0" hangingPunct="1">
              <a:lnSpc>
                <a:spcPct val="100000"/>
              </a:lnSpc>
              <a:spcBef>
                <a:spcPct val="0"/>
              </a:spcBef>
              <a:buNone/>
              <a:defRPr sz="3000" b="1" kern="1200">
                <a:solidFill>
                  <a:srgbClr val="000000"/>
                </a:solidFill>
                <a:latin typeface="+mj-lt"/>
                <a:ea typeface="+mj-ea"/>
                <a:cs typeface="Arial"/>
              </a:defRPr>
            </a:lvl1pPr>
          </a:lstStyle>
          <a:p>
            <a:pPr lvl="0" algn="r">
              <a:lnSpc>
                <a:spcPct val="150000"/>
              </a:lnSpc>
              <a:spcBef>
                <a:spcPts val="0"/>
              </a:spcBef>
            </a:pPr>
            <a:r>
              <a:rPr lang="en-US" sz="1200" b="0" dirty="0">
                <a:solidFill>
                  <a:schemeClr val="bg1">
                    <a:lumMod val="50000"/>
                  </a:schemeClr>
                </a:solidFill>
              </a:rPr>
              <a:t>For Public Use</a:t>
            </a:r>
            <a:br>
              <a:rPr lang="en-US" sz="1200" b="0" dirty="0">
                <a:solidFill>
                  <a:schemeClr val="bg1">
                    <a:lumMod val="50000"/>
                  </a:schemeClr>
                </a:solidFill>
              </a:rPr>
            </a:br>
            <a:r>
              <a:rPr lang="en-US" sz="1200" b="0" dirty="0">
                <a:solidFill>
                  <a:schemeClr val="bg1">
                    <a:lumMod val="50000"/>
                  </a:schemeClr>
                </a:solidFill>
              </a:rPr>
              <a:t> September 30, 2019</a:t>
            </a:r>
            <a:endParaRPr lang="en-US" sz="1050" b="0" dirty="0">
              <a:solidFill>
                <a:schemeClr val="bg1">
                  <a:lumMod val="50000"/>
                </a:schemeClr>
              </a:solidFill>
            </a:endParaRPr>
          </a:p>
        </p:txBody>
      </p:sp>
      <p:sp>
        <p:nvSpPr>
          <p:cNvPr id="10" name="Text Placeholder 2">
            <a:extLst>
              <a:ext uri="{FF2B5EF4-FFF2-40B4-BE49-F238E27FC236}">
                <a16:creationId xmlns:a16="http://schemas.microsoft.com/office/drawing/2014/main" id="{E6672741-AE5E-994B-AA9C-D29C1D79512E}"/>
              </a:ext>
            </a:extLst>
          </p:cNvPr>
          <p:cNvSpPr txBox="1">
            <a:spLocks/>
          </p:cNvSpPr>
          <p:nvPr/>
        </p:nvSpPr>
        <p:spPr>
          <a:xfrm>
            <a:off x="432261" y="534404"/>
            <a:ext cx="7775575" cy="369332"/>
          </a:xfrm>
          <a:prstGeom prst="rect">
            <a:avLst/>
          </a:prstGeom>
        </p:spPr>
        <p:txBody>
          <a:bodyPr wrap="none" lIns="0" tIns="0" rIns="0" bIns="0"/>
          <a:lstStyle>
            <a:lvl1pPr marL="176213" indent="-176213" algn="l" defTabSz="457200" rtl="0" eaLnBrk="1" latinLnBrk="0" hangingPunct="1">
              <a:lnSpc>
                <a:spcPct val="100000"/>
              </a:lnSpc>
              <a:spcBef>
                <a:spcPts val="300"/>
              </a:spcBef>
              <a:spcAft>
                <a:spcPts val="600"/>
              </a:spcAft>
              <a:buClr>
                <a:srgbClr val="4682AA"/>
              </a:buClr>
              <a:buSzPct val="80000"/>
              <a:buFont typeface="Arial"/>
              <a:buChar char="•"/>
              <a:defRPr sz="2600" b="0" kern="1200">
                <a:solidFill>
                  <a:srgbClr val="000000"/>
                </a:solidFill>
                <a:latin typeface="+mn-lt"/>
                <a:ea typeface="+mn-ea"/>
                <a:cs typeface="Arial"/>
              </a:defRPr>
            </a:lvl1pPr>
            <a:lvl2pPr marL="457200" indent="-173736" algn="l" defTabSz="457200" rtl="0" eaLnBrk="1" latinLnBrk="0" hangingPunct="1">
              <a:lnSpc>
                <a:spcPct val="100000"/>
              </a:lnSpc>
              <a:spcBef>
                <a:spcPts val="0"/>
              </a:spcBef>
              <a:spcAft>
                <a:spcPts val="600"/>
              </a:spcAft>
              <a:buClr>
                <a:srgbClr val="4682AA"/>
              </a:buClr>
              <a:buSzPct val="80000"/>
              <a:buFont typeface="Lucida Grande"/>
              <a:buChar char="-"/>
              <a:defRPr sz="2400" b="0" kern="1200">
                <a:solidFill>
                  <a:srgbClr val="000000"/>
                </a:solidFill>
                <a:latin typeface="+mn-lt"/>
                <a:ea typeface="+mn-ea"/>
                <a:cs typeface="Arial"/>
              </a:defRPr>
            </a:lvl2pPr>
            <a:lvl3pPr marL="795528" indent="-173736" algn="l" defTabSz="457200" rtl="0" eaLnBrk="1" latinLnBrk="0" hangingPunct="1">
              <a:lnSpc>
                <a:spcPct val="100000"/>
              </a:lnSpc>
              <a:spcBef>
                <a:spcPts val="0"/>
              </a:spcBef>
              <a:spcAft>
                <a:spcPts val="600"/>
              </a:spcAft>
              <a:buClr>
                <a:srgbClr val="4682AA"/>
              </a:buClr>
              <a:buSzPct val="80000"/>
              <a:buFont typeface="Lucida Grande"/>
              <a:buChar char="-"/>
              <a:defRPr sz="2400" b="0" kern="1200">
                <a:solidFill>
                  <a:srgbClr val="000000"/>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1" kern="1200">
                <a:solidFill>
                  <a:schemeClr val="tx1"/>
                </a:solidFill>
                <a:latin typeface="+mn-lt"/>
                <a:ea typeface="+mn-ea"/>
                <a:cs typeface="Arial"/>
              </a:defRPr>
            </a:lvl4pPr>
            <a:lvl5pPr marL="1546225" indent="-176213"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Char char="-"/>
              <a:defRPr lang="en-US" sz="1400" b="1"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lvl="0" indent="0">
              <a:spcAft>
                <a:spcPts val="0"/>
              </a:spcAft>
              <a:buNone/>
            </a:pPr>
            <a:r>
              <a:rPr lang="en-US" sz="2800" dirty="0">
                <a:solidFill>
                  <a:schemeClr val="bg1"/>
                </a:solidFill>
              </a:rPr>
              <a:t>Esri Presentation Icons</a:t>
            </a:r>
          </a:p>
        </p:txBody>
      </p:sp>
      <p:sp>
        <p:nvSpPr>
          <p:cNvPr id="3" name="TextBox 2">
            <a:extLst>
              <a:ext uri="{FF2B5EF4-FFF2-40B4-BE49-F238E27FC236}">
                <a16:creationId xmlns:a16="http://schemas.microsoft.com/office/drawing/2014/main" id="{F45F0EBD-024C-1743-882E-BEF9AD41B84E}"/>
              </a:ext>
            </a:extLst>
          </p:cNvPr>
          <p:cNvSpPr txBox="1"/>
          <p:nvPr/>
        </p:nvSpPr>
        <p:spPr>
          <a:xfrm>
            <a:off x="2729345" y="2552008"/>
            <a:ext cx="7032494" cy="2823488"/>
          </a:xfrm>
          <a:prstGeom prst="rect">
            <a:avLst/>
          </a:prstGeom>
          <a:noFill/>
          <a:effectLst/>
        </p:spPr>
        <p:txBody>
          <a:bodyPr wrap="square" lIns="0" tIns="0" rIns="0" bIns="0" rtlCol="0">
            <a:noAutofit/>
          </a:bodyPr>
          <a:lstStyle/>
          <a:p>
            <a:pPr marL="342900" indent="-342900" eaLnBrk="0" hangingPunct="0">
              <a:spcAft>
                <a:spcPts val="1200"/>
              </a:spcAft>
              <a:buClr>
                <a:schemeClr val="bg2"/>
              </a:buClr>
              <a:buFont typeface="+mj-lt"/>
              <a:buAutoNum type="arabicPeriod"/>
            </a:pPr>
            <a:r>
              <a:rPr lang="en-US" dirty="0">
                <a:solidFill>
                  <a:srgbClr val="FFFF96"/>
                </a:solidFill>
              </a:rPr>
              <a:t>The icons in this file are owned by Esri and are licensed under Creative Commons license Attribution-</a:t>
            </a:r>
            <a:r>
              <a:rPr lang="en-US" dirty="0" err="1">
                <a:solidFill>
                  <a:srgbClr val="FFFF96"/>
                </a:solidFill>
              </a:rPr>
              <a:t>NoDerivatives</a:t>
            </a:r>
            <a:r>
              <a:rPr lang="en-US" dirty="0">
                <a:solidFill>
                  <a:srgbClr val="FFFF96"/>
                </a:solidFill>
              </a:rPr>
              <a:t> 4.0 International </a:t>
            </a:r>
            <a:r>
              <a:rPr lang="en-US" dirty="0">
                <a:solidFill>
                  <a:srgbClr val="94E6FF"/>
                </a:solidFill>
                <a:hlinkClick r:id="rId3">
                  <a:extLst>
                    <a:ext uri="{A12FA001-AC4F-418D-AE19-62706E023703}">
                      <ahyp:hlinkClr xmlns:ahyp="http://schemas.microsoft.com/office/drawing/2018/hyperlinkcolor" val="tx"/>
                    </a:ext>
                  </a:extLst>
                </a:hlinkClick>
              </a:rPr>
              <a:t>CC BY-ND</a:t>
            </a:r>
            <a:r>
              <a:rPr lang="en-US" dirty="0">
                <a:solidFill>
                  <a:srgbClr val="FFFF96"/>
                </a:solidFill>
              </a:rPr>
              <a:t>.</a:t>
            </a:r>
          </a:p>
          <a:p>
            <a:pPr marL="342900" indent="-342900" eaLnBrk="0" hangingPunct="0">
              <a:spcAft>
                <a:spcPts val="1200"/>
              </a:spcAft>
              <a:buClr>
                <a:schemeClr val="bg2"/>
              </a:buClr>
              <a:buFont typeface="+mj-lt"/>
              <a:buAutoNum type="arabicPeriod"/>
            </a:pPr>
            <a:r>
              <a:rPr lang="en-US" dirty="0">
                <a:solidFill>
                  <a:srgbClr val="FFFF96"/>
                </a:solidFill>
              </a:rPr>
              <a:t>When using the icons, include the following copyright notice at the end of your presentation.</a:t>
            </a:r>
          </a:p>
          <a:p>
            <a:pPr lvl="1" eaLnBrk="0" hangingPunct="0">
              <a:spcAft>
                <a:spcPts val="1200"/>
              </a:spcAft>
              <a:buClr>
                <a:schemeClr val="bg2"/>
              </a:buClr>
            </a:pPr>
            <a:r>
              <a:rPr lang="en-US" sz="1600" dirty="0">
                <a:solidFill>
                  <a:schemeClr val="bg1"/>
                </a:solidFill>
              </a:rPr>
              <a:t>“Presentation icons are the intellectual property of Esri and are used herein with permission. Copyright © 2019 Esri. All rights reserved.”</a:t>
            </a:r>
          </a:p>
          <a:p>
            <a:pPr marL="800100" lvl="1" indent="-342900" eaLnBrk="0" hangingPunct="0">
              <a:spcAft>
                <a:spcPts val="1200"/>
              </a:spcAft>
              <a:buClr>
                <a:schemeClr val="bg2"/>
              </a:buClr>
              <a:buFont typeface="+mj-lt"/>
              <a:buAutoNum type="arabicPeriod"/>
            </a:pPr>
            <a:endParaRPr lang="en-US" dirty="0">
              <a:solidFill>
                <a:schemeClr val="bg2"/>
              </a:solidFill>
            </a:endParaRPr>
          </a:p>
        </p:txBody>
      </p:sp>
    </p:spTree>
    <p:extLst>
      <p:ext uri="{BB962C8B-B14F-4D97-AF65-F5344CB8AC3E}">
        <p14:creationId xmlns:p14="http://schemas.microsoft.com/office/powerpoint/2010/main" val="1842745808"/>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bg1"/>
                </a:solidFill>
              </a:rPr>
              <a:t>ArcGI</a:t>
            </a:r>
            <a:r>
              <a:rPr lang="en-US" spc="-300" dirty="0">
                <a:solidFill>
                  <a:schemeClr val="bg1"/>
                </a:solidFill>
              </a:rPr>
              <a:t>S</a:t>
            </a:r>
            <a:r>
              <a:rPr lang="en-US" sz="2000" baseline="100000" dirty="0">
                <a:solidFill>
                  <a:schemeClr val="bg1"/>
                </a:solidFill>
              </a:rPr>
              <a:t>™</a:t>
            </a:r>
            <a:r>
              <a:rPr lang="en-US" dirty="0">
                <a:solidFill>
                  <a:schemeClr val="bg1"/>
                </a:solidFill>
              </a:rPr>
              <a:t> Platform</a:t>
            </a:r>
          </a:p>
        </p:txBody>
      </p:sp>
      <p:grpSp>
        <p:nvGrpSpPr>
          <p:cNvPr id="4" name="Group 3">
            <a:extLst>
              <a:ext uri="{FF2B5EF4-FFF2-40B4-BE49-F238E27FC236}">
                <a16:creationId xmlns:a16="http://schemas.microsoft.com/office/drawing/2014/main" id="{4D4CB4DB-C5B1-2244-86DD-3BD4C3060AB2}"/>
              </a:ext>
            </a:extLst>
          </p:cNvPr>
          <p:cNvGrpSpPr/>
          <p:nvPr/>
        </p:nvGrpSpPr>
        <p:grpSpPr>
          <a:xfrm>
            <a:off x="3411288" y="2570532"/>
            <a:ext cx="3059403" cy="2317997"/>
            <a:chOff x="2948710" y="2731897"/>
            <a:chExt cx="3059403" cy="2317997"/>
          </a:xfrm>
        </p:grpSpPr>
        <p:grpSp>
          <p:nvGrpSpPr>
            <p:cNvPr id="29" name="Group 28">
              <a:extLst>
                <a:ext uri="{FF2B5EF4-FFF2-40B4-BE49-F238E27FC236}">
                  <a16:creationId xmlns:a16="http://schemas.microsoft.com/office/drawing/2014/main" id="{C5071681-DEF4-9B45-87CE-ADBD73950B9F}"/>
                </a:ext>
              </a:extLst>
            </p:cNvPr>
            <p:cNvGrpSpPr/>
            <p:nvPr/>
          </p:nvGrpSpPr>
          <p:grpSpPr>
            <a:xfrm>
              <a:off x="3214246" y="2866819"/>
              <a:ext cx="2662572" cy="2183075"/>
              <a:chOff x="4016576" y="3824997"/>
              <a:chExt cx="2173213" cy="1781843"/>
            </a:xfrm>
          </p:grpSpPr>
          <p:cxnSp>
            <p:nvCxnSpPr>
              <p:cNvPr id="30" name="Straight Connector 29">
                <a:extLst>
                  <a:ext uri="{FF2B5EF4-FFF2-40B4-BE49-F238E27FC236}">
                    <a16:creationId xmlns:a16="http://schemas.microsoft.com/office/drawing/2014/main" id="{96714639-51C3-F34D-AB20-AF1275863BEB}"/>
                  </a:ext>
                </a:extLst>
              </p:cNvPr>
              <p:cNvCxnSpPr>
                <a:cxnSpLocks/>
              </p:cNvCxnSpPr>
              <p:nvPr/>
            </p:nvCxnSpPr>
            <p:spPr bwMode="auto">
              <a:xfrm flipH="1">
                <a:off x="5329028" y="4431865"/>
                <a:ext cx="190716" cy="261424"/>
              </a:xfrm>
              <a:prstGeom prst="line">
                <a:avLst/>
              </a:prstGeom>
              <a:ln w="38100">
                <a:gradFill>
                  <a:gsLst>
                    <a:gs pos="0">
                      <a:srgbClr val="00B0F0">
                        <a:alpha val="0"/>
                        <a:lumMod val="0"/>
                        <a:lumOff val="100000"/>
                      </a:srgbClr>
                    </a:gs>
                    <a:gs pos="100000">
                      <a:srgbClr val="00B0F0">
                        <a:lumMod val="70000"/>
                        <a:lumOff val="30000"/>
                      </a:srgbClr>
                    </a:gs>
                  </a:gsLst>
                  <a:lin ang="5400000" scaled="1"/>
                </a:gradFill>
                <a:headEnd type="none" w="med" len="med"/>
                <a:tailEnd type="none" w="med" len="med"/>
              </a:ln>
              <a:effectLst>
                <a:outerShdw blurRad="25400" algn="ctr" rotWithShape="0">
                  <a:schemeClr val="tx1">
                    <a:alpha val="44000"/>
                  </a:schemeClr>
                </a:outerShdw>
              </a:effectLst>
            </p:spPr>
            <p:style>
              <a:lnRef idx="1">
                <a:schemeClr val="accent4"/>
              </a:lnRef>
              <a:fillRef idx="0">
                <a:schemeClr val="accent4"/>
              </a:fillRef>
              <a:effectRef idx="0">
                <a:schemeClr val="accent4"/>
              </a:effectRef>
              <a:fontRef idx="minor">
                <a:schemeClr val="tx1"/>
              </a:fontRef>
            </p:style>
          </p:cxnSp>
          <p:cxnSp>
            <p:nvCxnSpPr>
              <p:cNvPr id="31" name="Straight Connector 30">
                <a:extLst>
                  <a:ext uri="{FF2B5EF4-FFF2-40B4-BE49-F238E27FC236}">
                    <a16:creationId xmlns:a16="http://schemas.microsoft.com/office/drawing/2014/main" id="{6AD9D9CC-21D0-8E42-AAA0-D1F79ACB3B0C}"/>
                  </a:ext>
                </a:extLst>
              </p:cNvPr>
              <p:cNvCxnSpPr>
                <a:cxnSpLocks/>
                <a:stCxn id="47" idx="2"/>
              </p:cNvCxnSpPr>
              <p:nvPr/>
            </p:nvCxnSpPr>
            <p:spPr bwMode="auto">
              <a:xfrm>
                <a:off x="5081248" y="4206780"/>
                <a:ext cx="0" cy="282309"/>
              </a:xfrm>
              <a:prstGeom prst="line">
                <a:avLst/>
              </a:prstGeom>
              <a:ln w="38100">
                <a:gradFill>
                  <a:gsLst>
                    <a:gs pos="0">
                      <a:srgbClr val="00B0F0">
                        <a:alpha val="0"/>
                        <a:lumMod val="0"/>
                        <a:lumOff val="100000"/>
                      </a:srgbClr>
                    </a:gs>
                    <a:gs pos="100000">
                      <a:srgbClr val="00B0F0">
                        <a:lumMod val="70000"/>
                        <a:lumOff val="30000"/>
                      </a:srgbClr>
                    </a:gs>
                  </a:gsLst>
                  <a:lin ang="5400000" scaled="1"/>
                </a:gradFill>
                <a:headEnd type="none" w="med" len="med"/>
                <a:tailEnd type="none" w="med" len="med"/>
              </a:ln>
              <a:effectLst>
                <a:outerShdw blurRad="25400" algn="ctr" rotWithShape="0">
                  <a:schemeClr val="tx1">
                    <a:alpha val="44000"/>
                  </a:schemeClr>
                </a:outerShdw>
              </a:effectLst>
            </p:spPr>
            <p:style>
              <a:lnRef idx="1">
                <a:schemeClr val="accent4"/>
              </a:lnRef>
              <a:fillRef idx="0">
                <a:schemeClr val="accent4"/>
              </a:fillRef>
              <a:effectRef idx="0">
                <a:schemeClr val="accent4"/>
              </a:effectRef>
              <a:fontRef idx="minor">
                <a:schemeClr val="tx1"/>
              </a:fontRef>
            </p:style>
          </p:cxnSp>
          <p:cxnSp>
            <p:nvCxnSpPr>
              <p:cNvPr id="32" name="Straight Connector 31">
                <a:extLst>
                  <a:ext uri="{FF2B5EF4-FFF2-40B4-BE49-F238E27FC236}">
                    <a16:creationId xmlns:a16="http://schemas.microsoft.com/office/drawing/2014/main" id="{42AEBB7D-5EAD-944A-8CBF-0A260E617216}"/>
                  </a:ext>
                </a:extLst>
              </p:cNvPr>
              <p:cNvCxnSpPr>
                <a:cxnSpLocks/>
              </p:cNvCxnSpPr>
              <p:nvPr/>
            </p:nvCxnSpPr>
            <p:spPr bwMode="auto">
              <a:xfrm flipH="1">
                <a:off x="5429360" y="4663214"/>
                <a:ext cx="461198" cy="264542"/>
              </a:xfrm>
              <a:prstGeom prst="line">
                <a:avLst/>
              </a:prstGeom>
              <a:ln w="38100">
                <a:gradFill>
                  <a:gsLst>
                    <a:gs pos="0">
                      <a:srgbClr val="00B0F0">
                        <a:alpha val="0"/>
                        <a:lumMod val="0"/>
                        <a:lumOff val="100000"/>
                      </a:srgbClr>
                    </a:gs>
                    <a:gs pos="100000">
                      <a:srgbClr val="00B0F0">
                        <a:lumMod val="70000"/>
                        <a:lumOff val="30000"/>
                      </a:srgbClr>
                    </a:gs>
                  </a:gsLst>
                  <a:lin ang="1800000" scaled="0"/>
                </a:gradFill>
                <a:headEnd type="none" w="med" len="med"/>
                <a:tailEnd type="none" w="med" len="med"/>
              </a:ln>
              <a:effectLst>
                <a:outerShdw blurRad="25400" algn="ctr" rotWithShape="0">
                  <a:schemeClr val="tx1">
                    <a:alpha val="44000"/>
                  </a:schemeClr>
                </a:outerShdw>
              </a:effectLst>
            </p:spPr>
            <p:style>
              <a:lnRef idx="1">
                <a:schemeClr val="accent4"/>
              </a:lnRef>
              <a:fillRef idx="0">
                <a:schemeClr val="accent4"/>
              </a:fillRef>
              <a:effectRef idx="0">
                <a:schemeClr val="accent4"/>
              </a:effectRef>
              <a:fontRef idx="minor">
                <a:schemeClr val="tx1"/>
              </a:fontRef>
            </p:style>
          </p:cxnSp>
          <p:pic>
            <p:nvPicPr>
              <p:cNvPr id="33" name="Picture 32">
                <a:extLst>
                  <a:ext uri="{FF2B5EF4-FFF2-40B4-BE49-F238E27FC236}">
                    <a16:creationId xmlns:a16="http://schemas.microsoft.com/office/drawing/2014/main" id="{EC1C7FD3-5755-5047-B15A-4C8DCA270A9F}"/>
                  </a:ext>
                </a:extLst>
              </p:cNvPr>
              <p:cNvPicPr>
                <a:picLocks noChangeAspect="1"/>
              </p:cNvPicPr>
              <p:nvPr/>
            </p:nvPicPr>
            <p:blipFill>
              <a:blip r:embed="rId3"/>
              <a:stretch>
                <a:fillRect/>
              </a:stretch>
            </p:blipFill>
            <p:spPr>
              <a:xfrm>
                <a:off x="4016576" y="4180376"/>
                <a:ext cx="1968466" cy="1426464"/>
              </a:xfrm>
              <a:prstGeom prst="rect">
                <a:avLst/>
              </a:prstGeom>
            </p:spPr>
          </p:pic>
          <p:pic>
            <p:nvPicPr>
              <p:cNvPr id="34" name="Picture 33">
                <a:extLst>
                  <a:ext uri="{FF2B5EF4-FFF2-40B4-BE49-F238E27FC236}">
                    <a16:creationId xmlns:a16="http://schemas.microsoft.com/office/drawing/2014/main" id="{9954F3E0-AF57-BD40-AF92-45B9045EC690}"/>
                  </a:ext>
                </a:extLst>
              </p:cNvPr>
              <p:cNvPicPr>
                <a:picLocks noChangeAspect="1"/>
              </p:cNvPicPr>
              <p:nvPr/>
            </p:nvPicPr>
            <p:blipFill>
              <a:blip r:embed="rId4"/>
              <a:stretch>
                <a:fillRect/>
              </a:stretch>
            </p:blipFill>
            <p:spPr>
              <a:xfrm>
                <a:off x="5336745" y="4789674"/>
                <a:ext cx="372182" cy="393192"/>
              </a:xfrm>
              <a:prstGeom prst="rect">
                <a:avLst/>
              </a:prstGeom>
            </p:spPr>
          </p:pic>
          <p:grpSp>
            <p:nvGrpSpPr>
              <p:cNvPr id="35" name="Group 34">
                <a:extLst>
                  <a:ext uri="{FF2B5EF4-FFF2-40B4-BE49-F238E27FC236}">
                    <a16:creationId xmlns:a16="http://schemas.microsoft.com/office/drawing/2014/main" id="{BD80E264-C9CE-B54D-A523-FDC2658EC4EE}"/>
                  </a:ext>
                </a:extLst>
              </p:cNvPr>
              <p:cNvGrpSpPr/>
              <p:nvPr/>
            </p:nvGrpSpPr>
            <p:grpSpPr>
              <a:xfrm>
                <a:off x="5504817" y="4084474"/>
                <a:ext cx="221060" cy="381783"/>
                <a:chOff x="5504817" y="4084474"/>
                <a:chExt cx="221060" cy="381783"/>
              </a:xfrm>
            </p:grpSpPr>
            <p:sp useBgFill="1">
              <p:nvSpPr>
                <p:cNvPr id="50" name="Rectangle 49">
                  <a:extLst>
                    <a:ext uri="{FF2B5EF4-FFF2-40B4-BE49-F238E27FC236}">
                      <a16:creationId xmlns:a16="http://schemas.microsoft.com/office/drawing/2014/main" id="{BF2C7BF7-F780-E343-B0F1-63159077C3F4}"/>
                    </a:ext>
                  </a:extLst>
                </p:cNvPr>
                <p:cNvSpPr>
                  <a:spLocks noChangeArrowheads="1"/>
                </p:cNvSpPr>
                <p:nvPr/>
              </p:nvSpPr>
              <p:spPr bwMode="auto">
                <a:xfrm rot="10800000">
                  <a:off x="5517752" y="4097345"/>
                  <a:ext cx="194395" cy="357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51" name="Picture 50">
                  <a:extLst>
                    <a:ext uri="{FF2B5EF4-FFF2-40B4-BE49-F238E27FC236}">
                      <a16:creationId xmlns:a16="http://schemas.microsoft.com/office/drawing/2014/main" id="{9EF90CA9-3ACB-1744-847E-CE4ED556E403}"/>
                    </a:ext>
                  </a:extLst>
                </p:cNvPr>
                <p:cNvPicPr>
                  <a:picLocks noChangeAspect="1"/>
                </p:cNvPicPr>
                <p:nvPr/>
              </p:nvPicPr>
              <p:blipFill>
                <a:blip r:embed="rId5">
                  <a:lum bright="8000"/>
                </a:blip>
                <a:stretch>
                  <a:fillRect/>
                </a:stretch>
              </p:blipFill>
              <p:spPr>
                <a:xfrm>
                  <a:off x="5504817" y="4084474"/>
                  <a:ext cx="221060" cy="381783"/>
                </a:xfrm>
                <a:prstGeom prst="rect">
                  <a:avLst/>
                </a:prstGeom>
              </p:spPr>
            </p:pic>
          </p:grpSp>
          <p:grpSp>
            <p:nvGrpSpPr>
              <p:cNvPr id="36" name="Group 35">
                <a:extLst>
                  <a:ext uri="{FF2B5EF4-FFF2-40B4-BE49-F238E27FC236}">
                    <a16:creationId xmlns:a16="http://schemas.microsoft.com/office/drawing/2014/main" id="{32C969F8-18CA-EB4D-96EB-D32B2741011C}"/>
                  </a:ext>
                </a:extLst>
              </p:cNvPr>
              <p:cNvGrpSpPr/>
              <p:nvPr/>
            </p:nvGrpSpPr>
            <p:grpSpPr>
              <a:xfrm>
                <a:off x="4833468" y="3824997"/>
                <a:ext cx="495560" cy="381783"/>
                <a:chOff x="4833468" y="3824997"/>
                <a:chExt cx="495560" cy="381783"/>
              </a:xfrm>
            </p:grpSpPr>
            <p:grpSp>
              <p:nvGrpSpPr>
                <p:cNvPr id="46" name="Group 45">
                  <a:extLst>
                    <a:ext uri="{FF2B5EF4-FFF2-40B4-BE49-F238E27FC236}">
                      <a16:creationId xmlns:a16="http://schemas.microsoft.com/office/drawing/2014/main" id="{D058808E-9BDF-5140-B8E9-C9FC161CF777}"/>
                    </a:ext>
                  </a:extLst>
                </p:cNvPr>
                <p:cNvGrpSpPr/>
                <p:nvPr/>
              </p:nvGrpSpPr>
              <p:grpSpPr>
                <a:xfrm>
                  <a:off x="4950466" y="3869578"/>
                  <a:ext cx="365571" cy="327003"/>
                  <a:chOff x="9392024" y="626374"/>
                  <a:chExt cx="760384" cy="727065"/>
                </a:xfrm>
              </p:grpSpPr>
              <p:sp useBgFill="1">
                <p:nvSpPr>
                  <p:cNvPr id="48" name="Rectangle 47">
                    <a:extLst>
                      <a:ext uri="{FF2B5EF4-FFF2-40B4-BE49-F238E27FC236}">
                        <a16:creationId xmlns:a16="http://schemas.microsoft.com/office/drawing/2014/main" id="{8EC20BAF-6AD4-6E4F-A290-6794EC3D8DD0}"/>
                      </a:ext>
                    </a:extLst>
                  </p:cNvPr>
                  <p:cNvSpPr>
                    <a:spLocks noChangeArrowheads="1"/>
                  </p:cNvSpPr>
                  <p:nvPr/>
                </p:nvSpPr>
                <p:spPr bwMode="auto">
                  <a:xfrm rot="10800000">
                    <a:off x="9392024" y="875656"/>
                    <a:ext cx="581298" cy="4777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useBgFill="1">
                <p:nvSpPr>
                  <p:cNvPr id="49" name="Rectangle 48">
                    <a:extLst>
                      <a:ext uri="{FF2B5EF4-FFF2-40B4-BE49-F238E27FC236}">
                        <a16:creationId xmlns:a16="http://schemas.microsoft.com/office/drawing/2014/main" id="{705A3060-2091-E049-B730-13E94562D239}"/>
                      </a:ext>
                    </a:extLst>
                  </p:cNvPr>
                  <p:cNvSpPr>
                    <a:spLocks noChangeArrowheads="1"/>
                  </p:cNvSpPr>
                  <p:nvPr/>
                </p:nvSpPr>
                <p:spPr bwMode="auto">
                  <a:xfrm rot="10800000">
                    <a:off x="9571111" y="626374"/>
                    <a:ext cx="581297" cy="4777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47" name="Picture 46">
                  <a:extLst>
                    <a:ext uri="{FF2B5EF4-FFF2-40B4-BE49-F238E27FC236}">
                      <a16:creationId xmlns:a16="http://schemas.microsoft.com/office/drawing/2014/main" id="{6484D8E4-CAA5-FC42-AC87-F54BC0C17A72}"/>
                    </a:ext>
                  </a:extLst>
                </p:cNvPr>
                <p:cNvPicPr>
                  <a:picLocks noChangeAspect="1"/>
                </p:cNvPicPr>
                <p:nvPr/>
              </p:nvPicPr>
              <p:blipFill>
                <a:blip r:embed="rId6">
                  <a:lum bright="10000"/>
                </a:blip>
                <a:stretch>
                  <a:fillRect/>
                </a:stretch>
              </p:blipFill>
              <p:spPr>
                <a:xfrm>
                  <a:off x="4833468" y="3824997"/>
                  <a:ext cx="495560" cy="381783"/>
                </a:xfrm>
                <a:prstGeom prst="rect">
                  <a:avLst/>
                </a:prstGeom>
              </p:spPr>
            </p:pic>
          </p:grpSp>
          <p:grpSp>
            <p:nvGrpSpPr>
              <p:cNvPr id="37" name="Group 36">
                <a:extLst>
                  <a:ext uri="{FF2B5EF4-FFF2-40B4-BE49-F238E27FC236}">
                    <a16:creationId xmlns:a16="http://schemas.microsoft.com/office/drawing/2014/main" id="{025FF027-949B-B64A-BBC3-3B430586C38C}"/>
                  </a:ext>
                </a:extLst>
              </p:cNvPr>
              <p:cNvGrpSpPr/>
              <p:nvPr/>
            </p:nvGrpSpPr>
            <p:grpSpPr>
              <a:xfrm>
                <a:off x="4104466" y="4349053"/>
                <a:ext cx="653954" cy="513821"/>
                <a:chOff x="1059578" y="4279640"/>
                <a:chExt cx="779734" cy="612648"/>
              </a:xfrm>
            </p:grpSpPr>
            <p:grpSp>
              <p:nvGrpSpPr>
                <p:cNvPr id="40" name="Group 39">
                  <a:extLst>
                    <a:ext uri="{FF2B5EF4-FFF2-40B4-BE49-F238E27FC236}">
                      <a16:creationId xmlns:a16="http://schemas.microsoft.com/office/drawing/2014/main" id="{7A1DDBCA-903C-A94A-A14C-CA32EBAD46C4}"/>
                    </a:ext>
                  </a:extLst>
                </p:cNvPr>
                <p:cNvGrpSpPr/>
                <p:nvPr/>
              </p:nvGrpSpPr>
              <p:grpSpPr>
                <a:xfrm>
                  <a:off x="1078585" y="4306155"/>
                  <a:ext cx="737169" cy="580340"/>
                  <a:chOff x="1078585" y="4306155"/>
                  <a:chExt cx="737169" cy="580340"/>
                </a:xfrm>
              </p:grpSpPr>
              <p:sp>
                <p:nvSpPr>
                  <p:cNvPr id="42" name="Rectangle 41">
                    <a:extLst>
                      <a:ext uri="{FF2B5EF4-FFF2-40B4-BE49-F238E27FC236}">
                        <a16:creationId xmlns:a16="http://schemas.microsoft.com/office/drawing/2014/main" id="{21292998-A60C-9F4A-AAE0-33F7715BE321}"/>
                      </a:ext>
                    </a:extLst>
                  </p:cNvPr>
                  <p:cNvSpPr>
                    <a:spLocks noChangeArrowheads="1"/>
                  </p:cNvSpPr>
                  <p:nvPr/>
                </p:nvSpPr>
                <p:spPr bwMode="auto">
                  <a:xfrm rot="10800000">
                    <a:off x="1357212" y="4790238"/>
                    <a:ext cx="438752" cy="96257"/>
                  </a:xfrm>
                  <a:prstGeom prst="rect">
                    <a:avLst/>
                  </a:prstGeom>
                  <a:gradFill flip="none" rotWithShape="1">
                    <a:gsLst>
                      <a:gs pos="0">
                        <a:srgbClr val="006DAD">
                          <a:alpha val="0"/>
                          <a:lumMod val="89000"/>
                        </a:srgbClr>
                      </a:gs>
                      <a:gs pos="50000">
                        <a:srgbClr val="006DAD">
                          <a:alpha val="64706"/>
                          <a:lumMod val="89000"/>
                        </a:srgbClr>
                      </a:gs>
                      <a:gs pos="99000">
                        <a:srgbClr val="315D82">
                          <a:alpha val="0"/>
                          <a:lumMod val="71000"/>
                        </a:srgbClr>
                      </a:gs>
                    </a:gsLst>
                    <a:path path="circle">
                      <a:fillToRect l="100000" t="100000"/>
                    </a:path>
                    <a:tileRect r="-100000" b="-100000"/>
                  </a:gradFill>
                  <a:ln w="6350" cap="flat" cmpd="sng" algn="ctr">
                    <a:noFill/>
                    <a:prstDash val="solid"/>
                    <a:round/>
                    <a:headEnd type="none" w="med" len="med"/>
                    <a:tailEnd type="triangle" w="med" len="sm"/>
                  </a:ln>
                  <a:effectLst/>
                </p:spPr>
                <p:txBody>
                  <a:bodyPr vert="horz" wrap="none" lIns="91440" tIns="45720" rIns="91440" bIns="45720" numCol="1" rtlCol="0" anchor="ctr" anchorCtr="0" compatLnSpc="1">
                    <a:prstTxWarp prst="textNoShape">
                      <a:avLst/>
                    </a:prstTxWarp>
                  </a:bodyPr>
                  <a:lstStyle/>
                  <a:p>
                    <a:pPr algn="ctr" defTabSz="914400" eaLnBrk="0" fontAlgn="base" hangingPunct="0">
                      <a:spcBef>
                        <a:spcPct val="0"/>
                      </a:spcBef>
                      <a:spcAft>
                        <a:spcPct val="0"/>
                      </a:spcAft>
                    </a:pPr>
                    <a:endParaRPr lang="en-US" sz="1400" b="1" kern="0" dirty="0">
                      <a:ln w="76200" cmpd="sng">
                        <a:solidFill>
                          <a:prstClr val="white"/>
                        </a:solidFill>
                      </a:ln>
                      <a:solidFill>
                        <a:srgbClr val="000000"/>
                      </a:solidFill>
                      <a:latin typeface="Arial" charset="0"/>
                      <a:ea typeface="ＭＳ Ｐゴシック" pitchFamily="16" charset="-128"/>
                    </a:endParaRPr>
                  </a:p>
                </p:txBody>
              </p:sp>
              <p:grpSp>
                <p:nvGrpSpPr>
                  <p:cNvPr id="43" name="Group 42">
                    <a:extLst>
                      <a:ext uri="{FF2B5EF4-FFF2-40B4-BE49-F238E27FC236}">
                        <a16:creationId xmlns:a16="http://schemas.microsoft.com/office/drawing/2014/main" id="{75F8D866-6055-0D44-AB4A-232773D8647C}"/>
                      </a:ext>
                    </a:extLst>
                  </p:cNvPr>
                  <p:cNvGrpSpPr/>
                  <p:nvPr/>
                </p:nvGrpSpPr>
                <p:grpSpPr>
                  <a:xfrm>
                    <a:off x="1078585" y="4306155"/>
                    <a:ext cx="737169" cy="561491"/>
                    <a:chOff x="1078585" y="4306155"/>
                    <a:chExt cx="737169" cy="561491"/>
                  </a:xfrm>
                </p:grpSpPr>
                <p:sp useBgFill="1">
                  <p:nvSpPr>
                    <p:cNvPr id="44" name="Rectangle 43">
                      <a:extLst>
                        <a:ext uri="{FF2B5EF4-FFF2-40B4-BE49-F238E27FC236}">
                          <a16:creationId xmlns:a16="http://schemas.microsoft.com/office/drawing/2014/main" id="{0E22F9C8-4F34-F24E-A0F6-14A10D989714}"/>
                        </a:ext>
                      </a:extLst>
                    </p:cNvPr>
                    <p:cNvSpPr>
                      <a:spLocks noChangeArrowheads="1"/>
                    </p:cNvSpPr>
                    <p:nvPr/>
                  </p:nvSpPr>
                  <p:spPr bwMode="auto">
                    <a:xfrm rot="10800000">
                      <a:off x="1377950" y="4784444"/>
                      <a:ext cx="146654" cy="832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useBgFill="1">
                  <p:nvSpPr>
                    <p:cNvPr id="45" name="Rectangle 44">
                      <a:extLst>
                        <a:ext uri="{FF2B5EF4-FFF2-40B4-BE49-F238E27FC236}">
                          <a16:creationId xmlns:a16="http://schemas.microsoft.com/office/drawing/2014/main" id="{58056360-45CD-0B4A-AFA6-349406C99DD7}"/>
                        </a:ext>
                      </a:extLst>
                    </p:cNvPr>
                    <p:cNvSpPr>
                      <a:spLocks noChangeArrowheads="1"/>
                    </p:cNvSpPr>
                    <p:nvPr/>
                  </p:nvSpPr>
                  <p:spPr bwMode="auto">
                    <a:xfrm rot="10800000">
                      <a:off x="1078585" y="4306155"/>
                      <a:ext cx="737169" cy="47828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pic>
              <p:nvPicPr>
                <p:cNvPr id="41" name="Graphic 40">
                  <a:extLst>
                    <a:ext uri="{FF2B5EF4-FFF2-40B4-BE49-F238E27FC236}">
                      <a16:creationId xmlns:a16="http://schemas.microsoft.com/office/drawing/2014/main" id="{7A06D08B-9973-E545-8840-A772BD58A98A}"/>
                    </a:ext>
                  </a:extLst>
                </p:cNvPr>
                <p:cNvPicPr>
                  <a:picLocks noChangeAspect="1"/>
                </p:cNvPicPr>
                <p:nvPr/>
              </p:nvPicPr>
              <p:blipFill>
                <a:blip r:embed="rId7">
                  <a:alphaModFix/>
                  <a:extLst>
                    <a:ext uri="{96DAC541-7B7A-43D3-8B79-37D633B846F1}">
                      <asvg:svgBlip xmlns:asvg="http://schemas.microsoft.com/office/drawing/2016/SVG/main" r:embed="rId8"/>
                    </a:ext>
                  </a:extLst>
                </a:blip>
                <a:stretch>
                  <a:fillRect/>
                </a:stretch>
              </p:blipFill>
              <p:spPr>
                <a:xfrm>
                  <a:off x="1059578" y="4279640"/>
                  <a:ext cx="779734" cy="612648"/>
                </a:xfrm>
                <a:prstGeom prst="rect">
                  <a:avLst/>
                </a:prstGeom>
              </p:spPr>
            </p:pic>
          </p:grpSp>
          <p:pic>
            <p:nvPicPr>
              <p:cNvPr id="38" name="Picture 37">
                <a:extLst>
                  <a:ext uri="{FF2B5EF4-FFF2-40B4-BE49-F238E27FC236}">
                    <a16:creationId xmlns:a16="http://schemas.microsoft.com/office/drawing/2014/main" id="{1F8E8F9F-A691-654D-924C-39600FA1F6A8}"/>
                  </a:ext>
                </a:extLst>
              </p:cNvPr>
              <p:cNvPicPr>
                <a:picLocks noChangeAspect="1"/>
              </p:cNvPicPr>
              <p:nvPr/>
            </p:nvPicPr>
            <p:blipFill>
              <a:blip r:embed="rId9">
                <a:lum bright="6000"/>
              </a:blip>
              <a:stretch>
                <a:fillRect/>
              </a:stretch>
            </p:blipFill>
            <p:spPr>
              <a:xfrm>
                <a:off x="5845885" y="4491509"/>
                <a:ext cx="343904" cy="250112"/>
              </a:xfrm>
              <a:prstGeom prst="rect">
                <a:avLst/>
              </a:prstGeom>
            </p:spPr>
          </p:pic>
          <p:pic>
            <p:nvPicPr>
              <p:cNvPr id="39" name="Picture 38">
                <a:extLst>
                  <a:ext uri="{FF2B5EF4-FFF2-40B4-BE49-F238E27FC236}">
                    <a16:creationId xmlns:a16="http://schemas.microsoft.com/office/drawing/2014/main" id="{27BC1E2C-818E-0347-9AEC-58D780192636}"/>
                  </a:ext>
                </a:extLst>
              </p:cNvPr>
              <p:cNvPicPr>
                <a:picLocks noChangeAspect="1"/>
              </p:cNvPicPr>
              <p:nvPr/>
            </p:nvPicPr>
            <p:blipFill>
              <a:blip r:embed="rId10"/>
              <a:stretch>
                <a:fillRect/>
              </a:stretch>
            </p:blipFill>
            <p:spPr>
              <a:xfrm>
                <a:off x="4819650" y="4752975"/>
                <a:ext cx="723044" cy="805727"/>
              </a:xfrm>
              <a:prstGeom prst="rect">
                <a:avLst/>
              </a:prstGeom>
            </p:spPr>
          </p:pic>
        </p:grpSp>
        <p:sp>
          <p:nvSpPr>
            <p:cNvPr id="132" name="Content Placeholder 10">
              <a:extLst>
                <a:ext uri="{FF2B5EF4-FFF2-40B4-BE49-F238E27FC236}">
                  <a16:creationId xmlns:a16="http://schemas.microsoft.com/office/drawing/2014/main" id="{D401D4C3-36D2-054A-8AB1-139477294414}"/>
                </a:ext>
              </a:extLst>
            </p:cNvPr>
            <p:cNvSpPr txBox="1">
              <a:spLocks/>
            </p:cNvSpPr>
            <p:nvPr/>
          </p:nvSpPr>
          <p:spPr>
            <a:xfrm>
              <a:off x="4882728" y="2731897"/>
              <a:ext cx="589551" cy="245551"/>
            </a:xfrm>
            <a:prstGeom prst="rect">
              <a:avLst/>
            </a:prstGeom>
            <a:noFill/>
          </p:spPr>
          <p:txBody>
            <a:bodyPr vert="horz" lIns="0" tIns="0" rIns="0" bIns="0" rtlCol="0">
              <a:noAutofit/>
            </a:bodyPr>
            <a:lstStyle>
              <a:lvl1pPr marL="176213" indent="-176213"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defRPr sz="2000" b="1" kern="1200">
                  <a:solidFill>
                    <a:schemeClr val="tx1"/>
                  </a:solidFill>
                  <a:latin typeface="+mn-lt"/>
                  <a:ea typeface="+mn-ea"/>
                  <a:cs typeface="Arial"/>
                </a:defRPr>
              </a:lvl1pPr>
              <a:lvl2pPr marL="457200"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800" b="1" kern="1200">
                  <a:solidFill>
                    <a:schemeClr val="tx1"/>
                  </a:solidFill>
                  <a:latin typeface="+mn-lt"/>
                  <a:ea typeface="+mn-ea"/>
                  <a:cs typeface="Arial"/>
                </a:defRPr>
              </a:lvl2pPr>
              <a:lvl3pPr marL="795528"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600" b="1"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1" kern="1200">
                  <a:solidFill>
                    <a:schemeClr val="tx1"/>
                  </a:solidFill>
                  <a:latin typeface="+mn-lt"/>
                  <a:ea typeface="+mn-ea"/>
                  <a:cs typeface="Arial"/>
                </a:defRPr>
              </a:lvl4pPr>
              <a:lvl5pPr marL="1546225" indent="-176213"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Char char="-"/>
                <a:defRPr lang="en-US" sz="1400" b="1"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indent="0" algn="ctr">
                <a:buNone/>
              </a:pPr>
              <a:r>
                <a:rPr lang="en-US" sz="1400" b="0" dirty="0">
                  <a:solidFill>
                    <a:srgbClr val="94E6FF"/>
                  </a:solidFill>
                  <a:cs typeface="+mn-cs"/>
                </a:rPr>
                <a:t>Apps</a:t>
              </a:r>
            </a:p>
          </p:txBody>
        </p:sp>
        <p:sp>
          <p:nvSpPr>
            <p:cNvPr id="181" name="Content Placeholder 10">
              <a:extLst>
                <a:ext uri="{FF2B5EF4-FFF2-40B4-BE49-F238E27FC236}">
                  <a16:creationId xmlns:a16="http://schemas.microsoft.com/office/drawing/2014/main" id="{DD0250D4-7505-BE4A-B527-E596C944811E}"/>
                </a:ext>
              </a:extLst>
            </p:cNvPr>
            <p:cNvSpPr txBox="1">
              <a:spLocks/>
            </p:cNvSpPr>
            <p:nvPr/>
          </p:nvSpPr>
          <p:spPr>
            <a:xfrm>
              <a:off x="2948710" y="3149561"/>
              <a:ext cx="880738" cy="245551"/>
            </a:xfrm>
            <a:prstGeom prst="rect">
              <a:avLst/>
            </a:prstGeom>
            <a:noFill/>
          </p:spPr>
          <p:txBody>
            <a:bodyPr vert="horz" lIns="0" tIns="0" rIns="0" bIns="0" rtlCol="0">
              <a:noAutofit/>
            </a:bodyPr>
            <a:lstStyle>
              <a:lvl1pPr marL="176213" indent="-176213"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defRPr sz="2000" b="1" kern="1200">
                  <a:solidFill>
                    <a:schemeClr val="tx1"/>
                  </a:solidFill>
                  <a:latin typeface="+mn-lt"/>
                  <a:ea typeface="+mn-ea"/>
                  <a:cs typeface="Arial"/>
                </a:defRPr>
              </a:lvl1pPr>
              <a:lvl2pPr marL="457200"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800" b="1" kern="1200">
                  <a:solidFill>
                    <a:schemeClr val="tx1"/>
                  </a:solidFill>
                  <a:latin typeface="+mn-lt"/>
                  <a:ea typeface="+mn-ea"/>
                  <a:cs typeface="Arial"/>
                </a:defRPr>
              </a:lvl2pPr>
              <a:lvl3pPr marL="795528"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600" b="1"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1" kern="1200">
                  <a:solidFill>
                    <a:schemeClr val="tx1"/>
                  </a:solidFill>
                  <a:latin typeface="+mn-lt"/>
                  <a:ea typeface="+mn-ea"/>
                  <a:cs typeface="Arial"/>
                </a:defRPr>
              </a:lvl4pPr>
              <a:lvl5pPr marL="1546225" indent="-176213"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Char char="-"/>
                <a:defRPr lang="en-US" sz="1400" b="1"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indent="0" algn="ctr">
                <a:buNone/>
              </a:pPr>
              <a:r>
                <a:rPr lang="en-US" sz="1400" b="0" dirty="0">
                  <a:solidFill>
                    <a:srgbClr val="94E6FF"/>
                  </a:solidFill>
                  <a:cs typeface="+mn-cs"/>
                </a:rPr>
                <a:t>Desktop</a:t>
              </a:r>
            </a:p>
          </p:txBody>
        </p:sp>
        <p:sp>
          <p:nvSpPr>
            <p:cNvPr id="182" name="Content Placeholder 10">
              <a:extLst>
                <a:ext uri="{FF2B5EF4-FFF2-40B4-BE49-F238E27FC236}">
                  <a16:creationId xmlns:a16="http://schemas.microsoft.com/office/drawing/2014/main" id="{A9596763-ABB1-7742-8FC7-51276F89BDDB}"/>
                </a:ext>
              </a:extLst>
            </p:cNvPr>
            <p:cNvSpPr txBox="1">
              <a:spLocks/>
            </p:cNvSpPr>
            <p:nvPr/>
          </p:nvSpPr>
          <p:spPr>
            <a:xfrm>
              <a:off x="5418562" y="3285368"/>
              <a:ext cx="589551" cy="245551"/>
            </a:xfrm>
            <a:prstGeom prst="rect">
              <a:avLst/>
            </a:prstGeom>
            <a:noFill/>
          </p:spPr>
          <p:txBody>
            <a:bodyPr vert="horz" lIns="0" tIns="0" rIns="0" bIns="0" rtlCol="0">
              <a:noAutofit/>
            </a:bodyPr>
            <a:lstStyle>
              <a:lvl1pPr marL="176213" indent="-176213"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defRPr sz="2000" b="1" kern="1200">
                  <a:solidFill>
                    <a:schemeClr val="tx1"/>
                  </a:solidFill>
                  <a:latin typeface="+mn-lt"/>
                  <a:ea typeface="+mn-ea"/>
                  <a:cs typeface="Arial"/>
                </a:defRPr>
              </a:lvl1pPr>
              <a:lvl2pPr marL="457200"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800" b="1" kern="1200">
                  <a:solidFill>
                    <a:schemeClr val="tx1"/>
                  </a:solidFill>
                  <a:latin typeface="+mn-lt"/>
                  <a:ea typeface="+mn-ea"/>
                  <a:cs typeface="Arial"/>
                </a:defRPr>
              </a:lvl2pPr>
              <a:lvl3pPr marL="795528"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600" b="1"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1" kern="1200">
                  <a:solidFill>
                    <a:schemeClr val="tx1"/>
                  </a:solidFill>
                  <a:latin typeface="+mn-lt"/>
                  <a:ea typeface="+mn-ea"/>
                  <a:cs typeface="Arial"/>
                </a:defRPr>
              </a:lvl4pPr>
              <a:lvl5pPr marL="1546225" indent="-176213"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Char char="-"/>
                <a:defRPr lang="en-US" sz="1400" b="1"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indent="0" algn="ctr">
                <a:buNone/>
              </a:pPr>
              <a:r>
                <a:rPr lang="en-US" sz="1400" b="0" dirty="0">
                  <a:solidFill>
                    <a:srgbClr val="94E6FF"/>
                  </a:solidFill>
                  <a:cs typeface="+mn-cs"/>
                </a:rPr>
                <a:t>APIs</a:t>
              </a:r>
            </a:p>
          </p:txBody>
        </p:sp>
      </p:grpSp>
    </p:spTree>
    <p:extLst>
      <p:ext uri="{BB962C8B-B14F-4D97-AF65-F5344CB8AC3E}">
        <p14:creationId xmlns:p14="http://schemas.microsoft.com/office/powerpoint/2010/main" val="1534796691"/>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Title 2"/>
          <p:cNvSpPr>
            <a:spLocks noGrp="1"/>
          </p:cNvSpPr>
          <p:nvPr>
            <p:ph type="title"/>
          </p:nvPr>
        </p:nvSpPr>
        <p:spPr/>
        <p:txBody>
          <a:bodyPr/>
          <a:lstStyle/>
          <a:p>
            <a:r>
              <a:rPr lang="en-US" dirty="0">
                <a:solidFill>
                  <a:schemeClr val="bg1"/>
                </a:solidFill>
              </a:rPr>
              <a:t>Concepts</a:t>
            </a:r>
          </a:p>
        </p:txBody>
      </p:sp>
      <p:grpSp>
        <p:nvGrpSpPr>
          <p:cNvPr id="14" name="Group 13"/>
          <p:cNvGrpSpPr>
            <a:grpSpLocks noChangeAspect="1"/>
          </p:cNvGrpSpPr>
          <p:nvPr/>
        </p:nvGrpSpPr>
        <p:grpSpPr>
          <a:xfrm>
            <a:off x="9008131" y="2267140"/>
            <a:ext cx="666687" cy="636925"/>
            <a:chOff x="10551313" y="2464348"/>
            <a:chExt cx="666687" cy="636925"/>
          </a:xfrm>
        </p:grpSpPr>
        <p:sp useBgFill="1">
          <p:nvSpPr>
            <p:cNvPr id="350" name="Freeform 69"/>
            <p:cNvSpPr>
              <a:spLocks/>
            </p:cNvSpPr>
            <p:nvPr/>
          </p:nvSpPr>
          <p:spPr bwMode="auto">
            <a:xfrm>
              <a:off x="10551313" y="2464348"/>
              <a:ext cx="666687" cy="636925"/>
            </a:xfrm>
            <a:custGeom>
              <a:avLst/>
              <a:gdLst>
                <a:gd name="T0" fmla="*/ 1340 w 2348"/>
                <a:gd name="T1" fmla="*/ 8 h 2248"/>
                <a:gd name="T2" fmla="*/ 1464 w 2348"/>
                <a:gd name="T3" fmla="*/ 45 h 2248"/>
                <a:gd name="T4" fmla="*/ 1576 w 2348"/>
                <a:gd name="T5" fmla="*/ 112 h 2248"/>
                <a:gd name="T6" fmla="*/ 1668 w 2348"/>
                <a:gd name="T7" fmla="*/ 212 h 2248"/>
                <a:gd name="T8" fmla="*/ 1730 w 2348"/>
                <a:gd name="T9" fmla="*/ 341 h 2248"/>
                <a:gd name="T10" fmla="*/ 1872 w 2348"/>
                <a:gd name="T11" fmla="*/ 373 h 2248"/>
                <a:gd name="T12" fmla="*/ 1994 w 2348"/>
                <a:gd name="T13" fmla="*/ 452 h 2248"/>
                <a:gd name="T14" fmla="*/ 2087 w 2348"/>
                <a:gd name="T15" fmla="*/ 571 h 2248"/>
                <a:gd name="T16" fmla="*/ 2133 w 2348"/>
                <a:gd name="T17" fmla="*/ 715 h 2248"/>
                <a:gd name="T18" fmla="*/ 2175 w 2348"/>
                <a:gd name="T19" fmla="*/ 840 h 2248"/>
                <a:gd name="T20" fmla="*/ 2276 w 2348"/>
                <a:gd name="T21" fmla="*/ 944 h 2248"/>
                <a:gd name="T22" fmla="*/ 2336 w 2348"/>
                <a:gd name="T23" fmla="*/ 1076 h 2248"/>
                <a:gd name="T24" fmla="*/ 2345 w 2348"/>
                <a:gd name="T25" fmla="*/ 1225 h 2248"/>
                <a:gd name="T26" fmla="*/ 2302 w 2348"/>
                <a:gd name="T27" fmla="*/ 1364 h 2248"/>
                <a:gd name="T28" fmla="*/ 2214 w 2348"/>
                <a:gd name="T29" fmla="*/ 1476 h 2248"/>
                <a:gd name="T30" fmla="*/ 2094 w 2348"/>
                <a:gd name="T31" fmla="*/ 1553 h 2248"/>
                <a:gd name="T32" fmla="*/ 2000 w 2348"/>
                <a:gd name="T33" fmla="*/ 1951 h 2248"/>
                <a:gd name="T34" fmla="*/ 1972 w 2348"/>
                <a:gd name="T35" fmla="*/ 2041 h 2248"/>
                <a:gd name="T36" fmla="*/ 1898 w 2348"/>
                <a:gd name="T37" fmla="*/ 2118 h 2248"/>
                <a:gd name="T38" fmla="*/ 1786 w 2348"/>
                <a:gd name="T39" fmla="*/ 2178 h 2248"/>
                <a:gd name="T40" fmla="*/ 1649 w 2348"/>
                <a:gd name="T41" fmla="*/ 2220 h 2248"/>
                <a:gd name="T42" fmla="*/ 1496 w 2348"/>
                <a:gd name="T43" fmla="*/ 2244 h 2248"/>
                <a:gd name="T44" fmla="*/ 1337 w 2348"/>
                <a:gd name="T45" fmla="*/ 2247 h 2248"/>
                <a:gd name="T46" fmla="*/ 1182 w 2348"/>
                <a:gd name="T47" fmla="*/ 2230 h 2248"/>
                <a:gd name="T48" fmla="*/ 1038 w 2348"/>
                <a:gd name="T49" fmla="*/ 2195 h 2248"/>
                <a:gd name="T50" fmla="*/ 917 w 2348"/>
                <a:gd name="T51" fmla="*/ 2140 h 2248"/>
                <a:gd name="T52" fmla="*/ 829 w 2348"/>
                <a:gd name="T53" fmla="*/ 2069 h 2248"/>
                <a:gd name="T54" fmla="*/ 785 w 2348"/>
                <a:gd name="T55" fmla="*/ 1982 h 2248"/>
                <a:gd name="T56" fmla="*/ 494 w 2348"/>
                <a:gd name="T57" fmla="*/ 1584 h 2248"/>
                <a:gd name="T58" fmla="*/ 361 w 2348"/>
                <a:gd name="T59" fmla="*/ 1560 h 2248"/>
                <a:gd name="T60" fmla="*/ 217 w 2348"/>
                <a:gd name="T61" fmla="*/ 1488 h 2248"/>
                <a:gd name="T62" fmla="*/ 101 w 2348"/>
                <a:gd name="T63" fmla="*/ 1376 h 2248"/>
                <a:gd name="T64" fmla="*/ 26 w 2348"/>
                <a:gd name="T65" fmla="*/ 1233 h 2248"/>
                <a:gd name="T66" fmla="*/ 0 w 2348"/>
                <a:gd name="T67" fmla="*/ 1068 h 2248"/>
                <a:gd name="T68" fmla="*/ 25 w 2348"/>
                <a:gd name="T69" fmla="*/ 910 h 2248"/>
                <a:gd name="T70" fmla="*/ 95 w 2348"/>
                <a:gd name="T71" fmla="*/ 771 h 2248"/>
                <a:gd name="T72" fmla="*/ 203 w 2348"/>
                <a:gd name="T73" fmla="*/ 660 h 2248"/>
                <a:gd name="T74" fmla="*/ 340 w 2348"/>
                <a:gd name="T75" fmla="*/ 584 h 2248"/>
                <a:gd name="T76" fmla="*/ 367 w 2348"/>
                <a:gd name="T77" fmla="*/ 450 h 2248"/>
                <a:gd name="T78" fmla="*/ 434 w 2348"/>
                <a:gd name="T79" fmla="*/ 332 h 2248"/>
                <a:gd name="T80" fmla="*/ 543 w 2348"/>
                <a:gd name="T81" fmla="*/ 236 h 2248"/>
                <a:gd name="T82" fmla="*/ 675 w 2348"/>
                <a:gd name="T83" fmla="*/ 180 h 2248"/>
                <a:gd name="T84" fmla="*/ 824 w 2348"/>
                <a:gd name="T85" fmla="*/ 173 h 2248"/>
                <a:gd name="T86" fmla="*/ 942 w 2348"/>
                <a:gd name="T87" fmla="*/ 112 h 2248"/>
                <a:gd name="T88" fmla="*/ 1065 w 2348"/>
                <a:gd name="T89" fmla="*/ 38 h 2248"/>
                <a:gd name="T90" fmla="*/ 1205 w 2348"/>
                <a:gd name="T91" fmla="*/ 3 h 2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48" h="2248">
                  <a:moveTo>
                    <a:pt x="1256" y="0"/>
                  </a:moveTo>
                  <a:lnTo>
                    <a:pt x="1298" y="3"/>
                  </a:lnTo>
                  <a:lnTo>
                    <a:pt x="1340" y="8"/>
                  </a:lnTo>
                  <a:lnTo>
                    <a:pt x="1382" y="16"/>
                  </a:lnTo>
                  <a:lnTo>
                    <a:pt x="1423" y="29"/>
                  </a:lnTo>
                  <a:lnTo>
                    <a:pt x="1464" y="45"/>
                  </a:lnTo>
                  <a:lnTo>
                    <a:pt x="1503" y="64"/>
                  </a:lnTo>
                  <a:lnTo>
                    <a:pt x="1540" y="87"/>
                  </a:lnTo>
                  <a:lnTo>
                    <a:pt x="1576" y="112"/>
                  </a:lnTo>
                  <a:lnTo>
                    <a:pt x="1609" y="142"/>
                  </a:lnTo>
                  <a:lnTo>
                    <a:pt x="1640" y="175"/>
                  </a:lnTo>
                  <a:lnTo>
                    <a:pt x="1668" y="212"/>
                  </a:lnTo>
                  <a:lnTo>
                    <a:pt x="1692" y="251"/>
                  </a:lnTo>
                  <a:lnTo>
                    <a:pt x="1713" y="294"/>
                  </a:lnTo>
                  <a:lnTo>
                    <a:pt x="1730" y="341"/>
                  </a:lnTo>
                  <a:lnTo>
                    <a:pt x="1779" y="346"/>
                  </a:lnTo>
                  <a:lnTo>
                    <a:pt x="1826" y="356"/>
                  </a:lnTo>
                  <a:lnTo>
                    <a:pt x="1872" y="373"/>
                  </a:lnTo>
                  <a:lnTo>
                    <a:pt x="1916" y="394"/>
                  </a:lnTo>
                  <a:lnTo>
                    <a:pt x="1956" y="421"/>
                  </a:lnTo>
                  <a:lnTo>
                    <a:pt x="1994" y="452"/>
                  </a:lnTo>
                  <a:lnTo>
                    <a:pt x="2029" y="487"/>
                  </a:lnTo>
                  <a:lnTo>
                    <a:pt x="2060" y="527"/>
                  </a:lnTo>
                  <a:lnTo>
                    <a:pt x="2087" y="571"/>
                  </a:lnTo>
                  <a:lnTo>
                    <a:pt x="2108" y="617"/>
                  </a:lnTo>
                  <a:lnTo>
                    <a:pt x="2123" y="665"/>
                  </a:lnTo>
                  <a:lnTo>
                    <a:pt x="2133" y="715"/>
                  </a:lnTo>
                  <a:lnTo>
                    <a:pt x="2136" y="764"/>
                  </a:lnTo>
                  <a:lnTo>
                    <a:pt x="2134" y="815"/>
                  </a:lnTo>
                  <a:lnTo>
                    <a:pt x="2175" y="840"/>
                  </a:lnTo>
                  <a:lnTo>
                    <a:pt x="2213" y="871"/>
                  </a:lnTo>
                  <a:lnTo>
                    <a:pt x="2247" y="906"/>
                  </a:lnTo>
                  <a:lnTo>
                    <a:pt x="2276" y="944"/>
                  </a:lnTo>
                  <a:lnTo>
                    <a:pt x="2302" y="985"/>
                  </a:lnTo>
                  <a:lnTo>
                    <a:pt x="2321" y="1029"/>
                  </a:lnTo>
                  <a:lnTo>
                    <a:pt x="2336" y="1076"/>
                  </a:lnTo>
                  <a:lnTo>
                    <a:pt x="2345" y="1124"/>
                  </a:lnTo>
                  <a:lnTo>
                    <a:pt x="2348" y="1174"/>
                  </a:lnTo>
                  <a:lnTo>
                    <a:pt x="2345" y="1225"/>
                  </a:lnTo>
                  <a:lnTo>
                    <a:pt x="2337" y="1273"/>
                  </a:lnTo>
                  <a:lnTo>
                    <a:pt x="2322" y="1320"/>
                  </a:lnTo>
                  <a:lnTo>
                    <a:pt x="2302" y="1364"/>
                  </a:lnTo>
                  <a:lnTo>
                    <a:pt x="2276" y="1404"/>
                  </a:lnTo>
                  <a:lnTo>
                    <a:pt x="2248" y="1442"/>
                  </a:lnTo>
                  <a:lnTo>
                    <a:pt x="2214" y="1476"/>
                  </a:lnTo>
                  <a:lnTo>
                    <a:pt x="2177" y="1507"/>
                  </a:lnTo>
                  <a:lnTo>
                    <a:pt x="2137" y="1532"/>
                  </a:lnTo>
                  <a:lnTo>
                    <a:pt x="2094" y="1553"/>
                  </a:lnTo>
                  <a:lnTo>
                    <a:pt x="2047" y="1569"/>
                  </a:lnTo>
                  <a:lnTo>
                    <a:pt x="2000" y="1579"/>
                  </a:lnTo>
                  <a:lnTo>
                    <a:pt x="2000" y="1951"/>
                  </a:lnTo>
                  <a:lnTo>
                    <a:pt x="1996" y="1982"/>
                  </a:lnTo>
                  <a:lnTo>
                    <a:pt x="1987" y="2013"/>
                  </a:lnTo>
                  <a:lnTo>
                    <a:pt x="1972" y="2041"/>
                  </a:lnTo>
                  <a:lnTo>
                    <a:pt x="1952" y="2069"/>
                  </a:lnTo>
                  <a:lnTo>
                    <a:pt x="1927" y="2094"/>
                  </a:lnTo>
                  <a:lnTo>
                    <a:pt x="1898" y="2118"/>
                  </a:lnTo>
                  <a:lnTo>
                    <a:pt x="1864" y="2140"/>
                  </a:lnTo>
                  <a:lnTo>
                    <a:pt x="1827" y="2160"/>
                  </a:lnTo>
                  <a:lnTo>
                    <a:pt x="1786" y="2178"/>
                  </a:lnTo>
                  <a:lnTo>
                    <a:pt x="1743" y="2195"/>
                  </a:lnTo>
                  <a:lnTo>
                    <a:pt x="1698" y="2208"/>
                  </a:lnTo>
                  <a:lnTo>
                    <a:pt x="1649" y="2220"/>
                  </a:lnTo>
                  <a:lnTo>
                    <a:pt x="1599" y="2230"/>
                  </a:lnTo>
                  <a:lnTo>
                    <a:pt x="1549" y="2238"/>
                  </a:lnTo>
                  <a:lnTo>
                    <a:pt x="1496" y="2244"/>
                  </a:lnTo>
                  <a:lnTo>
                    <a:pt x="1444" y="2247"/>
                  </a:lnTo>
                  <a:lnTo>
                    <a:pt x="1391" y="2248"/>
                  </a:lnTo>
                  <a:lnTo>
                    <a:pt x="1337" y="2247"/>
                  </a:lnTo>
                  <a:lnTo>
                    <a:pt x="1286" y="2244"/>
                  </a:lnTo>
                  <a:lnTo>
                    <a:pt x="1233" y="2238"/>
                  </a:lnTo>
                  <a:lnTo>
                    <a:pt x="1182" y="2230"/>
                  </a:lnTo>
                  <a:lnTo>
                    <a:pt x="1132" y="2220"/>
                  </a:lnTo>
                  <a:lnTo>
                    <a:pt x="1084" y="2208"/>
                  </a:lnTo>
                  <a:lnTo>
                    <a:pt x="1038" y="2195"/>
                  </a:lnTo>
                  <a:lnTo>
                    <a:pt x="995" y="2178"/>
                  </a:lnTo>
                  <a:lnTo>
                    <a:pt x="954" y="2160"/>
                  </a:lnTo>
                  <a:lnTo>
                    <a:pt x="917" y="2140"/>
                  </a:lnTo>
                  <a:lnTo>
                    <a:pt x="883" y="2118"/>
                  </a:lnTo>
                  <a:lnTo>
                    <a:pt x="855" y="2094"/>
                  </a:lnTo>
                  <a:lnTo>
                    <a:pt x="829" y="2069"/>
                  </a:lnTo>
                  <a:lnTo>
                    <a:pt x="809" y="2041"/>
                  </a:lnTo>
                  <a:lnTo>
                    <a:pt x="794" y="2013"/>
                  </a:lnTo>
                  <a:lnTo>
                    <a:pt x="785" y="1982"/>
                  </a:lnTo>
                  <a:lnTo>
                    <a:pt x="782" y="1951"/>
                  </a:lnTo>
                  <a:lnTo>
                    <a:pt x="782" y="1584"/>
                  </a:lnTo>
                  <a:lnTo>
                    <a:pt x="494" y="1584"/>
                  </a:lnTo>
                  <a:lnTo>
                    <a:pt x="471" y="1582"/>
                  </a:lnTo>
                  <a:lnTo>
                    <a:pt x="415" y="1573"/>
                  </a:lnTo>
                  <a:lnTo>
                    <a:pt x="361" y="1560"/>
                  </a:lnTo>
                  <a:lnTo>
                    <a:pt x="311" y="1541"/>
                  </a:lnTo>
                  <a:lnTo>
                    <a:pt x="262" y="1516"/>
                  </a:lnTo>
                  <a:lnTo>
                    <a:pt x="217" y="1488"/>
                  </a:lnTo>
                  <a:lnTo>
                    <a:pt x="174" y="1454"/>
                  </a:lnTo>
                  <a:lnTo>
                    <a:pt x="136" y="1417"/>
                  </a:lnTo>
                  <a:lnTo>
                    <a:pt x="101" y="1376"/>
                  </a:lnTo>
                  <a:lnTo>
                    <a:pt x="72" y="1331"/>
                  </a:lnTo>
                  <a:lnTo>
                    <a:pt x="46" y="1283"/>
                  </a:lnTo>
                  <a:lnTo>
                    <a:pt x="26" y="1233"/>
                  </a:lnTo>
                  <a:lnTo>
                    <a:pt x="12" y="1179"/>
                  </a:lnTo>
                  <a:lnTo>
                    <a:pt x="3" y="1124"/>
                  </a:lnTo>
                  <a:lnTo>
                    <a:pt x="0" y="1068"/>
                  </a:lnTo>
                  <a:lnTo>
                    <a:pt x="3" y="1014"/>
                  </a:lnTo>
                  <a:lnTo>
                    <a:pt x="12" y="961"/>
                  </a:lnTo>
                  <a:lnTo>
                    <a:pt x="25" y="910"/>
                  </a:lnTo>
                  <a:lnTo>
                    <a:pt x="43" y="861"/>
                  </a:lnTo>
                  <a:lnTo>
                    <a:pt x="68" y="815"/>
                  </a:lnTo>
                  <a:lnTo>
                    <a:pt x="95" y="771"/>
                  </a:lnTo>
                  <a:lnTo>
                    <a:pt x="127" y="730"/>
                  </a:lnTo>
                  <a:lnTo>
                    <a:pt x="163" y="692"/>
                  </a:lnTo>
                  <a:lnTo>
                    <a:pt x="203" y="660"/>
                  </a:lnTo>
                  <a:lnTo>
                    <a:pt x="245" y="629"/>
                  </a:lnTo>
                  <a:lnTo>
                    <a:pt x="292" y="604"/>
                  </a:lnTo>
                  <a:lnTo>
                    <a:pt x="340" y="584"/>
                  </a:lnTo>
                  <a:lnTo>
                    <a:pt x="344" y="538"/>
                  </a:lnTo>
                  <a:lnTo>
                    <a:pt x="353" y="494"/>
                  </a:lnTo>
                  <a:lnTo>
                    <a:pt x="367" y="450"/>
                  </a:lnTo>
                  <a:lnTo>
                    <a:pt x="384" y="409"/>
                  </a:lnTo>
                  <a:lnTo>
                    <a:pt x="407" y="369"/>
                  </a:lnTo>
                  <a:lnTo>
                    <a:pt x="434" y="332"/>
                  </a:lnTo>
                  <a:lnTo>
                    <a:pt x="467" y="296"/>
                  </a:lnTo>
                  <a:lnTo>
                    <a:pt x="503" y="264"/>
                  </a:lnTo>
                  <a:lnTo>
                    <a:pt x="543" y="236"/>
                  </a:lnTo>
                  <a:lnTo>
                    <a:pt x="585" y="213"/>
                  </a:lnTo>
                  <a:lnTo>
                    <a:pt x="630" y="194"/>
                  </a:lnTo>
                  <a:lnTo>
                    <a:pt x="675" y="180"/>
                  </a:lnTo>
                  <a:lnTo>
                    <a:pt x="723" y="173"/>
                  </a:lnTo>
                  <a:lnTo>
                    <a:pt x="771" y="169"/>
                  </a:lnTo>
                  <a:lnTo>
                    <a:pt x="824" y="173"/>
                  </a:lnTo>
                  <a:lnTo>
                    <a:pt x="875" y="182"/>
                  </a:lnTo>
                  <a:lnTo>
                    <a:pt x="907" y="146"/>
                  </a:lnTo>
                  <a:lnTo>
                    <a:pt x="942" y="112"/>
                  </a:lnTo>
                  <a:lnTo>
                    <a:pt x="981" y="84"/>
                  </a:lnTo>
                  <a:lnTo>
                    <a:pt x="1021" y="59"/>
                  </a:lnTo>
                  <a:lnTo>
                    <a:pt x="1065" y="38"/>
                  </a:lnTo>
                  <a:lnTo>
                    <a:pt x="1110" y="22"/>
                  </a:lnTo>
                  <a:lnTo>
                    <a:pt x="1157" y="10"/>
                  </a:lnTo>
                  <a:lnTo>
                    <a:pt x="1205" y="3"/>
                  </a:lnTo>
                  <a:lnTo>
                    <a:pt x="1256"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51" name="Freeform 70"/>
            <p:cNvSpPr>
              <a:spLocks noEditPoints="1"/>
            </p:cNvSpPr>
            <p:nvPr/>
          </p:nvSpPr>
          <p:spPr bwMode="auto">
            <a:xfrm>
              <a:off x="10583060" y="2496095"/>
              <a:ext cx="603193" cy="573431"/>
            </a:xfrm>
            <a:custGeom>
              <a:avLst/>
              <a:gdLst>
                <a:gd name="T0" fmla="*/ 904 w 2124"/>
                <a:gd name="T1" fmla="*/ 1552 h 2022"/>
                <a:gd name="T2" fmla="*/ 1112 w 2124"/>
                <a:gd name="T3" fmla="*/ 1591 h 2022"/>
                <a:gd name="T4" fmla="*/ 1334 w 2124"/>
                <a:gd name="T5" fmla="*/ 1599 h 2022"/>
                <a:gd name="T6" fmla="*/ 1553 w 2124"/>
                <a:gd name="T7" fmla="*/ 1577 h 2022"/>
                <a:gd name="T8" fmla="*/ 1739 w 2124"/>
                <a:gd name="T9" fmla="*/ 1518 h 2022"/>
                <a:gd name="T10" fmla="*/ 1762 w 2124"/>
                <a:gd name="T11" fmla="*/ 1873 h 2022"/>
                <a:gd name="T12" fmla="*/ 1666 w 2124"/>
                <a:gd name="T13" fmla="*/ 1945 h 2022"/>
                <a:gd name="T14" fmla="*/ 1497 w 2124"/>
                <a:gd name="T15" fmla="*/ 2000 h 2022"/>
                <a:gd name="T16" fmla="*/ 1279 w 2124"/>
                <a:gd name="T17" fmla="*/ 2022 h 2022"/>
                <a:gd name="T18" fmla="*/ 1061 w 2124"/>
                <a:gd name="T19" fmla="*/ 2000 h 2022"/>
                <a:gd name="T20" fmla="*/ 891 w 2124"/>
                <a:gd name="T21" fmla="*/ 1945 h 2022"/>
                <a:gd name="T22" fmla="*/ 795 w 2124"/>
                <a:gd name="T23" fmla="*/ 1873 h 2022"/>
                <a:gd name="T24" fmla="*/ 1279 w 2124"/>
                <a:gd name="T25" fmla="*/ 910 h 2022"/>
                <a:gd name="T26" fmla="*/ 1512 w 2124"/>
                <a:gd name="T27" fmla="*/ 927 h 2022"/>
                <a:gd name="T28" fmla="*/ 1686 w 2124"/>
                <a:gd name="T29" fmla="*/ 974 h 2022"/>
                <a:gd name="T30" fmla="*/ 1771 w 2124"/>
                <a:gd name="T31" fmla="*/ 1042 h 2022"/>
                <a:gd name="T32" fmla="*/ 1742 w 2124"/>
                <a:gd name="T33" fmla="*/ 1115 h 2022"/>
                <a:gd name="T34" fmla="*/ 1609 w 2124"/>
                <a:gd name="T35" fmla="*/ 1173 h 2022"/>
                <a:gd name="T36" fmla="*/ 1401 w 2124"/>
                <a:gd name="T37" fmla="*/ 1207 h 2022"/>
                <a:gd name="T38" fmla="*/ 1157 w 2124"/>
                <a:gd name="T39" fmla="*/ 1207 h 2022"/>
                <a:gd name="T40" fmla="*/ 950 w 2124"/>
                <a:gd name="T41" fmla="*/ 1173 h 2022"/>
                <a:gd name="T42" fmla="*/ 815 w 2124"/>
                <a:gd name="T43" fmla="*/ 1115 h 2022"/>
                <a:gd name="T44" fmla="*/ 786 w 2124"/>
                <a:gd name="T45" fmla="*/ 1042 h 2022"/>
                <a:gd name="T46" fmla="*/ 871 w 2124"/>
                <a:gd name="T47" fmla="*/ 974 h 2022"/>
                <a:gd name="T48" fmla="*/ 1046 w 2124"/>
                <a:gd name="T49" fmla="*/ 927 h 2022"/>
                <a:gd name="T50" fmla="*/ 1279 w 2124"/>
                <a:gd name="T51" fmla="*/ 910 h 2022"/>
                <a:gd name="T52" fmla="*/ 1258 w 2124"/>
                <a:gd name="T53" fmla="*/ 16 h 2022"/>
                <a:gd name="T54" fmla="*/ 1395 w 2124"/>
                <a:gd name="T55" fmla="*/ 90 h 2022"/>
                <a:gd name="T56" fmla="*/ 1494 w 2124"/>
                <a:gd name="T57" fmla="*/ 217 h 2022"/>
                <a:gd name="T58" fmla="*/ 1573 w 2124"/>
                <a:gd name="T59" fmla="*/ 340 h 2022"/>
                <a:gd name="T60" fmla="*/ 1740 w 2124"/>
                <a:gd name="T61" fmla="*/ 374 h 2022"/>
                <a:gd name="T62" fmla="*/ 1860 w 2124"/>
                <a:gd name="T63" fmla="*/ 484 h 2022"/>
                <a:gd name="T64" fmla="*/ 1911 w 2124"/>
                <a:gd name="T65" fmla="*/ 641 h 2022"/>
                <a:gd name="T66" fmla="*/ 1929 w 2124"/>
                <a:gd name="T67" fmla="*/ 782 h 2022"/>
                <a:gd name="T68" fmla="*/ 2057 w 2124"/>
                <a:gd name="T69" fmla="*/ 874 h 2022"/>
                <a:gd name="T70" fmla="*/ 2121 w 2124"/>
                <a:gd name="T71" fmla="*/ 1019 h 2022"/>
                <a:gd name="T72" fmla="*/ 2098 w 2124"/>
                <a:gd name="T73" fmla="*/ 1182 h 2022"/>
                <a:gd name="T74" fmla="*/ 1998 w 2124"/>
                <a:gd name="T75" fmla="*/ 1303 h 2022"/>
                <a:gd name="T76" fmla="*/ 1888 w 2124"/>
                <a:gd name="T77" fmla="*/ 1061 h 2022"/>
                <a:gd name="T78" fmla="*/ 1849 w 2124"/>
                <a:gd name="T79" fmla="*/ 954 h 2022"/>
                <a:gd name="T80" fmla="*/ 1748 w 2124"/>
                <a:gd name="T81" fmla="*/ 879 h 2022"/>
                <a:gd name="T82" fmla="*/ 1609 w 2124"/>
                <a:gd name="T83" fmla="*/ 833 h 2022"/>
                <a:gd name="T84" fmla="*/ 1456 w 2124"/>
                <a:gd name="T85" fmla="*/ 807 h 2022"/>
                <a:gd name="T86" fmla="*/ 1311 w 2124"/>
                <a:gd name="T87" fmla="*/ 797 h 2022"/>
                <a:gd name="T88" fmla="*/ 1220 w 2124"/>
                <a:gd name="T89" fmla="*/ 798 h 2022"/>
                <a:gd name="T90" fmla="*/ 1099 w 2124"/>
                <a:gd name="T91" fmla="*/ 807 h 2022"/>
                <a:gd name="T92" fmla="*/ 955 w 2124"/>
                <a:gd name="T93" fmla="*/ 831 h 2022"/>
                <a:gd name="T94" fmla="*/ 815 w 2124"/>
                <a:gd name="T95" fmla="*/ 876 h 2022"/>
                <a:gd name="T96" fmla="*/ 711 w 2124"/>
                <a:gd name="T97" fmla="*/ 950 h 2022"/>
                <a:gd name="T98" fmla="*/ 670 w 2124"/>
                <a:gd name="T99" fmla="*/ 1061 h 2022"/>
                <a:gd name="T100" fmla="*/ 335 w 2124"/>
                <a:gd name="T101" fmla="*/ 1352 h 2022"/>
                <a:gd name="T102" fmla="*/ 164 w 2124"/>
                <a:gd name="T103" fmla="*/ 1279 h 2022"/>
                <a:gd name="T104" fmla="*/ 44 w 2124"/>
                <a:gd name="T105" fmla="*/ 1139 h 2022"/>
                <a:gd name="T106" fmla="*/ 0 w 2124"/>
                <a:gd name="T107" fmla="*/ 955 h 2022"/>
                <a:gd name="T108" fmla="*/ 46 w 2124"/>
                <a:gd name="T109" fmla="*/ 767 h 2022"/>
                <a:gd name="T110" fmla="*/ 170 w 2124"/>
                <a:gd name="T111" fmla="*/ 626 h 2022"/>
                <a:gd name="T112" fmla="*/ 347 w 2124"/>
                <a:gd name="T113" fmla="*/ 556 h 2022"/>
                <a:gd name="T114" fmla="*/ 358 w 2124"/>
                <a:gd name="T115" fmla="*/ 381 h 2022"/>
                <a:gd name="T116" fmla="*/ 451 w 2124"/>
                <a:gd name="T117" fmla="*/ 247 h 2022"/>
                <a:gd name="T118" fmla="*/ 597 w 2124"/>
                <a:gd name="T119" fmla="*/ 175 h 2022"/>
                <a:gd name="T120" fmla="*/ 765 w 2124"/>
                <a:gd name="T121" fmla="*/ 187 h 2022"/>
                <a:gd name="T122" fmla="*/ 887 w 2124"/>
                <a:gd name="T123" fmla="*/ 100 h 2022"/>
                <a:gd name="T124" fmla="*/ 1026 w 2124"/>
                <a:gd name="T125" fmla="*/ 18 h 2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24" h="2022">
                  <a:moveTo>
                    <a:pt x="783" y="1498"/>
                  </a:moveTo>
                  <a:lnTo>
                    <a:pt x="819" y="1518"/>
                  </a:lnTo>
                  <a:lnTo>
                    <a:pt x="860" y="1538"/>
                  </a:lnTo>
                  <a:lnTo>
                    <a:pt x="904" y="1552"/>
                  </a:lnTo>
                  <a:lnTo>
                    <a:pt x="953" y="1566"/>
                  </a:lnTo>
                  <a:lnTo>
                    <a:pt x="1005" y="1577"/>
                  </a:lnTo>
                  <a:lnTo>
                    <a:pt x="1057" y="1585"/>
                  </a:lnTo>
                  <a:lnTo>
                    <a:pt x="1112" y="1591"/>
                  </a:lnTo>
                  <a:lnTo>
                    <a:pt x="1168" y="1597"/>
                  </a:lnTo>
                  <a:lnTo>
                    <a:pt x="1223" y="1599"/>
                  </a:lnTo>
                  <a:lnTo>
                    <a:pt x="1279" y="1600"/>
                  </a:lnTo>
                  <a:lnTo>
                    <a:pt x="1334" y="1599"/>
                  </a:lnTo>
                  <a:lnTo>
                    <a:pt x="1389" y="1597"/>
                  </a:lnTo>
                  <a:lnTo>
                    <a:pt x="1445" y="1591"/>
                  </a:lnTo>
                  <a:lnTo>
                    <a:pt x="1500" y="1585"/>
                  </a:lnTo>
                  <a:lnTo>
                    <a:pt x="1553" y="1577"/>
                  </a:lnTo>
                  <a:lnTo>
                    <a:pt x="1605" y="1566"/>
                  </a:lnTo>
                  <a:lnTo>
                    <a:pt x="1653" y="1552"/>
                  </a:lnTo>
                  <a:lnTo>
                    <a:pt x="1697" y="1538"/>
                  </a:lnTo>
                  <a:lnTo>
                    <a:pt x="1739" y="1518"/>
                  </a:lnTo>
                  <a:lnTo>
                    <a:pt x="1775" y="1498"/>
                  </a:lnTo>
                  <a:lnTo>
                    <a:pt x="1775" y="1838"/>
                  </a:lnTo>
                  <a:lnTo>
                    <a:pt x="1771" y="1855"/>
                  </a:lnTo>
                  <a:lnTo>
                    <a:pt x="1762" y="1873"/>
                  </a:lnTo>
                  <a:lnTo>
                    <a:pt x="1746" y="1892"/>
                  </a:lnTo>
                  <a:lnTo>
                    <a:pt x="1725" y="1910"/>
                  </a:lnTo>
                  <a:lnTo>
                    <a:pt x="1697" y="1928"/>
                  </a:lnTo>
                  <a:lnTo>
                    <a:pt x="1666" y="1945"/>
                  </a:lnTo>
                  <a:lnTo>
                    <a:pt x="1630" y="1961"/>
                  </a:lnTo>
                  <a:lnTo>
                    <a:pt x="1589" y="1976"/>
                  </a:lnTo>
                  <a:lnTo>
                    <a:pt x="1544" y="1990"/>
                  </a:lnTo>
                  <a:lnTo>
                    <a:pt x="1497" y="2000"/>
                  </a:lnTo>
                  <a:lnTo>
                    <a:pt x="1446" y="2010"/>
                  </a:lnTo>
                  <a:lnTo>
                    <a:pt x="1392" y="2017"/>
                  </a:lnTo>
                  <a:lnTo>
                    <a:pt x="1336" y="2021"/>
                  </a:lnTo>
                  <a:lnTo>
                    <a:pt x="1279" y="2022"/>
                  </a:lnTo>
                  <a:lnTo>
                    <a:pt x="1221" y="2021"/>
                  </a:lnTo>
                  <a:lnTo>
                    <a:pt x="1165" y="2017"/>
                  </a:lnTo>
                  <a:lnTo>
                    <a:pt x="1111" y="2010"/>
                  </a:lnTo>
                  <a:lnTo>
                    <a:pt x="1061" y="2000"/>
                  </a:lnTo>
                  <a:lnTo>
                    <a:pt x="1013" y="1990"/>
                  </a:lnTo>
                  <a:lnTo>
                    <a:pt x="969" y="1976"/>
                  </a:lnTo>
                  <a:lnTo>
                    <a:pt x="927" y="1961"/>
                  </a:lnTo>
                  <a:lnTo>
                    <a:pt x="891" y="1945"/>
                  </a:lnTo>
                  <a:lnTo>
                    <a:pt x="860" y="1928"/>
                  </a:lnTo>
                  <a:lnTo>
                    <a:pt x="833" y="1910"/>
                  </a:lnTo>
                  <a:lnTo>
                    <a:pt x="811" y="1892"/>
                  </a:lnTo>
                  <a:lnTo>
                    <a:pt x="795" y="1873"/>
                  </a:lnTo>
                  <a:lnTo>
                    <a:pt x="786" y="1855"/>
                  </a:lnTo>
                  <a:lnTo>
                    <a:pt x="783" y="1838"/>
                  </a:lnTo>
                  <a:lnTo>
                    <a:pt x="783" y="1498"/>
                  </a:lnTo>
                  <a:close/>
                  <a:moveTo>
                    <a:pt x="1279" y="910"/>
                  </a:moveTo>
                  <a:lnTo>
                    <a:pt x="1340" y="911"/>
                  </a:lnTo>
                  <a:lnTo>
                    <a:pt x="1401" y="914"/>
                  </a:lnTo>
                  <a:lnTo>
                    <a:pt x="1458" y="920"/>
                  </a:lnTo>
                  <a:lnTo>
                    <a:pt x="1512" y="927"/>
                  </a:lnTo>
                  <a:lnTo>
                    <a:pt x="1562" y="936"/>
                  </a:lnTo>
                  <a:lnTo>
                    <a:pt x="1609" y="948"/>
                  </a:lnTo>
                  <a:lnTo>
                    <a:pt x="1650" y="961"/>
                  </a:lnTo>
                  <a:lnTo>
                    <a:pt x="1686" y="974"/>
                  </a:lnTo>
                  <a:lnTo>
                    <a:pt x="1717" y="989"/>
                  </a:lnTo>
                  <a:lnTo>
                    <a:pt x="1742" y="1006"/>
                  </a:lnTo>
                  <a:lnTo>
                    <a:pt x="1760" y="1023"/>
                  </a:lnTo>
                  <a:lnTo>
                    <a:pt x="1771" y="1042"/>
                  </a:lnTo>
                  <a:lnTo>
                    <a:pt x="1775" y="1061"/>
                  </a:lnTo>
                  <a:lnTo>
                    <a:pt x="1771" y="1079"/>
                  </a:lnTo>
                  <a:lnTo>
                    <a:pt x="1760" y="1098"/>
                  </a:lnTo>
                  <a:lnTo>
                    <a:pt x="1742" y="1115"/>
                  </a:lnTo>
                  <a:lnTo>
                    <a:pt x="1717" y="1132"/>
                  </a:lnTo>
                  <a:lnTo>
                    <a:pt x="1686" y="1147"/>
                  </a:lnTo>
                  <a:lnTo>
                    <a:pt x="1650" y="1160"/>
                  </a:lnTo>
                  <a:lnTo>
                    <a:pt x="1609" y="1173"/>
                  </a:lnTo>
                  <a:lnTo>
                    <a:pt x="1562" y="1185"/>
                  </a:lnTo>
                  <a:lnTo>
                    <a:pt x="1512" y="1194"/>
                  </a:lnTo>
                  <a:lnTo>
                    <a:pt x="1458" y="1202"/>
                  </a:lnTo>
                  <a:lnTo>
                    <a:pt x="1401" y="1207"/>
                  </a:lnTo>
                  <a:lnTo>
                    <a:pt x="1340" y="1210"/>
                  </a:lnTo>
                  <a:lnTo>
                    <a:pt x="1279" y="1211"/>
                  </a:lnTo>
                  <a:lnTo>
                    <a:pt x="1217" y="1210"/>
                  </a:lnTo>
                  <a:lnTo>
                    <a:pt x="1157" y="1207"/>
                  </a:lnTo>
                  <a:lnTo>
                    <a:pt x="1100" y="1202"/>
                  </a:lnTo>
                  <a:lnTo>
                    <a:pt x="1046" y="1194"/>
                  </a:lnTo>
                  <a:lnTo>
                    <a:pt x="995" y="1185"/>
                  </a:lnTo>
                  <a:lnTo>
                    <a:pt x="950" y="1173"/>
                  </a:lnTo>
                  <a:lnTo>
                    <a:pt x="907" y="1160"/>
                  </a:lnTo>
                  <a:lnTo>
                    <a:pt x="871" y="1147"/>
                  </a:lnTo>
                  <a:lnTo>
                    <a:pt x="841" y="1132"/>
                  </a:lnTo>
                  <a:lnTo>
                    <a:pt x="815" y="1115"/>
                  </a:lnTo>
                  <a:lnTo>
                    <a:pt x="797" y="1098"/>
                  </a:lnTo>
                  <a:lnTo>
                    <a:pt x="786" y="1079"/>
                  </a:lnTo>
                  <a:lnTo>
                    <a:pt x="783" y="1061"/>
                  </a:lnTo>
                  <a:lnTo>
                    <a:pt x="786" y="1042"/>
                  </a:lnTo>
                  <a:lnTo>
                    <a:pt x="797" y="1023"/>
                  </a:lnTo>
                  <a:lnTo>
                    <a:pt x="815" y="1006"/>
                  </a:lnTo>
                  <a:lnTo>
                    <a:pt x="841" y="989"/>
                  </a:lnTo>
                  <a:lnTo>
                    <a:pt x="871" y="974"/>
                  </a:lnTo>
                  <a:lnTo>
                    <a:pt x="907" y="961"/>
                  </a:lnTo>
                  <a:lnTo>
                    <a:pt x="950" y="948"/>
                  </a:lnTo>
                  <a:lnTo>
                    <a:pt x="995" y="936"/>
                  </a:lnTo>
                  <a:lnTo>
                    <a:pt x="1046" y="927"/>
                  </a:lnTo>
                  <a:lnTo>
                    <a:pt x="1100" y="920"/>
                  </a:lnTo>
                  <a:lnTo>
                    <a:pt x="1157" y="914"/>
                  </a:lnTo>
                  <a:lnTo>
                    <a:pt x="1217" y="911"/>
                  </a:lnTo>
                  <a:lnTo>
                    <a:pt x="1279" y="910"/>
                  </a:lnTo>
                  <a:close/>
                  <a:moveTo>
                    <a:pt x="1142" y="0"/>
                  </a:moveTo>
                  <a:lnTo>
                    <a:pt x="1181" y="2"/>
                  </a:lnTo>
                  <a:lnTo>
                    <a:pt x="1220" y="8"/>
                  </a:lnTo>
                  <a:lnTo>
                    <a:pt x="1258" y="16"/>
                  </a:lnTo>
                  <a:lnTo>
                    <a:pt x="1295" y="30"/>
                  </a:lnTo>
                  <a:lnTo>
                    <a:pt x="1331" y="46"/>
                  </a:lnTo>
                  <a:lnTo>
                    <a:pt x="1364" y="66"/>
                  </a:lnTo>
                  <a:lnTo>
                    <a:pt x="1395" y="90"/>
                  </a:lnTo>
                  <a:lnTo>
                    <a:pt x="1425" y="117"/>
                  </a:lnTo>
                  <a:lnTo>
                    <a:pt x="1451" y="147"/>
                  </a:lnTo>
                  <a:lnTo>
                    <a:pt x="1475" y="181"/>
                  </a:lnTo>
                  <a:lnTo>
                    <a:pt x="1494" y="217"/>
                  </a:lnTo>
                  <a:lnTo>
                    <a:pt x="1509" y="257"/>
                  </a:lnTo>
                  <a:lnTo>
                    <a:pt x="1521" y="301"/>
                  </a:lnTo>
                  <a:lnTo>
                    <a:pt x="1527" y="346"/>
                  </a:lnTo>
                  <a:lnTo>
                    <a:pt x="1573" y="340"/>
                  </a:lnTo>
                  <a:lnTo>
                    <a:pt x="1618" y="340"/>
                  </a:lnTo>
                  <a:lnTo>
                    <a:pt x="1661" y="346"/>
                  </a:lnTo>
                  <a:lnTo>
                    <a:pt x="1701" y="358"/>
                  </a:lnTo>
                  <a:lnTo>
                    <a:pt x="1740" y="374"/>
                  </a:lnTo>
                  <a:lnTo>
                    <a:pt x="1775" y="396"/>
                  </a:lnTo>
                  <a:lnTo>
                    <a:pt x="1806" y="422"/>
                  </a:lnTo>
                  <a:lnTo>
                    <a:pt x="1835" y="452"/>
                  </a:lnTo>
                  <a:lnTo>
                    <a:pt x="1860" y="484"/>
                  </a:lnTo>
                  <a:lnTo>
                    <a:pt x="1880" y="520"/>
                  </a:lnTo>
                  <a:lnTo>
                    <a:pt x="1896" y="558"/>
                  </a:lnTo>
                  <a:lnTo>
                    <a:pt x="1906" y="598"/>
                  </a:lnTo>
                  <a:lnTo>
                    <a:pt x="1911" y="641"/>
                  </a:lnTo>
                  <a:lnTo>
                    <a:pt x="1911" y="683"/>
                  </a:lnTo>
                  <a:lnTo>
                    <a:pt x="1903" y="727"/>
                  </a:lnTo>
                  <a:lnTo>
                    <a:pt x="1891" y="771"/>
                  </a:lnTo>
                  <a:lnTo>
                    <a:pt x="1929" y="782"/>
                  </a:lnTo>
                  <a:lnTo>
                    <a:pt x="1966" y="799"/>
                  </a:lnTo>
                  <a:lnTo>
                    <a:pt x="2000" y="819"/>
                  </a:lnTo>
                  <a:lnTo>
                    <a:pt x="2030" y="845"/>
                  </a:lnTo>
                  <a:lnTo>
                    <a:pt x="2057" y="874"/>
                  </a:lnTo>
                  <a:lnTo>
                    <a:pt x="2080" y="906"/>
                  </a:lnTo>
                  <a:lnTo>
                    <a:pt x="2099" y="942"/>
                  </a:lnTo>
                  <a:lnTo>
                    <a:pt x="2113" y="980"/>
                  </a:lnTo>
                  <a:lnTo>
                    <a:pt x="2121" y="1019"/>
                  </a:lnTo>
                  <a:lnTo>
                    <a:pt x="2124" y="1061"/>
                  </a:lnTo>
                  <a:lnTo>
                    <a:pt x="2121" y="1103"/>
                  </a:lnTo>
                  <a:lnTo>
                    <a:pt x="2113" y="1143"/>
                  </a:lnTo>
                  <a:lnTo>
                    <a:pt x="2098" y="1182"/>
                  </a:lnTo>
                  <a:lnTo>
                    <a:pt x="2080" y="1217"/>
                  </a:lnTo>
                  <a:lnTo>
                    <a:pt x="2056" y="1249"/>
                  </a:lnTo>
                  <a:lnTo>
                    <a:pt x="2029" y="1279"/>
                  </a:lnTo>
                  <a:lnTo>
                    <a:pt x="1998" y="1303"/>
                  </a:lnTo>
                  <a:lnTo>
                    <a:pt x="1964" y="1324"/>
                  </a:lnTo>
                  <a:lnTo>
                    <a:pt x="1927" y="1340"/>
                  </a:lnTo>
                  <a:lnTo>
                    <a:pt x="1888" y="1352"/>
                  </a:lnTo>
                  <a:lnTo>
                    <a:pt x="1888" y="1061"/>
                  </a:lnTo>
                  <a:lnTo>
                    <a:pt x="1884" y="1030"/>
                  </a:lnTo>
                  <a:lnTo>
                    <a:pt x="1877" y="1003"/>
                  </a:lnTo>
                  <a:lnTo>
                    <a:pt x="1864" y="978"/>
                  </a:lnTo>
                  <a:lnTo>
                    <a:pt x="1849" y="954"/>
                  </a:lnTo>
                  <a:lnTo>
                    <a:pt x="1828" y="933"/>
                  </a:lnTo>
                  <a:lnTo>
                    <a:pt x="1804" y="913"/>
                  </a:lnTo>
                  <a:lnTo>
                    <a:pt x="1778" y="895"/>
                  </a:lnTo>
                  <a:lnTo>
                    <a:pt x="1748" y="879"/>
                  </a:lnTo>
                  <a:lnTo>
                    <a:pt x="1715" y="866"/>
                  </a:lnTo>
                  <a:lnTo>
                    <a:pt x="1682" y="853"/>
                  </a:lnTo>
                  <a:lnTo>
                    <a:pt x="1646" y="842"/>
                  </a:lnTo>
                  <a:lnTo>
                    <a:pt x="1609" y="833"/>
                  </a:lnTo>
                  <a:lnTo>
                    <a:pt x="1571" y="824"/>
                  </a:lnTo>
                  <a:lnTo>
                    <a:pt x="1533" y="817"/>
                  </a:lnTo>
                  <a:lnTo>
                    <a:pt x="1494" y="812"/>
                  </a:lnTo>
                  <a:lnTo>
                    <a:pt x="1456" y="807"/>
                  </a:lnTo>
                  <a:lnTo>
                    <a:pt x="1418" y="803"/>
                  </a:lnTo>
                  <a:lnTo>
                    <a:pt x="1381" y="800"/>
                  </a:lnTo>
                  <a:lnTo>
                    <a:pt x="1345" y="798"/>
                  </a:lnTo>
                  <a:lnTo>
                    <a:pt x="1311" y="797"/>
                  </a:lnTo>
                  <a:lnTo>
                    <a:pt x="1279" y="797"/>
                  </a:lnTo>
                  <a:lnTo>
                    <a:pt x="1263" y="797"/>
                  </a:lnTo>
                  <a:lnTo>
                    <a:pt x="1243" y="798"/>
                  </a:lnTo>
                  <a:lnTo>
                    <a:pt x="1220" y="798"/>
                  </a:lnTo>
                  <a:lnTo>
                    <a:pt x="1194" y="799"/>
                  </a:lnTo>
                  <a:lnTo>
                    <a:pt x="1164" y="801"/>
                  </a:lnTo>
                  <a:lnTo>
                    <a:pt x="1132" y="803"/>
                  </a:lnTo>
                  <a:lnTo>
                    <a:pt x="1099" y="807"/>
                  </a:lnTo>
                  <a:lnTo>
                    <a:pt x="1064" y="811"/>
                  </a:lnTo>
                  <a:lnTo>
                    <a:pt x="1028" y="816"/>
                  </a:lnTo>
                  <a:lnTo>
                    <a:pt x="991" y="822"/>
                  </a:lnTo>
                  <a:lnTo>
                    <a:pt x="955" y="831"/>
                  </a:lnTo>
                  <a:lnTo>
                    <a:pt x="918" y="839"/>
                  </a:lnTo>
                  <a:lnTo>
                    <a:pt x="883" y="850"/>
                  </a:lnTo>
                  <a:lnTo>
                    <a:pt x="848" y="862"/>
                  </a:lnTo>
                  <a:lnTo>
                    <a:pt x="815" y="876"/>
                  </a:lnTo>
                  <a:lnTo>
                    <a:pt x="785" y="891"/>
                  </a:lnTo>
                  <a:lnTo>
                    <a:pt x="757" y="909"/>
                  </a:lnTo>
                  <a:lnTo>
                    <a:pt x="733" y="928"/>
                  </a:lnTo>
                  <a:lnTo>
                    <a:pt x="711" y="950"/>
                  </a:lnTo>
                  <a:lnTo>
                    <a:pt x="694" y="974"/>
                  </a:lnTo>
                  <a:lnTo>
                    <a:pt x="681" y="1001"/>
                  </a:lnTo>
                  <a:lnTo>
                    <a:pt x="673" y="1029"/>
                  </a:lnTo>
                  <a:lnTo>
                    <a:pt x="670" y="1061"/>
                  </a:lnTo>
                  <a:lnTo>
                    <a:pt x="670" y="1359"/>
                  </a:lnTo>
                  <a:lnTo>
                    <a:pt x="382" y="1359"/>
                  </a:lnTo>
                  <a:lnTo>
                    <a:pt x="382" y="1358"/>
                  </a:lnTo>
                  <a:lnTo>
                    <a:pt x="335" y="1352"/>
                  </a:lnTo>
                  <a:lnTo>
                    <a:pt x="288" y="1341"/>
                  </a:lnTo>
                  <a:lnTo>
                    <a:pt x="244" y="1325"/>
                  </a:lnTo>
                  <a:lnTo>
                    <a:pt x="202" y="1304"/>
                  </a:lnTo>
                  <a:lnTo>
                    <a:pt x="164" y="1279"/>
                  </a:lnTo>
                  <a:lnTo>
                    <a:pt x="128" y="1249"/>
                  </a:lnTo>
                  <a:lnTo>
                    <a:pt x="96" y="1215"/>
                  </a:lnTo>
                  <a:lnTo>
                    <a:pt x="69" y="1179"/>
                  </a:lnTo>
                  <a:lnTo>
                    <a:pt x="44" y="1139"/>
                  </a:lnTo>
                  <a:lnTo>
                    <a:pt x="26" y="1096"/>
                  </a:lnTo>
                  <a:lnTo>
                    <a:pt x="12" y="1052"/>
                  </a:lnTo>
                  <a:lnTo>
                    <a:pt x="3" y="1004"/>
                  </a:lnTo>
                  <a:lnTo>
                    <a:pt x="0" y="955"/>
                  </a:lnTo>
                  <a:lnTo>
                    <a:pt x="3" y="905"/>
                  </a:lnTo>
                  <a:lnTo>
                    <a:pt x="13" y="856"/>
                  </a:lnTo>
                  <a:lnTo>
                    <a:pt x="27" y="811"/>
                  </a:lnTo>
                  <a:lnTo>
                    <a:pt x="46" y="767"/>
                  </a:lnTo>
                  <a:lnTo>
                    <a:pt x="72" y="726"/>
                  </a:lnTo>
                  <a:lnTo>
                    <a:pt x="100" y="689"/>
                  </a:lnTo>
                  <a:lnTo>
                    <a:pt x="133" y="655"/>
                  </a:lnTo>
                  <a:lnTo>
                    <a:pt x="170" y="626"/>
                  </a:lnTo>
                  <a:lnTo>
                    <a:pt x="210" y="602"/>
                  </a:lnTo>
                  <a:lnTo>
                    <a:pt x="253" y="580"/>
                  </a:lnTo>
                  <a:lnTo>
                    <a:pt x="300" y="566"/>
                  </a:lnTo>
                  <a:lnTo>
                    <a:pt x="347" y="556"/>
                  </a:lnTo>
                  <a:lnTo>
                    <a:pt x="341" y="510"/>
                  </a:lnTo>
                  <a:lnTo>
                    <a:pt x="340" y="465"/>
                  </a:lnTo>
                  <a:lnTo>
                    <a:pt x="346" y="422"/>
                  </a:lnTo>
                  <a:lnTo>
                    <a:pt x="358" y="381"/>
                  </a:lnTo>
                  <a:lnTo>
                    <a:pt x="375" y="343"/>
                  </a:lnTo>
                  <a:lnTo>
                    <a:pt x="396" y="308"/>
                  </a:lnTo>
                  <a:lnTo>
                    <a:pt x="421" y="275"/>
                  </a:lnTo>
                  <a:lnTo>
                    <a:pt x="451" y="247"/>
                  </a:lnTo>
                  <a:lnTo>
                    <a:pt x="484" y="222"/>
                  </a:lnTo>
                  <a:lnTo>
                    <a:pt x="519" y="202"/>
                  </a:lnTo>
                  <a:lnTo>
                    <a:pt x="557" y="186"/>
                  </a:lnTo>
                  <a:lnTo>
                    <a:pt x="597" y="175"/>
                  </a:lnTo>
                  <a:lnTo>
                    <a:pt x="638" y="170"/>
                  </a:lnTo>
                  <a:lnTo>
                    <a:pt x="680" y="170"/>
                  </a:lnTo>
                  <a:lnTo>
                    <a:pt x="722" y="176"/>
                  </a:lnTo>
                  <a:lnTo>
                    <a:pt x="765" y="187"/>
                  </a:lnTo>
                  <a:lnTo>
                    <a:pt x="808" y="206"/>
                  </a:lnTo>
                  <a:lnTo>
                    <a:pt x="831" y="166"/>
                  </a:lnTo>
                  <a:lnTo>
                    <a:pt x="858" y="130"/>
                  </a:lnTo>
                  <a:lnTo>
                    <a:pt x="887" y="100"/>
                  </a:lnTo>
                  <a:lnTo>
                    <a:pt x="919" y="73"/>
                  </a:lnTo>
                  <a:lnTo>
                    <a:pt x="953" y="50"/>
                  </a:lnTo>
                  <a:lnTo>
                    <a:pt x="989" y="32"/>
                  </a:lnTo>
                  <a:lnTo>
                    <a:pt x="1026" y="18"/>
                  </a:lnTo>
                  <a:lnTo>
                    <a:pt x="1065" y="8"/>
                  </a:lnTo>
                  <a:lnTo>
                    <a:pt x="1103" y="3"/>
                  </a:lnTo>
                  <a:lnTo>
                    <a:pt x="1142"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52" name="Freeform 71"/>
            <p:cNvSpPr>
              <a:spLocks/>
            </p:cNvSpPr>
            <p:nvPr/>
          </p:nvSpPr>
          <p:spPr bwMode="auto">
            <a:xfrm>
              <a:off x="10805289" y="2835392"/>
              <a:ext cx="281755" cy="89289"/>
            </a:xfrm>
            <a:custGeom>
              <a:avLst/>
              <a:gdLst>
                <a:gd name="T0" fmla="*/ 0 w 992"/>
                <a:gd name="T1" fmla="*/ 0 h 317"/>
                <a:gd name="T2" fmla="*/ 36 w 992"/>
                <a:gd name="T3" fmla="*/ 20 h 317"/>
                <a:gd name="T4" fmla="*/ 77 w 992"/>
                <a:gd name="T5" fmla="*/ 38 h 317"/>
                <a:gd name="T6" fmla="*/ 121 w 992"/>
                <a:gd name="T7" fmla="*/ 54 h 317"/>
                <a:gd name="T8" fmla="*/ 170 w 992"/>
                <a:gd name="T9" fmla="*/ 68 h 317"/>
                <a:gd name="T10" fmla="*/ 222 w 992"/>
                <a:gd name="T11" fmla="*/ 78 h 317"/>
                <a:gd name="T12" fmla="*/ 274 w 992"/>
                <a:gd name="T13" fmla="*/ 87 h 317"/>
                <a:gd name="T14" fmla="*/ 329 w 992"/>
                <a:gd name="T15" fmla="*/ 93 h 317"/>
                <a:gd name="T16" fmla="*/ 385 w 992"/>
                <a:gd name="T17" fmla="*/ 99 h 317"/>
                <a:gd name="T18" fmla="*/ 440 w 992"/>
                <a:gd name="T19" fmla="*/ 101 h 317"/>
                <a:gd name="T20" fmla="*/ 496 w 992"/>
                <a:gd name="T21" fmla="*/ 102 h 317"/>
                <a:gd name="T22" fmla="*/ 551 w 992"/>
                <a:gd name="T23" fmla="*/ 101 h 317"/>
                <a:gd name="T24" fmla="*/ 606 w 992"/>
                <a:gd name="T25" fmla="*/ 99 h 317"/>
                <a:gd name="T26" fmla="*/ 662 w 992"/>
                <a:gd name="T27" fmla="*/ 93 h 317"/>
                <a:gd name="T28" fmla="*/ 717 w 992"/>
                <a:gd name="T29" fmla="*/ 87 h 317"/>
                <a:gd name="T30" fmla="*/ 770 w 992"/>
                <a:gd name="T31" fmla="*/ 78 h 317"/>
                <a:gd name="T32" fmla="*/ 822 w 992"/>
                <a:gd name="T33" fmla="*/ 68 h 317"/>
                <a:gd name="T34" fmla="*/ 870 w 992"/>
                <a:gd name="T35" fmla="*/ 54 h 317"/>
                <a:gd name="T36" fmla="*/ 914 w 992"/>
                <a:gd name="T37" fmla="*/ 38 h 317"/>
                <a:gd name="T38" fmla="*/ 956 w 992"/>
                <a:gd name="T39" fmla="*/ 20 h 317"/>
                <a:gd name="T40" fmla="*/ 992 w 992"/>
                <a:gd name="T41" fmla="*/ 0 h 317"/>
                <a:gd name="T42" fmla="*/ 992 w 992"/>
                <a:gd name="T43" fmla="*/ 216 h 317"/>
                <a:gd name="T44" fmla="*/ 956 w 992"/>
                <a:gd name="T45" fmla="*/ 237 h 317"/>
                <a:gd name="T46" fmla="*/ 914 w 992"/>
                <a:gd name="T47" fmla="*/ 255 h 317"/>
                <a:gd name="T48" fmla="*/ 870 w 992"/>
                <a:gd name="T49" fmla="*/ 270 h 317"/>
                <a:gd name="T50" fmla="*/ 822 w 992"/>
                <a:gd name="T51" fmla="*/ 283 h 317"/>
                <a:gd name="T52" fmla="*/ 770 w 992"/>
                <a:gd name="T53" fmla="*/ 294 h 317"/>
                <a:gd name="T54" fmla="*/ 717 w 992"/>
                <a:gd name="T55" fmla="*/ 302 h 317"/>
                <a:gd name="T56" fmla="*/ 662 w 992"/>
                <a:gd name="T57" fmla="*/ 310 h 317"/>
                <a:gd name="T58" fmla="*/ 606 w 992"/>
                <a:gd name="T59" fmla="*/ 314 h 317"/>
                <a:gd name="T60" fmla="*/ 551 w 992"/>
                <a:gd name="T61" fmla="*/ 317 h 317"/>
                <a:gd name="T62" fmla="*/ 496 w 992"/>
                <a:gd name="T63" fmla="*/ 317 h 317"/>
                <a:gd name="T64" fmla="*/ 440 w 992"/>
                <a:gd name="T65" fmla="*/ 317 h 317"/>
                <a:gd name="T66" fmla="*/ 385 w 992"/>
                <a:gd name="T67" fmla="*/ 314 h 317"/>
                <a:gd name="T68" fmla="*/ 329 w 992"/>
                <a:gd name="T69" fmla="*/ 310 h 317"/>
                <a:gd name="T70" fmla="*/ 274 w 992"/>
                <a:gd name="T71" fmla="*/ 302 h 317"/>
                <a:gd name="T72" fmla="*/ 222 w 992"/>
                <a:gd name="T73" fmla="*/ 294 h 317"/>
                <a:gd name="T74" fmla="*/ 170 w 992"/>
                <a:gd name="T75" fmla="*/ 283 h 317"/>
                <a:gd name="T76" fmla="*/ 121 w 992"/>
                <a:gd name="T77" fmla="*/ 270 h 317"/>
                <a:gd name="T78" fmla="*/ 77 w 992"/>
                <a:gd name="T79" fmla="*/ 255 h 317"/>
                <a:gd name="T80" fmla="*/ 36 w 992"/>
                <a:gd name="T81" fmla="*/ 237 h 317"/>
                <a:gd name="T82" fmla="*/ 0 w 992"/>
                <a:gd name="T83" fmla="*/ 216 h 317"/>
                <a:gd name="T84" fmla="*/ 0 w 992"/>
                <a:gd name="T85" fmla="*/ 0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2" h="317">
                  <a:moveTo>
                    <a:pt x="0" y="0"/>
                  </a:moveTo>
                  <a:lnTo>
                    <a:pt x="36" y="20"/>
                  </a:lnTo>
                  <a:lnTo>
                    <a:pt x="77" y="38"/>
                  </a:lnTo>
                  <a:lnTo>
                    <a:pt x="121" y="54"/>
                  </a:lnTo>
                  <a:lnTo>
                    <a:pt x="170" y="68"/>
                  </a:lnTo>
                  <a:lnTo>
                    <a:pt x="222" y="78"/>
                  </a:lnTo>
                  <a:lnTo>
                    <a:pt x="274" y="87"/>
                  </a:lnTo>
                  <a:lnTo>
                    <a:pt x="329" y="93"/>
                  </a:lnTo>
                  <a:lnTo>
                    <a:pt x="385" y="99"/>
                  </a:lnTo>
                  <a:lnTo>
                    <a:pt x="440" y="101"/>
                  </a:lnTo>
                  <a:lnTo>
                    <a:pt x="496" y="102"/>
                  </a:lnTo>
                  <a:lnTo>
                    <a:pt x="551" y="101"/>
                  </a:lnTo>
                  <a:lnTo>
                    <a:pt x="606" y="99"/>
                  </a:lnTo>
                  <a:lnTo>
                    <a:pt x="662" y="93"/>
                  </a:lnTo>
                  <a:lnTo>
                    <a:pt x="717" y="87"/>
                  </a:lnTo>
                  <a:lnTo>
                    <a:pt x="770" y="78"/>
                  </a:lnTo>
                  <a:lnTo>
                    <a:pt x="822" y="68"/>
                  </a:lnTo>
                  <a:lnTo>
                    <a:pt x="870" y="54"/>
                  </a:lnTo>
                  <a:lnTo>
                    <a:pt x="914" y="38"/>
                  </a:lnTo>
                  <a:lnTo>
                    <a:pt x="956" y="20"/>
                  </a:lnTo>
                  <a:lnTo>
                    <a:pt x="992" y="0"/>
                  </a:lnTo>
                  <a:lnTo>
                    <a:pt x="992" y="216"/>
                  </a:lnTo>
                  <a:lnTo>
                    <a:pt x="956" y="237"/>
                  </a:lnTo>
                  <a:lnTo>
                    <a:pt x="914" y="255"/>
                  </a:lnTo>
                  <a:lnTo>
                    <a:pt x="870" y="270"/>
                  </a:lnTo>
                  <a:lnTo>
                    <a:pt x="822" y="283"/>
                  </a:lnTo>
                  <a:lnTo>
                    <a:pt x="770" y="294"/>
                  </a:lnTo>
                  <a:lnTo>
                    <a:pt x="717" y="302"/>
                  </a:lnTo>
                  <a:lnTo>
                    <a:pt x="662" y="310"/>
                  </a:lnTo>
                  <a:lnTo>
                    <a:pt x="606" y="314"/>
                  </a:lnTo>
                  <a:lnTo>
                    <a:pt x="551" y="317"/>
                  </a:lnTo>
                  <a:lnTo>
                    <a:pt x="496" y="317"/>
                  </a:lnTo>
                  <a:lnTo>
                    <a:pt x="440" y="317"/>
                  </a:lnTo>
                  <a:lnTo>
                    <a:pt x="385" y="314"/>
                  </a:lnTo>
                  <a:lnTo>
                    <a:pt x="329" y="310"/>
                  </a:lnTo>
                  <a:lnTo>
                    <a:pt x="274" y="302"/>
                  </a:lnTo>
                  <a:lnTo>
                    <a:pt x="222" y="294"/>
                  </a:lnTo>
                  <a:lnTo>
                    <a:pt x="170" y="283"/>
                  </a:lnTo>
                  <a:lnTo>
                    <a:pt x="121" y="270"/>
                  </a:lnTo>
                  <a:lnTo>
                    <a:pt x="77" y="255"/>
                  </a:lnTo>
                  <a:lnTo>
                    <a:pt x="36" y="237"/>
                  </a:lnTo>
                  <a:lnTo>
                    <a:pt x="0" y="216"/>
                  </a:lnTo>
                  <a:lnTo>
                    <a:pt x="0"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3" name="Group 12"/>
          <p:cNvGrpSpPr>
            <a:grpSpLocks noChangeAspect="1"/>
          </p:cNvGrpSpPr>
          <p:nvPr/>
        </p:nvGrpSpPr>
        <p:grpSpPr>
          <a:xfrm>
            <a:off x="7704247" y="2267140"/>
            <a:ext cx="727376" cy="636925"/>
            <a:chOff x="9247429" y="2464348"/>
            <a:chExt cx="727376" cy="636925"/>
          </a:xfrm>
        </p:grpSpPr>
        <p:sp useBgFill="1">
          <p:nvSpPr>
            <p:cNvPr id="69" name="Freeform 6"/>
            <p:cNvSpPr>
              <a:spLocks/>
            </p:cNvSpPr>
            <p:nvPr/>
          </p:nvSpPr>
          <p:spPr bwMode="auto">
            <a:xfrm>
              <a:off x="9247429" y="2464348"/>
              <a:ext cx="727376" cy="636925"/>
            </a:xfrm>
            <a:custGeom>
              <a:avLst/>
              <a:gdLst>
                <a:gd name="T0" fmla="*/ 1534 w 2698"/>
                <a:gd name="T1" fmla="*/ 7 h 2362"/>
                <a:gd name="T2" fmla="*/ 1667 w 2698"/>
                <a:gd name="T3" fmla="*/ 45 h 2362"/>
                <a:gd name="T4" fmla="*/ 1790 w 2698"/>
                <a:gd name="T5" fmla="*/ 114 h 2362"/>
                <a:gd name="T6" fmla="*/ 1891 w 2698"/>
                <a:gd name="T7" fmla="*/ 214 h 2362"/>
                <a:gd name="T8" fmla="*/ 1966 w 2698"/>
                <a:gd name="T9" fmla="*/ 345 h 2362"/>
                <a:gd name="T10" fmla="*/ 2082 w 2698"/>
                <a:gd name="T11" fmla="*/ 409 h 2362"/>
                <a:gd name="T12" fmla="*/ 2221 w 2698"/>
                <a:gd name="T13" fmla="*/ 467 h 2362"/>
                <a:gd name="T14" fmla="*/ 2335 w 2698"/>
                <a:gd name="T15" fmla="*/ 564 h 2362"/>
                <a:gd name="T16" fmla="*/ 2415 w 2698"/>
                <a:gd name="T17" fmla="*/ 695 h 2362"/>
                <a:gd name="T18" fmla="*/ 2450 w 2698"/>
                <a:gd name="T19" fmla="*/ 840 h 2362"/>
                <a:gd name="T20" fmla="*/ 2491 w 2698"/>
                <a:gd name="T21" fmla="*/ 966 h 2362"/>
                <a:gd name="T22" fmla="*/ 2601 w 2698"/>
                <a:gd name="T23" fmla="*/ 1067 h 2362"/>
                <a:gd name="T24" fmla="*/ 2673 w 2698"/>
                <a:gd name="T25" fmla="*/ 1198 h 2362"/>
                <a:gd name="T26" fmla="*/ 2698 w 2698"/>
                <a:gd name="T27" fmla="*/ 1349 h 2362"/>
                <a:gd name="T28" fmla="*/ 2672 w 2698"/>
                <a:gd name="T29" fmla="*/ 1503 h 2362"/>
                <a:gd name="T30" fmla="*/ 2598 w 2698"/>
                <a:gd name="T31" fmla="*/ 1636 h 2362"/>
                <a:gd name="T32" fmla="*/ 2486 w 2698"/>
                <a:gd name="T33" fmla="*/ 1737 h 2362"/>
                <a:gd name="T34" fmla="*/ 2345 w 2698"/>
                <a:gd name="T35" fmla="*/ 1796 h 2362"/>
                <a:gd name="T36" fmla="*/ 2080 w 2698"/>
                <a:gd name="T37" fmla="*/ 1807 h 2362"/>
                <a:gd name="T38" fmla="*/ 2067 w 2698"/>
                <a:gd name="T39" fmla="*/ 2233 h 2362"/>
                <a:gd name="T40" fmla="*/ 2010 w 2698"/>
                <a:gd name="T41" fmla="*/ 2316 h 2362"/>
                <a:gd name="T42" fmla="*/ 1918 w 2698"/>
                <a:gd name="T43" fmla="*/ 2359 h 2362"/>
                <a:gd name="T44" fmla="*/ 1173 w 2698"/>
                <a:gd name="T45" fmla="*/ 2359 h 2362"/>
                <a:gd name="T46" fmla="*/ 1082 w 2698"/>
                <a:gd name="T47" fmla="*/ 2316 h 2362"/>
                <a:gd name="T48" fmla="*/ 1024 w 2698"/>
                <a:gd name="T49" fmla="*/ 2233 h 2362"/>
                <a:gd name="T50" fmla="*/ 1012 w 2698"/>
                <a:gd name="T51" fmla="*/ 1807 h 2362"/>
                <a:gd name="T52" fmla="*/ 473 w 2698"/>
                <a:gd name="T53" fmla="*/ 1797 h 2362"/>
                <a:gd name="T54" fmla="*/ 310 w 2698"/>
                <a:gd name="T55" fmla="*/ 1740 h 2362"/>
                <a:gd name="T56" fmla="*/ 173 w 2698"/>
                <a:gd name="T57" fmla="*/ 1639 h 2362"/>
                <a:gd name="T58" fmla="*/ 71 w 2698"/>
                <a:gd name="T59" fmla="*/ 1505 h 2362"/>
                <a:gd name="T60" fmla="*/ 12 w 2698"/>
                <a:gd name="T61" fmla="*/ 1344 h 2362"/>
                <a:gd name="T62" fmla="*/ 2 w 2698"/>
                <a:gd name="T63" fmla="*/ 1168 h 2362"/>
                <a:gd name="T64" fmla="*/ 43 w 2698"/>
                <a:gd name="T65" fmla="*/ 1005 h 2362"/>
                <a:gd name="T66" fmla="*/ 127 w 2698"/>
                <a:gd name="T67" fmla="*/ 863 h 2362"/>
                <a:gd name="T68" fmla="*/ 247 w 2698"/>
                <a:gd name="T69" fmla="*/ 750 h 2362"/>
                <a:gd name="T70" fmla="*/ 395 w 2698"/>
                <a:gd name="T71" fmla="*/ 674 h 2362"/>
                <a:gd name="T72" fmla="*/ 423 w 2698"/>
                <a:gd name="T73" fmla="*/ 519 h 2362"/>
                <a:gd name="T74" fmla="*/ 501 w 2698"/>
                <a:gd name="T75" fmla="*/ 380 h 2362"/>
                <a:gd name="T76" fmla="*/ 607 w 2698"/>
                <a:gd name="T77" fmla="*/ 281 h 2362"/>
                <a:gd name="T78" fmla="*/ 737 w 2698"/>
                <a:gd name="T79" fmla="*/ 219 h 2362"/>
                <a:gd name="T80" fmla="*/ 880 w 2698"/>
                <a:gd name="T81" fmla="*/ 196 h 2362"/>
                <a:gd name="T82" fmla="*/ 1008 w 2698"/>
                <a:gd name="T83" fmla="*/ 214 h 2362"/>
                <a:gd name="T84" fmla="*/ 1128 w 2698"/>
                <a:gd name="T85" fmla="*/ 98 h 2362"/>
                <a:gd name="T86" fmla="*/ 1276 w 2698"/>
                <a:gd name="T87" fmla="*/ 25 h 2362"/>
                <a:gd name="T88" fmla="*/ 1444 w 2698"/>
                <a:gd name="T89" fmla="*/ 0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698" h="2362">
                  <a:moveTo>
                    <a:pt x="1444" y="0"/>
                  </a:moveTo>
                  <a:lnTo>
                    <a:pt x="1489" y="2"/>
                  </a:lnTo>
                  <a:lnTo>
                    <a:pt x="1534" y="7"/>
                  </a:lnTo>
                  <a:lnTo>
                    <a:pt x="1579" y="17"/>
                  </a:lnTo>
                  <a:lnTo>
                    <a:pt x="1624" y="29"/>
                  </a:lnTo>
                  <a:lnTo>
                    <a:pt x="1667" y="45"/>
                  </a:lnTo>
                  <a:lnTo>
                    <a:pt x="1709" y="64"/>
                  </a:lnTo>
                  <a:lnTo>
                    <a:pt x="1750" y="88"/>
                  </a:lnTo>
                  <a:lnTo>
                    <a:pt x="1790" y="114"/>
                  </a:lnTo>
                  <a:lnTo>
                    <a:pt x="1825" y="144"/>
                  </a:lnTo>
                  <a:lnTo>
                    <a:pt x="1860" y="177"/>
                  </a:lnTo>
                  <a:lnTo>
                    <a:pt x="1891" y="214"/>
                  </a:lnTo>
                  <a:lnTo>
                    <a:pt x="1919" y="255"/>
                  </a:lnTo>
                  <a:lnTo>
                    <a:pt x="1945" y="298"/>
                  </a:lnTo>
                  <a:lnTo>
                    <a:pt x="1966" y="345"/>
                  </a:lnTo>
                  <a:lnTo>
                    <a:pt x="1983" y="395"/>
                  </a:lnTo>
                  <a:lnTo>
                    <a:pt x="2034" y="399"/>
                  </a:lnTo>
                  <a:lnTo>
                    <a:pt x="2082" y="409"/>
                  </a:lnTo>
                  <a:lnTo>
                    <a:pt x="2131" y="424"/>
                  </a:lnTo>
                  <a:lnTo>
                    <a:pt x="2176" y="443"/>
                  </a:lnTo>
                  <a:lnTo>
                    <a:pt x="2221" y="467"/>
                  </a:lnTo>
                  <a:lnTo>
                    <a:pt x="2262" y="494"/>
                  </a:lnTo>
                  <a:lnTo>
                    <a:pt x="2300" y="527"/>
                  </a:lnTo>
                  <a:lnTo>
                    <a:pt x="2335" y="564"/>
                  </a:lnTo>
                  <a:lnTo>
                    <a:pt x="2365" y="605"/>
                  </a:lnTo>
                  <a:lnTo>
                    <a:pt x="2393" y="650"/>
                  </a:lnTo>
                  <a:lnTo>
                    <a:pt x="2415" y="695"/>
                  </a:lnTo>
                  <a:lnTo>
                    <a:pt x="2432" y="743"/>
                  </a:lnTo>
                  <a:lnTo>
                    <a:pt x="2443" y="791"/>
                  </a:lnTo>
                  <a:lnTo>
                    <a:pt x="2450" y="840"/>
                  </a:lnTo>
                  <a:lnTo>
                    <a:pt x="2452" y="891"/>
                  </a:lnTo>
                  <a:lnTo>
                    <a:pt x="2448" y="940"/>
                  </a:lnTo>
                  <a:lnTo>
                    <a:pt x="2491" y="966"/>
                  </a:lnTo>
                  <a:lnTo>
                    <a:pt x="2531" y="995"/>
                  </a:lnTo>
                  <a:lnTo>
                    <a:pt x="2568" y="1030"/>
                  </a:lnTo>
                  <a:lnTo>
                    <a:pt x="2601" y="1067"/>
                  </a:lnTo>
                  <a:lnTo>
                    <a:pt x="2629" y="1108"/>
                  </a:lnTo>
                  <a:lnTo>
                    <a:pt x="2654" y="1152"/>
                  </a:lnTo>
                  <a:lnTo>
                    <a:pt x="2673" y="1198"/>
                  </a:lnTo>
                  <a:lnTo>
                    <a:pt x="2686" y="1246"/>
                  </a:lnTo>
                  <a:lnTo>
                    <a:pt x="2696" y="1297"/>
                  </a:lnTo>
                  <a:lnTo>
                    <a:pt x="2698" y="1349"/>
                  </a:lnTo>
                  <a:lnTo>
                    <a:pt x="2695" y="1403"/>
                  </a:lnTo>
                  <a:lnTo>
                    <a:pt x="2686" y="1455"/>
                  </a:lnTo>
                  <a:lnTo>
                    <a:pt x="2672" y="1503"/>
                  </a:lnTo>
                  <a:lnTo>
                    <a:pt x="2651" y="1551"/>
                  </a:lnTo>
                  <a:lnTo>
                    <a:pt x="2627" y="1595"/>
                  </a:lnTo>
                  <a:lnTo>
                    <a:pt x="2598" y="1636"/>
                  </a:lnTo>
                  <a:lnTo>
                    <a:pt x="2564" y="1673"/>
                  </a:lnTo>
                  <a:lnTo>
                    <a:pt x="2527" y="1707"/>
                  </a:lnTo>
                  <a:lnTo>
                    <a:pt x="2486" y="1737"/>
                  </a:lnTo>
                  <a:lnTo>
                    <a:pt x="2441" y="1761"/>
                  </a:lnTo>
                  <a:lnTo>
                    <a:pt x="2394" y="1781"/>
                  </a:lnTo>
                  <a:lnTo>
                    <a:pt x="2345" y="1796"/>
                  </a:lnTo>
                  <a:lnTo>
                    <a:pt x="2293" y="1804"/>
                  </a:lnTo>
                  <a:lnTo>
                    <a:pt x="2240" y="1807"/>
                  </a:lnTo>
                  <a:lnTo>
                    <a:pt x="2080" y="1807"/>
                  </a:lnTo>
                  <a:lnTo>
                    <a:pt x="2080" y="2164"/>
                  </a:lnTo>
                  <a:lnTo>
                    <a:pt x="2077" y="2200"/>
                  </a:lnTo>
                  <a:lnTo>
                    <a:pt x="2067" y="2233"/>
                  </a:lnTo>
                  <a:lnTo>
                    <a:pt x="2053" y="2264"/>
                  </a:lnTo>
                  <a:lnTo>
                    <a:pt x="2034" y="2291"/>
                  </a:lnTo>
                  <a:lnTo>
                    <a:pt x="2010" y="2316"/>
                  </a:lnTo>
                  <a:lnTo>
                    <a:pt x="1983" y="2335"/>
                  </a:lnTo>
                  <a:lnTo>
                    <a:pt x="1952" y="2349"/>
                  </a:lnTo>
                  <a:lnTo>
                    <a:pt x="1918" y="2359"/>
                  </a:lnTo>
                  <a:lnTo>
                    <a:pt x="1884" y="2362"/>
                  </a:lnTo>
                  <a:lnTo>
                    <a:pt x="1209" y="2362"/>
                  </a:lnTo>
                  <a:lnTo>
                    <a:pt x="1173" y="2359"/>
                  </a:lnTo>
                  <a:lnTo>
                    <a:pt x="1140" y="2349"/>
                  </a:lnTo>
                  <a:lnTo>
                    <a:pt x="1109" y="2335"/>
                  </a:lnTo>
                  <a:lnTo>
                    <a:pt x="1082" y="2316"/>
                  </a:lnTo>
                  <a:lnTo>
                    <a:pt x="1059" y="2291"/>
                  </a:lnTo>
                  <a:lnTo>
                    <a:pt x="1038" y="2264"/>
                  </a:lnTo>
                  <a:lnTo>
                    <a:pt x="1024" y="2233"/>
                  </a:lnTo>
                  <a:lnTo>
                    <a:pt x="1015" y="2200"/>
                  </a:lnTo>
                  <a:lnTo>
                    <a:pt x="1012" y="2164"/>
                  </a:lnTo>
                  <a:lnTo>
                    <a:pt x="1012" y="1807"/>
                  </a:lnTo>
                  <a:lnTo>
                    <a:pt x="558" y="1807"/>
                  </a:lnTo>
                  <a:lnTo>
                    <a:pt x="532" y="1805"/>
                  </a:lnTo>
                  <a:lnTo>
                    <a:pt x="473" y="1797"/>
                  </a:lnTo>
                  <a:lnTo>
                    <a:pt x="416" y="1783"/>
                  </a:lnTo>
                  <a:lnTo>
                    <a:pt x="362" y="1764"/>
                  </a:lnTo>
                  <a:lnTo>
                    <a:pt x="310" y="1740"/>
                  </a:lnTo>
                  <a:lnTo>
                    <a:pt x="261" y="1711"/>
                  </a:lnTo>
                  <a:lnTo>
                    <a:pt x="216" y="1677"/>
                  </a:lnTo>
                  <a:lnTo>
                    <a:pt x="173" y="1639"/>
                  </a:lnTo>
                  <a:lnTo>
                    <a:pt x="135" y="1598"/>
                  </a:lnTo>
                  <a:lnTo>
                    <a:pt x="100" y="1553"/>
                  </a:lnTo>
                  <a:lnTo>
                    <a:pt x="71" y="1505"/>
                  </a:lnTo>
                  <a:lnTo>
                    <a:pt x="47" y="1454"/>
                  </a:lnTo>
                  <a:lnTo>
                    <a:pt x="26" y="1400"/>
                  </a:lnTo>
                  <a:lnTo>
                    <a:pt x="12" y="1344"/>
                  </a:lnTo>
                  <a:lnTo>
                    <a:pt x="2" y="1286"/>
                  </a:lnTo>
                  <a:lnTo>
                    <a:pt x="0" y="1225"/>
                  </a:lnTo>
                  <a:lnTo>
                    <a:pt x="2" y="1168"/>
                  </a:lnTo>
                  <a:lnTo>
                    <a:pt x="11" y="1111"/>
                  </a:lnTo>
                  <a:lnTo>
                    <a:pt x="24" y="1057"/>
                  </a:lnTo>
                  <a:lnTo>
                    <a:pt x="43" y="1005"/>
                  </a:lnTo>
                  <a:lnTo>
                    <a:pt x="67" y="955"/>
                  </a:lnTo>
                  <a:lnTo>
                    <a:pt x="95" y="907"/>
                  </a:lnTo>
                  <a:lnTo>
                    <a:pt x="127" y="863"/>
                  </a:lnTo>
                  <a:lnTo>
                    <a:pt x="164" y="822"/>
                  </a:lnTo>
                  <a:lnTo>
                    <a:pt x="204" y="784"/>
                  </a:lnTo>
                  <a:lnTo>
                    <a:pt x="247" y="750"/>
                  </a:lnTo>
                  <a:lnTo>
                    <a:pt x="294" y="720"/>
                  </a:lnTo>
                  <a:lnTo>
                    <a:pt x="343" y="695"/>
                  </a:lnTo>
                  <a:lnTo>
                    <a:pt x="395" y="674"/>
                  </a:lnTo>
                  <a:lnTo>
                    <a:pt x="399" y="621"/>
                  </a:lnTo>
                  <a:lnTo>
                    <a:pt x="408" y="569"/>
                  </a:lnTo>
                  <a:lnTo>
                    <a:pt x="423" y="519"/>
                  </a:lnTo>
                  <a:lnTo>
                    <a:pt x="444" y="470"/>
                  </a:lnTo>
                  <a:lnTo>
                    <a:pt x="469" y="424"/>
                  </a:lnTo>
                  <a:lnTo>
                    <a:pt x="501" y="380"/>
                  </a:lnTo>
                  <a:lnTo>
                    <a:pt x="533" y="343"/>
                  </a:lnTo>
                  <a:lnTo>
                    <a:pt x="569" y="311"/>
                  </a:lnTo>
                  <a:lnTo>
                    <a:pt x="607" y="281"/>
                  </a:lnTo>
                  <a:lnTo>
                    <a:pt x="649" y="257"/>
                  </a:lnTo>
                  <a:lnTo>
                    <a:pt x="692" y="236"/>
                  </a:lnTo>
                  <a:lnTo>
                    <a:pt x="737" y="219"/>
                  </a:lnTo>
                  <a:lnTo>
                    <a:pt x="784" y="207"/>
                  </a:lnTo>
                  <a:lnTo>
                    <a:pt x="831" y="200"/>
                  </a:lnTo>
                  <a:lnTo>
                    <a:pt x="880" y="196"/>
                  </a:lnTo>
                  <a:lnTo>
                    <a:pt x="923" y="199"/>
                  </a:lnTo>
                  <a:lnTo>
                    <a:pt x="966" y="205"/>
                  </a:lnTo>
                  <a:lnTo>
                    <a:pt x="1008" y="214"/>
                  </a:lnTo>
                  <a:lnTo>
                    <a:pt x="1044" y="171"/>
                  </a:lnTo>
                  <a:lnTo>
                    <a:pt x="1085" y="133"/>
                  </a:lnTo>
                  <a:lnTo>
                    <a:pt x="1128" y="98"/>
                  </a:lnTo>
                  <a:lnTo>
                    <a:pt x="1175" y="70"/>
                  </a:lnTo>
                  <a:lnTo>
                    <a:pt x="1224" y="45"/>
                  </a:lnTo>
                  <a:lnTo>
                    <a:pt x="1276" y="25"/>
                  </a:lnTo>
                  <a:lnTo>
                    <a:pt x="1330" y="12"/>
                  </a:lnTo>
                  <a:lnTo>
                    <a:pt x="1386" y="3"/>
                  </a:lnTo>
                  <a:lnTo>
                    <a:pt x="1444"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0" name="Freeform 7"/>
            <p:cNvSpPr>
              <a:spLocks noEditPoints="1"/>
            </p:cNvSpPr>
            <p:nvPr/>
          </p:nvSpPr>
          <p:spPr bwMode="auto">
            <a:xfrm>
              <a:off x="9596042" y="2786579"/>
              <a:ext cx="135676" cy="113064"/>
            </a:xfrm>
            <a:custGeom>
              <a:avLst/>
              <a:gdLst>
                <a:gd name="T0" fmla="*/ 0 w 506"/>
                <a:gd name="T1" fmla="*/ 338 h 422"/>
                <a:gd name="T2" fmla="*/ 506 w 506"/>
                <a:gd name="T3" fmla="*/ 338 h 422"/>
                <a:gd name="T4" fmla="*/ 506 w 506"/>
                <a:gd name="T5" fmla="*/ 422 h 422"/>
                <a:gd name="T6" fmla="*/ 0 w 506"/>
                <a:gd name="T7" fmla="*/ 422 h 422"/>
                <a:gd name="T8" fmla="*/ 0 w 506"/>
                <a:gd name="T9" fmla="*/ 338 h 422"/>
                <a:gd name="T10" fmla="*/ 0 w 506"/>
                <a:gd name="T11" fmla="*/ 169 h 422"/>
                <a:gd name="T12" fmla="*/ 506 w 506"/>
                <a:gd name="T13" fmla="*/ 169 h 422"/>
                <a:gd name="T14" fmla="*/ 506 w 506"/>
                <a:gd name="T15" fmla="*/ 253 h 422"/>
                <a:gd name="T16" fmla="*/ 0 w 506"/>
                <a:gd name="T17" fmla="*/ 253 h 422"/>
                <a:gd name="T18" fmla="*/ 0 w 506"/>
                <a:gd name="T19" fmla="*/ 169 h 422"/>
                <a:gd name="T20" fmla="*/ 0 w 506"/>
                <a:gd name="T21" fmla="*/ 0 h 422"/>
                <a:gd name="T22" fmla="*/ 506 w 506"/>
                <a:gd name="T23" fmla="*/ 0 h 422"/>
                <a:gd name="T24" fmla="*/ 506 w 506"/>
                <a:gd name="T25" fmla="*/ 84 h 422"/>
                <a:gd name="T26" fmla="*/ 0 w 506"/>
                <a:gd name="T27" fmla="*/ 84 h 422"/>
                <a:gd name="T28" fmla="*/ 0 w 506"/>
                <a:gd name="T29" fmla="*/ 0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6" h="422">
                  <a:moveTo>
                    <a:pt x="0" y="338"/>
                  </a:moveTo>
                  <a:lnTo>
                    <a:pt x="506" y="338"/>
                  </a:lnTo>
                  <a:lnTo>
                    <a:pt x="506" y="422"/>
                  </a:lnTo>
                  <a:lnTo>
                    <a:pt x="0" y="422"/>
                  </a:lnTo>
                  <a:lnTo>
                    <a:pt x="0" y="338"/>
                  </a:lnTo>
                  <a:close/>
                  <a:moveTo>
                    <a:pt x="0" y="169"/>
                  </a:moveTo>
                  <a:lnTo>
                    <a:pt x="506" y="169"/>
                  </a:lnTo>
                  <a:lnTo>
                    <a:pt x="506" y="253"/>
                  </a:lnTo>
                  <a:lnTo>
                    <a:pt x="0" y="253"/>
                  </a:lnTo>
                  <a:lnTo>
                    <a:pt x="0" y="169"/>
                  </a:lnTo>
                  <a:close/>
                  <a:moveTo>
                    <a:pt x="0" y="0"/>
                  </a:moveTo>
                  <a:lnTo>
                    <a:pt x="506" y="0"/>
                  </a:lnTo>
                  <a:lnTo>
                    <a:pt x="506" y="84"/>
                  </a:lnTo>
                  <a:lnTo>
                    <a:pt x="0" y="84"/>
                  </a:lnTo>
                  <a:lnTo>
                    <a:pt x="0"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1" name="Freeform 8"/>
            <p:cNvSpPr>
              <a:spLocks noEditPoints="1"/>
            </p:cNvSpPr>
            <p:nvPr/>
          </p:nvSpPr>
          <p:spPr bwMode="auto">
            <a:xfrm>
              <a:off x="9277579" y="2494498"/>
              <a:ext cx="667075" cy="576624"/>
            </a:xfrm>
            <a:custGeom>
              <a:avLst/>
              <a:gdLst>
                <a:gd name="T0" fmla="*/ 1653 w 2474"/>
                <a:gd name="T1" fmla="*/ 2006 h 2136"/>
                <a:gd name="T2" fmla="*/ 1653 w 2474"/>
                <a:gd name="T3" fmla="*/ 2056 h 2136"/>
                <a:gd name="T4" fmla="*/ 1700 w 2474"/>
                <a:gd name="T5" fmla="*/ 2070 h 2136"/>
                <a:gd name="T6" fmla="*/ 1729 w 2474"/>
                <a:gd name="T7" fmla="*/ 2030 h 2136"/>
                <a:gd name="T8" fmla="*/ 1700 w 2474"/>
                <a:gd name="T9" fmla="*/ 1991 h 2136"/>
                <a:gd name="T10" fmla="*/ 1772 w 2474"/>
                <a:gd name="T11" fmla="*/ 1926 h 2136"/>
                <a:gd name="T12" fmla="*/ 1097 w 2474"/>
                <a:gd name="T13" fmla="*/ 1757 h 2136"/>
                <a:gd name="T14" fmla="*/ 1097 w 2474"/>
                <a:gd name="T15" fmla="*/ 997 h 2136"/>
                <a:gd name="T16" fmla="*/ 1097 w 2474"/>
                <a:gd name="T17" fmla="*/ 997 h 2136"/>
                <a:gd name="T18" fmla="*/ 1772 w 2474"/>
                <a:gd name="T19" fmla="*/ 702 h 2136"/>
                <a:gd name="T20" fmla="*/ 1794 w 2474"/>
                <a:gd name="T21" fmla="*/ 621 h 2136"/>
                <a:gd name="T22" fmla="*/ 1853 w 2474"/>
                <a:gd name="T23" fmla="*/ 680 h 2136"/>
                <a:gd name="T24" fmla="*/ 1844 w 2474"/>
                <a:gd name="T25" fmla="*/ 2095 h 2136"/>
                <a:gd name="T26" fmla="*/ 1772 w 2474"/>
                <a:gd name="T27" fmla="*/ 2136 h 2136"/>
                <a:gd name="T28" fmla="*/ 1036 w 2474"/>
                <a:gd name="T29" fmla="*/ 2112 h 2136"/>
                <a:gd name="T30" fmla="*/ 1012 w 2474"/>
                <a:gd name="T31" fmla="*/ 702 h 2136"/>
                <a:gd name="T32" fmla="*/ 1054 w 2474"/>
                <a:gd name="T33" fmla="*/ 630 h 2136"/>
                <a:gd name="T34" fmla="*/ 1380 w 2474"/>
                <a:gd name="T35" fmla="*/ 2 h 2136"/>
                <a:gd name="T36" fmla="*/ 1540 w 2474"/>
                <a:gd name="T37" fmla="*/ 49 h 2136"/>
                <a:gd name="T38" fmla="*/ 1674 w 2474"/>
                <a:gd name="T39" fmla="*/ 152 h 2136"/>
                <a:gd name="T40" fmla="*/ 1760 w 2474"/>
                <a:gd name="T41" fmla="*/ 307 h 2136"/>
                <a:gd name="T42" fmla="*/ 1878 w 2474"/>
                <a:gd name="T43" fmla="*/ 395 h 2136"/>
                <a:gd name="T44" fmla="*/ 2053 w 2474"/>
                <a:gd name="T45" fmla="*/ 451 h 2136"/>
                <a:gd name="T46" fmla="*/ 2177 w 2474"/>
                <a:gd name="T47" fmla="*/ 580 h 2136"/>
                <a:gd name="T48" fmla="*/ 2227 w 2474"/>
                <a:gd name="T49" fmla="*/ 754 h 2136"/>
                <a:gd name="T50" fmla="*/ 2244 w 2474"/>
                <a:gd name="T51" fmla="*/ 910 h 2136"/>
                <a:gd name="T52" fmla="*/ 2382 w 2474"/>
                <a:gd name="T53" fmla="*/ 1001 h 2136"/>
                <a:gd name="T54" fmla="*/ 2462 w 2474"/>
                <a:gd name="T55" fmla="*/ 1149 h 2136"/>
                <a:gd name="T56" fmla="*/ 2461 w 2474"/>
                <a:gd name="T57" fmla="*/ 1328 h 2136"/>
                <a:gd name="T58" fmla="*/ 2373 w 2474"/>
                <a:gd name="T59" fmla="*/ 1481 h 2136"/>
                <a:gd name="T60" fmla="*/ 2219 w 2474"/>
                <a:gd name="T61" fmla="*/ 1570 h 2136"/>
                <a:gd name="T62" fmla="*/ 1968 w 2474"/>
                <a:gd name="T63" fmla="*/ 702 h 2136"/>
                <a:gd name="T64" fmla="*/ 1922 w 2474"/>
                <a:gd name="T65" fmla="*/ 576 h 2136"/>
                <a:gd name="T66" fmla="*/ 1806 w 2474"/>
                <a:gd name="T67" fmla="*/ 509 h 2136"/>
                <a:gd name="T68" fmla="*/ 1028 w 2474"/>
                <a:gd name="T69" fmla="*/ 518 h 2136"/>
                <a:gd name="T70" fmla="*/ 926 w 2474"/>
                <a:gd name="T71" fmla="*/ 603 h 2136"/>
                <a:gd name="T72" fmla="*/ 900 w 2474"/>
                <a:gd name="T73" fmla="*/ 1582 h 2136"/>
                <a:gd name="T74" fmla="*/ 342 w 2474"/>
                <a:gd name="T75" fmla="*/ 1564 h 2136"/>
                <a:gd name="T76" fmla="*/ 166 w 2474"/>
                <a:gd name="T77" fmla="*/ 1470 h 2136"/>
                <a:gd name="T78" fmla="*/ 45 w 2474"/>
                <a:gd name="T79" fmla="*/ 1313 h 2136"/>
                <a:gd name="T80" fmla="*/ 0 w 2474"/>
                <a:gd name="T81" fmla="*/ 1112 h 2136"/>
                <a:gd name="T82" fmla="*/ 46 w 2474"/>
                <a:gd name="T83" fmla="*/ 908 h 2136"/>
                <a:gd name="T84" fmla="*/ 171 w 2474"/>
                <a:gd name="T85" fmla="*/ 750 h 2136"/>
                <a:gd name="T86" fmla="*/ 353 w 2474"/>
                <a:gd name="T87" fmla="*/ 658 h 2136"/>
                <a:gd name="T88" fmla="*/ 400 w 2474"/>
                <a:gd name="T89" fmla="*/ 507 h 2136"/>
                <a:gd name="T90" fmla="*/ 468 w 2474"/>
                <a:gd name="T91" fmla="*/ 348 h 2136"/>
                <a:gd name="T92" fmla="*/ 597 w 2474"/>
                <a:gd name="T93" fmla="*/ 239 h 2136"/>
                <a:gd name="T94" fmla="*/ 763 w 2474"/>
                <a:gd name="T95" fmla="*/ 197 h 2136"/>
                <a:gd name="T96" fmla="*/ 940 w 2474"/>
                <a:gd name="T97" fmla="*/ 240 h 2136"/>
                <a:gd name="T98" fmla="*/ 1058 w 2474"/>
                <a:gd name="T99" fmla="*/ 94 h 2136"/>
                <a:gd name="T100" fmla="*/ 1212 w 2474"/>
                <a:gd name="T101" fmla="*/ 16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74" h="2136">
                  <a:moveTo>
                    <a:pt x="1687" y="1989"/>
                  </a:moveTo>
                  <a:lnTo>
                    <a:pt x="1673" y="1991"/>
                  </a:lnTo>
                  <a:lnTo>
                    <a:pt x="1662" y="1997"/>
                  </a:lnTo>
                  <a:lnTo>
                    <a:pt x="1653" y="2006"/>
                  </a:lnTo>
                  <a:lnTo>
                    <a:pt x="1647" y="2018"/>
                  </a:lnTo>
                  <a:lnTo>
                    <a:pt x="1645" y="2030"/>
                  </a:lnTo>
                  <a:lnTo>
                    <a:pt x="1647" y="2044"/>
                  </a:lnTo>
                  <a:lnTo>
                    <a:pt x="1653" y="2056"/>
                  </a:lnTo>
                  <a:lnTo>
                    <a:pt x="1662" y="2065"/>
                  </a:lnTo>
                  <a:lnTo>
                    <a:pt x="1673" y="2070"/>
                  </a:lnTo>
                  <a:lnTo>
                    <a:pt x="1687" y="2073"/>
                  </a:lnTo>
                  <a:lnTo>
                    <a:pt x="1700" y="2070"/>
                  </a:lnTo>
                  <a:lnTo>
                    <a:pt x="1711" y="2065"/>
                  </a:lnTo>
                  <a:lnTo>
                    <a:pt x="1721" y="2056"/>
                  </a:lnTo>
                  <a:lnTo>
                    <a:pt x="1727" y="2044"/>
                  </a:lnTo>
                  <a:lnTo>
                    <a:pt x="1729" y="2030"/>
                  </a:lnTo>
                  <a:lnTo>
                    <a:pt x="1727" y="2018"/>
                  </a:lnTo>
                  <a:lnTo>
                    <a:pt x="1721" y="2006"/>
                  </a:lnTo>
                  <a:lnTo>
                    <a:pt x="1711" y="1997"/>
                  </a:lnTo>
                  <a:lnTo>
                    <a:pt x="1700" y="1991"/>
                  </a:lnTo>
                  <a:lnTo>
                    <a:pt x="1687" y="1989"/>
                  </a:lnTo>
                  <a:close/>
                  <a:moveTo>
                    <a:pt x="1097" y="1841"/>
                  </a:moveTo>
                  <a:lnTo>
                    <a:pt x="1097" y="1926"/>
                  </a:lnTo>
                  <a:lnTo>
                    <a:pt x="1772" y="1926"/>
                  </a:lnTo>
                  <a:lnTo>
                    <a:pt x="1772" y="1841"/>
                  </a:lnTo>
                  <a:lnTo>
                    <a:pt x="1097" y="1841"/>
                  </a:lnTo>
                  <a:close/>
                  <a:moveTo>
                    <a:pt x="1097" y="1672"/>
                  </a:moveTo>
                  <a:lnTo>
                    <a:pt x="1097" y="1757"/>
                  </a:lnTo>
                  <a:lnTo>
                    <a:pt x="1772" y="1757"/>
                  </a:lnTo>
                  <a:lnTo>
                    <a:pt x="1772" y="1672"/>
                  </a:lnTo>
                  <a:lnTo>
                    <a:pt x="1097" y="1672"/>
                  </a:lnTo>
                  <a:close/>
                  <a:moveTo>
                    <a:pt x="1097" y="997"/>
                  </a:moveTo>
                  <a:lnTo>
                    <a:pt x="1097" y="1588"/>
                  </a:lnTo>
                  <a:lnTo>
                    <a:pt x="1772" y="1588"/>
                  </a:lnTo>
                  <a:lnTo>
                    <a:pt x="1772" y="997"/>
                  </a:lnTo>
                  <a:lnTo>
                    <a:pt x="1097" y="997"/>
                  </a:lnTo>
                  <a:close/>
                  <a:moveTo>
                    <a:pt x="1097" y="702"/>
                  </a:moveTo>
                  <a:lnTo>
                    <a:pt x="1097" y="914"/>
                  </a:lnTo>
                  <a:lnTo>
                    <a:pt x="1772" y="914"/>
                  </a:lnTo>
                  <a:lnTo>
                    <a:pt x="1772" y="702"/>
                  </a:lnTo>
                  <a:lnTo>
                    <a:pt x="1097" y="702"/>
                  </a:lnTo>
                  <a:close/>
                  <a:moveTo>
                    <a:pt x="1097" y="618"/>
                  </a:moveTo>
                  <a:lnTo>
                    <a:pt x="1772" y="618"/>
                  </a:lnTo>
                  <a:lnTo>
                    <a:pt x="1794" y="621"/>
                  </a:lnTo>
                  <a:lnTo>
                    <a:pt x="1814" y="630"/>
                  </a:lnTo>
                  <a:lnTo>
                    <a:pt x="1831" y="643"/>
                  </a:lnTo>
                  <a:lnTo>
                    <a:pt x="1844" y="660"/>
                  </a:lnTo>
                  <a:lnTo>
                    <a:pt x="1853" y="680"/>
                  </a:lnTo>
                  <a:lnTo>
                    <a:pt x="1855" y="702"/>
                  </a:lnTo>
                  <a:lnTo>
                    <a:pt x="1855" y="2051"/>
                  </a:lnTo>
                  <a:lnTo>
                    <a:pt x="1853" y="2075"/>
                  </a:lnTo>
                  <a:lnTo>
                    <a:pt x="1844" y="2095"/>
                  </a:lnTo>
                  <a:lnTo>
                    <a:pt x="1831" y="2112"/>
                  </a:lnTo>
                  <a:lnTo>
                    <a:pt x="1814" y="2124"/>
                  </a:lnTo>
                  <a:lnTo>
                    <a:pt x="1794" y="2133"/>
                  </a:lnTo>
                  <a:lnTo>
                    <a:pt x="1772" y="2136"/>
                  </a:lnTo>
                  <a:lnTo>
                    <a:pt x="1097" y="2136"/>
                  </a:lnTo>
                  <a:lnTo>
                    <a:pt x="1074" y="2133"/>
                  </a:lnTo>
                  <a:lnTo>
                    <a:pt x="1054" y="2124"/>
                  </a:lnTo>
                  <a:lnTo>
                    <a:pt x="1036" y="2112"/>
                  </a:lnTo>
                  <a:lnTo>
                    <a:pt x="1024" y="2095"/>
                  </a:lnTo>
                  <a:lnTo>
                    <a:pt x="1015" y="2075"/>
                  </a:lnTo>
                  <a:lnTo>
                    <a:pt x="1012" y="2051"/>
                  </a:lnTo>
                  <a:lnTo>
                    <a:pt x="1012" y="702"/>
                  </a:lnTo>
                  <a:lnTo>
                    <a:pt x="1015" y="680"/>
                  </a:lnTo>
                  <a:lnTo>
                    <a:pt x="1024" y="660"/>
                  </a:lnTo>
                  <a:lnTo>
                    <a:pt x="1036" y="643"/>
                  </a:lnTo>
                  <a:lnTo>
                    <a:pt x="1054" y="630"/>
                  </a:lnTo>
                  <a:lnTo>
                    <a:pt x="1074" y="621"/>
                  </a:lnTo>
                  <a:lnTo>
                    <a:pt x="1097" y="618"/>
                  </a:lnTo>
                  <a:close/>
                  <a:moveTo>
                    <a:pt x="1337" y="0"/>
                  </a:moveTo>
                  <a:lnTo>
                    <a:pt x="1380" y="2"/>
                  </a:lnTo>
                  <a:lnTo>
                    <a:pt x="1421" y="8"/>
                  </a:lnTo>
                  <a:lnTo>
                    <a:pt x="1462" y="18"/>
                  </a:lnTo>
                  <a:lnTo>
                    <a:pt x="1502" y="32"/>
                  </a:lnTo>
                  <a:lnTo>
                    <a:pt x="1540" y="49"/>
                  </a:lnTo>
                  <a:lnTo>
                    <a:pt x="1577" y="70"/>
                  </a:lnTo>
                  <a:lnTo>
                    <a:pt x="1612" y="94"/>
                  </a:lnTo>
                  <a:lnTo>
                    <a:pt x="1645" y="121"/>
                  </a:lnTo>
                  <a:lnTo>
                    <a:pt x="1674" y="152"/>
                  </a:lnTo>
                  <a:lnTo>
                    <a:pt x="1701" y="186"/>
                  </a:lnTo>
                  <a:lnTo>
                    <a:pt x="1724" y="223"/>
                  </a:lnTo>
                  <a:lnTo>
                    <a:pt x="1744" y="263"/>
                  </a:lnTo>
                  <a:lnTo>
                    <a:pt x="1760" y="307"/>
                  </a:lnTo>
                  <a:lnTo>
                    <a:pt x="1773" y="354"/>
                  </a:lnTo>
                  <a:lnTo>
                    <a:pt x="1779" y="402"/>
                  </a:lnTo>
                  <a:lnTo>
                    <a:pt x="1830" y="396"/>
                  </a:lnTo>
                  <a:lnTo>
                    <a:pt x="1878" y="395"/>
                  </a:lnTo>
                  <a:lnTo>
                    <a:pt x="1926" y="401"/>
                  </a:lnTo>
                  <a:lnTo>
                    <a:pt x="1970" y="413"/>
                  </a:lnTo>
                  <a:lnTo>
                    <a:pt x="2013" y="430"/>
                  </a:lnTo>
                  <a:lnTo>
                    <a:pt x="2053" y="451"/>
                  </a:lnTo>
                  <a:lnTo>
                    <a:pt x="2089" y="479"/>
                  </a:lnTo>
                  <a:lnTo>
                    <a:pt x="2122" y="509"/>
                  </a:lnTo>
                  <a:lnTo>
                    <a:pt x="2152" y="543"/>
                  </a:lnTo>
                  <a:lnTo>
                    <a:pt x="2177" y="580"/>
                  </a:lnTo>
                  <a:lnTo>
                    <a:pt x="2197" y="621"/>
                  </a:lnTo>
                  <a:lnTo>
                    <a:pt x="2212" y="663"/>
                  </a:lnTo>
                  <a:lnTo>
                    <a:pt x="2223" y="708"/>
                  </a:lnTo>
                  <a:lnTo>
                    <a:pt x="2227" y="754"/>
                  </a:lnTo>
                  <a:lnTo>
                    <a:pt x="2225" y="802"/>
                  </a:lnTo>
                  <a:lnTo>
                    <a:pt x="2217" y="849"/>
                  </a:lnTo>
                  <a:lnTo>
                    <a:pt x="2203" y="898"/>
                  </a:lnTo>
                  <a:lnTo>
                    <a:pt x="2244" y="910"/>
                  </a:lnTo>
                  <a:lnTo>
                    <a:pt x="2283" y="926"/>
                  </a:lnTo>
                  <a:lnTo>
                    <a:pt x="2319" y="948"/>
                  </a:lnTo>
                  <a:lnTo>
                    <a:pt x="2353" y="973"/>
                  </a:lnTo>
                  <a:lnTo>
                    <a:pt x="2382" y="1001"/>
                  </a:lnTo>
                  <a:lnTo>
                    <a:pt x="2410" y="1034"/>
                  </a:lnTo>
                  <a:lnTo>
                    <a:pt x="2432" y="1070"/>
                  </a:lnTo>
                  <a:lnTo>
                    <a:pt x="2450" y="1108"/>
                  </a:lnTo>
                  <a:lnTo>
                    <a:pt x="2462" y="1149"/>
                  </a:lnTo>
                  <a:lnTo>
                    <a:pt x="2471" y="1192"/>
                  </a:lnTo>
                  <a:lnTo>
                    <a:pt x="2474" y="1236"/>
                  </a:lnTo>
                  <a:lnTo>
                    <a:pt x="2471" y="1283"/>
                  </a:lnTo>
                  <a:lnTo>
                    <a:pt x="2461" y="1328"/>
                  </a:lnTo>
                  <a:lnTo>
                    <a:pt x="2447" y="1371"/>
                  </a:lnTo>
                  <a:lnTo>
                    <a:pt x="2426" y="1411"/>
                  </a:lnTo>
                  <a:lnTo>
                    <a:pt x="2402" y="1447"/>
                  </a:lnTo>
                  <a:lnTo>
                    <a:pt x="2373" y="1481"/>
                  </a:lnTo>
                  <a:lnTo>
                    <a:pt x="2339" y="1511"/>
                  </a:lnTo>
                  <a:lnTo>
                    <a:pt x="2303" y="1535"/>
                  </a:lnTo>
                  <a:lnTo>
                    <a:pt x="2263" y="1555"/>
                  </a:lnTo>
                  <a:lnTo>
                    <a:pt x="2219" y="1570"/>
                  </a:lnTo>
                  <a:lnTo>
                    <a:pt x="2175" y="1579"/>
                  </a:lnTo>
                  <a:lnTo>
                    <a:pt x="2128" y="1582"/>
                  </a:lnTo>
                  <a:lnTo>
                    <a:pt x="1968" y="1582"/>
                  </a:lnTo>
                  <a:lnTo>
                    <a:pt x="1968" y="702"/>
                  </a:lnTo>
                  <a:lnTo>
                    <a:pt x="1965" y="668"/>
                  </a:lnTo>
                  <a:lnTo>
                    <a:pt x="1955" y="634"/>
                  </a:lnTo>
                  <a:lnTo>
                    <a:pt x="1941" y="603"/>
                  </a:lnTo>
                  <a:lnTo>
                    <a:pt x="1922" y="576"/>
                  </a:lnTo>
                  <a:lnTo>
                    <a:pt x="1898" y="552"/>
                  </a:lnTo>
                  <a:lnTo>
                    <a:pt x="1871" y="532"/>
                  </a:lnTo>
                  <a:lnTo>
                    <a:pt x="1840" y="518"/>
                  </a:lnTo>
                  <a:lnTo>
                    <a:pt x="1806" y="509"/>
                  </a:lnTo>
                  <a:lnTo>
                    <a:pt x="1772" y="506"/>
                  </a:lnTo>
                  <a:lnTo>
                    <a:pt x="1097" y="506"/>
                  </a:lnTo>
                  <a:lnTo>
                    <a:pt x="1061" y="509"/>
                  </a:lnTo>
                  <a:lnTo>
                    <a:pt x="1028" y="518"/>
                  </a:lnTo>
                  <a:lnTo>
                    <a:pt x="997" y="532"/>
                  </a:lnTo>
                  <a:lnTo>
                    <a:pt x="970" y="552"/>
                  </a:lnTo>
                  <a:lnTo>
                    <a:pt x="947" y="576"/>
                  </a:lnTo>
                  <a:lnTo>
                    <a:pt x="926" y="603"/>
                  </a:lnTo>
                  <a:lnTo>
                    <a:pt x="912" y="634"/>
                  </a:lnTo>
                  <a:lnTo>
                    <a:pt x="903" y="668"/>
                  </a:lnTo>
                  <a:lnTo>
                    <a:pt x="900" y="702"/>
                  </a:lnTo>
                  <a:lnTo>
                    <a:pt x="900" y="1582"/>
                  </a:lnTo>
                  <a:lnTo>
                    <a:pt x="446" y="1582"/>
                  </a:lnTo>
                  <a:lnTo>
                    <a:pt x="446" y="1581"/>
                  </a:lnTo>
                  <a:lnTo>
                    <a:pt x="393" y="1575"/>
                  </a:lnTo>
                  <a:lnTo>
                    <a:pt x="342" y="1564"/>
                  </a:lnTo>
                  <a:lnTo>
                    <a:pt x="295" y="1548"/>
                  </a:lnTo>
                  <a:lnTo>
                    <a:pt x="248" y="1526"/>
                  </a:lnTo>
                  <a:lnTo>
                    <a:pt x="206" y="1500"/>
                  </a:lnTo>
                  <a:lnTo>
                    <a:pt x="166" y="1470"/>
                  </a:lnTo>
                  <a:lnTo>
                    <a:pt x="130" y="1436"/>
                  </a:lnTo>
                  <a:lnTo>
                    <a:pt x="97" y="1399"/>
                  </a:lnTo>
                  <a:lnTo>
                    <a:pt x="69" y="1357"/>
                  </a:lnTo>
                  <a:lnTo>
                    <a:pt x="45" y="1313"/>
                  </a:lnTo>
                  <a:lnTo>
                    <a:pt x="25" y="1266"/>
                  </a:lnTo>
                  <a:lnTo>
                    <a:pt x="12" y="1217"/>
                  </a:lnTo>
                  <a:lnTo>
                    <a:pt x="3" y="1165"/>
                  </a:lnTo>
                  <a:lnTo>
                    <a:pt x="0" y="1112"/>
                  </a:lnTo>
                  <a:lnTo>
                    <a:pt x="3" y="1058"/>
                  </a:lnTo>
                  <a:lnTo>
                    <a:pt x="12" y="1007"/>
                  </a:lnTo>
                  <a:lnTo>
                    <a:pt x="26" y="956"/>
                  </a:lnTo>
                  <a:lnTo>
                    <a:pt x="46" y="908"/>
                  </a:lnTo>
                  <a:lnTo>
                    <a:pt x="71" y="864"/>
                  </a:lnTo>
                  <a:lnTo>
                    <a:pt x="100" y="822"/>
                  </a:lnTo>
                  <a:lnTo>
                    <a:pt x="134" y="784"/>
                  </a:lnTo>
                  <a:lnTo>
                    <a:pt x="171" y="750"/>
                  </a:lnTo>
                  <a:lnTo>
                    <a:pt x="212" y="719"/>
                  </a:lnTo>
                  <a:lnTo>
                    <a:pt x="257" y="694"/>
                  </a:lnTo>
                  <a:lnTo>
                    <a:pt x="303" y="673"/>
                  </a:lnTo>
                  <a:lnTo>
                    <a:pt x="353" y="658"/>
                  </a:lnTo>
                  <a:lnTo>
                    <a:pt x="405" y="648"/>
                  </a:lnTo>
                  <a:lnTo>
                    <a:pt x="397" y="599"/>
                  </a:lnTo>
                  <a:lnTo>
                    <a:pt x="396" y="552"/>
                  </a:lnTo>
                  <a:lnTo>
                    <a:pt x="400" y="507"/>
                  </a:lnTo>
                  <a:lnTo>
                    <a:pt x="410" y="464"/>
                  </a:lnTo>
                  <a:lnTo>
                    <a:pt x="425" y="423"/>
                  </a:lnTo>
                  <a:lnTo>
                    <a:pt x="445" y="383"/>
                  </a:lnTo>
                  <a:lnTo>
                    <a:pt x="468" y="348"/>
                  </a:lnTo>
                  <a:lnTo>
                    <a:pt x="495" y="315"/>
                  </a:lnTo>
                  <a:lnTo>
                    <a:pt x="527" y="286"/>
                  </a:lnTo>
                  <a:lnTo>
                    <a:pt x="561" y="260"/>
                  </a:lnTo>
                  <a:lnTo>
                    <a:pt x="597" y="239"/>
                  </a:lnTo>
                  <a:lnTo>
                    <a:pt x="636" y="221"/>
                  </a:lnTo>
                  <a:lnTo>
                    <a:pt x="677" y="208"/>
                  </a:lnTo>
                  <a:lnTo>
                    <a:pt x="719" y="200"/>
                  </a:lnTo>
                  <a:lnTo>
                    <a:pt x="763" y="197"/>
                  </a:lnTo>
                  <a:lnTo>
                    <a:pt x="807" y="199"/>
                  </a:lnTo>
                  <a:lnTo>
                    <a:pt x="851" y="206"/>
                  </a:lnTo>
                  <a:lnTo>
                    <a:pt x="897" y="220"/>
                  </a:lnTo>
                  <a:lnTo>
                    <a:pt x="940" y="240"/>
                  </a:lnTo>
                  <a:lnTo>
                    <a:pt x="966" y="197"/>
                  </a:lnTo>
                  <a:lnTo>
                    <a:pt x="994" y="158"/>
                  </a:lnTo>
                  <a:lnTo>
                    <a:pt x="1026" y="124"/>
                  </a:lnTo>
                  <a:lnTo>
                    <a:pt x="1058" y="94"/>
                  </a:lnTo>
                  <a:lnTo>
                    <a:pt x="1094" y="68"/>
                  </a:lnTo>
                  <a:lnTo>
                    <a:pt x="1132" y="46"/>
                  </a:lnTo>
                  <a:lnTo>
                    <a:pt x="1172" y="30"/>
                  </a:lnTo>
                  <a:lnTo>
                    <a:pt x="1212" y="16"/>
                  </a:lnTo>
                  <a:lnTo>
                    <a:pt x="1254" y="6"/>
                  </a:lnTo>
                  <a:lnTo>
                    <a:pt x="1295" y="1"/>
                  </a:lnTo>
                  <a:lnTo>
                    <a:pt x="1337"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1" name="Group 10"/>
          <p:cNvGrpSpPr>
            <a:grpSpLocks noChangeAspect="1"/>
          </p:cNvGrpSpPr>
          <p:nvPr/>
        </p:nvGrpSpPr>
        <p:grpSpPr>
          <a:xfrm>
            <a:off x="5029356" y="2293775"/>
            <a:ext cx="485249" cy="583655"/>
            <a:chOff x="6572538" y="2490983"/>
            <a:chExt cx="485249" cy="583655"/>
          </a:xfrm>
        </p:grpSpPr>
        <p:sp useBgFill="1">
          <p:nvSpPr>
            <p:cNvPr id="78" name="Freeform 6"/>
            <p:cNvSpPr>
              <a:spLocks/>
            </p:cNvSpPr>
            <p:nvPr/>
          </p:nvSpPr>
          <p:spPr bwMode="auto">
            <a:xfrm>
              <a:off x="6572538" y="2490983"/>
              <a:ext cx="485249" cy="583655"/>
            </a:xfrm>
            <a:custGeom>
              <a:avLst/>
              <a:gdLst>
                <a:gd name="T0" fmla="*/ 1426 w 2003"/>
                <a:gd name="T1" fmla="*/ 2 h 2406"/>
                <a:gd name="T2" fmla="*/ 1576 w 2003"/>
                <a:gd name="T3" fmla="*/ 16 h 2406"/>
                <a:gd name="T4" fmla="*/ 1717 w 2003"/>
                <a:gd name="T5" fmla="*/ 44 h 2406"/>
                <a:gd name="T6" fmla="*/ 1840 w 2003"/>
                <a:gd name="T7" fmla="*/ 87 h 2406"/>
                <a:gd name="T8" fmla="*/ 1935 w 2003"/>
                <a:gd name="T9" fmla="*/ 146 h 2406"/>
                <a:gd name="T10" fmla="*/ 1991 w 2003"/>
                <a:gd name="T11" fmla="*/ 222 h 2406"/>
                <a:gd name="T12" fmla="*/ 2003 w 2003"/>
                <a:gd name="T13" fmla="*/ 389 h 2406"/>
                <a:gd name="T14" fmla="*/ 2003 w 2003"/>
                <a:gd name="T15" fmla="*/ 678 h 2406"/>
                <a:gd name="T16" fmla="*/ 2003 w 2003"/>
                <a:gd name="T17" fmla="*/ 962 h 2406"/>
                <a:gd name="T18" fmla="*/ 2000 w 2003"/>
                <a:gd name="T19" fmla="*/ 1198 h 2406"/>
                <a:gd name="T20" fmla="*/ 1960 w 2003"/>
                <a:gd name="T21" fmla="*/ 1283 h 2406"/>
                <a:gd name="T22" fmla="*/ 1880 w 2003"/>
                <a:gd name="T23" fmla="*/ 1353 h 2406"/>
                <a:gd name="T24" fmla="*/ 1770 w 2003"/>
                <a:gd name="T25" fmla="*/ 1410 h 2406"/>
                <a:gd name="T26" fmla="*/ 1642 w 2003"/>
                <a:gd name="T27" fmla="*/ 1452 h 2406"/>
                <a:gd name="T28" fmla="*/ 1558 w 2003"/>
                <a:gd name="T29" fmla="*/ 1496 h 2406"/>
                <a:gd name="T30" fmla="*/ 1552 w 2003"/>
                <a:gd name="T31" fmla="*/ 1572 h 2406"/>
                <a:gd name="T32" fmla="*/ 1509 w 2003"/>
                <a:gd name="T33" fmla="*/ 1636 h 2406"/>
                <a:gd name="T34" fmla="*/ 1493 w 2003"/>
                <a:gd name="T35" fmla="*/ 1752 h 2406"/>
                <a:gd name="T36" fmla="*/ 1546 w 2003"/>
                <a:gd name="T37" fmla="*/ 1807 h 2406"/>
                <a:gd name="T38" fmla="*/ 1565 w 2003"/>
                <a:gd name="T39" fmla="*/ 1880 h 2406"/>
                <a:gd name="T40" fmla="*/ 1546 w 2003"/>
                <a:gd name="T41" fmla="*/ 1952 h 2406"/>
                <a:gd name="T42" fmla="*/ 1493 w 2003"/>
                <a:gd name="T43" fmla="*/ 2007 h 2406"/>
                <a:gd name="T44" fmla="*/ 818 w 2003"/>
                <a:gd name="T45" fmla="*/ 2402 h 2406"/>
                <a:gd name="T46" fmla="*/ 719 w 2003"/>
                <a:gd name="T47" fmla="*/ 2393 h 2406"/>
                <a:gd name="T48" fmla="*/ 56 w 2003"/>
                <a:gd name="T49" fmla="*/ 1991 h 2406"/>
                <a:gd name="T50" fmla="*/ 13 w 2003"/>
                <a:gd name="T51" fmla="*/ 1929 h 2406"/>
                <a:gd name="T52" fmla="*/ 7 w 2003"/>
                <a:gd name="T53" fmla="*/ 1854 h 2406"/>
                <a:gd name="T54" fmla="*/ 39 w 2003"/>
                <a:gd name="T55" fmla="*/ 1786 h 2406"/>
                <a:gd name="T56" fmla="*/ 158 w 2003"/>
                <a:gd name="T57" fmla="*/ 1702 h 2406"/>
                <a:gd name="T58" fmla="*/ 34 w 2003"/>
                <a:gd name="T59" fmla="*/ 1616 h 2406"/>
                <a:gd name="T60" fmla="*/ 2 w 2003"/>
                <a:gd name="T61" fmla="*/ 1548 h 2406"/>
                <a:gd name="T62" fmla="*/ 8 w 2003"/>
                <a:gd name="T63" fmla="*/ 1472 h 2406"/>
                <a:gd name="T64" fmla="*/ 50 w 2003"/>
                <a:gd name="T65" fmla="*/ 1409 h 2406"/>
                <a:gd name="T66" fmla="*/ 72 w 2003"/>
                <a:gd name="T67" fmla="*/ 1293 h 2406"/>
                <a:gd name="T68" fmla="*/ 19 w 2003"/>
                <a:gd name="T69" fmla="*/ 1238 h 2406"/>
                <a:gd name="T70" fmla="*/ 0 w 2003"/>
                <a:gd name="T71" fmla="*/ 1165 h 2406"/>
                <a:gd name="T72" fmla="*/ 19 w 2003"/>
                <a:gd name="T73" fmla="*/ 1093 h 2406"/>
                <a:gd name="T74" fmla="*/ 72 w 2003"/>
                <a:gd name="T75" fmla="*/ 1038 h 2406"/>
                <a:gd name="T76" fmla="*/ 649 w 2003"/>
                <a:gd name="T77" fmla="*/ 393 h 2406"/>
                <a:gd name="T78" fmla="*/ 653 w 2003"/>
                <a:gd name="T79" fmla="*/ 252 h 2406"/>
                <a:gd name="T80" fmla="*/ 695 w 2003"/>
                <a:gd name="T81" fmla="*/ 169 h 2406"/>
                <a:gd name="T82" fmla="*/ 777 w 2003"/>
                <a:gd name="T83" fmla="*/ 105 h 2406"/>
                <a:gd name="T84" fmla="*/ 892 w 2003"/>
                <a:gd name="T85" fmla="*/ 56 h 2406"/>
                <a:gd name="T86" fmla="*/ 1029 w 2003"/>
                <a:gd name="T87" fmla="*/ 25 h 2406"/>
                <a:gd name="T88" fmla="*/ 1176 w 2003"/>
                <a:gd name="T89" fmla="*/ 6 h 2406"/>
                <a:gd name="T90" fmla="*/ 1327 w 2003"/>
                <a:gd name="T91" fmla="*/ 0 h 2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003" h="2406">
                  <a:moveTo>
                    <a:pt x="1327" y="0"/>
                  </a:moveTo>
                  <a:lnTo>
                    <a:pt x="1376" y="0"/>
                  </a:lnTo>
                  <a:lnTo>
                    <a:pt x="1426" y="2"/>
                  </a:lnTo>
                  <a:lnTo>
                    <a:pt x="1477" y="6"/>
                  </a:lnTo>
                  <a:lnTo>
                    <a:pt x="1526" y="11"/>
                  </a:lnTo>
                  <a:lnTo>
                    <a:pt x="1576" y="16"/>
                  </a:lnTo>
                  <a:lnTo>
                    <a:pt x="1624" y="25"/>
                  </a:lnTo>
                  <a:lnTo>
                    <a:pt x="1672" y="33"/>
                  </a:lnTo>
                  <a:lnTo>
                    <a:pt x="1717" y="44"/>
                  </a:lnTo>
                  <a:lnTo>
                    <a:pt x="1761" y="56"/>
                  </a:lnTo>
                  <a:lnTo>
                    <a:pt x="1802" y="71"/>
                  </a:lnTo>
                  <a:lnTo>
                    <a:pt x="1840" y="87"/>
                  </a:lnTo>
                  <a:lnTo>
                    <a:pt x="1876" y="105"/>
                  </a:lnTo>
                  <a:lnTo>
                    <a:pt x="1908" y="124"/>
                  </a:lnTo>
                  <a:lnTo>
                    <a:pt x="1935" y="146"/>
                  </a:lnTo>
                  <a:lnTo>
                    <a:pt x="1958" y="169"/>
                  </a:lnTo>
                  <a:lnTo>
                    <a:pt x="1977" y="195"/>
                  </a:lnTo>
                  <a:lnTo>
                    <a:pt x="1991" y="222"/>
                  </a:lnTo>
                  <a:lnTo>
                    <a:pt x="2000" y="252"/>
                  </a:lnTo>
                  <a:lnTo>
                    <a:pt x="2003" y="284"/>
                  </a:lnTo>
                  <a:lnTo>
                    <a:pt x="2003" y="389"/>
                  </a:lnTo>
                  <a:lnTo>
                    <a:pt x="2003" y="488"/>
                  </a:lnTo>
                  <a:lnTo>
                    <a:pt x="2003" y="584"/>
                  </a:lnTo>
                  <a:lnTo>
                    <a:pt x="2003" y="678"/>
                  </a:lnTo>
                  <a:lnTo>
                    <a:pt x="2003" y="771"/>
                  </a:lnTo>
                  <a:lnTo>
                    <a:pt x="2003" y="865"/>
                  </a:lnTo>
                  <a:lnTo>
                    <a:pt x="2003" y="962"/>
                  </a:lnTo>
                  <a:lnTo>
                    <a:pt x="2003" y="1062"/>
                  </a:lnTo>
                  <a:lnTo>
                    <a:pt x="2003" y="1168"/>
                  </a:lnTo>
                  <a:lnTo>
                    <a:pt x="2000" y="1198"/>
                  </a:lnTo>
                  <a:lnTo>
                    <a:pt x="1992" y="1228"/>
                  </a:lnTo>
                  <a:lnTo>
                    <a:pt x="1978" y="1256"/>
                  </a:lnTo>
                  <a:lnTo>
                    <a:pt x="1960" y="1283"/>
                  </a:lnTo>
                  <a:lnTo>
                    <a:pt x="1937" y="1308"/>
                  </a:lnTo>
                  <a:lnTo>
                    <a:pt x="1911" y="1331"/>
                  </a:lnTo>
                  <a:lnTo>
                    <a:pt x="1880" y="1353"/>
                  </a:lnTo>
                  <a:lnTo>
                    <a:pt x="1846" y="1375"/>
                  </a:lnTo>
                  <a:lnTo>
                    <a:pt x="1809" y="1394"/>
                  </a:lnTo>
                  <a:lnTo>
                    <a:pt x="1770" y="1410"/>
                  </a:lnTo>
                  <a:lnTo>
                    <a:pt x="1729" y="1426"/>
                  </a:lnTo>
                  <a:lnTo>
                    <a:pt x="1687" y="1440"/>
                  </a:lnTo>
                  <a:lnTo>
                    <a:pt x="1642" y="1452"/>
                  </a:lnTo>
                  <a:lnTo>
                    <a:pt x="1596" y="1462"/>
                  </a:lnTo>
                  <a:lnTo>
                    <a:pt x="1550" y="1472"/>
                  </a:lnTo>
                  <a:lnTo>
                    <a:pt x="1558" y="1496"/>
                  </a:lnTo>
                  <a:lnTo>
                    <a:pt x="1560" y="1522"/>
                  </a:lnTo>
                  <a:lnTo>
                    <a:pt x="1558" y="1548"/>
                  </a:lnTo>
                  <a:lnTo>
                    <a:pt x="1552" y="1572"/>
                  </a:lnTo>
                  <a:lnTo>
                    <a:pt x="1541" y="1595"/>
                  </a:lnTo>
                  <a:lnTo>
                    <a:pt x="1527" y="1616"/>
                  </a:lnTo>
                  <a:lnTo>
                    <a:pt x="1509" y="1636"/>
                  </a:lnTo>
                  <a:lnTo>
                    <a:pt x="1488" y="1650"/>
                  </a:lnTo>
                  <a:lnTo>
                    <a:pt x="1407" y="1700"/>
                  </a:lnTo>
                  <a:lnTo>
                    <a:pt x="1493" y="1752"/>
                  </a:lnTo>
                  <a:lnTo>
                    <a:pt x="1515" y="1766"/>
                  </a:lnTo>
                  <a:lnTo>
                    <a:pt x="1532" y="1786"/>
                  </a:lnTo>
                  <a:lnTo>
                    <a:pt x="1546" y="1807"/>
                  </a:lnTo>
                  <a:lnTo>
                    <a:pt x="1557" y="1829"/>
                  </a:lnTo>
                  <a:lnTo>
                    <a:pt x="1563" y="1854"/>
                  </a:lnTo>
                  <a:lnTo>
                    <a:pt x="1565" y="1880"/>
                  </a:lnTo>
                  <a:lnTo>
                    <a:pt x="1563" y="1905"/>
                  </a:lnTo>
                  <a:lnTo>
                    <a:pt x="1557" y="1930"/>
                  </a:lnTo>
                  <a:lnTo>
                    <a:pt x="1546" y="1952"/>
                  </a:lnTo>
                  <a:lnTo>
                    <a:pt x="1532" y="1974"/>
                  </a:lnTo>
                  <a:lnTo>
                    <a:pt x="1515" y="1993"/>
                  </a:lnTo>
                  <a:lnTo>
                    <a:pt x="1493" y="2007"/>
                  </a:lnTo>
                  <a:lnTo>
                    <a:pt x="882" y="2378"/>
                  </a:lnTo>
                  <a:lnTo>
                    <a:pt x="851" y="2393"/>
                  </a:lnTo>
                  <a:lnTo>
                    <a:pt x="818" y="2402"/>
                  </a:lnTo>
                  <a:lnTo>
                    <a:pt x="785" y="2406"/>
                  </a:lnTo>
                  <a:lnTo>
                    <a:pt x="752" y="2402"/>
                  </a:lnTo>
                  <a:lnTo>
                    <a:pt x="719" y="2393"/>
                  </a:lnTo>
                  <a:lnTo>
                    <a:pt x="688" y="2378"/>
                  </a:lnTo>
                  <a:lnTo>
                    <a:pt x="77" y="2007"/>
                  </a:lnTo>
                  <a:lnTo>
                    <a:pt x="56" y="1991"/>
                  </a:lnTo>
                  <a:lnTo>
                    <a:pt x="39" y="1974"/>
                  </a:lnTo>
                  <a:lnTo>
                    <a:pt x="24" y="1952"/>
                  </a:lnTo>
                  <a:lnTo>
                    <a:pt x="13" y="1929"/>
                  </a:lnTo>
                  <a:lnTo>
                    <a:pt x="7" y="1905"/>
                  </a:lnTo>
                  <a:lnTo>
                    <a:pt x="5" y="1880"/>
                  </a:lnTo>
                  <a:lnTo>
                    <a:pt x="7" y="1854"/>
                  </a:lnTo>
                  <a:lnTo>
                    <a:pt x="13" y="1829"/>
                  </a:lnTo>
                  <a:lnTo>
                    <a:pt x="24" y="1807"/>
                  </a:lnTo>
                  <a:lnTo>
                    <a:pt x="39" y="1786"/>
                  </a:lnTo>
                  <a:lnTo>
                    <a:pt x="56" y="1766"/>
                  </a:lnTo>
                  <a:lnTo>
                    <a:pt x="77" y="1752"/>
                  </a:lnTo>
                  <a:lnTo>
                    <a:pt x="158" y="1702"/>
                  </a:lnTo>
                  <a:lnTo>
                    <a:pt x="72" y="1650"/>
                  </a:lnTo>
                  <a:lnTo>
                    <a:pt x="50" y="1636"/>
                  </a:lnTo>
                  <a:lnTo>
                    <a:pt x="34" y="1616"/>
                  </a:lnTo>
                  <a:lnTo>
                    <a:pt x="19" y="1595"/>
                  </a:lnTo>
                  <a:lnTo>
                    <a:pt x="8" y="1572"/>
                  </a:lnTo>
                  <a:lnTo>
                    <a:pt x="2" y="1548"/>
                  </a:lnTo>
                  <a:lnTo>
                    <a:pt x="0" y="1522"/>
                  </a:lnTo>
                  <a:lnTo>
                    <a:pt x="2" y="1497"/>
                  </a:lnTo>
                  <a:lnTo>
                    <a:pt x="8" y="1472"/>
                  </a:lnTo>
                  <a:lnTo>
                    <a:pt x="19" y="1450"/>
                  </a:lnTo>
                  <a:lnTo>
                    <a:pt x="34" y="1428"/>
                  </a:lnTo>
                  <a:lnTo>
                    <a:pt x="50" y="1409"/>
                  </a:lnTo>
                  <a:lnTo>
                    <a:pt x="72" y="1395"/>
                  </a:lnTo>
                  <a:lnTo>
                    <a:pt x="155" y="1344"/>
                  </a:lnTo>
                  <a:lnTo>
                    <a:pt x="72" y="1293"/>
                  </a:lnTo>
                  <a:lnTo>
                    <a:pt x="50" y="1278"/>
                  </a:lnTo>
                  <a:lnTo>
                    <a:pt x="34" y="1259"/>
                  </a:lnTo>
                  <a:lnTo>
                    <a:pt x="19" y="1238"/>
                  </a:lnTo>
                  <a:lnTo>
                    <a:pt x="8" y="1216"/>
                  </a:lnTo>
                  <a:lnTo>
                    <a:pt x="2" y="1191"/>
                  </a:lnTo>
                  <a:lnTo>
                    <a:pt x="0" y="1165"/>
                  </a:lnTo>
                  <a:lnTo>
                    <a:pt x="2" y="1140"/>
                  </a:lnTo>
                  <a:lnTo>
                    <a:pt x="8" y="1115"/>
                  </a:lnTo>
                  <a:lnTo>
                    <a:pt x="19" y="1093"/>
                  </a:lnTo>
                  <a:lnTo>
                    <a:pt x="34" y="1071"/>
                  </a:lnTo>
                  <a:lnTo>
                    <a:pt x="50" y="1052"/>
                  </a:lnTo>
                  <a:lnTo>
                    <a:pt x="72" y="1038"/>
                  </a:lnTo>
                  <a:lnTo>
                    <a:pt x="649" y="688"/>
                  </a:lnTo>
                  <a:lnTo>
                    <a:pt x="649" y="441"/>
                  </a:lnTo>
                  <a:lnTo>
                    <a:pt x="649" y="393"/>
                  </a:lnTo>
                  <a:lnTo>
                    <a:pt x="649" y="341"/>
                  </a:lnTo>
                  <a:lnTo>
                    <a:pt x="649" y="284"/>
                  </a:lnTo>
                  <a:lnTo>
                    <a:pt x="653" y="252"/>
                  </a:lnTo>
                  <a:lnTo>
                    <a:pt x="661" y="222"/>
                  </a:lnTo>
                  <a:lnTo>
                    <a:pt x="676" y="195"/>
                  </a:lnTo>
                  <a:lnTo>
                    <a:pt x="695" y="169"/>
                  </a:lnTo>
                  <a:lnTo>
                    <a:pt x="718" y="146"/>
                  </a:lnTo>
                  <a:lnTo>
                    <a:pt x="746" y="124"/>
                  </a:lnTo>
                  <a:lnTo>
                    <a:pt x="777" y="105"/>
                  </a:lnTo>
                  <a:lnTo>
                    <a:pt x="813" y="87"/>
                  </a:lnTo>
                  <a:lnTo>
                    <a:pt x="851" y="71"/>
                  </a:lnTo>
                  <a:lnTo>
                    <a:pt x="892" y="56"/>
                  </a:lnTo>
                  <a:lnTo>
                    <a:pt x="936" y="44"/>
                  </a:lnTo>
                  <a:lnTo>
                    <a:pt x="981" y="33"/>
                  </a:lnTo>
                  <a:lnTo>
                    <a:pt x="1029" y="25"/>
                  </a:lnTo>
                  <a:lnTo>
                    <a:pt x="1077" y="16"/>
                  </a:lnTo>
                  <a:lnTo>
                    <a:pt x="1126" y="11"/>
                  </a:lnTo>
                  <a:lnTo>
                    <a:pt x="1176" y="6"/>
                  </a:lnTo>
                  <a:lnTo>
                    <a:pt x="1226" y="2"/>
                  </a:lnTo>
                  <a:lnTo>
                    <a:pt x="1277" y="0"/>
                  </a:lnTo>
                  <a:lnTo>
                    <a:pt x="1327"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9" name="Freeform 7"/>
            <p:cNvSpPr>
              <a:spLocks noEditPoints="1"/>
            </p:cNvSpPr>
            <p:nvPr/>
          </p:nvSpPr>
          <p:spPr bwMode="auto">
            <a:xfrm>
              <a:off x="6599685" y="2518130"/>
              <a:ext cx="430955" cy="529362"/>
            </a:xfrm>
            <a:custGeom>
              <a:avLst/>
              <a:gdLst>
                <a:gd name="T0" fmla="*/ 1333 w 1779"/>
                <a:gd name="T1" fmla="*/ 1744 h 2181"/>
                <a:gd name="T2" fmla="*/ 1339 w 1779"/>
                <a:gd name="T3" fmla="*/ 1780 h 2181"/>
                <a:gd name="T4" fmla="*/ 712 w 1779"/>
                <a:gd name="T5" fmla="*/ 2170 h 2181"/>
                <a:gd name="T6" fmla="*/ 654 w 1779"/>
                <a:gd name="T7" fmla="*/ 2178 h 2181"/>
                <a:gd name="T8" fmla="*/ 13 w 1779"/>
                <a:gd name="T9" fmla="*/ 1791 h 2181"/>
                <a:gd name="T10" fmla="*/ 7 w 1779"/>
                <a:gd name="T11" fmla="*/ 1755 h 2181"/>
                <a:gd name="T12" fmla="*/ 148 w 1779"/>
                <a:gd name="T13" fmla="*/ 1661 h 2181"/>
                <a:gd name="T14" fmla="*/ 616 w 1779"/>
                <a:gd name="T15" fmla="*/ 1937 h 2181"/>
                <a:gd name="T16" fmla="*/ 695 w 1779"/>
                <a:gd name="T17" fmla="*/ 1942 h 2181"/>
                <a:gd name="T18" fmla="*/ 769 w 1779"/>
                <a:gd name="T19" fmla="*/ 1915 h 2181"/>
                <a:gd name="T20" fmla="*/ 1779 w 1779"/>
                <a:gd name="T21" fmla="*/ 1056 h 2181"/>
                <a:gd name="T22" fmla="*/ 1750 w 1779"/>
                <a:gd name="T23" fmla="*/ 1114 h 2181"/>
                <a:gd name="T24" fmla="*/ 1671 w 1779"/>
                <a:gd name="T25" fmla="*/ 1170 h 2181"/>
                <a:gd name="T26" fmla="*/ 1549 w 1779"/>
                <a:gd name="T27" fmla="*/ 1218 h 2181"/>
                <a:gd name="T28" fmla="*/ 1395 w 1779"/>
                <a:gd name="T29" fmla="*/ 1253 h 2181"/>
                <a:gd name="T30" fmla="*/ 1376 w 1779"/>
                <a:gd name="T31" fmla="*/ 1181 h 2181"/>
                <a:gd name="T32" fmla="*/ 1429 w 1779"/>
                <a:gd name="T33" fmla="*/ 1126 h 2181"/>
                <a:gd name="T34" fmla="*/ 1448 w 1779"/>
                <a:gd name="T35" fmla="*/ 1053 h 2181"/>
                <a:gd name="T36" fmla="*/ 1429 w 1779"/>
                <a:gd name="T37" fmla="*/ 981 h 2181"/>
                <a:gd name="T38" fmla="*/ 1376 w 1779"/>
                <a:gd name="T39" fmla="*/ 926 h 2181"/>
                <a:gd name="T40" fmla="*/ 1272 w 1779"/>
                <a:gd name="T41" fmla="*/ 784 h 2181"/>
                <a:gd name="T42" fmla="*/ 1444 w 1779"/>
                <a:gd name="T43" fmla="*/ 771 h 2181"/>
                <a:gd name="T44" fmla="*/ 1605 w 1779"/>
                <a:gd name="T45" fmla="*/ 741 h 2181"/>
                <a:gd name="T46" fmla="*/ 1742 w 1779"/>
                <a:gd name="T47" fmla="*/ 691 h 2181"/>
                <a:gd name="T48" fmla="*/ 687 w 1779"/>
                <a:gd name="T49" fmla="*/ 644 h 2181"/>
                <a:gd name="T50" fmla="*/ 1328 w 1779"/>
                <a:gd name="T51" fmla="*/ 1030 h 2181"/>
                <a:gd name="T52" fmla="*/ 1334 w 1779"/>
                <a:gd name="T53" fmla="*/ 1066 h 2181"/>
                <a:gd name="T54" fmla="*/ 706 w 1779"/>
                <a:gd name="T55" fmla="*/ 1456 h 2181"/>
                <a:gd name="T56" fmla="*/ 648 w 1779"/>
                <a:gd name="T57" fmla="*/ 1464 h 2181"/>
                <a:gd name="T58" fmla="*/ 8 w 1779"/>
                <a:gd name="T59" fmla="*/ 1077 h 2181"/>
                <a:gd name="T60" fmla="*/ 2 w 1779"/>
                <a:gd name="T61" fmla="*/ 1041 h 2181"/>
                <a:gd name="T62" fmla="*/ 629 w 1779"/>
                <a:gd name="T63" fmla="*/ 651 h 2181"/>
                <a:gd name="T64" fmla="*/ 1215 w 1779"/>
                <a:gd name="T65" fmla="*/ 0 h 2181"/>
                <a:gd name="T66" fmla="*/ 1405 w 1779"/>
                <a:gd name="T67" fmla="*/ 11 h 2181"/>
                <a:gd name="T68" fmla="*/ 1567 w 1779"/>
                <a:gd name="T69" fmla="*/ 38 h 2181"/>
                <a:gd name="T70" fmla="*/ 1691 w 1779"/>
                <a:gd name="T71" fmla="*/ 81 h 2181"/>
                <a:gd name="T72" fmla="*/ 1764 w 1779"/>
                <a:gd name="T73" fmla="*/ 132 h 2181"/>
                <a:gd name="T74" fmla="*/ 1774 w 1779"/>
                <a:gd name="T75" fmla="*/ 192 h 2181"/>
                <a:gd name="T76" fmla="*/ 1722 w 1779"/>
                <a:gd name="T77" fmla="*/ 247 h 2181"/>
                <a:gd name="T78" fmla="*/ 1614 w 1779"/>
                <a:gd name="T79" fmla="*/ 294 h 2181"/>
                <a:gd name="T80" fmla="*/ 1463 w 1779"/>
                <a:gd name="T81" fmla="*/ 327 h 2181"/>
                <a:gd name="T82" fmla="*/ 1280 w 1779"/>
                <a:gd name="T83" fmla="*/ 342 h 2181"/>
                <a:gd name="T84" fmla="*/ 1086 w 1779"/>
                <a:gd name="T85" fmla="*/ 339 h 2181"/>
                <a:gd name="T86" fmla="*/ 912 w 1779"/>
                <a:gd name="T87" fmla="*/ 317 h 2181"/>
                <a:gd name="T88" fmla="*/ 774 w 1779"/>
                <a:gd name="T89" fmla="*/ 279 h 2181"/>
                <a:gd name="T90" fmla="*/ 683 w 1779"/>
                <a:gd name="T91" fmla="*/ 229 h 2181"/>
                <a:gd name="T92" fmla="*/ 650 w 1779"/>
                <a:gd name="T93" fmla="*/ 172 h 2181"/>
                <a:gd name="T94" fmla="*/ 683 w 1779"/>
                <a:gd name="T95" fmla="*/ 114 h 2181"/>
                <a:gd name="T96" fmla="*/ 774 w 1779"/>
                <a:gd name="T97" fmla="*/ 65 h 2181"/>
                <a:gd name="T98" fmla="*/ 912 w 1779"/>
                <a:gd name="T99" fmla="*/ 27 h 2181"/>
                <a:gd name="T100" fmla="*/ 1086 w 1779"/>
                <a:gd name="T101" fmla="*/ 4 h 2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79" h="2181">
                  <a:moveTo>
                    <a:pt x="1194" y="1658"/>
                  </a:moveTo>
                  <a:lnTo>
                    <a:pt x="1323" y="1736"/>
                  </a:lnTo>
                  <a:lnTo>
                    <a:pt x="1333" y="1744"/>
                  </a:lnTo>
                  <a:lnTo>
                    <a:pt x="1339" y="1755"/>
                  </a:lnTo>
                  <a:lnTo>
                    <a:pt x="1341" y="1768"/>
                  </a:lnTo>
                  <a:lnTo>
                    <a:pt x="1339" y="1780"/>
                  </a:lnTo>
                  <a:lnTo>
                    <a:pt x="1333" y="1791"/>
                  </a:lnTo>
                  <a:lnTo>
                    <a:pt x="1323" y="1799"/>
                  </a:lnTo>
                  <a:lnTo>
                    <a:pt x="712" y="2170"/>
                  </a:lnTo>
                  <a:lnTo>
                    <a:pt x="693" y="2178"/>
                  </a:lnTo>
                  <a:lnTo>
                    <a:pt x="673" y="2181"/>
                  </a:lnTo>
                  <a:lnTo>
                    <a:pt x="654" y="2178"/>
                  </a:lnTo>
                  <a:lnTo>
                    <a:pt x="635" y="2170"/>
                  </a:lnTo>
                  <a:lnTo>
                    <a:pt x="23" y="1799"/>
                  </a:lnTo>
                  <a:lnTo>
                    <a:pt x="13" y="1791"/>
                  </a:lnTo>
                  <a:lnTo>
                    <a:pt x="7" y="1780"/>
                  </a:lnTo>
                  <a:lnTo>
                    <a:pt x="5" y="1768"/>
                  </a:lnTo>
                  <a:lnTo>
                    <a:pt x="7" y="1755"/>
                  </a:lnTo>
                  <a:lnTo>
                    <a:pt x="13" y="1744"/>
                  </a:lnTo>
                  <a:lnTo>
                    <a:pt x="23" y="1736"/>
                  </a:lnTo>
                  <a:lnTo>
                    <a:pt x="148" y="1661"/>
                  </a:lnTo>
                  <a:lnTo>
                    <a:pt x="567" y="1915"/>
                  </a:lnTo>
                  <a:lnTo>
                    <a:pt x="591" y="1928"/>
                  </a:lnTo>
                  <a:lnTo>
                    <a:pt x="616" y="1937"/>
                  </a:lnTo>
                  <a:lnTo>
                    <a:pt x="642" y="1942"/>
                  </a:lnTo>
                  <a:lnTo>
                    <a:pt x="668" y="1944"/>
                  </a:lnTo>
                  <a:lnTo>
                    <a:pt x="695" y="1942"/>
                  </a:lnTo>
                  <a:lnTo>
                    <a:pt x="720" y="1937"/>
                  </a:lnTo>
                  <a:lnTo>
                    <a:pt x="745" y="1928"/>
                  </a:lnTo>
                  <a:lnTo>
                    <a:pt x="769" y="1915"/>
                  </a:lnTo>
                  <a:lnTo>
                    <a:pt x="1194" y="1658"/>
                  </a:lnTo>
                  <a:close/>
                  <a:moveTo>
                    <a:pt x="1779" y="670"/>
                  </a:moveTo>
                  <a:lnTo>
                    <a:pt x="1779" y="1056"/>
                  </a:lnTo>
                  <a:lnTo>
                    <a:pt x="1775" y="1075"/>
                  </a:lnTo>
                  <a:lnTo>
                    <a:pt x="1766" y="1094"/>
                  </a:lnTo>
                  <a:lnTo>
                    <a:pt x="1750" y="1114"/>
                  </a:lnTo>
                  <a:lnTo>
                    <a:pt x="1729" y="1133"/>
                  </a:lnTo>
                  <a:lnTo>
                    <a:pt x="1703" y="1152"/>
                  </a:lnTo>
                  <a:lnTo>
                    <a:pt x="1671" y="1170"/>
                  </a:lnTo>
                  <a:lnTo>
                    <a:pt x="1634" y="1188"/>
                  </a:lnTo>
                  <a:lnTo>
                    <a:pt x="1594" y="1203"/>
                  </a:lnTo>
                  <a:lnTo>
                    <a:pt x="1549" y="1218"/>
                  </a:lnTo>
                  <a:lnTo>
                    <a:pt x="1501" y="1232"/>
                  </a:lnTo>
                  <a:lnTo>
                    <a:pt x="1450" y="1244"/>
                  </a:lnTo>
                  <a:lnTo>
                    <a:pt x="1395" y="1253"/>
                  </a:lnTo>
                  <a:lnTo>
                    <a:pt x="1338" y="1259"/>
                  </a:lnTo>
                  <a:lnTo>
                    <a:pt x="1293" y="1232"/>
                  </a:lnTo>
                  <a:lnTo>
                    <a:pt x="1376" y="1181"/>
                  </a:lnTo>
                  <a:lnTo>
                    <a:pt x="1397" y="1166"/>
                  </a:lnTo>
                  <a:lnTo>
                    <a:pt x="1415" y="1147"/>
                  </a:lnTo>
                  <a:lnTo>
                    <a:pt x="1429" y="1126"/>
                  </a:lnTo>
                  <a:lnTo>
                    <a:pt x="1440" y="1103"/>
                  </a:lnTo>
                  <a:lnTo>
                    <a:pt x="1446" y="1079"/>
                  </a:lnTo>
                  <a:lnTo>
                    <a:pt x="1448" y="1053"/>
                  </a:lnTo>
                  <a:lnTo>
                    <a:pt x="1446" y="1028"/>
                  </a:lnTo>
                  <a:lnTo>
                    <a:pt x="1440" y="1003"/>
                  </a:lnTo>
                  <a:lnTo>
                    <a:pt x="1429" y="981"/>
                  </a:lnTo>
                  <a:lnTo>
                    <a:pt x="1415" y="959"/>
                  </a:lnTo>
                  <a:lnTo>
                    <a:pt x="1397" y="940"/>
                  </a:lnTo>
                  <a:lnTo>
                    <a:pt x="1376" y="926"/>
                  </a:lnTo>
                  <a:lnTo>
                    <a:pt x="1143" y="784"/>
                  </a:lnTo>
                  <a:lnTo>
                    <a:pt x="1215" y="785"/>
                  </a:lnTo>
                  <a:lnTo>
                    <a:pt x="1272" y="784"/>
                  </a:lnTo>
                  <a:lnTo>
                    <a:pt x="1329" y="782"/>
                  </a:lnTo>
                  <a:lnTo>
                    <a:pt x="1387" y="778"/>
                  </a:lnTo>
                  <a:lnTo>
                    <a:pt x="1444" y="771"/>
                  </a:lnTo>
                  <a:lnTo>
                    <a:pt x="1499" y="763"/>
                  </a:lnTo>
                  <a:lnTo>
                    <a:pt x="1554" y="753"/>
                  </a:lnTo>
                  <a:lnTo>
                    <a:pt x="1605" y="741"/>
                  </a:lnTo>
                  <a:lnTo>
                    <a:pt x="1654" y="727"/>
                  </a:lnTo>
                  <a:lnTo>
                    <a:pt x="1699" y="710"/>
                  </a:lnTo>
                  <a:lnTo>
                    <a:pt x="1742" y="691"/>
                  </a:lnTo>
                  <a:lnTo>
                    <a:pt x="1779" y="670"/>
                  </a:lnTo>
                  <a:close/>
                  <a:moveTo>
                    <a:pt x="668" y="640"/>
                  </a:moveTo>
                  <a:lnTo>
                    <a:pt x="687" y="644"/>
                  </a:lnTo>
                  <a:lnTo>
                    <a:pt x="706" y="651"/>
                  </a:lnTo>
                  <a:lnTo>
                    <a:pt x="1318" y="1022"/>
                  </a:lnTo>
                  <a:lnTo>
                    <a:pt x="1328" y="1030"/>
                  </a:lnTo>
                  <a:lnTo>
                    <a:pt x="1334" y="1041"/>
                  </a:lnTo>
                  <a:lnTo>
                    <a:pt x="1336" y="1053"/>
                  </a:lnTo>
                  <a:lnTo>
                    <a:pt x="1334" y="1066"/>
                  </a:lnTo>
                  <a:lnTo>
                    <a:pt x="1328" y="1077"/>
                  </a:lnTo>
                  <a:lnTo>
                    <a:pt x="1318" y="1085"/>
                  </a:lnTo>
                  <a:lnTo>
                    <a:pt x="706" y="1456"/>
                  </a:lnTo>
                  <a:lnTo>
                    <a:pt x="687" y="1464"/>
                  </a:lnTo>
                  <a:lnTo>
                    <a:pt x="668" y="1466"/>
                  </a:lnTo>
                  <a:lnTo>
                    <a:pt x="648" y="1464"/>
                  </a:lnTo>
                  <a:lnTo>
                    <a:pt x="629" y="1456"/>
                  </a:lnTo>
                  <a:lnTo>
                    <a:pt x="18" y="1085"/>
                  </a:lnTo>
                  <a:lnTo>
                    <a:pt x="8" y="1077"/>
                  </a:lnTo>
                  <a:lnTo>
                    <a:pt x="2" y="1066"/>
                  </a:lnTo>
                  <a:lnTo>
                    <a:pt x="0" y="1053"/>
                  </a:lnTo>
                  <a:lnTo>
                    <a:pt x="2" y="1041"/>
                  </a:lnTo>
                  <a:lnTo>
                    <a:pt x="8" y="1030"/>
                  </a:lnTo>
                  <a:lnTo>
                    <a:pt x="18" y="1022"/>
                  </a:lnTo>
                  <a:lnTo>
                    <a:pt x="629" y="651"/>
                  </a:lnTo>
                  <a:lnTo>
                    <a:pt x="648" y="644"/>
                  </a:lnTo>
                  <a:lnTo>
                    <a:pt x="668" y="640"/>
                  </a:lnTo>
                  <a:close/>
                  <a:moveTo>
                    <a:pt x="1215" y="0"/>
                  </a:moveTo>
                  <a:lnTo>
                    <a:pt x="1280" y="1"/>
                  </a:lnTo>
                  <a:lnTo>
                    <a:pt x="1343" y="4"/>
                  </a:lnTo>
                  <a:lnTo>
                    <a:pt x="1405" y="11"/>
                  </a:lnTo>
                  <a:lnTo>
                    <a:pt x="1463" y="18"/>
                  </a:lnTo>
                  <a:lnTo>
                    <a:pt x="1517" y="27"/>
                  </a:lnTo>
                  <a:lnTo>
                    <a:pt x="1567" y="38"/>
                  </a:lnTo>
                  <a:lnTo>
                    <a:pt x="1614" y="51"/>
                  </a:lnTo>
                  <a:lnTo>
                    <a:pt x="1655" y="65"/>
                  </a:lnTo>
                  <a:lnTo>
                    <a:pt x="1691" y="81"/>
                  </a:lnTo>
                  <a:lnTo>
                    <a:pt x="1722" y="96"/>
                  </a:lnTo>
                  <a:lnTo>
                    <a:pt x="1746" y="114"/>
                  </a:lnTo>
                  <a:lnTo>
                    <a:pt x="1764" y="132"/>
                  </a:lnTo>
                  <a:lnTo>
                    <a:pt x="1774" y="152"/>
                  </a:lnTo>
                  <a:lnTo>
                    <a:pt x="1779" y="172"/>
                  </a:lnTo>
                  <a:lnTo>
                    <a:pt x="1774" y="192"/>
                  </a:lnTo>
                  <a:lnTo>
                    <a:pt x="1764" y="212"/>
                  </a:lnTo>
                  <a:lnTo>
                    <a:pt x="1746" y="229"/>
                  </a:lnTo>
                  <a:lnTo>
                    <a:pt x="1722" y="247"/>
                  </a:lnTo>
                  <a:lnTo>
                    <a:pt x="1691" y="264"/>
                  </a:lnTo>
                  <a:lnTo>
                    <a:pt x="1655" y="279"/>
                  </a:lnTo>
                  <a:lnTo>
                    <a:pt x="1614" y="294"/>
                  </a:lnTo>
                  <a:lnTo>
                    <a:pt x="1567" y="307"/>
                  </a:lnTo>
                  <a:lnTo>
                    <a:pt x="1517" y="317"/>
                  </a:lnTo>
                  <a:lnTo>
                    <a:pt x="1463" y="327"/>
                  </a:lnTo>
                  <a:lnTo>
                    <a:pt x="1405" y="334"/>
                  </a:lnTo>
                  <a:lnTo>
                    <a:pt x="1343" y="339"/>
                  </a:lnTo>
                  <a:lnTo>
                    <a:pt x="1280" y="342"/>
                  </a:lnTo>
                  <a:lnTo>
                    <a:pt x="1215" y="344"/>
                  </a:lnTo>
                  <a:lnTo>
                    <a:pt x="1149" y="342"/>
                  </a:lnTo>
                  <a:lnTo>
                    <a:pt x="1086" y="339"/>
                  </a:lnTo>
                  <a:lnTo>
                    <a:pt x="1024" y="334"/>
                  </a:lnTo>
                  <a:lnTo>
                    <a:pt x="966" y="327"/>
                  </a:lnTo>
                  <a:lnTo>
                    <a:pt x="912" y="317"/>
                  </a:lnTo>
                  <a:lnTo>
                    <a:pt x="862" y="307"/>
                  </a:lnTo>
                  <a:lnTo>
                    <a:pt x="815" y="294"/>
                  </a:lnTo>
                  <a:lnTo>
                    <a:pt x="774" y="279"/>
                  </a:lnTo>
                  <a:lnTo>
                    <a:pt x="738" y="264"/>
                  </a:lnTo>
                  <a:lnTo>
                    <a:pt x="707" y="247"/>
                  </a:lnTo>
                  <a:lnTo>
                    <a:pt x="683" y="229"/>
                  </a:lnTo>
                  <a:lnTo>
                    <a:pt x="665" y="212"/>
                  </a:lnTo>
                  <a:lnTo>
                    <a:pt x="655" y="192"/>
                  </a:lnTo>
                  <a:lnTo>
                    <a:pt x="650" y="172"/>
                  </a:lnTo>
                  <a:lnTo>
                    <a:pt x="655" y="152"/>
                  </a:lnTo>
                  <a:lnTo>
                    <a:pt x="665" y="132"/>
                  </a:lnTo>
                  <a:lnTo>
                    <a:pt x="683" y="114"/>
                  </a:lnTo>
                  <a:lnTo>
                    <a:pt x="707" y="96"/>
                  </a:lnTo>
                  <a:lnTo>
                    <a:pt x="738" y="81"/>
                  </a:lnTo>
                  <a:lnTo>
                    <a:pt x="774" y="65"/>
                  </a:lnTo>
                  <a:lnTo>
                    <a:pt x="815" y="51"/>
                  </a:lnTo>
                  <a:lnTo>
                    <a:pt x="862" y="38"/>
                  </a:lnTo>
                  <a:lnTo>
                    <a:pt x="912" y="27"/>
                  </a:lnTo>
                  <a:lnTo>
                    <a:pt x="966" y="18"/>
                  </a:lnTo>
                  <a:lnTo>
                    <a:pt x="1024" y="11"/>
                  </a:lnTo>
                  <a:lnTo>
                    <a:pt x="1086" y="4"/>
                  </a:lnTo>
                  <a:lnTo>
                    <a:pt x="1149" y="1"/>
                  </a:lnTo>
                  <a:lnTo>
                    <a:pt x="121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0" name="Freeform 8"/>
            <p:cNvSpPr>
              <a:spLocks noEditPoints="1"/>
            </p:cNvSpPr>
            <p:nvPr/>
          </p:nvSpPr>
          <p:spPr bwMode="auto">
            <a:xfrm>
              <a:off x="6599685" y="2597873"/>
              <a:ext cx="430955" cy="363088"/>
            </a:xfrm>
            <a:custGeom>
              <a:avLst/>
              <a:gdLst>
                <a:gd name="T0" fmla="*/ 1318 w 1779"/>
                <a:gd name="T1" fmla="*/ 1052 h 1497"/>
                <a:gd name="T2" fmla="*/ 1334 w 1779"/>
                <a:gd name="T3" fmla="*/ 1071 h 1497"/>
                <a:gd name="T4" fmla="*/ 1334 w 1779"/>
                <a:gd name="T5" fmla="*/ 1096 h 1497"/>
                <a:gd name="T6" fmla="*/ 1318 w 1779"/>
                <a:gd name="T7" fmla="*/ 1115 h 1497"/>
                <a:gd name="T8" fmla="*/ 687 w 1779"/>
                <a:gd name="T9" fmla="*/ 1494 h 1497"/>
                <a:gd name="T10" fmla="*/ 648 w 1779"/>
                <a:gd name="T11" fmla="*/ 1494 h 1497"/>
                <a:gd name="T12" fmla="*/ 18 w 1779"/>
                <a:gd name="T13" fmla="*/ 1115 h 1497"/>
                <a:gd name="T14" fmla="*/ 2 w 1779"/>
                <a:gd name="T15" fmla="*/ 1096 h 1497"/>
                <a:gd name="T16" fmla="*/ 2 w 1779"/>
                <a:gd name="T17" fmla="*/ 1071 h 1497"/>
                <a:gd name="T18" fmla="*/ 18 w 1779"/>
                <a:gd name="T19" fmla="*/ 1052 h 1497"/>
                <a:gd name="T20" fmla="*/ 567 w 1779"/>
                <a:gd name="T21" fmla="*/ 1231 h 1497"/>
                <a:gd name="T22" fmla="*/ 616 w 1779"/>
                <a:gd name="T23" fmla="*/ 1252 h 1497"/>
                <a:gd name="T24" fmla="*/ 668 w 1779"/>
                <a:gd name="T25" fmla="*/ 1260 h 1497"/>
                <a:gd name="T26" fmla="*/ 720 w 1779"/>
                <a:gd name="T27" fmla="*/ 1252 h 1497"/>
                <a:gd name="T28" fmla="*/ 769 w 1779"/>
                <a:gd name="T29" fmla="*/ 1231 h 1497"/>
                <a:gd name="T30" fmla="*/ 650 w 1779"/>
                <a:gd name="T31" fmla="*/ 0 h 1497"/>
                <a:gd name="T32" fmla="*/ 729 w 1779"/>
                <a:gd name="T33" fmla="*/ 40 h 1497"/>
                <a:gd name="T34" fmla="*/ 824 w 1779"/>
                <a:gd name="T35" fmla="*/ 70 h 1497"/>
                <a:gd name="T36" fmla="*/ 929 w 1779"/>
                <a:gd name="T37" fmla="*/ 93 h 1497"/>
                <a:gd name="T38" fmla="*/ 1042 w 1779"/>
                <a:gd name="T39" fmla="*/ 107 h 1497"/>
                <a:gd name="T40" fmla="*/ 1157 w 1779"/>
                <a:gd name="T41" fmla="*/ 114 h 1497"/>
                <a:gd name="T42" fmla="*/ 1272 w 1779"/>
                <a:gd name="T43" fmla="*/ 114 h 1497"/>
                <a:gd name="T44" fmla="*/ 1387 w 1779"/>
                <a:gd name="T45" fmla="*/ 107 h 1497"/>
                <a:gd name="T46" fmla="*/ 1500 w 1779"/>
                <a:gd name="T47" fmla="*/ 93 h 1497"/>
                <a:gd name="T48" fmla="*/ 1605 w 1779"/>
                <a:gd name="T49" fmla="*/ 70 h 1497"/>
                <a:gd name="T50" fmla="*/ 1699 w 1779"/>
                <a:gd name="T51" fmla="*/ 40 h 1497"/>
                <a:gd name="T52" fmla="*/ 1779 w 1779"/>
                <a:gd name="T53" fmla="*/ 0 h 1497"/>
                <a:gd name="T54" fmla="*/ 1742 w 1779"/>
                <a:gd name="T55" fmla="*/ 266 h 1497"/>
                <a:gd name="T56" fmla="*/ 1654 w 1779"/>
                <a:gd name="T57" fmla="*/ 302 h 1497"/>
                <a:gd name="T58" fmla="*/ 1554 w 1779"/>
                <a:gd name="T59" fmla="*/ 328 h 1497"/>
                <a:gd name="T60" fmla="*/ 1444 w 1779"/>
                <a:gd name="T61" fmla="*/ 346 h 1497"/>
                <a:gd name="T62" fmla="*/ 1329 w 1779"/>
                <a:gd name="T63" fmla="*/ 357 h 1497"/>
                <a:gd name="T64" fmla="*/ 1215 w 1779"/>
                <a:gd name="T65" fmla="*/ 360 h 1497"/>
                <a:gd name="T66" fmla="*/ 1038 w 1779"/>
                <a:gd name="T67" fmla="*/ 351 h 1497"/>
                <a:gd name="T68" fmla="*/ 764 w 1779"/>
                <a:gd name="T69" fmla="*/ 228 h 1497"/>
                <a:gd name="T70" fmla="*/ 702 w 1779"/>
                <a:gd name="T71" fmla="*/ 205 h 1497"/>
                <a:gd name="T72" fmla="*/ 650 w 1779"/>
                <a:gd name="T73" fmla="*/ 202 h 1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779" h="1497">
                  <a:moveTo>
                    <a:pt x="1191" y="975"/>
                  </a:moveTo>
                  <a:lnTo>
                    <a:pt x="1318" y="1052"/>
                  </a:lnTo>
                  <a:lnTo>
                    <a:pt x="1328" y="1060"/>
                  </a:lnTo>
                  <a:lnTo>
                    <a:pt x="1334" y="1071"/>
                  </a:lnTo>
                  <a:lnTo>
                    <a:pt x="1336" y="1083"/>
                  </a:lnTo>
                  <a:lnTo>
                    <a:pt x="1334" y="1096"/>
                  </a:lnTo>
                  <a:lnTo>
                    <a:pt x="1328" y="1107"/>
                  </a:lnTo>
                  <a:lnTo>
                    <a:pt x="1318" y="1115"/>
                  </a:lnTo>
                  <a:lnTo>
                    <a:pt x="706" y="1486"/>
                  </a:lnTo>
                  <a:lnTo>
                    <a:pt x="687" y="1494"/>
                  </a:lnTo>
                  <a:lnTo>
                    <a:pt x="668" y="1497"/>
                  </a:lnTo>
                  <a:lnTo>
                    <a:pt x="648" y="1494"/>
                  </a:lnTo>
                  <a:lnTo>
                    <a:pt x="629" y="1486"/>
                  </a:lnTo>
                  <a:lnTo>
                    <a:pt x="18" y="1115"/>
                  </a:lnTo>
                  <a:lnTo>
                    <a:pt x="8" y="1107"/>
                  </a:lnTo>
                  <a:lnTo>
                    <a:pt x="2" y="1096"/>
                  </a:lnTo>
                  <a:lnTo>
                    <a:pt x="0" y="1083"/>
                  </a:lnTo>
                  <a:lnTo>
                    <a:pt x="2" y="1071"/>
                  </a:lnTo>
                  <a:lnTo>
                    <a:pt x="8" y="1060"/>
                  </a:lnTo>
                  <a:lnTo>
                    <a:pt x="18" y="1052"/>
                  </a:lnTo>
                  <a:lnTo>
                    <a:pt x="144" y="976"/>
                  </a:lnTo>
                  <a:lnTo>
                    <a:pt x="567" y="1231"/>
                  </a:lnTo>
                  <a:lnTo>
                    <a:pt x="591" y="1244"/>
                  </a:lnTo>
                  <a:lnTo>
                    <a:pt x="616" y="1252"/>
                  </a:lnTo>
                  <a:lnTo>
                    <a:pt x="642" y="1258"/>
                  </a:lnTo>
                  <a:lnTo>
                    <a:pt x="668" y="1260"/>
                  </a:lnTo>
                  <a:lnTo>
                    <a:pt x="695" y="1258"/>
                  </a:lnTo>
                  <a:lnTo>
                    <a:pt x="720" y="1252"/>
                  </a:lnTo>
                  <a:lnTo>
                    <a:pt x="745" y="1244"/>
                  </a:lnTo>
                  <a:lnTo>
                    <a:pt x="769" y="1231"/>
                  </a:lnTo>
                  <a:lnTo>
                    <a:pt x="1191" y="975"/>
                  </a:lnTo>
                  <a:close/>
                  <a:moveTo>
                    <a:pt x="650" y="0"/>
                  </a:moveTo>
                  <a:lnTo>
                    <a:pt x="687" y="21"/>
                  </a:lnTo>
                  <a:lnTo>
                    <a:pt x="729" y="40"/>
                  </a:lnTo>
                  <a:lnTo>
                    <a:pt x="775" y="57"/>
                  </a:lnTo>
                  <a:lnTo>
                    <a:pt x="824" y="70"/>
                  </a:lnTo>
                  <a:lnTo>
                    <a:pt x="875" y="83"/>
                  </a:lnTo>
                  <a:lnTo>
                    <a:pt x="929" y="93"/>
                  </a:lnTo>
                  <a:lnTo>
                    <a:pt x="985" y="101"/>
                  </a:lnTo>
                  <a:lnTo>
                    <a:pt x="1042" y="107"/>
                  </a:lnTo>
                  <a:lnTo>
                    <a:pt x="1100" y="112"/>
                  </a:lnTo>
                  <a:lnTo>
                    <a:pt x="1157" y="114"/>
                  </a:lnTo>
                  <a:lnTo>
                    <a:pt x="1215" y="115"/>
                  </a:lnTo>
                  <a:lnTo>
                    <a:pt x="1272" y="114"/>
                  </a:lnTo>
                  <a:lnTo>
                    <a:pt x="1329" y="112"/>
                  </a:lnTo>
                  <a:lnTo>
                    <a:pt x="1387" y="107"/>
                  </a:lnTo>
                  <a:lnTo>
                    <a:pt x="1444" y="101"/>
                  </a:lnTo>
                  <a:lnTo>
                    <a:pt x="1500" y="93"/>
                  </a:lnTo>
                  <a:lnTo>
                    <a:pt x="1554" y="83"/>
                  </a:lnTo>
                  <a:lnTo>
                    <a:pt x="1605" y="70"/>
                  </a:lnTo>
                  <a:lnTo>
                    <a:pt x="1654" y="57"/>
                  </a:lnTo>
                  <a:lnTo>
                    <a:pt x="1699" y="40"/>
                  </a:lnTo>
                  <a:lnTo>
                    <a:pt x="1742" y="21"/>
                  </a:lnTo>
                  <a:lnTo>
                    <a:pt x="1779" y="0"/>
                  </a:lnTo>
                  <a:lnTo>
                    <a:pt x="1779" y="245"/>
                  </a:lnTo>
                  <a:lnTo>
                    <a:pt x="1742" y="266"/>
                  </a:lnTo>
                  <a:lnTo>
                    <a:pt x="1699" y="285"/>
                  </a:lnTo>
                  <a:lnTo>
                    <a:pt x="1654" y="302"/>
                  </a:lnTo>
                  <a:lnTo>
                    <a:pt x="1605" y="315"/>
                  </a:lnTo>
                  <a:lnTo>
                    <a:pt x="1554" y="328"/>
                  </a:lnTo>
                  <a:lnTo>
                    <a:pt x="1499" y="339"/>
                  </a:lnTo>
                  <a:lnTo>
                    <a:pt x="1444" y="346"/>
                  </a:lnTo>
                  <a:lnTo>
                    <a:pt x="1387" y="352"/>
                  </a:lnTo>
                  <a:lnTo>
                    <a:pt x="1329" y="357"/>
                  </a:lnTo>
                  <a:lnTo>
                    <a:pt x="1272" y="359"/>
                  </a:lnTo>
                  <a:lnTo>
                    <a:pt x="1215" y="360"/>
                  </a:lnTo>
                  <a:lnTo>
                    <a:pt x="1127" y="358"/>
                  </a:lnTo>
                  <a:lnTo>
                    <a:pt x="1038" y="351"/>
                  </a:lnTo>
                  <a:lnTo>
                    <a:pt x="951" y="341"/>
                  </a:lnTo>
                  <a:lnTo>
                    <a:pt x="764" y="228"/>
                  </a:lnTo>
                  <a:lnTo>
                    <a:pt x="734" y="213"/>
                  </a:lnTo>
                  <a:lnTo>
                    <a:pt x="702" y="205"/>
                  </a:lnTo>
                  <a:lnTo>
                    <a:pt x="668" y="201"/>
                  </a:lnTo>
                  <a:lnTo>
                    <a:pt x="650" y="202"/>
                  </a:lnTo>
                  <a:lnTo>
                    <a:pt x="650"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7" name="Group 6"/>
          <p:cNvGrpSpPr>
            <a:grpSpLocks noChangeAspect="1"/>
          </p:cNvGrpSpPr>
          <p:nvPr/>
        </p:nvGrpSpPr>
        <p:grpSpPr>
          <a:xfrm>
            <a:off x="1111443" y="2249937"/>
            <a:ext cx="386930" cy="428131"/>
            <a:chOff x="1111443" y="2568745"/>
            <a:chExt cx="386930" cy="428131"/>
          </a:xfrm>
        </p:grpSpPr>
        <p:sp useBgFill="1">
          <p:nvSpPr>
            <p:cNvPr id="82" name="Freeform 13"/>
            <p:cNvSpPr>
              <a:spLocks noEditPoints="1"/>
            </p:cNvSpPr>
            <p:nvPr/>
          </p:nvSpPr>
          <p:spPr bwMode="auto">
            <a:xfrm>
              <a:off x="1111443" y="2568745"/>
              <a:ext cx="386930" cy="428131"/>
            </a:xfrm>
            <a:custGeom>
              <a:avLst/>
              <a:gdLst>
                <a:gd name="T0" fmla="*/ 1518 w 1518"/>
                <a:gd name="T1" fmla="*/ 930 h 1675"/>
                <a:gd name="T2" fmla="*/ 1518 w 1518"/>
                <a:gd name="T3" fmla="*/ 865 h 1675"/>
                <a:gd name="T4" fmla="*/ 1518 w 1518"/>
                <a:gd name="T5" fmla="*/ 753 h 1675"/>
                <a:gd name="T6" fmla="*/ 758 w 1518"/>
                <a:gd name="T7" fmla="*/ 0 h 1675"/>
                <a:gd name="T8" fmla="*/ 919 w 1518"/>
                <a:gd name="T9" fmla="*/ 5 h 1675"/>
                <a:gd name="T10" fmla="*/ 1078 w 1518"/>
                <a:gd name="T11" fmla="*/ 23 h 1675"/>
                <a:gd name="T12" fmla="*/ 1224 w 1518"/>
                <a:gd name="T13" fmla="*/ 55 h 1675"/>
                <a:gd name="T14" fmla="*/ 1351 w 1518"/>
                <a:gd name="T15" fmla="*/ 101 h 1675"/>
                <a:gd name="T16" fmla="*/ 1448 w 1518"/>
                <a:gd name="T17" fmla="*/ 164 h 1675"/>
                <a:gd name="T18" fmla="*/ 1506 w 1518"/>
                <a:gd name="T19" fmla="*/ 245 h 1675"/>
                <a:gd name="T20" fmla="*/ 1518 w 1518"/>
                <a:gd name="T21" fmla="*/ 477 h 1675"/>
                <a:gd name="T22" fmla="*/ 1518 w 1518"/>
                <a:gd name="T23" fmla="*/ 720 h 1675"/>
                <a:gd name="T24" fmla="*/ 1518 w 1518"/>
                <a:gd name="T25" fmla="*/ 724 h 1675"/>
                <a:gd name="T26" fmla="*/ 1518 w 1518"/>
                <a:gd name="T27" fmla="*/ 732 h 1675"/>
                <a:gd name="T28" fmla="*/ 1518 w 1518"/>
                <a:gd name="T29" fmla="*/ 757 h 1675"/>
                <a:gd name="T30" fmla="*/ 1518 w 1518"/>
                <a:gd name="T31" fmla="*/ 781 h 1675"/>
                <a:gd name="T32" fmla="*/ 1518 w 1518"/>
                <a:gd name="T33" fmla="*/ 830 h 1675"/>
                <a:gd name="T34" fmla="*/ 1518 w 1518"/>
                <a:gd name="T35" fmla="*/ 830 h 1675"/>
                <a:gd name="T36" fmla="*/ 1518 w 1518"/>
                <a:gd name="T37" fmla="*/ 867 h 1675"/>
                <a:gd name="T38" fmla="*/ 1518 w 1518"/>
                <a:gd name="T39" fmla="*/ 906 h 1675"/>
                <a:gd name="T40" fmla="*/ 1518 w 1518"/>
                <a:gd name="T41" fmla="*/ 1089 h 1675"/>
                <a:gd name="T42" fmla="*/ 1515 w 1518"/>
                <a:gd name="T43" fmla="*/ 1354 h 1675"/>
                <a:gd name="T44" fmla="*/ 1473 w 1518"/>
                <a:gd name="T45" fmla="*/ 1445 h 1675"/>
                <a:gd name="T46" fmla="*/ 1388 w 1518"/>
                <a:gd name="T47" fmla="*/ 1522 h 1675"/>
                <a:gd name="T48" fmla="*/ 1270 w 1518"/>
                <a:gd name="T49" fmla="*/ 1584 h 1675"/>
                <a:gd name="T50" fmla="*/ 1128 w 1518"/>
                <a:gd name="T51" fmla="*/ 1630 h 1675"/>
                <a:gd name="T52" fmla="*/ 972 w 1518"/>
                <a:gd name="T53" fmla="*/ 1661 h 1675"/>
                <a:gd name="T54" fmla="*/ 811 w 1518"/>
                <a:gd name="T55" fmla="*/ 1674 h 1675"/>
                <a:gd name="T56" fmla="*/ 653 w 1518"/>
                <a:gd name="T57" fmla="*/ 1671 h 1675"/>
                <a:gd name="T58" fmla="*/ 492 w 1518"/>
                <a:gd name="T59" fmla="*/ 1652 h 1675"/>
                <a:gd name="T60" fmla="*/ 340 w 1518"/>
                <a:gd name="T61" fmla="*/ 1616 h 1675"/>
                <a:gd name="T62" fmla="*/ 206 w 1518"/>
                <a:gd name="T63" fmla="*/ 1564 h 1675"/>
                <a:gd name="T64" fmla="*/ 97 w 1518"/>
                <a:gd name="T65" fmla="*/ 1498 h 1675"/>
                <a:gd name="T66" fmla="*/ 25 w 1518"/>
                <a:gd name="T67" fmla="*/ 1417 h 1675"/>
                <a:gd name="T68" fmla="*/ 0 w 1518"/>
                <a:gd name="T69" fmla="*/ 1320 h 1675"/>
                <a:gd name="T70" fmla="*/ 0 w 1518"/>
                <a:gd name="T71" fmla="*/ 821 h 1675"/>
                <a:gd name="T72" fmla="*/ 0 w 1518"/>
                <a:gd name="T73" fmla="*/ 308 h 1675"/>
                <a:gd name="T74" fmla="*/ 25 w 1518"/>
                <a:gd name="T75" fmla="*/ 216 h 1675"/>
                <a:gd name="T76" fmla="*/ 97 w 1518"/>
                <a:gd name="T77" fmla="*/ 142 h 1675"/>
                <a:gd name="T78" fmla="*/ 206 w 1518"/>
                <a:gd name="T79" fmla="*/ 85 h 1675"/>
                <a:gd name="T80" fmla="*/ 340 w 1518"/>
                <a:gd name="T81" fmla="*/ 42 h 1675"/>
                <a:gd name="T82" fmla="*/ 492 w 1518"/>
                <a:gd name="T83" fmla="*/ 16 h 1675"/>
                <a:gd name="T84" fmla="*/ 653 w 1518"/>
                <a:gd name="T85" fmla="*/ 2 h 1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18" h="1675">
                  <a:moveTo>
                    <a:pt x="1518" y="906"/>
                  </a:moveTo>
                  <a:lnTo>
                    <a:pt x="1518" y="919"/>
                  </a:lnTo>
                  <a:lnTo>
                    <a:pt x="1518" y="930"/>
                  </a:lnTo>
                  <a:lnTo>
                    <a:pt x="1518" y="906"/>
                  </a:lnTo>
                  <a:close/>
                  <a:moveTo>
                    <a:pt x="1518" y="859"/>
                  </a:moveTo>
                  <a:lnTo>
                    <a:pt x="1518" y="865"/>
                  </a:lnTo>
                  <a:lnTo>
                    <a:pt x="1518" y="859"/>
                  </a:lnTo>
                  <a:close/>
                  <a:moveTo>
                    <a:pt x="1518" y="750"/>
                  </a:moveTo>
                  <a:lnTo>
                    <a:pt x="1518" y="753"/>
                  </a:lnTo>
                  <a:lnTo>
                    <a:pt x="1518" y="756"/>
                  </a:lnTo>
                  <a:lnTo>
                    <a:pt x="1518" y="750"/>
                  </a:lnTo>
                  <a:close/>
                  <a:moveTo>
                    <a:pt x="758" y="0"/>
                  </a:moveTo>
                  <a:lnTo>
                    <a:pt x="811" y="0"/>
                  </a:lnTo>
                  <a:lnTo>
                    <a:pt x="865" y="2"/>
                  </a:lnTo>
                  <a:lnTo>
                    <a:pt x="919" y="5"/>
                  </a:lnTo>
                  <a:lnTo>
                    <a:pt x="972" y="10"/>
                  </a:lnTo>
                  <a:lnTo>
                    <a:pt x="1025" y="16"/>
                  </a:lnTo>
                  <a:lnTo>
                    <a:pt x="1078" y="23"/>
                  </a:lnTo>
                  <a:lnTo>
                    <a:pt x="1128" y="32"/>
                  </a:lnTo>
                  <a:lnTo>
                    <a:pt x="1178" y="42"/>
                  </a:lnTo>
                  <a:lnTo>
                    <a:pt x="1224" y="55"/>
                  </a:lnTo>
                  <a:lnTo>
                    <a:pt x="1270" y="69"/>
                  </a:lnTo>
                  <a:lnTo>
                    <a:pt x="1312" y="85"/>
                  </a:lnTo>
                  <a:lnTo>
                    <a:pt x="1351" y="101"/>
                  </a:lnTo>
                  <a:lnTo>
                    <a:pt x="1388" y="120"/>
                  </a:lnTo>
                  <a:lnTo>
                    <a:pt x="1420" y="142"/>
                  </a:lnTo>
                  <a:lnTo>
                    <a:pt x="1448" y="164"/>
                  </a:lnTo>
                  <a:lnTo>
                    <a:pt x="1473" y="189"/>
                  </a:lnTo>
                  <a:lnTo>
                    <a:pt x="1492" y="216"/>
                  </a:lnTo>
                  <a:lnTo>
                    <a:pt x="1506" y="245"/>
                  </a:lnTo>
                  <a:lnTo>
                    <a:pt x="1515" y="276"/>
                  </a:lnTo>
                  <a:lnTo>
                    <a:pt x="1518" y="308"/>
                  </a:lnTo>
                  <a:lnTo>
                    <a:pt x="1518" y="477"/>
                  </a:lnTo>
                  <a:lnTo>
                    <a:pt x="1518" y="550"/>
                  </a:lnTo>
                  <a:lnTo>
                    <a:pt x="1518" y="616"/>
                  </a:lnTo>
                  <a:lnTo>
                    <a:pt x="1518" y="720"/>
                  </a:lnTo>
                  <a:lnTo>
                    <a:pt x="1518" y="725"/>
                  </a:lnTo>
                  <a:lnTo>
                    <a:pt x="1518" y="727"/>
                  </a:lnTo>
                  <a:lnTo>
                    <a:pt x="1518" y="724"/>
                  </a:lnTo>
                  <a:lnTo>
                    <a:pt x="1518" y="727"/>
                  </a:lnTo>
                  <a:lnTo>
                    <a:pt x="1518" y="727"/>
                  </a:lnTo>
                  <a:lnTo>
                    <a:pt x="1518" y="732"/>
                  </a:lnTo>
                  <a:lnTo>
                    <a:pt x="1518" y="750"/>
                  </a:lnTo>
                  <a:lnTo>
                    <a:pt x="1518" y="742"/>
                  </a:lnTo>
                  <a:lnTo>
                    <a:pt x="1518" y="757"/>
                  </a:lnTo>
                  <a:lnTo>
                    <a:pt x="1518" y="756"/>
                  </a:lnTo>
                  <a:lnTo>
                    <a:pt x="1518" y="775"/>
                  </a:lnTo>
                  <a:lnTo>
                    <a:pt x="1518" y="781"/>
                  </a:lnTo>
                  <a:lnTo>
                    <a:pt x="1518" y="797"/>
                  </a:lnTo>
                  <a:lnTo>
                    <a:pt x="1518" y="812"/>
                  </a:lnTo>
                  <a:lnTo>
                    <a:pt x="1518" y="830"/>
                  </a:lnTo>
                  <a:lnTo>
                    <a:pt x="1518" y="809"/>
                  </a:lnTo>
                  <a:lnTo>
                    <a:pt x="1518" y="835"/>
                  </a:lnTo>
                  <a:lnTo>
                    <a:pt x="1518" y="830"/>
                  </a:lnTo>
                  <a:lnTo>
                    <a:pt x="1518" y="859"/>
                  </a:lnTo>
                  <a:lnTo>
                    <a:pt x="1518" y="856"/>
                  </a:lnTo>
                  <a:lnTo>
                    <a:pt x="1518" y="867"/>
                  </a:lnTo>
                  <a:lnTo>
                    <a:pt x="1518" y="865"/>
                  </a:lnTo>
                  <a:lnTo>
                    <a:pt x="1518" y="878"/>
                  </a:lnTo>
                  <a:lnTo>
                    <a:pt x="1518" y="906"/>
                  </a:lnTo>
                  <a:lnTo>
                    <a:pt x="1518" y="899"/>
                  </a:lnTo>
                  <a:lnTo>
                    <a:pt x="1518" y="1027"/>
                  </a:lnTo>
                  <a:lnTo>
                    <a:pt x="1518" y="1089"/>
                  </a:lnTo>
                  <a:lnTo>
                    <a:pt x="1518" y="1159"/>
                  </a:lnTo>
                  <a:lnTo>
                    <a:pt x="1518" y="1320"/>
                  </a:lnTo>
                  <a:lnTo>
                    <a:pt x="1515" y="1354"/>
                  </a:lnTo>
                  <a:lnTo>
                    <a:pt x="1506" y="1386"/>
                  </a:lnTo>
                  <a:lnTo>
                    <a:pt x="1492" y="1417"/>
                  </a:lnTo>
                  <a:lnTo>
                    <a:pt x="1473" y="1445"/>
                  </a:lnTo>
                  <a:lnTo>
                    <a:pt x="1448" y="1473"/>
                  </a:lnTo>
                  <a:lnTo>
                    <a:pt x="1420" y="1498"/>
                  </a:lnTo>
                  <a:lnTo>
                    <a:pt x="1388" y="1522"/>
                  </a:lnTo>
                  <a:lnTo>
                    <a:pt x="1351" y="1544"/>
                  </a:lnTo>
                  <a:lnTo>
                    <a:pt x="1312" y="1564"/>
                  </a:lnTo>
                  <a:lnTo>
                    <a:pt x="1270" y="1584"/>
                  </a:lnTo>
                  <a:lnTo>
                    <a:pt x="1224" y="1600"/>
                  </a:lnTo>
                  <a:lnTo>
                    <a:pt x="1178" y="1616"/>
                  </a:lnTo>
                  <a:lnTo>
                    <a:pt x="1128" y="1630"/>
                  </a:lnTo>
                  <a:lnTo>
                    <a:pt x="1078" y="1642"/>
                  </a:lnTo>
                  <a:lnTo>
                    <a:pt x="1025" y="1652"/>
                  </a:lnTo>
                  <a:lnTo>
                    <a:pt x="972" y="1661"/>
                  </a:lnTo>
                  <a:lnTo>
                    <a:pt x="919" y="1667"/>
                  </a:lnTo>
                  <a:lnTo>
                    <a:pt x="865" y="1671"/>
                  </a:lnTo>
                  <a:lnTo>
                    <a:pt x="811" y="1674"/>
                  </a:lnTo>
                  <a:lnTo>
                    <a:pt x="758" y="1675"/>
                  </a:lnTo>
                  <a:lnTo>
                    <a:pt x="706" y="1674"/>
                  </a:lnTo>
                  <a:lnTo>
                    <a:pt x="653" y="1671"/>
                  </a:lnTo>
                  <a:lnTo>
                    <a:pt x="599" y="1667"/>
                  </a:lnTo>
                  <a:lnTo>
                    <a:pt x="545" y="1661"/>
                  </a:lnTo>
                  <a:lnTo>
                    <a:pt x="492" y="1652"/>
                  </a:lnTo>
                  <a:lnTo>
                    <a:pt x="441" y="1642"/>
                  </a:lnTo>
                  <a:lnTo>
                    <a:pt x="390" y="1630"/>
                  </a:lnTo>
                  <a:lnTo>
                    <a:pt x="340" y="1616"/>
                  </a:lnTo>
                  <a:lnTo>
                    <a:pt x="293" y="1600"/>
                  </a:lnTo>
                  <a:lnTo>
                    <a:pt x="248" y="1584"/>
                  </a:lnTo>
                  <a:lnTo>
                    <a:pt x="206" y="1564"/>
                  </a:lnTo>
                  <a:lnTo>
                    <a:pt x="166" y="1544"/>
                  </a:lnTo>
                  <a:lnTo>
                    <a:pt x="130" y="1522"/>
                  </a:lnTo>
                  <a:lnTo>
                    <a:pt x="97" y="1498"/>
                  </a:lnTo>
                  <a:lnTo>
                    <a:pt x="69" y="1473"/>
                  </a:lnTo>
                  <a:lnTo>
                    <a:pt x="45" y="1445"/>
                  </a:lnTo>
                  <a:lnTo>
                    <a:pt x="25" y="1417"/>
                  </a:lnTo>
                  <a:lnTo>
                    <a:pt x="12" y="1386"/>
                  </a:lnTo>
                  <a:lnTo>
                    <a:pt x="3" y="1354"/>
                  </a:lnTo>
                  <a:lnTo>
                    <a:pt x="0" y="1320"/>
                  </a:lnTo>
                  <a:lnTo>
                    <a:pt x="0" y="1159"/>
                  </a:lnTo>
                  <a:lnTo>
                    <a:pt x="0" y="991"/>
                  </a:lnTo>
                  <a:lnTo>
                    <a:pt x="0" y="821"/>
                  </a:lnTo>
                  <a:lnTo>
                    <a:pt x="0" y="650"/>
                  </a:lnTo>
                  <a:lnTo>
                    <a:pt x="0" y="477"/>
                  </a:lnTo>
                  <a:lnTo>
                    <a:pt x="0" y="308"/>
                  </a:lnTo>
                  <a:lnTo>
                    <a:pt x="3" y="276"/>
                  </a:lnTo>
                  <a:lnTo>
                    <a:pt x="12" y="245"/>
                  </a:lnTo>
                  <a:lnTo>
                    <a:pt x="25" y="216"/>
                  </a:lnTo>
                  <a:lnTo>
                    <a:pt x="45" y="189"/>
                  </a:lnTo>
                  <a:lnTo>
                    <a:pt x="69" y="164"/>
                  </a:lnTo>
                  <a:lnTo>
                    <a:pt x="97" y="142"/>
                  </a:lnTo>
                  <a:lnTo>
                    <a:pt x="130" y="120"/>
                  </a:lnTo>
                  <a:lnTo>
                    <a:pt x="166" y="101"/>
                  </a:lnTo>
                  <a:lnTo>
                    <a:pt x="206" y="85"/>
                  </a:lnTo>
                  <a:lnTo>
                    <a:pt x="248" y="69"/>
                  </a:lnTo>
                  <a:lnTo>
                    <a:pt x="293" y="55"/>
                  </a:lnTo>
                  <a:lnTo>
                    <a:pt x="340" y="42"/>
                  </a:lnTo>
                  <a:lnTo>
                    <a:pt x="390" y="32"/>
                  </a:lnTo>
                  <a:lnTo>
                    <a:pt x="441" y="23"/>
                  </a:lnTo>
                  <a:lnTo>
                    <a:pt x="492" y="16"/>
                  </a:lnTo>
                  <a:lnTo>
                    <a:pt x="545" y="10"/>
                  </a:lnTo>
                  <a:lnTo>
                    <a:pt x="599" y="5"/>
                  </a:lnTo>
                  <a:lnTo>
                    <a:pt x="653" y="2"/>
                  </a:lnTo>
                  <a:lnTo>
                    <a:pt x="706" y="0"/>
                  </a:lnTo>
                  <a:lnTo>
                    <a:pt x="758"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3" name="Freeform 14"/>
            <p:cNvSpPr>
              <a:spLocks noEditPoints="1"/>
            </p:cNvSpPr>
            <p:nvPr/>
          </p:nvSpPr>
          <p:spPr bwMode="auto">
            <a:xfrm>
              <a:off x="1140104" y="2597406"/>
              <a:ext cx="329607" cy="370808"/>
            </a:xfrm>
            <a:custGeom>
              <a:avLst/>
              <a:gdLst>
                <a:gd name="T0" fmla="*/ 39 w 1293"/>
                <a:gd name="T1" fmla="*/ 790 h 1450"/>
                <a:gd name="T2" fmla="*/ 130 w 1293"/>
                <a:gd name="T3" fmla="*/ 828 h 1450"/>
                <a:gd name="T4" fmla="*/ 233 w 1293"/>
                <a:gd name="T5" fmla="*/ 858 h 1450"/>
                <a:gd name="T6" fmla="*/ 348 w 1293"/>
                <a:gd name="T7" fmla="*/ 879 h 1450"/>
                <a:gd name="T8" fmla="*/ 466 w 1293"/>
                <a:gd name="T9" fmla="*/ 893 h 1450"/>
                <a:gd name="T10" fmla="*/ 587 w 1293"/>
                <a:gd name="T11" fmla="*/ 899 h 1450"/>
                <a:gd name="T12" fmla="*/ 707 w 1293"/>
                <a:gd name="T13" fmla="*/ 899 h 1450"/>
                <a:gd name="T14" fmla="*/ 827 w 1293"/>
                <a:gd name="T15" fmla="*/ 893 h 1450"/>
                <a:gd name="T16" fmla="*/ 946 w 1293"/>
                <a:gd name="T17" fmla="*/ 879 h 1450"/>
                <a:gd name="T18" fmla="*/ 1061 w 1293"/>
                <a:gd name="T19" fmla="*/ 858 h 1450"/>
                <a:gd name="T20" fmla="*/ 1164 w 1293"/>
                <a:gd name="T21" fmla="*/ 828 h 1450"/>
                <a:gd name="T22" fmla="*/ 1255 w 1293"/>
                <a:gd name="T23" fmla="*/ 790 h 1450"/>
                <a:gd name="T24" fmla="*/ 1293 w 1293"/>
                <a:gd name="T25" fmla="*/ 1208 h 1450"/>
                <a:gd name="T26" fmla="*/ 1278 w 1293"/>
                <a:gd name="T27" fmla="*/ 1253 h 1450"/>
                <a:gd name="T28" fmla="*/ 1236 w 1293"/>
                <a:gd name="T29" fmla="*/ 1298 h 1450"/>
                <a:gd name="T30" fmla="*/ 1168 w 1293"/>
                <a:gd name="T31" fmla="*/ 1341 h 1450"/>
                <a:gd name="T32" fmla="*/ 1080 w 1293"/>
                <a:gd name="T33" fmla="*/ 1380 h 1450"/>
                <a:gd name="T34" fmla="*/ 973 w 1293"/>
                <a:gd name="T35" fmla="*/ 1412 h 1450"/>
                <a:gd name="T36" fmla="*/ 851 w 1293"/>
                <a:gd name="T37" fmla="*/ 1436 h 1450"/>
                <a:gd name="T38" fmla="*/ 717 w 1293"/>
                <a:gd name="T39" fmla="*/ 1449 h 1450"/>
                <a:gd name="T40" fmla="*/ 577 w 1293"/>
                <a:gd name="T41" fmla="*/ 1449 h 1450"/>
                <a:gd name="T42" fmla="*/ 443 w 1293"/>
                <a:gd name="T43" fmla="*/ 1436 h 1450"/>
                <a:gd name="T44" fmla="*/ 320 w 1293"/>
                <a:gd name="T45" fmla="*/ 1412 h 1450"/>
                <a:gd name="T46" fmla="*/ 213 w 1293"/>
                <a:gd name="T47" fmla="*/ 1380 h 1450"/>
                <a:gd name="T48" fmla="*/ 125 w 1293"/>
                <a:gd name="T49" fmla="*/ 1341 h 1450"/>
                <a:gd name="T50" fmla="*/ 58 w 1293"/>
                <a:gd name="T51" fmla="*/ 1298 h 1450"/>
                <a:gd name="T52" fmla="*/ 15 w 1293"/>
                <a:gd name="T53" fmla="*/ 1253 h 1450"/>
                <a:gd name="T54" fmla="*/ 0 w 1293"/>
                <a:gd name="T55" fmla="*/ 1208 h 1450"/>
                <a:gd name="T56" fmla="*/ 646 w 1293"/>
                <a:gd name="T57" fmla="*/ 0 h 1450"/>
                <a:gd name="T58" fmla="*/ 786 w 1293"/>
                <a:gd name="T59" fmla="*/ 4 h 1450"/>
                <a:gd name="T60" fmla="*/ 914 w 1293"/>
                <a:gd name="T61" fmla="*/ 18 h 1450"/>
                <a:gd name="T62" fmla="*/ 1029 w 1293"/>
                <a:gd name="T63" fmla="*/ 38 h 1450"/>
                <a:gd name="T64" fmla="*/ 1127 w 1293"/>
                <a:gd name="T65" fmla="*/ 65 h 1450"/>
                <a:gd name="T66" fmla="*/ 1205 w 1293"/>
                <a:gd name="T67" fmla="*/ 97 h 1450"/>
                <a:gd name="T68" fmla="*/ 1260 w 1293"/>
                <a:gd name="T69" fmla="*/ 134 h 1450"/>
                <a:gd name="T70" fmla="*/ 1290 w 1293"/>
                <a:gd name="T71" fmla="*/ 175 h 1450"/>
                <a:gd name="T72" fmla="*/ 1290 w 1293"/>
                <a:gd name="T73" fmla="*/ 219 h 1450"/>
                <a:gd name="T74" fmla="*/ 1260 w 1293"/>
                <a:gd name="T75" fmla="*/ 259 h 1450"/>
                <a:gd name="T76" fmla="*/ 1205 w 1293"/>
                <a:gd name="T77" fmla="*/ 296 h 1450"/>
                <a:gd name="T78" fmla="*/ 1127 w 1293"/>
                <a:gd name="T79" fmla="*/ 329 h 1450"/>
                <a:gd name="T80" fmla="*/ 1029 w 1293"/>
                <a:gd name="T81" fmla="*/ 356 h 1450"/>
                <a:gd name="T82" fmla="*/ 914 w 1293"/>
                <a:gd name="T83" fmla="*/ 376 h 1450"/>
                <a:gd name="T84" fmla="*/ 786 w 1293"/>
                <a:gd name="T85" fmla="*/ 389 h 1450"/>
                <a:gd name="T86" fmla="*/ 646 w 1293"/>
                <a:gd name="T87" fmla="*/ 394 h 1450"/>
                <a:gd name="T88" fmla="*/ 508 w 1293"/>
                <a:gd name="T89" fmla="*/ 389 h 1450"/>
                <a:gd name="T90" fmla="*/ 380 w 1293"/>
                <a:gd name="T91" fmla="*/ 376 h 1450"/>
                <a:gd name="T92" fmla="*/ 265 w 1293"/>
                <a:gd name="T93" fmla="*/ 356 h 1450"/>
                <a:gd name="T94" fmla="*/ 167 w 1293"/>
                <a:gd name="T95" fmla="*/ 329 h 1450"/>
                <a:gd name="T96" fmla="*/ 89 w 1293"/>
                <a:gd name="T97" fmla="*/ 296 h 1450"/>
                <a:gd name="T98" fmla="*/ 33 w 1293"/>
                <a:gd name="T99" fmla="*/ 259 h 1450"/>
                <a:gd name="T100" fmla="*/ 4 w 1293"/>
                <a:gd name="T101" fmla="*/ 219 h 1450"/>
                <a:gd name="T102" fmla="*/ 4 w 1293"/>
                <a:gd name="T103" fmla="*/ 175 h 1450"/>
                <a:gd name="T104" fmla="*/ 33 w 1293"/>
                <a:gd name="T105" fmla="*/ 134 h 1450"/>
                <a:gd name="T106" fmla="*/ 89 w 1293"/>
                <a:gd name="T107" fmla="*/ 97 h 1450"/>
                <a:gd name="T108" fmla="*/ 167 w 1293"/>
                <a:gd name="T109" fmla="*/ 65 h 1450"/>
                <a:gd name="T110" fmla="*/ 265 w 1293"/>
                <a:gd name="T111" fmla="*/ 38 h 1450"/>
                <a:gd name="T112" fmla="*/ 380 w 1293"/>
                <a:gd name="T113" fmla="*/ 18 h 1450"/>
                <a:gd name="T114" fmla="*/ 508 w 1293"/>
                <a:gd name="T115" fmla="*/ 4 h 1450"/>
                <a:gd name="T116" fmla="*/ 646 w 1293"/>
                <a:gd name="T117" fmla="*/ 0 h 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93" h="1450">
                  <a:moveTo>
                    <a:pt x="0" y="767"/>
                  </a:moveTo>
                  <a:lnTo>
                    <a:pt x="39" y="790"/>
                  </a:lnTo>
                  <a:lnTo>
                    <a:pt x="82" y="810"/>
                  </a:lnTo>
                  <a:lnTo>
                    <a:pt x="130" y="828"/>
                  </a:lnTo>
                  <a:lnTo>
                    <a:pt x="180" y="844"/>
                  </a:lnTo>
                  <a:lnTo>
                    <a:pt x="233" y="858"/>
                  </a:lnTo>
                  <a:lnTo>
                    <a:pt x="289" y="869"/>
                  </a:lnTo>
                  <a:lnTo>
                    <a:pt x="348" y="879"/>
                  </a:lnTo>
                  <a:lnTo>
                    <a:pt x="407" y="886"/>
                  </a:lnTo>
                  <a:lnTo>
                    <a:pt x="466" y="893"/>
                  </a:lnTo>
                  <a:lnTo>
                    <a:pt x="527" y="897"/>
                  </a:lnTo>
                  <a:lnTo>
                    <a:pt x="587" y="899"/>
                  </a:lnTo>
                  <a:lnTo>
                    <a:pt x="646" y="900"/>
                  </a:lnTo>
                  <a:lnTo>
                    <a:pt x="707" y="899"/>
                  </a:lnTo>
                  <a:lnTo>
                    <a:pt x="767" y="897"/>
                  </a:lnTo>
                  <a:lnTo>
                    <a:pt x="827" y="893"/>
                  </a:lnTo>
                  <a:lnTo>
                    <a:pt x="887" y="886"/>
                  </a:lnTo>
                  <a:lnTo>
                    <a:pt x="946" y="879"/>
                  </a:lnTo>
                  <a:lnTo>
                    <a:pt x="1005" y="869"/>
                  </a:lnTo>
                  <a:lnTo>
                    <a:pt x="1061" y="858"/>
                  </a:lnTo>
                  <a:lnTo>
                    <a:pt x="1113" y="844"/>
                  </a:lnTo>
                  <a:lnTo>
                    <a:pt x="1164" y="828"/>
                  </a:lnTo>
                  <a:lnTo>
                    <a:pt x="1212" y="810"/>
                  </a:lnTo>
                  <a:lnTo>
                    <a:pt x="1255" y="790"/>
                  </a:lnTo>
                  <a:lnTo>
                    <a:pt x="1293" y="767"/>
                  </a:lnTo>
                  <a:lnTo>
                    <a:pt x="1293" y="1208"/>
                  </a:lnTo>
                  <a:lnTo>
                    <a:pt x="1290" y="1231"/>
                  </a:lnTo>
                  <a:lnTo>
                    <a:pt x="1278" y="1253"/>
                  </a:lnTo>
                  <a:lnTo>
                    <a:pt x="1260" y="1276"/>
                  </a:lnTo>
                  <a:lnTo>
                    <a:pt x="1236" y="1298"/>
                  </a:lnTo>
                  <a:lnTo>
                    <a:pt x="1205" y="1319"/>
                  </a:lnTo>
                  <a:lnTo>
                    <a:pt x="1168" y="1341"/>
                  </a:lnTo>
                  <a:lnTo>
                    <a:pt x="1127" y="1361"/>
                  </a:lnTo>
                  <a:lnTo>
                    <a:pt x="1080" y="1380"/>
                  </a:lnTo>
                  <a:lnTo>
                    <a:pt x="1029" y="1397"/>
                  </a:lnTo>
                  <a:lnTo>
                    <a:pt x="973" y="1412"/>
                  </a:lnTo>
                  <a:lnTo>
                    <a:pt x="914" y="1425"/>
                  </a:lnTo>
                  <a:lnTo>
                    <a:pt x="851" y="1436"/>
                  </a:lnTo>
                  <a:lnTo>
                    <a:pt x="786" y="1444"/>
                  </a:lnTo>
                  <a:lnTo>
                    <a:pt x="717" y="1449"/>
                  </a:lnTo>
                  <a:lnTo>
                    <a:pt x="646" y="1450"/>
                  </a:lnTo>
                  <a:lnTo>
                    <a:pt x="577" y="1449"/>
                  </a:lnTo>
                  <a:lnTo>
                    <a:pt x="508" y="1444"/>
                  </a:lnTo>
                  <a:lnTo>
                    <a:pt x="443" y="1436"/>
                  </a:lnTo>
                  <a:lnTo>
                    <a:pt x="380" y="1425"/>
                  </a:lnTo>
                  <a:lnTo>
                    <a:pt x="320" y="1412"/>
                  </a:lnTo>
                  <a:lnTo>
                    <a:pt x="265" y="1397"/>
                  </a:lnTo>
                  <a:lnTo>
                    <a:pt x="213" y="1380"/>
                  </a:lnTo>
                  <a:lnTo>
                    <a:pt x="167" y="1361"/>
                  </a:lnTo>
                  <a:lnTo>
                    <a:pt x="125" y="1341"/>
                  </a:lnTo>
                  <a:lnTo>
                    <a:pt x="89" y="1319"/>
                  </a:lnTo>
                  <a:lnTo>
                    <a:pt x="58" y="1298"/>
                  </a:lnTo>
                  <a:lnTo>
                    <a:pt x="33" y="1276"/>
                  </a:lnTo>
                  <a:lnTo>
                    <a:pt x="15" y="1253"/>
                  </a:lnTo>
                  <a:lnTo>
                    <a:pt x="4" y="1231"/>
                  </a:lnTo>
                  <a:lnTo>
                    <a:pt x="0" y="1208"/>
                  </a:lnTo>
                  <a:lnTo>
                    <a:pt x="0" y="767"/>
                  </a:lnTo>
                  <a:close/>
                  <a:moveTo>
                    <a:pt x="646" y="0"/>
                  </a:moveTo>
                  <a:lnTo>
                    <a:pt x="717" y="1"/>
                  </a:lnTo>
                  <a:lnTo>
                    <a:pt x="786" y="4"/>
                  </a:lnTo>
                  <a:lnTo>
                    <a:pt x="851" y="11"/>
                  </a:lnTo>
                  <a:lnTo>
                    <a:pt x="914" y="18"/>
                  </a:lnTo>
                  <a:lnTo>
                    <a:pt x="973" y="26"/>
                  </a:lnTo>
                  <a:lnTo>
                    <a:pt x="1029" y="38"/>
                  </a:lnTo>
                  <a:lnTo>
                    <a:pt x="1080" y="51"/>
                  </a:lnTo>
                  <a:lnTo>
                    <a:pt x="1127" y="65"/>
                  </a:lnTo>
                  <a:lnTo>
                    <a:pt x="1168" y="80"/>
                  </a:lnTo>
                  <a:lnTo>
                    <a:pt x="1205" y="97"/>
                  </a:lnTo>
                  <a:lnTo>
                    <a:pt x="1236" y="115"/>
                  </a:lnTo>
                  <a:lnTo>
                    <a:pt x="1260" y="134"/>
                  </a:lnTo>
                  <a:lnTo>
                    <a:pt x="1278" y="154"/>
                  </a:lnTo>
                  <a:lnTo>
                    <a:pt x="1290" y="175"/>
                  </a:lnTo>
                  <a:lnTo>
                    <a:pt x="1293" y="196"/>
                  </a:lnTo>
                  <a:lnTo>
                    <a:pt x="1290" y="219"/>
                  </a:lnTo>
                  <a:lnTo>
                    <a:pt x="1278" y="239"/>
                  </a:lnTo>
                  <a:lnTo>
                    <a:pt x="1260" y="259"/>
                  </a:lnTo>
                  <a:lnTo>
                    <a:pt x="1236" y="278"/>
                  </a:lnTo>
                  <a:lnTo>
                    <a:pt x="1205" y="296"/>
                  </a:lnTo>
                  <a:lnTo>
                    <a:pt x="1168" y="313"/>
                  </a:lnTo>
                  <a:lnTo>
                    <a:pt x="1127" y="329"/>
                  </a:lnTo>
                  <a:lnTo>
                    <a:pt x="1080" y="343"/>
                  </a:lnTo>
                  <a:lnTo>
                    <a:pt x="1029" y="356"/>
                  </a:lnTo>
                  <a:lnTo>
                    <a:pt x="973" y="367"/>
                  </a:lnTo>
                  <a:lnTo>
                    <a:pt x="914" y="376"/>
                  </a:lnTo>
                  <a:lnTo>
                    <a:pt x="851" y="383"/>
                  </a:lnTo>
                  <a:lnTo>
                    <a:pt x="786" y="389"/>
                  </a:lnTo>
                  <a:lnTo>
                    <a:pt x="717" y="393"/>
                  </a:lnTo>
                  <a:lnTo>
                    <a:pt x="646" y="394"/>
                  </a:lnTo>
                  <a:lnTo>
                    <a:pt x="577" y="393"/>
                  </a:lnTo>
                  <a:lnTo>
                    <a:pt x="508" y="389"/>
                  </a:lnTo>
                  <a:lnTo>
                    <a:pt x="443" y="383"/>
                  </a:lnTo>
                  <a:lnTo>
                    <a:pt x="380" y="376"/>
                  </a:lnTo>
                  <a:lnTo>
                    <a:pt x="320" y="367"/>
                  </a:lnTo>
                  <a:lnTo>
                    <a:pt x="265" y="356"/>
                  </a:lnTo>
                  <a:lnTo>
                    <a:pt x="213" y="343"/>
                  </a:lnTo>
                  <a:lnTo>
                    <a:pt x="167" y="329"/>
                  </a:lnTo>
                  <a:lnTo>
                    <a:pt x="125" y="313"/>
                  </a:lnTo>
                  <a:lnTo>
                    <a:pt x="89" y="296"/>
                  </a:lnTo>
                  <a:lnTo>
                    <a:pt x="58" y="278"/>
                  </a:lnTo>
                  <a:lnTo>
                    <a:pt x="33" y="259"/>
                  </a:lnTo>
                  <a:lnTo>
                    <a:pt x="15" y="239"/>
                  </a:lnTo>
                  <a:lnTo>
                    <a:pt x="4" y="219"/>
                  </a:lnTo>
                  <a:lnTo>
                    <a:pt x="0" y="196"/>
                  </a:lnTo>
                  <a:lnTo>
                    <a:pt x="4" y="175"/>
                  </a:lnTo>
                  <a:lnTo>
                    <a:pt x="15" y="154"/>
                  </a:lnTo>
                  <a:lnTo>
                    <a:pt x="33" y="134"/>
                  </a:lnTo>
                  <a:lnTo>
                    <a:pt x="58" y="115"/>
                  </a:lnTo>
                  <a:lnTo>
                    <a:pt x="89" y="97"/>
                  </a:lnTo>
                  <a:lnTo>
                    <a:pt x="125" y="80"/>
                  </a:lnTo>
                  <a:lnTo>
                    <a:pt x="167" y="65"/>
                  </a:lnTo>
                  <a:lnTo>
                    <a:pt x="213" y="51"/>
                  </a:lnTo>
                  <a:lnTo>
                    <a:pt x="265" y="38"/>
                  </a:lnTo>
                  <a:lnTo>
                    <a:pt x="320" y="26"/>
                  </a:lnTo>
                  <a:lnTo>
                    <a:pt x="380" y="18"/>
                  </a:lnTo>
                  <a:lnTo>
                    <a:pt x="443" y="11"/>
                  </a:lnTo>
                  <a:lnTo>
                    <a:pt x="508" y="4"/>
                  </a:lnTo>
                  <a:lnTo>
                    <a:pt x="577" y="1"/>
                  </a:lnTo>
                  <a:lnTo>
                    <a:pt x="646"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4" name="Freeform 15"/>
            <p:cNvSpPr>
              <a:spLocks/>
            </p:cNvSpPr>
            <p:nvPr/>
          </p:nvSpPr>
          <p:spPr bwMode="auto">
            <a:xfrm>
              <a:off x="1140104" y="2692348"/>
              <a:ext cx="329607" cy="105689"/>
            </a:xfrm>
            <a:custGeom>
              <a:avLst/>
              <a:gdLst>
                <a:gd name="T0" fmla="*/ 0 w 1293"/>
                <a:gd name="T1" fmla="*/ 0 h 413"/>
                <a:gd name="T2" fmla="*/ 39 w 1293"/>
                <a:gd name="T3" fmla="*/ 22 h 413"/>
                <a:gd name="T4" fmla="*/ 82 w 1293"/>
                <a:gd name="T5" fmla="*/ 42 h 413"/>
                <a:gd name="T6" fmla="*/ 129 w 1293"/>
                <a:gd name="T7" fmla="*/ 60 h 413"/>
                <a:gd name="T8" fmla="*/ 180 w 1293"/>
                <a:gd name="T9" fmla="*/ 76 h 413"/>
                <a:gd name="T10" fmla="*/ 233 w 1293"/>
                <a:gd name="T11" fmla="*/ 90 h 413"/>
                <a:gd name="T12" fmla="*/ 289 w 1293"/>
                <a:gd name="T13" fmla="*/ 101 h 413"/>
                <a:gd name="T14" fmla="*/ 346 w 1293"/>
                <a:gd name="T15" fmla="*/ 111 h 413"/>
                <a:gd name="T16" fmla="*/ 406 w 1293"/>
                <a:gd name="T17" fmla="*/ 119 h 413"/>
                <a:gd name="T18" fmla="*/ 466 w 1293"/>
                <a:gd name="T19" fmla="*/ 125 h 413"/>
                <a:gd name="T20" fmla="*/ 527 w 1293"/>
                <a:gd name="T21" fmla="*/ 129 h 413"/>
                <a:gd name="T22" fmla="*/ 587 w 1293"/>
                <a:gd name="T23" fmla="*/ 131 h 413"/>
                <a:gd name="T24" fmla="*/ 646 w 1293"/>
                <a:gd name="T25" fmla="*/ 132 h 413"/>
                <a:gd name="T26" fmla="*/ 707 w 1293"/>
                <a:gd name="T27" fmla="*/ 131 h 413"/>
                <a:gd name="T28" fmla="*/ 767 w 1293"/>
                <a:gd name="T29" fmla="*/ 129 h 413"/>
                <a:gd name="T30" fmla="*/ 827 w 1293"/>
                <a:gd name="T31" fmla="*/ 125 h 413"/>
                <a:gd name="T32" fmla="*/ 887 w 1293"/>
                <a:gd name="T33" fmla="*/ 119 h 413"/>
                <a:gd name="T34" fmla="*/ 946 w 1293"/>
                <a:gd name="T35" fmla="*/ 111 h 413"/>
                <a:gd name="T36" fmla="*/ 1005 w 1293"/>
                <a:gd name="T37" fmla="*/ 101 h 413"/>
                <a:gd name="T38" fmla="*/ 1061 w 1293"/>
                <a:gd name="T39" fmla="*/ 90 h 413"/>
                <a:gd name="T40" fmla="*/ 1113 w 1293"/>
                <a:gd name="T41" fmla="*/ 76 h 413"/>
                <a:gd name="T42" fmla="*/ 1164 w 1293"/>
                <a:gd name="T43" fmla="*/ 60 h 413"/>
                <a:gd name="T44" fmla="*/ 1212 w 1293"/>
                <a:gd name="T45" fmla="*/ 42 h 413"/>
                <a:gd name="T46" fmla="*/ 1255 w 1293"/>
                <a:gd name="T47" fmla="*/ 22 h 413"/>
                <a:gd name="T48" fmla="*/ 1293 w 1293"/>
                <a:gd name="T49" fmla="*/ 0 h 413"/>
                <a:gd name="T50" fmla="*/ 1293 w 1293"/>
                <a:gd name="T51" fmla="*/ 281 h 413"/>
                <a:gd name="T52" fmla="*/ 1255 w 1293"/>
                <a:gd name="T53" fmla="*/ 303 h 413"/>
                <a:gd name="T54" fmla="*/ 1212 w 1293"/>
                <a:gd name="T55" fmla="*/ 324 h 413"/>
                <a:gd name="T56" fmla="*/ 1164 w 1293"/>
                <a:gd name="T57" fmla="*/ 341 h 413"/>
                <a:gd name="T58" fmla="*/ 1113 w 1293"/>
                <a:gd name="T59" fmla="*/ 357 h 413"/>
                <a:gd name="T60" fmla="*/ 1061 w 1293"/>
                <a:gd name="T61" fmla="*/ 371 h 413"/>
                <a:gd name="T62" fmla="*/ 1005 w 1293"/>
                <a:gd name="T63" fmla="*/ 382 h 413"/>
                <a:gd name="T64" fmla="*/ 946 w 1293"/>
                <a:gd name="T65" fmla="*/ 392 h 413"/>
                <a:gd name="T66" fmla="*/ 887 w 1293"/>
                <a:gd name="T67" fmla="*/ 400 h 413"/>
                <a:gd name="T68" fmla="*/ 827 w 1293"/>
                <a:gd name="T69" fmla="*/ 406 h 413"/>
                <a:gd name="T70" fmla="*/ 767 w 1293"/>
                <a:gd name="T71" fmla="*/ 410 h 413"/>
                <a:gd name="T72" fmla="*/ 707 w 1293"/>
                <a:gd name="T73" fmla="*/ 412 h 413"/>
                <a:gd name="T74" fmla="*/ 646 w 1293"/>
                <a:gd name="T75" fmla="*/ 413 h 413"/>
                <a:gd name="T76" fmla="*/ 587 w 1293"/>
                <a:gd name="T77" fmla="*/ 412 h 413"/>
                <a:gd name="T78" fmla="*/ 527 w 1293"/>
                <a:gd name="T79" fmla="*/ 410 h 413"/>
                <a:gd name="T80" fmla="*/ 466 w 1293"/>
                <a:gd name="T81" fmla="*/ 406 h 413"/>
                <a:gd name="T82" fmla="*/ 407 w 1293"/>
                <a:gd name="T83" fmla="*/ 400 h 413"/>
                <a:gd name="T84" fmla="*/ 348 w 1293"/>
                <a:gd name="T85" fmla="*/ 392 h 413"/>
                <a:gd name="T86" fmla="*/ 289 w 1293"/>
                <a:gd name="T87" fmla="*/ 382 h 413"/>
                <a:gd name="T88" fmla="*/ 233 w 1293"/>
                <a:gd name="T89" fmla="*/ 371 h 413"/>
                <a:gd name="T90" fmla="*/ 180 w 1293"/>
                <a:gd name="T91" fmla="*/ 357 h 413"/>
                <a:gd name="T92" fmla="*/ 130 w 1293"/>
                <a:gd name="T93" fmla="*/ 341 h 413"/>
                <a:gd name="T94" fmla="*/ 82 w 1293"/>
                <a:gd name="T95" fmla="*/ 324 h 413"/>
                <a:gd name="T96" fmla="*/ 39 w 1293"/>
                <a:gd name="T97" fmla="*/ 303 h 413"/>
                <a:gd name="T98" fmla="*/ 0 w 1293"/>
                <a:gd name="T99" fmla="*/ 281 h 413"/>
                <a:gd name="T100" fmla="*/ 0 w 1293"/>
                <a:gd name="T101" fmla="*/ 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93" h="413">
                  <a:moveTo>
                    <a:pt x="0" y="0"/>
                  </a:moveTo>
                  <a:lnTo>
                    <a:pt x="39" y="22"/>
                  </a:lnTo>
                  <a:lnTo>
                    <a:pt x="82" y="42"/>
                  </a:lnTo>
                  <a:lnTo>
                    <a:pt x="129" y="60"/>
                  </a:lnTo>
                  <a:lnTo>
                    <a:pt x="180" y="76"/>
                  </a:lnTo>
                  <a:lnTo>
                    <a:pt x="233" y="90"/>
                  </a:lnTo>
                  <a:lnTo>
                    <a:pt x="289" y="101"/>
                  </a:lnTo>
                  <a:lnTo>
                    <a:pt x="346" y="111"/>
                  </a:lnTo>
                  <a:lnTo>
                    <a:pt x="406" y="119"/>
                  </a:lnTo>
                  <a:lnTo>
                    <a:pt x="466" y="125"/>
                  </a:lnTo>
                  <a:lnTo>
                    <a:pt x="527" y="129"/>
                  </a:lnTo>
                  <a:lnTo>
                    <a:pt x="587" y="131"/>
                  </a:lnTo>
                  <a:lnTo>
                    <a:pt x="646" y="132"/>
                  </a:lnTo>
                  <a:lnTo>
                    <a:pt x="707" y="131"/>
                  </a:lnTo>
                  <a:lnTo>
                    <a:pt x="767" y="129"/>
                  </a:lnTo>
                  <a:lnTo>
                    <a:pt x="827" y="125"/>
                  </a:lnTo>
                  <a:lnTo>
                    <a:pt x="887" y="119"/>
                  </a:lnTo>
                  <a:lnTo>
                    <a:pt x="946" y="111"/>
                  </a:lnTo>
                  <a:lnTo>
                    <a:pt x="1005" y="101"/>
                  </a:lnTo>
                  <a:lnTo>
                    <a:pt x="1061" y="90"/>
                  </a:lnTo>
                  <a:lnTo>
                    <a:pt x="1113" y="76"/>
                  </a:lnTo>
                  <a:lnTo>
                    <a:pt x="1164" y="60"/>
                  </a:lnTo>
                  <a:lnTo>
                    <a:pt x="1212" y="42"/>
                  </a:lnTo>
                  <a:lnTo>
                    <a:pt x="1255" y="22"/>
                  </a:lnTo>
                  <a:lnTo>
                    <a:pt x="1293" y="0"/>
                  </a:lnTo>
                  <a:lnTo>
                    <a:pt x="1293" y="281"/>
                  </a:lnTo>
                  <a:lnTo>
                    <a:pt x="1255" y="303"/>
                  </a:lnTo>
                  <a:lnTo>
                    <a:pt x="1212" y="324"/>
                  </a:lnTo>
                  <a:lnTo>
                    <a:pt x="1164" y="341"/>
                  </a:lnTo>
                  <a:lnTo>
                    <a:pt x="1113" y="357"/>
                  </a:lnTo>
                  <a:lnTo>
                    <a:pt x="1061" y="371"/>
                  </a:lnTo>
                  <a:lnTo>
                    <a:pt x="1005" y="382"/>
                  </a:lnTo>
                  <a:lnTo>
                    <a:pt x="946" y="392"/>
                  </a:lnTo>
                  <a:lnTo>
                    <a:pt x="887" y="400"/>
                  </a:lnTo>
                  <a:lnTo>
                    <a:pt x="827" y="406"/>
                  </a:lnTo>
                  <a:lnTo>
                    <a:pt x="767" y="410"/>
                  </a:lnTo>
                  <a:lnTo>
                    <a:pt x="707" y="412"/>
                  </a:lnTo>
                  <a:lnTo>
                    <a:pt x="646" y="413"/>
                  </a:lnTo>
                  <a:lnTo>
                    <a:pt x="587" y="412"/>
                  </a:lnTo>
                  <a:lnTo>
                    <a:pt x="527" y="410"/>
                  </a:lnTo>
                  <a:lnTo>
                    <a:pt x="466" y="406"/>
                  </a:lnTo>
                  <a:lnTo>
                    <a:pt x="407" y="400"/>
                  </a:lnTo>
                  <a:lnTo>
                    <a:pt x="348" y="392"/>
                  </a:lnTo>
                  <a:lnTo>
                    <a:pt x="289" y="382"/>
                  </a:lnTo>
                  <a:lnTo>
                    <a:pt x="233" y="371"/>
                  </a:lnTo>
                  <a:lnTo>
                    <a:pt x="180" y="357"/>
                  </a:lnTo>
                  <a:lnTo>
                    <a:pt x="130" y="341"/>
                  </a:lnTo>
                  <a:lnTo>
                    <a:pt x="82" y="324"/>
                  </a:lnTo>
                  <a:lnTo>
                    <a:pt x="39" y="303"/>
                  </a:lnTo>
                  <a:lnTo>
                    <a:pt x="0" y="281"/>
                  </a:lnTo>
                  <a:lnTo>
                    <a:pt x="0"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0" name="Group 9"/>
          <p:cNvGrpSpPr>
            <a:grpSpLocks noChangeAspect="1"/>
          </p:cNvGrpSpPr>
          <p:nvPr/>
        </p:nvGrpSpPr>
        <p:grpSpPr>
          <a:xfrm>
            <a:off x="3592698" y="2262575"/>
            <a:ext cx="666378" cy="445403"/>
            <a:chOff x="5135880" y="2560109"/>
            <a:chExt cx="666378" cy="445403"/>
          </a:xfrm>
        </p:grpSpPr>
        <p:sp useBgFill="1">
          <p:nvSpPr>
            <p:cNvPr id="92" name="Freeform 6"/>
            <p:cNvSpPr>
              <a:spLocks/>
            </p:cNvSpPr>
            <p:nvPr/>
          </p:nvSpPr>
          <p:spPr bwMode="auto">
            <a:xfrm>
              <a:off x="5135880" y="2560109"/>
              <a:ext cx="666378" cy="445403"/>
            </a:xfrm>
            <a:custGeom>
              <a:avLst/>
              <a:gdLst>
                <a:gd name="T0" fmla="*/ 1489 w 2698"/>
                <a:gd name="T1" fmla="*/ 1 h 1807"/>
                <a:gd name="T2" fmla="*/ 1579 w 2698"/>
                <a:gd name="T3" fmla="*/ 16 h 1807"/>
                <a:gd name="T4" fmla="*/ 1667 w 2698"/>
                <a:gd name="T5" fmla="*/ 44 h 1807"/>
                <a:gd name="T6" fmla="*/ 1750 w 2698"/>
                <a:gd name="T7" fmla="*/ 86 h 1807"/>
                <a:gd name="T8" fmla="*/ 1825 w 2698"/>
                <a:gd name="T9" fmla="*/ 143 h 1807"/>
                <a:gd name="T10" fmla="*/ 1891 w 2698"/>
                <a:gd name="T11" fmla="*/ 213 h 1807"/>
                <a:gd name="T12" fmla="*/ 1945 w 2698"/>
                <a:gd name="T13" fmla="*/ 297 h 1807"/>
                <a:gd name="T14" fmla="*/ 1983 w 2698"/>
                <a:gd name="T15" fmla="*/ 395 h 1807"/>
                <a:gd name="T16" fmla="*/ 2082 w 2698"/>
                <a:gd name="T17" fmla="*/ 408 h 1807"/>
                <a:gd name="T18" fmla="*/ 2176 w 2698"/>
                <a:gd name="T19" fmla="*/ 441 h 1807"/>
                <a:gd name="T20" fmla="*/ 2262 w 2698"/>
                <a:gd name="T21" fmla="*/ 494 h 1807"/>
                <a:gd name="T22" fmla="*/ 2335 w 2698"/>
                <a:gd name="T23" fmla="*/ 564 h 1807"/>
                <a:gd name="T24" fmla="*/ 2393 w 2698"/>
                <a:gd name="T25" fmla="*/ 648 h 1807"/>
                <a:gd name="T26" fmla="*/ 2432 w 2698"/>
                <a:gd name="T27" fmla="*/ 741 h 1807"/>
                <a:gd name="T28" fmla="*/ 2450 w 2698"/>
                <a:gd name="T29" fmla="*/ 840 h 1807"/>
                <a:gd name="T30" fmla="*/ 2448 w 2698"/>
                <a:gd name="T31" fmla="*/ 939 h 1807"/>
                <a:gd name="T32" fmla="*/ 2531 w 2698"/>
                <a:gd name="T33" fmla="*/ 995 h 1807"/>
                <a:gd name="T34" fmla="*/ 2601 w 2698"/>
                <a:gd name="T35" fmla="*/ 1067 h 1807"/>
                <a:gd name="T36" fmla="*/ 2654 w 2698"/>
                <a:gd name="T37" fmla="*/ 1151 h 1807"/>
                <a:gd name="T38" fmla="*/ 2686 w 2698"/>
                <a:gd name="T39" fmla="*/ 1246 h 1807"/>
                <a:gd name="T40" fmla="*/ 2698 w 2698"/>
                <a:gd name="T41" fmla="*/ 1348 h 1807"/>
                <a:gd name="T42" fmla="*/ 2686 w 2698"/>
                <a:gd name="T43" fmla="*/ 1453 h 1807"/>
                <a:gd name="T44" fmla="*/ 2651 w 2698"/>
                <a:gd name="T45" fmla="*/ 1550 h 1807"/>
                <a:gd name="T46" fmla="*/ 2598 w 2698"/>
                <a:gd name="T47" fmla="*/ 1635 h 1807"/>
                <a:gd name="T48" fmla="*/ 2527 w 2698"/>
                <a:gd name="T49" fmla="*/ 1706 h 1807"/>
                <a:gd name="T50" fmla="*/ 2441 w 2698"/>
                <a:gd name="T51" fmla="*/ 1760 h 1807"/>
                <a:gd name="T52" fmla="*/ 2345 w 2698"/>
                <a:gd name="T53" fmla="*/ 1795 h 1807"/>
                <a:gd name="T54" fmla="*/ 2240 w 2698"/>
                <a:gd name="T55" fmla="*/ 1807 h 1807"/>
                <a:gd name="T56" fmla="*/ 533 w 2698"/>
                <a:gd name="T57" fmla="*/ 1804 h 1807"/>
                <a:gd name="T58" fmla="*/ 417 w 2698"/>
                <a:gd name="T59" fmla="*/ 1783 h 1807"/>
                <a:gd name="T60" fmla="*/ 311 w 2698"/>
                <a:gd name="T61" fmla="*/ 1740 h 1807"/>
                <a:gd name="T62" fmla="*/ 216 w 2698"/>
                <a:gd name="T63" fmla="*/ 1676 h 1807"/>
                <a:gd name="T64" fmla="*/ 135 w 2698"/>
                <a:gd name="T65" fmla="*/ 1597 h 1807"/>
                <a:gd name="T66" fmla="*/ 71 w 2698"/>
                <a:gd name="T67" fmla="*/ 1504 h 1807"/>
                <a:gd name="T68" fmla="*/ 26 w 2698"/>
                <a:gd name="T69" fmla="*/ 1398 h 1807"/>
                <a:gd name="T70" fmla="*/ 2 w 2698"/>
                <a:gd name="T71" fmla="*/ 1284 h 1807"/>
                <a:gd name="T72" fmla="*/ 2 w 2698"/>
                <a:gd name="T73" fmla="*/ 1167 h 1807"/>
                <a:gd name="T74" fmla="*/ 24 w 2698"/>
                <a:gd name="T75" fmla="*/ 1056 h 1807"/>
                <a:gd name="T76" fmla="*/ 67 w 2698"/>
                <a:gd name="T77" fmla="*/ 954 h 1807"/>
                <a:gd name="T78" fmla="*/ 127 w 2698"/>
                <a:gd name="T79" fmla="*/ 862 h 1807"/>
                <a:gd name="T80" fmla="*/ 204 w 2698"/>
                <a:gd name="T81" fmla="*/ 783 h 1807"/>
                <a:gd name="T82" fmla="*/ 294 w 2698"/>
                <a:gd name="T83" fmla="*/ 719 h 1807"/>
                <a:gd name="T84" fmla="*/ 395 w 2698"/>
                <a:gd name="T85" fmla="*/ 673 h 1807"/>
                <a:gd name="T86" fmla="*/ 408 w 2698"/>
                <a:gd name="T87" fmla="*/ 568 h 1807"/>
                <a:gd name="T88" fmla="*/ 444 w 2698"/>
                <a:gd name="T89" fmla="*/ 469 h 1807"/>
                <a:gd name="T90" fmla="*/ 501 w 2698"/>
                <a:gd name="T91" fmla="*/ 379 h 1807"/>
                <a:gd name="T92" fmla="*/ 569 w 2698"/>
                <a:gd name="T93" fmla="*/ 309 h 1807"/>
                <a:gd name="T94" fmla="*/ 649 w 2698"/>
                <a:gd name="T95" fmla="*/ 255 h 1807"/>
                <a:gd name="T96" fmla="*/ 737 w 2698"/>
                <a:gd name="T97" fmla="*/ 217 h 1807"/>
                <a:gd name="T98" fmla="*/ 831 w 2698"/>
                <a:gd name="T99" fmla="*/ 198 h 1807"/>
                <a:gd name="T100" fmla="*/ 923 w 2698"/>
                <a:gd name="T101" fmla="*/ 198 h 1807"/>
                <a:gd name="T102" fmla="*/ 1008 w 2698"/>
                <a:gd name="T103" fmla="*/ 213 h 1807"/>
                <a:gd name="T104" fmla="*/ 1085 w 2698"/>
                <a:gd name="T105" fmla="*/ 132 h 1807"/>
                <a:gd name="T106" fmla="*/ 1175 w 2698"/>
                <a:gd name="T107" fmla="*/ 68 h 1807"/>
                <a:gd name="T108" fmla="*/ 1276 w 2698"/>
                <a:gd name="T109" fmla="*/ 25 h 1807"/>
                <a:gd name="T110" fmla="*/ 1386 w 2698"/>
                <a:gd name="T111" fmla="*/ 2 h 18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698" h="1807">
                  <a:moveTo>
                    <a:pt x="1444" y="0"/>
                  </a:moveTo>
                  <a:lnTo>
                    <a:pt x="1489" y="1"/>
                  </a:lnTo>
                  <a:lnTo>
                    <a:pt x="1534" y="6"/>
                  </a:lnTo>
                  <a:lnTo>
                    <a:pt x="1579" y="16"/>
                  </a:lnTo>
                  <a:lnTo>
                    <a:pt x="1624" y="28"/>
                  </a:lnTo>
                  <a:lnTo>
                    <a:pt x="1667" y="44"/>
                  </a:lnTo>
                  <a:lnTo>
                    <a:pt x="1709" y="63"/>
                  </a:lnTo>
                  <a:lnTo>
                    <a:pt x="1750" y="86"/>
                  </a:lnTo>
                  <a:lnTo>
                    <a:pt x="1790" y="113"/>
                  </a:lnTo>
                  <a:lnTo>
                    <a:pt x="1825" y="143"/>
                  </a:lnTo>
                  <a:lnTo>
                    <a:pt x="1860" y="176"/>
                  </a:lnTo>
                  <a:lnTo>
                    <a:pt x="1891" y="213"/>
                  </a:lnTo>
                  <a:lnTo>
                    <a:pt x="1919" y="253"/>
                  </a:lnTo>
                  <a:lnTo>
                    <a:pt x="1945" y="297"/>
                  </a:lnTo>
                  <a:lnTo>
                    <a:pt x="1966" y="344"/>
                  </a:lnTo>
                  <a:lnTo>
                    <a:pt x="1983" y="395"/>
                  </a:lnTo>
                  <a:lnTo>
                    <a:pt x="2034" y="398"/>
                  </a:lnTo>
                  <a:lnTo>
                    <a:pt x="2082" y="408"/>
                  </a:lnTo>
                  <a:lnTo>
                    <a:pt x="2131" y="422"/>
                  </a:lnTo>
                  <a:lnTo>
                    <a:pt x="2176" y="441"/>
                  </a:lnTo>
                  <a:lnTo>
                    <a:pt x="2221" y="466"/>
                  </a:lnTo>
                  <a:lnTo>
                    <a:pt x="2262" y="494"/>
                  </a:lnTo>
                  <a:lnTo>
                    <a:pt x="2300" y="527"/>
                  </a:lnTo>
                  <a:lnTo>
                    <a:pt x="2335" y="564"/>
                  </a:lnTo>
                  <a:lnTo>
                    <a:pt x="2365" y="604"/>
                  </a:lnTo>
                  <a:lnTo>
                    <a:pt x="2393" y="648"/>
                  </a:lnTo>
                  <a:lnTo>
                    <a:pt x="2415" y="694"/>
                  </a:lnTo>
                  <a:lnTo>
                    <a:pt x="2432" y="741"/>
                  </a:lnTo>
                  <a:lnTo>
                    <a:pt x="2443" y="790"/>
                  </a:lnTo>
                  <a:lnTo>
                    <a:pt x="2450" y="840"/>
                  </a:lnTo>
                  <a:lnTo>
                    <a:pt x="2452" y="889"/>
                  </a:lnTo>
                  <a:lnTo>
                    <a:pt x="2448" y="939"/>
                  </a:lnTo>
                  <a:lnTo>
                    <a:pt x="2491" y="964"/>
                  </a:lnTo>
                  <a:lnTo>
                    <a:pt x="2531" y="995"/>
                  </a:lnTo>
                  <a:lnTo>
                    <a:pt x="2568" y="1029"/>
                  </a:lnTo>
                  <a:lnTo>
                    <a:pt x="2601" y="1067"/>
                  </a:lnTo>
                  <a:lnTo>
                    <a:pt x="2629" y="1107"/>
                  </a:lnTo>
                  <a:lnTo>
                    <a:pt x="2654" y="1151"/>
                  </a:lnTo>
                  <a:lnTo>
                    <a:pt x="2673" y="1198"/>
                  </a:lnTo>
                  <a:lnTo>
                    <a:pt x="2686" y="1246"/>
                  </a:lnTo>
                  <a:lnTo>
                    <a:pt x="2696" y="1296"/>
                  </a:lnTo>
                  <a:lnTo>
                    <a:pt x="2698" y="1348"/>
                  </a:lnTo>
                  <a:lnTo>
                    <a:pt x="2695" y="1402"/>
                  </a:lnTo>
                  <a:lnTo>
                    <a:pt x="2686" y="1453"/>
                  </a:lnTo>
                  <a:lnTo>
                    <a:pt x="2672" y="1503"/>
                  </a:lnTo>
                  <a:lnTo>
                    <a:pt x="2651" y="1550"/>
                  </a:lnTo>
                  <a:lnTo>
                    <a:pt x="2627" y="1594"/>
                  </a:lnTo>
                  <a:lnTo>
                    <a:pt x="2598" y="1635"/>
                  </a:lnTo>
                  <a:lnTo>
                    <a:pt x="2564" y="1672"/>
                  </a:lnTo>
                  <a:lnTo>
                    <a:pt x="2527" y="1706"/>
                  </a:lnTo>
                  <a:lnTo>
                    <a:pt x="2486" y="1735"/>
                  </a:lnTo>
                  <a:lnTo>
                    <a:pt x="2441" y="1760"/>
                  </a:lnTo>
                  <a:lnTo>
                    <a:pt x="2394" y="1780"/>
                  </a:lnTo>
                  <a:lnTo>
                    <a:pt x="2345" y="1795"/>
                  </a:lnTo>
                  <a:lnTo>
                    <a:pt x="2293" y="1804"/>
                  </a:lnTo>
                  <a:lnTo>
                    <a:pt x="2240" y="1807"/>
                  </a:lnTo>
                  <a:lnTo>
                    <a:pt x="558" y="1807"/>
                  </a:lnTo>
                  <a:lnTo>
                    <a:pt x="533" y="1804"/>
                  </a:lnTo>
                  <a:lnTo>
                    <a:pt x="474" y="1797"/>
                  </a:lnTo>
                  <a:lnTo>
                    <a:pt x="417" y="1783"/>
                  </a:lnTo>
                  <a:lnTo>
                    <a:pt x="362" y="1764"/>
                  </a:lnTo>
                  <a:lnTo>
                    <a:pt x="311" y="1740"/>
                  </a:lnTo>
                  <a:lnTo>
                    <a:pt x="261" y="1710"/>
                  </a:lnTo>
                  <a:lnTo>
                    <a:pt x="216" y="1676"/>
                  </a:lnTo>
                  <a:lnTo>
                    <a:pt x="173" y="1639"/>
                  </a:lnTo>
                  <a:lnTo>
                    <a:pt x="135" y="1597"/>
                  </a:lnTo>
                  <a:lnTo>
                    <a:pt x="100" y="1553"/>
                  </a:lnTo>
                  <a:lnTo>
                    <a:pt x="71" y="1504"/>
                  </a:lnTo>
                  <a:lnTo>
                    <a:pt x="47" y="1452"/>
                  </a:lnTo>
                  <a:lnTo>
                    <a:pt x="26" y="1398"/>
                  </a:lnTo>
                  <a:lnTo>
                    <a:pt x="12" y="1342"/>
                  </a:lnTo>
                  <a:lnTo>
                    <a:pt x="2" y="1284"/>
                  </a:lnTo>
                  <a:lnTo>
                    <a:pt x="0" y="1224"/>
                  </a:lnTo>
                  <a:lnTo>
                    <a:pt x="2" y="1167"/>
                  </a:lnTo>
                  <a:lnTo>
                    <a:pt x="11" y="1111"/>
                  </a:lnTo>
                  <a:lnTo>
                    <a:pt x="24" y="1056"/>
                  </a:lnTo>
                  <a:lnTo>
                    <a:pt x="43" y="1004"/>
                  </a:lnTo>
                  <a:lnTo>
                    <a:pt x="67" y="954"/>
                  </a:lnTo>
                  <a:lnTo>
                    <a:pt x="95" y="906"/>
                  </a:lnTo>
                  <a:lnTo>
                    <a:pt x="127" y="862"/>
                  </a:lnTo>
                  <a:lnTo>
                    <a:pt x="164" y="821"/>
                  </a:lnTo>
                  <a:lnTo>
                    <a:pt x="204" y="783"/>
                  </a:lnTo>
                  <a:lnTo>
                    <a:pt x="247" y="749"/>
                  </a:lnTo>
                  <a:lnTo>
                    <a:pt x="294" y="719"/>
                  </a:lnTo>
                  <a:lnTo>
                    <a:pt x="343" y="694"/>
                  </a:lnTo>
                  <a:lnTo>
                    <a:pt x="395" y="673"/>
                  </a:lnTo>
                  <a:lnTo>
                    <a:pt x="399" y="620"/>
                  </a:lnTo>
                  <a:lnTo>
                    <a:pt x="408" y="568"/>
                  </a:lnTo>
                  <a:lnTo>
                    <a:pt x="423" y="517"/>
                  </a:lnTo>
                  <a:lnTo>
                    <a:pt x="444" y="469"/>
                  </a:lnTo>
                  <a:lnTo>
                    <a:pt x="469" y="422"/>
                  </a:lnTo>
                  <a:lnTo>
                    <a:pt x="501" y="379"/>
                  </a:lnTo>
                  <a:lnTo>
                    <a:pt x="533" y="342"/>
                  </a:lnTo>
                  <a:lnTo>
                    <a:pt x="569" y="309"/>
                  </a:lnTo>
                  <a:lnTo>
                    <a:pt x="607" y="281"/>
                  </a:lnTo>
                  <a:lnTo>
                    <a:pt x="649" y="255"/>
                  </a:lnTo>
                  <a:lnTo>
                    <a:pt x="692" y="234"/>
                  </a:lnTo>
                  <a:lnTo>
                    <a:pt x="737" y="217"/>
                  </a:lnTo>
                  <a:lnTo>
                    <a:pt x="784" y="206"/>
                  </a:lnTo>
                  <a:lnTo>
                    <a:pt x="831" y="198"/>
                  </a:lnTo>
                  <a:lnTo>
                    <a:pt x="880" y="196"/>
                  </a:lnTo>
                  <a:lnTo>
                    <a:pt x="923" y="198"/>
                  </a:lnTo>
                  <a:lnTo>
                    <a:pt x="966" y="204"/>
                  </a:lnTo>
                  <a:lnTo>
                    <a:pt x="1008" y="213"/>
                  </a:lnTo>
                  <a:lnTo>
                    <a:pt x="1044" y="171"/>
                  </a:lnTo>
                  <a:lnTo>
                    <a:pt x="1085" y="132"/>
                  </a:lnTo>
                  <a:lnTo>
                    <a:pt x="1128" y="98"/>
                  </a:lnTo>
                  <a:lnTo>
                    <a:pt x="1175" y="68"/>
                  </a:lnTo>
                  <a:lnTo>
                    <a:pt x="1224" y="44"/>
                  </a:lnTo>
                  <a:lnTo>
                    <a:pt x="1276" y="25"/>
                  </a:lnTo>
                  <a:lnTo>
                    <a:pt x="1330" y="10"/>
                  </a:lnTo>
                  <a:lnTo>
                    <a:pt x="1386" y="2"/>
                  </a:lnTo>
                  <a:lnTo>
                    <a:pt x="1444"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 name="Freeform 7"/>
            <p:cNvSpPr>
              <a:spLocks/>
            </p:cNvSpPr>
            <p:nvPr/>
          </p:nvSpPr>
          <p:spPr bwMode="auto">
            <a:xfrm>
              <a:off x="5163502" y="2587731"/>
              <a:ext cx="611134" cy="390159"/>
            </a:xfrm>
            <a:custGeom>
              <a:avLst/>
              <a:gdLst>
                <a:gd name="T0" fmla="*/ 1380 w 2474"/>
                <a:gd name="T1" fmla="*/ 2 h 1582"/>
                <a:gd name="T2" fmla="*/ 1462 w 2474"/>
                <a:gd name="T3" fmla="*/ 18 h 1582"/>
                <a:gd name="T4" fmla="*/ 1540 w 2474"/>
                <a:gd name="T5" fmla="*/ 48 h 1582"/>
                <a:gd name="T6" fmla="*/ 1612 w 2474"/>
                <a:gd name="T7" fmla="*/ 94 h 1582"/>
                <a:gd name="T8" fmla="*/ 1674 w 2474"/>
                <a:gd name="T9" fmla="*/ 152 h 1582"/>
                <a:gd name="T10" fmla="*/ 1724 w 2474"/>
                <a:gd name="T11" fmla="*/ 223 h 1582"/>
                <a:gd name="T12" fmla="*/ 1760 w 2474"/>
                <a:gd name="T13" fmla="*/ 307 h 1582"/>
                <a:gd name="T14" fmla="*/ 1779 w 2474"/>
                <a:gd name="T15" fmla="*/ 403 h 1582"/>
                <a:gd name="T16" fmla="*/ 1878 w 2474"/>
                <a:gd name="T17" fmla="*/ 395 h 1582"/>
                <a:gd name="T18" fmla="*/ 1970 w 2474"/>
                <a:gd name="T19" fmla="*/ 413 h 1582"/>
                <a:gd name="T20" fmla="*/ 2053 w 2474"/>
                <a:gd name="T21" fmla="*/ 452 h 1582"/>
                <a:gd name="T22" fmla="*/ 2122 w 2474"/>
                <a:gd name="T23" fmla="*/ 509 h 1582"/>
                <a:gd name="T24" fmla="*/ 2177 w 2474"/>
                <a:gd name="T25" fmla="*/ 581 h 1582"/>
                <a:gd name="T26" fmla="*/ 2212 w 2474"/>
                <a:gd name="T27" fmla="*/ 663 h 1582"/>
                <a:gd name="T28" fmla="*/ 2227 w 2474"/>
                <a:gd name="T29" fmla="*/ 754 h 1582"/>
                <a:gd name="T30" fmla="*/ 2217 w 2474"/>
                <a:gd name="T31" fmla="*/ 850 h 1582"/>
                <a:gd name="T32" fmla="*/ 2244 w 2474"/>
                <a:gd name="T33" fmla="*/ 909 h 1582"/>
                <a:gd name="T34" fmla="*/ 2319 w 2474"/>
                <a:gd name="T35" fmla="*/ 947 h 1582"/>
                <a:gd name="T36" fmla="*/ 2382 w 2474"/>
                <a:gd name="T37" fmla="*/ 1002 h 1582"/>
                <a:gd name="T38" fmla="*/ 2432 w 2474"/>
                <a:gd name="T39" fmla="*/ 1070 h 1582"/>
                <a:gd name="T40" fmla="*/ 2462 w 2474"/>
                <a:gd name="T41" fmla="*/ 1149 h 1582"/>
                <a:gd name="T42" fmla="*/ 2474 w 2474"/>
                <a:gd name="T43" fmla="*/ 1236 h 1582"/>
                <a:gd name="T44" fmla="*/ 2461 w 2474"/>
                <a:gd name="T45" fmla="*/ 1329 h 1582"/>
                <a:gd name="T46" fmla="*/ 2426 w 2474"/>
                <a:gd name="T47" fmla="*/ 1411 h 1582"/>
                <a:gd name="T48" fmla="*/ 2373 w 2474"/>
                <a:gd name="T49" fmla="*/ 1481 h 1582"/>
                <a:gd name="T50" fmla="*/ 2303 w 2474"/>
                <a:gd name="T51" fmla="*/ 1535 h 1582"/>
                <a:gd name="T52" fmla="*/ 2219 w 2474"/>
                <a:gd name="T53" fmla="*/ 1571 h 1582"/>
                <a:gd name="T54" fmla="*/ 2128 w 2474"/>
                <a:gd name="T55" fmla="*/ 1582 h 1582"/>
                <a:gd name="T56" fmla="*/ 446 w 2474"/>
                <a:gd name="T57" fmla="*/ 1581 h 1582"/>
                <a:gd name="T58" fmla="*/ 342 w 2474"/>
                <a:gd name="T59" fmla="*/ 1564 h 1582"/>
                <a:gd name="T60" fmla="*/ 248 w 2474"/>
                <a:gd name="T61" fmla="*/ 1526 h 1582"/>
                <a:gd name="T62" fmla="*/ 166 w 2474"/>
                <a:gd name="T63" fmla="*/ 1470 h 1582"/>
                <a:gd name="T64" fmla="*/ 97 w 2474"/>
                <a:gd name="T65" fmla="*/ 1398 h 1582"/>
                <a:gd name="T66" fmla="*/ 45 w 2474"/>
                <a:gd name="T67" fmla="*/ 1313 h 1582"/>
                <a:gd name="T68" fmla="*/ 12 w 2474"/>
                <a:gd name="T69" fmla="*/ 1217 h 1582"/>
                <a:gd name="T70" fmla="*/ 0 w 2474"/>
                <a:gd name="T71" fmla="*/ 1112 h 1582"/>
                <a:gd name="T72" fmla="*/ 12 w 2474"/>
                <a:gd name="T73" fmla="*/ 1007 h 1582"/>
                <a:gd name="T74" fmla="*/ 46 w 2474"/>
                <a:gd name="T75" fmla="*/ 908 h 1582"/>
                <a:gd name="T76" fmla="*/ 100 w 2474"/>
                <a:gd name="T77" fmla="*/ 823 h 1582"/>
                <a:gd name="T78" fmla="*/ 171 w 2474"/>
                <a:gd name="T79" fmla="*/ 750 h 1582"/>
                <a:gd name="T80" fmla="*/ 257 w 2474"/>
                <a:gd name="T81" fmla="*/ 694 h 1582"/>
                <a:gd name="T82" fmla="*/ 353 w 2474"/>
                <a:gd name="T83" fmla="*/ 658 h 1582"/>
                <a:gd name="T84" fmla="*/ 397 w 2474"/>
                <a:gd name="T85" fmla="*/ 599 h 1582"/>
                <a:gd name="T86" fmla="*/ 400 w 2474"/>
                <a:gd name="T87" fmla="*/ 507 h 1582"/>
                <a:gd name="T88" fmla="*/ 425 w 2474"/>
                <a:gd name="T89" fmla="*/ 422 h 1582"/>
                <a:gd name="T90" fmla="*/ 468 w 2474"/>
                <a:gd name="T91" fmla="*/ 348 h 1582"/>
                <a:gd name="T92" fmla="*/ 527 w 2474"/>
                <a:gd name="T93" fmla="*/ 286 h 1582"/>
                <a:gd name="T94" fmla="*/ 597 w 2474"/>
                <a:gd name="T95" fmla="*/ 239 h 1582"/>
                <a:gd name="T96" fmla="*/ 677 w 2474"/>
                <a:gd name="T97" fmla="*/ 208 h 1582"/>
                <a:gd name="T98" fmla="*/ 763 w 2474"/>
                <a:gd name="T99" fmla="*/ 196 h 1582"/>
                <a:gd name="T100" fmla="*/ 851 w 2474"/>
                <a:gd name="T101" fmla="*/ 207 h 1582"/>
                <a:gd name="T102" fmla="*/ 940 w 2474"/>
                <a:gd name="T103" fmla="*/ 241 h 1582"/>
                <a:gd name="T104" fmla="*/ 994 w 2474"/>
                <a:gd name="T105" fmla="*/ 158 h 1582"/>
                <a:gd name="T106" fmla="*/ 1058 w 2474"/>
                <a:gd name="T107" fmla="*/ 94 h 1582"/>
                <a:gd name="T108" fmla="*/ 1132 w 2474"/>
                <a:gd name="T109" fmla="*/ 46 h 1582"/>
                <a:gd name="T110" fmla="*/ 1212 w 2474"/>
                <a:gd name="T111" fmla="*/ 16 h 1582"/>
                <a:gd name="T112" fmla="*/ 1295 w 2474"/>
                <a:gd name="T113" fmla="*/ 1 h 1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74" h="1582">
                  <a:moveTo>
                    <a:pt x="1337" y="0"/>
                  </a:moveTo>
                  <a:lnTo>
                    <a:pt x="1380" y="2"/>
                  </a:lnTo>
                  <a:lnTo>
                    <a:pt x="1421" y="8"/>
                  </a:lnTo>
                  <a:lnTo>
                    <a:pt x="1462" y="18"/>
                  </a:lnTo>
                  <a:lnTo>
                    <a:pt x="1502" y="31"/>
                  </a:lnTo>
                  <a:lnTo>
                    <a:pt x="1540" y="48"/>
                  </a:lnTo>
                  <a:lnTo>
                    <a:pt x="1577" y="70"/>
                  </a:lnTo>
                  <a:lnTo>
                    <a:pt x="1612" y="94"/>
                  </a:lnTo>
                  <a:lnTo>
                    <a:pt x="1645" y="121"/>
                  </a:lnTo>
                  <a:lnTo>
                    <a:pt x="1674" y="152"/>
                  </a:lnTo>
                  <a:lnTo>
                    <a:pt x="1701" y="186"/>
                  </a:lnTo>
                  <a:lnTo>
                    <a:pt x="1724" y="223"/>
                  </a:lnTo>
                  <a:lnTo>
                    <a:pt x="1744" y="264"/>
                  </a:lnTo>
                  <a:lnTo>
                    <a:pt x="1760" y="307"/>
                  </a:lnTo>
                  <a:lnTo>
                    <a:pt x="1773" y="354"/>
                  </a:lnTo>
                  <a:lnTo>
                    <a:pt x="1779" y="403"/>
                  </a:lnTo>
                  <a:lnTo>
                    <a:pt x="1830" y="396"/>
                  </a:lnTo>
                  <a:lnTo>
                    <a:pt x="1878" y="395"/>
                  </a:lnTo>
                  <a:lnTo>
                    <a:pt x="1926" y="401"/>
                  </a:lnTo>
                  <a:lnTo>
                    <a:pt x="1970" y="413"/>
                  </a:lnTo>
                  <a:lnTo>
                    <a:pt x="2013" y="430"/>
                  </a:lnTo>
                  <a:lnTo>
                    <a:pt x="2053" y="452"/>
                  </a:lnTo>
                  <a:lnTo>
                    <a:pt x="2089" y="478"/>
                  </a:lnTo>
                  <a:lnTo>
                    <a:pt x="2122" y="509"/>
                  </a:lnTo>
                  <a:lnTo>
                    <a:pt x="2152" y="543"/>
                  </a:lnTo>
                  <a:lnTo>
                    <a:pt x="2177" y="581"/>
                  </a:lnTo>
                  <a:lnTo>
                    <a:pt x="2197" y="621"/>
                  </a:lnTo>
                  <a:lnTo>
                    <a:pt x="2212" y="663"/>
                  </a:lnTo>
                  <a:lnTo>
                    <a:pt x="2223" y="709"/>
                  </a:lnTo>
                  <a:lnTo>
                    <a:pt x="2227" y="754"/>
                  </a:lnTo>
                  <a:lnTo>
                    <a:pt x="2225" y="802"/>
                  </a:lnTo>
                  <a:lnTo>
                    <a:pt x="2217" y="850"/>
                  </a:lnTo>
                  <a:lnTo>
                    <a:pt x="2203" y="898"/>
                  </a:lnTo>
                  <a:lnTo>
                    <a:pt x="2244" y="909"/>
                  </a:lnTo>
                  <a:lnTo>
                    <a:pt x="2283" y="926"/>
                  </a:lnTo>
                  <a:lnTo>
                    <a:pt x="2319" y="947"/>
                  </a:lnTo>
                  <a:lnTo>
                    <a:pt x="2353" y="973"/>
                  </a:lnTo>
                  <a:lnTo>
                    <a:pt x="2382" y="1002"/>
                  </a:lnTo>
                  <a:lnTo>
                    <a:pt x="2410" y="1034"/>
                  </a:lnTo>
                  <a:lnTo>
                    <a:pt x="2432" y="1070"/>
                  </a:lnTo>
                  <a:lnTo>
                    <a:pt x="2450" y="1108"/>
                  </a:lnTo>
                  <a:lnTo>
                    <a:pt x="2462" y="1149"/>
                  </a:lnTo>
                  <a:lnTo>
                    <a:pt x="2471" y="1191"/>
                  </a:lnTo>
                  <a:lnTo>
                    <a:pt x="2474" y="1236"/>
                  </a:lnTo>
                  <a:lnTo>
                    <a:pt x="2471" y="1283"/>
                  </a:lnTo>
                  <a:lnTo>
                    <a:pt x="2461" y="1329"/>
                  </a:lnTo>
                  <a:lnTo>
                    <a:pt x="2447" y="1371"/>
                  </a:lnTo>
                  <a:lnTo>
                    <a:pt x="2426" y="1411"/>
                  </a:lnTo>
                  <a:lnTo>
                    <a:pt x="2402" y="1448"/>
                  </a:lnTo>
                  <a:lnTo>
                    <a:pt x="2373" y="1481"/>
                  </a:lnTo>
                  <a:lnTo>
                    <a:pt x="2339" y="1510"/>
                  </a:lnTo>
                  <a:lnTo>
                    <a:pt x="2303" y="1535"/>
                  </a:lnTo>
                  <a:lnTo>
                    <a:pt x="2263" y="1555"/>
                  </a:lnTo>
                  <a:lnTo>
                    <a:pt x="2219" y="1571"/>
                  </a:lnTo>
                  <a:lnTo>
                    <a:pt x="2175" y="1579"/>
                  </a:lnTo>
                  <a:lnTo>
                    <a:pt x="2128" y="1582"/>
                  </a:lnTo>
                  <a:lnTo>
                    <a:pt x="446" y="1582"/>
                  </a:lnTo>
                  <a:lnTo>
                    <a:pt x="446" y="1581"/>
                  </a:lnTo>
                  <a:lnTo>
                    <a:pt x="393" y="1576"/>
                  </a:lnTo>
                  <a:lnTo>
                    <a:pt x="342" y="1564"/>
                  </a:lnTo>
                  <a:lnTo>
                    <a:pt x="295" y="1548"/>
                  </a:lnTo>
                  <a:lnTo>
                    <a:pt x="248" y="1526"/>
                  </a:lnTo>
                  <a:lnTo>
                    <a:pt x="206" y="1501"/>
                  </a:lnTo>
                  <a:lnTo>
                    <a:pt x="166" y="1470"/>
                  </a:lnTo>
                  <a:lnTo>
                    <a:pt x="130" y="1436"/>
                  </a:lnTo>
                  <a:lnTo>
                    <a:pt x="97" y="1398"/>
                  </a:lnTo>
                  <a:lnTo>
                    <a:pt x="69" y="1357"/>
                  </a:lnTo>
                  <a:lnTo>
                    <a:pt x="45" y="1313"/>
                  </a:lnTo>
                  <a:lnTo>
                    <a:pt x="25" y="1266"/>
                  </a:lnTo>
                  <a:lnTo>
                    <a:pt x="12" y="1217"/>
                  </a:lnTo>
                  <a:lnTo>
                    <a:pt x="3" y="1166"/>
                  </a:lnTo>
                  <a:lnTo>
                    <a:pt x="0" y="1112"/>
                  </a:lnTo>
                  <a:lnTo>
                    <a:pt x="3" y="1058"/>
                  </a:lnTo>
                  <a:lnTo>
                    <a:pt x="12" y="1007"/>
                  </a:lnTo>
                  <a:lnTo>
                    <a:pt x="26" y="956"/>
                  </a:lnTo>
                  <a:lnTo>
                    <a:pt x="46" y="908"/>
                  </a:lnTo>
                  <a:lnTo>
                    <a:pt x="71" y="864"/>
                  </a:lnTo>
                  <a:lnTo>
                    <a:pt x="100" y="823"/>
                  </a:lnTo>
                  <a:lnTo>
                    <a:pt x="134" y="785"/>
                  </a:lnTo>
                  <a:lnTo>
                    <a:pt x="171" y="750"/>
                  </a:lnTo>
                  <a:lnTo>
                    <a:pt x="212" y="720"/>
                  </a:lnTo>
                  <a:lnTo>
                    <a:pt x="257" y="694"/>
                  </a:lnTo>
                  <a:lnTo>
                    <a:pt x="303" y="674"/>
                  </a:lnTo>
                  <a:lnTo>
                    <a:pt x="353" y="658"/>
                  </a:lnTo>
                  <a:lnTo>
                    <a:pt x="405" y="647"/>
                  </a:lnTo>
                  <a:lnTo>
                    <a:pt x="397" y="599"/>
                  </a:lnTo>
                  <a:lnTo>
                    <a:pt x="396" y="552"/>
                  </a:lnTo>
                  <a:lnTo>
                    <a:pt x="400" y="507"/>
                  </a:lnTo>
                  <a:lnTo>
                    <a:pt x="410" y="464"/>
                  </a:lnTo>
                  <a:lnTo>
                    <a:pt x="425" y="422"/>
                  </a:lnTo>
                  <a:lnTo>
                    <a:pt x="445" y="384"/>
                  </a:lnTo>
                  <a:lnTo>
                    <a:pt x="468" y="348"/>
                  </a:lnTo>
                  <a:lnTo>
                    <a:pt x="495" y="316"/>
                  </a:lnTo>
                  <a:lnTo>
                    <a:pt x="527" y="286"/>
                  </a:lnTo>
                  <a:lnTo>
                    <a:pt x="561" y="261"/>
                  </a:lnTo>
                  <a:lnTo>
                    <a:pt x="597" y="239"/>
                  </a:lnTo>
                  <a:lnTo>
                    <a:pt x="636" y="221"/>
                  </a:lnTo>
                  <a:lnTo>
                    <a:pt x="677" y="208"/>
                  </a:lnTo>
                  <a:lnTo>
                    <a:pt x="719" y="199"/>
                  </a:lnTo>
                  <a:lnTo>
                    <a:pt x="763" y="196"/>
                  </a:lnTo>
                  <a:lnTo>
                    <a:pt x="807" y="198"/>
                  </a:lnTo>
                  <a:lnTo>
                    <a:pt x="851" y="207"/>
                  </a:lnTo>
                  <a:lnTo>
                    <a:pt x="897" y="221"/>
                  </a:lnTo>
                  <a:lnTo>
                    <a:pt x="940" y="241"/>
                  </a:lnTo>
                  <a:lnTo>
                    <a:pt x="966" y="197"/>
                  </a:lnTo>
                  <a:lnTo>
                    <a:pt x="994" y="158"/>
                  </a:lnTo>
                  <a:lnTo>
                    <a:pt x="1026" y="123"/>
                  </a:lnTo>
                  <a:lnTo>
                    <a:pt x="1058" y="94"/>
                  </a:lnTo>
                  <a:lnTo>
                    <a:pt x="1094" y="68"/>
                  </a:lnTo>
                  <a:lnTo>
                    <a:pt x="1132" y="46"/>
                  </a:lnTo>
                  <a:lnTo>
                    <a:pt x="1172" y="29"/>
                  </a:lnTo>
                  <a:lnTo>
                    <a:pt x="1212" y="16"/>
                  </a:lnTo>
                  <a:lnTo>
                    <a:pt x="1254" y="6"/>
                  </a:lnTo>
                  <a:lnTo>
                    <a:pt x="1295" y="1"/>
                  </a:lnTo>
                  <a:lnTo>
                    <a:pt x="1337"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2" name="Group 11"/>
          <p:cNvGrpSpPr>
            <a:grpSpLocks noChangeAspect="1"/>
          </p:cNvGrpSpPr>
          <p:nvPr/>
        </p:nvGrpSpPr>
        <p:grpSpPr>
          <a:xfrm>
            <a:off x="6335898" y="2252413"/>
            <a:ext cx="666378" cy="666378"/>
            <a:chOff x="7879080" y="2449621"/>
            <a:chExt cx="666378" cy="666378"/>
          </a:xfrm>
        </p:grpSpPr>
        <p:sp useBgFill="1">
          <p:nvSpPr>
            <p:cNvPr id="96" name="Freeform 105"/>
            <p:cNvSpPr>
              <a:spLocks/>
            </p:cNvSpPr>
            <p:nvPr/>
          </p:nvSpPr>
          <p:spPr bwMode="auto">
            <a:xfrm>
              <a:off x="7879080" y="2449621"/>
              <a:ext cx="666378" cy="666378"/>
            </a:xfrm>
            <a:custGeom>
              <a:avLst/>
              <a:gdLst>
                <a:gd name="T0" fmla="*/ 113 w 2530"/>
                <a:gd name="T1" fmla="*/ 0 h 2530"/>
                <a:gd name="T2" fmla="*/ 2024 w 2530"/>
                <a:gd name="T3" fmla="*/ 0 h 2530"/>
                <a:gd name="T4" fmla="*/ 2050 w 2530"/>
                <a:gd name="T5" fmla="*/ 3 h 2530"/>
                <a:gd name="T6" fmla="*/ 2074 w 2530"/>
                <a:gd name="T7" fmla="*/ 12 h 2530"/>
                <a:gd name="T8" fmla="*/ 2095 w 2530"/>
                <a:gd name="T9" fmla="*/ 25 h 2530"/>
                <a:gd name="T10" fmla="*/ 2112 w 2530"/>
                <a:gd name="T11" fmla="*/ 42 h 2530"/>
                <a:gd name="T12" fmla="*/ 2125 w 2530"/>
                <a:gd name="T13" fmla="*/ 63 h 2530"/>
                <a:gd name="T14" fmla="*/ 2134 w 2530"/>
                <a:gd name="T15" fmla="*/ 87 h 2530"/>
                <a:gd name="T16" fmla="*/ 2137 w 2530"/>
                <a:gd name="T17" fmla="*/ 113 h 2530"/>
                <a:gd name="T18" fmla="*/ 2137 w 2530"/>
                <a:gd name="T19" fmla="*/ 585 h 2530"/>
                <a:gd name="T20" fmla="*/ 2322 w 2530"/>
                <a:gd name="T21" fmla="*/ 585 h 2530"/>
                <a:gd name="T22" fmla="*/ 2356 w 2530"/>
                <a:gd name="T23" fmla="*/ 587 h 2530"/>
                <a:gd name="T24" fmla="*/ 2388 w 2530"/>
                <a:gd name="T25" fmla="*/ 596 h 2530"/>
                <a:gd name="T26" fmla="*/ 2418 w 2530"/>
                <a:gd name="T27" fmla="*/ 608 h 2530"/>
                <a:gd name="T28" fmla="*/ 2445 w 2530"/>
                <a:gd name="T29" fmla="*/ 625 h 2530"/>
                <a:gd name="T30" fmla="*/ 2470 w 2530"/>
                <a:gd name="T31" fmla="*/ 646 h 2530"/>
                <a:gd name="T32" fmla="*/ 2490 w 2530"/>
                <a:gd name="T33" fmla="*/ 671 h 2530"/>
                <a:gd name="T34" fmla="*/ 2507 w 2530"/>
                <a:gd name="T35" fmla="*/ 697 h 2530"/>
                <a:gd name="T36" fmla="*/ 2519 w 2530"/>
                <a:gd name="T37" fmla="*/ 728 h 2530"/>
                <a:gd name="T38" fmla="*/ 2528 w 2530"/>
                <a:gd name="T39" fmla="*/ 760 h 2530"/>
                <a:gd name="T40" fmla="*/ 2530 w 2530"/>
                <a:gd name="T41" fmla="*/ 793 h 2530"/>
                <a:gd name="T42" fmla="*/ 2530 w 2530"/>
                <a:gd name="T43" fmla="*/ 2322 h 2530"/>
                <a:gd name="T44" fmla="*/ 2528 w 2530"/>
                <a:gd name="T45" fmla="*/ 2356 h 2530"/>
                <a:gd name="T46" fmla="*/ 2519 w 2530"/>
                <a:gd name="T47" fmla="*/ 2388 h 2530"/>
                <a:gd name="T48" fmla="*/ 2507 w 2530"/>
                <a:gd name="T49" fmla="*/ 2418 h 2530"/>
                <a:gd name="T50" fmla="*/ 2490 w 2530"/>
                <a:gd name="T51" fmla="*/ 2445 h 2530"/>
                <a:gd name="T52" fmla="*/ 2470 w 2530"/>
                <a:gd name="T53" fmla="*/ 2470 h 2530"/>
                <a:gd name="T54" fmla="*/ 2445 w 2530"/>
                <a:gd name="T55" fmla="*/ 2490 h 2530"/>
                <a:gd name="T56" fmla="*/ 2418 w 2530"/>
                <a:gd name="T57" fmla="*/ 2507 h 2530"/>
                <a:gd name="T58" fmla="*/ 2388 w 2530"/>
                <a:gd name="T59" fmla="*/ 2519 h 2530"/>
                <a:gd name="T60" fmla="*/ 2356 w 2530"/>
                <a:gd name="T61" fmla="*/ 2528 h 2530"/>
                <a:gd name="T62" fmla="*/ 2322 w 2530"/>
                <a:gd name="T63" fmla="*/ 2530 h 2530"/>
                <a:gd name="T64" fmla="*/ 1558 w 2530"/>
                <a:gd name="T65" fmla="*/ 2530 h 2530"/>
                <a:gd name="T66" fmla="*/ 1524 w 2530"/>
                <a:gd name="T67" fmla="*/ 2528 h 2530"/>
                <a:gd name="T68" fmla="*/ 1492 w 2530"/>
                <a:gd name="T69" fmla="*/ 2519 h 2530"/>
                <a:gd name="T70" fmla="*/ 1462 w 2530"/>
                <a:gd name="T71" fmla="*/ 2507 h 2530"/>
                <a:gd name="T72" fmla="*/ 1435 w 2530"/>
                <a:gd name="T73" fmla="*/ 2490 h 2530"/>
                <a:gd name="T74" fmla="*/ 1410 w 2530"/>
                <a:gd name="T75" fmla="*/ 2470 h 2530"/>
                <a:gd name="T76" fmla="*/ 1390 w 2530"/>
                <a:gd name="T77" fmla="*/ 2445 h 2530"/>
                <a:gd name="T78" fmla="*/ 1373 w 2530"/>
                <a:gd name="T79" fmla="*/ 2418 h 2530"/>
                <a:gd name="T80" fmla="*/ 1361 w 2530"/>
                <a:gd name="T81" fmla="*/ 2388 h 2530"/>
                <a:gd name="T82" fmla="*/ 1352 w 2530"/>
                <a:gd name="T83" fmla="*/ 2356 h 2530"/>
                <a:gd name="T84" fmla="*/ 1350 w 2530"/>
                <a:gd name="T85" fmla="*/ 2322 h 2530"/>
                <a:gd name="T86" fmla="*/ 1350 w 2530"/>
                <a:gd name="T87" fmla="*/ 1631 h 2530"/>
                <a:gd name="T88" fmla="*/ 113 w 2530"/>
                <a:gd name="T89" fmla="*/ 1631 h 2530"/>
                <a:gd name="T90" fmla="*/ 87 w 2530"/>
                <a:gd name="T91" fmla="*/ 1628 h 2530"/>
                <a:gd name="T92" fmla="*/ 63 w 2530"/>
                <a:gd name="T93" fmla="*/ 1619 h 2530"/>
                <a:gd name="T94" fmla="*/ 42 w 2530"/>
                <a:gd name="T95" fmla="*/ 1606 h 2530"/>
                <a:gd name="T96" fmla="*/ 25 w 2530"/>
                <a:gd name="T97" fmla="*/ 1589 h 2530"/>
                <a:gd name="T98" fmla="*/ 12 w 2530"/>
                <a:gd name="T99" fmla="*/ 1568 h 2530"/>
                <a:gd name="T100" fmla="*/ 3 w 2530"/>
                <a:gd name="T101" fmla="*/ 1544 h 2530"/>
                <a:gd name="T102" fmla="*/ 0 w 2530"/>
                <a:gd name="T103" fmla="*/ 1518 h 2530"/>
                <a:gd name="T104" fmla="*/ 0 w 2530"/>
                <a:gd name="T105" fmla="*/ 113 h 2530"/>
                <a:gd name="T106" fmla="*/ 3 w 2530"/>
                <a:gd name="T107" fmla="*/ 87 h 2530"/>
                <a:gd name="T108" fmla="*/ 12 w 2530"/>
                <a:gd name="T109" fmla="*/ 63 h 2530"/>
                <a:gd name="T110" fmla="*/ 25 w 2530"/>
                <a:gd name="T111" fmla="*/ 42 h 2530"/>
                <a:gd name="T112" fmla="*/ 42 w 2530"/>
                <a:gd name="T113" fmla="*/ 25 h 2530"/>
                <a:gd name="T114" fmla="*/ 63 w 2530"/>
                <a:gd name="T115" fmla="*/ 12 h 2530"/>
                <a:gd name="T116" fmla="*/ 87 w 2530"/>
                <a:gd name="T117" fmla="*/ 3 h 2530"/>
                <a:gd name="T118" fmla="*/ 113 w 2530"/>
                <a:gd name="T119" fmla="*/ 0 h 2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530" h="2530">
                  <a:moveTo>
                    <a:pt x="113" y="0"/>
                  </a:moveTo>
                  <a:lnTo>
                    <a:pt x="2024" y="0"/>
                  </a:lnTo>
                  <a:lnTo>
                    <a:pt x="2050" y="3"/>
                  </a:lnTo>
                  <a:lnTo>
                    <a:pt x="2074" y="12"/>
                  </a:lnTo>
                  <a:lnTo>
                    <a:pt x="2095" y="25"/>
                  </a:lnTo>
                  <a:lnTo>
                    <a:pt x="2112" y="42"/>
                  </a:lnTo>
                  <a:lnTo>
                    <a:pt x="2125" y="63"/>
                  </a:lnTo>
                  <a:lnTo>
                    <a:pt x="2134" y="87"/>
                  </a:lnTo>
                  <a:lnTo>
                    <a:pt x="2137" y="113"/>
                  </a:lnTo>
                  <a:lnTo>
                    <a:pt x="2137" y="585"/>
                  </a:lnTo>
                  <a:lnTo>
                    <a:pt x="2322" y="585"/>
                  </a:lnTo>
                  <a:lnTo>
                    <a:pt x="2356" y="587"/>
                  </a:lnTo>
                  <a:lnTo>
                    <a:pt x="2388" y="596"/>
                  </a:lnTo>
                  <a:lnTo>
                    <a:pt x="2418" y="608"/>
                  </a:lnTo>
                  <a:lnTo>
                    <a:pt x="2445" y="625"/>
                  </a:lnTo>
                  <a:lnTo>
                    <a:pt x="2470" y="646"/>
                  </a:lnTo>
                  <a:lnTo>
                    <a:pt x="2490" y="671"/>
                  </a:lnTo>
                  <a:lnTo>
                    <a:pt x="2507" y="697"/>
                  </a:lnTo>
                  <a:lnTo>
                    <a:pt x="2519" y="728"/>
                  </a:lnTo>
                  <a:lnTo>
                    <a:pt x="2528" y="760"/>
                  </a:lnTo>
                  <a:lnTo>
                    <a:pt x="2530" y="793"/>
                  </a:lnTo>
                  <a:lnTo>
                    <a:pt x="2530" y="2322"/>
                  </a:lnTo>
                  <a:lnTo>
                    <a:pt x="2528" y="2356"/>
                  </a:lnTo>
                  <a:lnTo>
                    <a:pt x="2519" y="2388"/>
                  </a:lnTo>
                  <a:lnTo>
                    <a:pt x="2507" y="2418"/>
                  </a:lnTo>
                  <a:lnTo>
                    <a:pt x="2490" y="2445"/>
                  </a:lnTo>
                  <a:lnTo>
                    <a:pt x="2470" y="2470"/>
                  </a:lnTo>
                  <a:lnTo>
                    <a:pt x="2445" y="2490"/>
                  </a:lnTo>
                  <a:lnTo>
                    <a:pt x="2418" y="2507"/>
                  </a:lnTo>
                  <a:lnTo>
                    <a:pt x="2388" y="2519"/>
                  </a:lnTo>
                  <a:lnTo>
                    <a:pt x="2356" y="2528"/>
                  </a:lnTo>
                  <a:lnTo>
                    <a:pt x="2322" y="2530"/>
                  </a:lnTo>
                  <a:lnTo>
                    <a:pt x="1558" y="2530"/>
                  </a:lnTo>
                  <a:lnTo>
                    <a:pt x="1524" y="2528"/>
                  </a:lnTo>
                  <a:lnTo>
                    <a:pt x="1492" y="2519"/>
                  </a:lnTo>
                  <a:lnTo>
                    <a:pt x="1462" y="2507"/>
                  </a:lnTo>
                  <a:lnTo>
                    <a:pt x="1435" y="2490"/>
                  </a:lnTo>
                  <a:lnTo>
                    <a:pt x="1410" y="2470"/>
                  </a:lnTo>
                  <a:lnTo>
                    <a:pt x="1390" y="2445"/>
                  </a:lnTo>
                  <a:lnTo>
                    <a:pt x="1373" y="2418"/>
                  </a:lnTo>
                  <a:lnTo>
                    <a:pt x="1361" y="2388"/>
                  </a:lnTo>
                  <a:lnTo>
                    <a:pt x="1352" y="2356"/>
                  </a:lnTo>
                  <a:lnTo>
                    <a:pt x="1350" y="2322"/>
                  </a:lnTo>
                  <a:lnTo>
                    <a:pt x="1350" y="1631"/>
                  </a:lnTo>
                  <a:lnTo>
                    <a:pt x="113" y="1631"/>
                  </a:lnTo>
                  <a:lnTo>
                    <a:pt x="87" y="1628"/>
                  </a:lnTo>
                  <a:lnTo>
                    <a:pt x="63" y="1619"/>
                  </a:lnTo>
                  <a:lnTo>
                    <a:pt x="42" y="1606"/>
                  </a:lnTo>
                  <a:lnTo>
                    <a:pt x="25" y="1589"/>
                  </a:lnTo>
                  <a:lnTo>
                    <a:pt x="12" y="1568"/>
                  </a:lnTo>
                  <a:lnTo>
                    <a:pt x="3" y="1544"/>
                  </a:lnTo>
                  <a:lnTo>
                    <a:pt x="0" y="1518"/>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7" name="Freeform 106"/>
            <p:cNvSpPr>
              <a:spLocks/>
            </p:cNvSpPr>
            <p:nvPr/>
          </p:nvSpPr>
          <p:spPr bwMode="auto">
            <a:xfrm>
              <a:off x="7969280" y="2539821"/>
              <a:ext cx="382891" cy="250352"/>
            </a:xfrm>
            <a:custGeom>
              <a:avLst/>
              <a:gdLst>
                <a:gd name="T0" fmla="*/ 0 w 1461"/>
                <a:gd name="T1" fmla="*/ 0 h 955"/>
                <a:gd name="T2" fmla="*/ 1461 w 1461"/>
                <a:gd name="T3" fmla="*/ 0 h 955"/>
                <a:gd name="T4" fmla="*/ 1461 w 1461"/>
                <a:gd name="T5" fmla="*/ 247 h 955"/>
                <a:gd name="T6" fmla="*/ 1220 w 1461"/>
                <a:gd name="T7" fmla="*/ 247 h 955"/>
                <a:gd name="T8" fmla="*/ 1186 w 1461"/>
                <a:gd name="T9" fmla="*/ 249 h 955"/>
                <a:gd name="T10" fmla="*/ 1154 w 1461"/>
                <a:gd name="T11" fmla="*/ 258 h 955"/>
                <a:gd name="T12" fmla="*/ 1124 w 1461"/>
                <a:gd name="T13" fmla="*/ 270 h 955"/>
                <a:gd name="T14" fmla="*/ 1097 w 1461"/>
                <a:gd name="T15" fmla="*/ 287 h 955"/>
                <a:gd name="T16" fmla="*/ 1072 w 1461"/>
                <a:gd name="T17" fmla="*/ 308 h 955"/>
                <a:gd name="T18" fmla="*/ 1052 w 1461"/>
                <a:gd name="T19" fmla="*/ 333 h 955"/>
                <a:gd name="T20" fmla="*/ 1035 w 1461"/>
                <a:gd name="T21" fmla="*/ 359 h 955"/>
                <a:gd name="T22" fmla="*/ 1023 w 1461"/>
                <a:gd name="T23" fmla="*/ 390 h 955"/>
                <a:gd name="T24" fmla="*/ 1014 w 1461"/>
                <a:gd name="T25" fmla="*/ 422 h 955"/>
                <a:gd name="T26" fmla="*/ 1012 w 1461"/>
                <a:gd name="T27" fmla="*/ 455 h 955"/>
                <a:gd name="T28" fmla="*/ 1012 w 1461"/>
                <a:gd name="T29" fmla="*/ 955 h 955"/>
                <a:gd name="T30" fmla="*/ 0 w 1461"/>
                <a:gd name="T31" fmla="*/ 955 h 955"/>
                <a:gd name="T32" fmla="*/ 0 w 1461"/>
                <a:gd name="T33" fmla="*/ 0 h 9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61" h="955">
                  <a:moveTo>
                    <a:pt x="0" y="0"/>
                  </a:moveTo>
                  <a:lnTo>
                    <a:pt x="1461" y="0"/>
                  </a:lnTo>
                  <a:lnTo>
                    <a:pt x="1461" y="247"/>
                  </a:lnTo>
                  <a:lnTo>
                    <a:pt x="1220" y="247"/>
                  </a:lnTo>
                  <a:lnTo>
                    <a:pt x="1186" y="249"/>
                  </a:lnTo>
                  <a:lnTo>
                    <a:pt x="1154" y="258"/>
                  </a:lnTo>
                  <a:lnTo>
                    <a:pt x="1124" y="270"/>
                  </a:lnTo>
                  <a:lnTo>
                    <a:pt x="1097" y="287"/>
                  </a:lnTo>
                  <a:lnTo>
                    <a:pt x="1072" y="308"/>
                  </a:lnTo>
                  <a:lnTo>
                    <a:pt x="1052" y="333"/>
                  </a:lnTo>
                  <a:lnTo>
                    <a:pt x="1035" y="359"/>
                  </a:lnTo>
                  <a:lnTo>
                    <a:pt x="1023" y="390"/>
                  </a:lnTo>
                  <a:lnTo>
                    <a:pt x="1014" y="422"/>
                  </a:lnTo>
                  <a:lnTo>
                    <a:pt x="1012" y="455"/>
                  </a:lnTo>
                  <a:lnTo>
                    <a:pt x="1012" y="955"/>
                  </a:lnTo>
                  <a:lnTo>
                    <a:pt x="0" y="955"/>
                  </a:lnTo>
                  <a:lnTo>
                    <a:pt x="0" y="0"/>
                  </a:lnTo>
                  <a:close/>
                </a:path>
              </a:pathLst>
            </a:custGeom>
            <a:solidFill>
              <a:srgbClr val="00B9F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8" name="Freeform 107"/>
            <p:cNvSpPr>
              <a:spLocks/>
            </p:cNvSpPr>
            <p:nvPr/>
          </p:nvSpPr>
          <p:spPr bwMode="auto">
            <a:xfrm>
              <a:off x="8052117" y="2556389"/>
              <a:ext cx="298213" cy="233785"/>
            </a:xfrm>
            <a:custGeom>
              <a:avLst/>
              <a:gdLst>
                <a:gd name="T0" fmla="*/ 704 w 1132"/>
                <a:gd name="T1" fmla="*/ 0 h 887"/>
                <a:gd name="T2" fmla="*/ 760 w 1132"/>
                <a:gd name="T3" fmla="*/ 4 h 887"/>
                <a:gd name="T4" fmla="*/ 816 w 1132"/>
                <a:gd name="T5" fmla="*/ 13 h 887"/>
                <a:gd name="T6" fmla="*/ 872 w 1132"/>
                <a:gd name="T7" fmla="*/ 27 h 887"/>
                <a:gd name="T8" fmla="*/ 927 w 1132"/>
                <a:gd name="T9" fmla="*/ 47 h 887"/>
                <a:gd name="T10" fmla="*/ 979 w 1132"/>
                <a:gd name="T11" fmla="*/ 71 h 887"/>
                <a:gd name="T12" fmla="*/ 1032 w 1132"/>
                <a:gd name="T13" fmla="*/ 102 h 887"/>
                <a:gd name="T14" fmla="*/ 1083 w 1132"/>
                <a:gd name="T15" fmla="*/ 138 h 887"/>
                <a:gd name="T16" fmla="*/ 1132 w 1132"/>
                <a:gd name="T17" fmla="*/ 179 h 887"/>
                <a:gd name="T18" fmla="*/ 899 w 1132"/>
                <a:gd name="T19" fmla="*/ 179 h 887"/>
                <a:gd name="T20" fmla="*/ 865 w 1132"/>
                <a:gd name="T21" fmla="*/ 181 h 887"/>
                <a:gd name="T22" fmla="*/ 833 w 1132"/>
                <a:gd name="T23" fmla="*/ 190 h 887"/>
                <a:gd name="T24" fmla="*/ 803 w 1132"/>
                <a:gd name="T25" fmla="*/ 202 h 887"/>
                <a:gd name="T26" fmla="*/ 776 w 1132"/>
                <a:gd name="T27" fmla="*/ 219 h 887"/>
                <a:gd name="T28" fmla="*/ 751 w 1132"/>
                <a:gd name="T29" fmla="*/ 240 h 887"/>
                <a:gd name="T30" fmla="*/ 731 w 1132"/>
                <a:gd name="T31" fmla="*/ 265 h 887"/>
                <a:gd name="T32" fmla="*/ 714 w 1132"/>
                <a:gd name="T33" fmla="*/ 291 h 887"/>
                <a:gd name="T34" fmla="*/ 702 w 1132"/>
                <a:gd name="T35" fmla="*/ 322 h 887"/>
                <a:gd name="T36" fmla="*/ 693 w 1132"/>
                <a:gd name="T37" fmla="*/ 354 h 887"/>
                <a:gd name="T38" fmla="*/ 691 w 1132"/>
                <a:gd name="T39" fmla="*/ 387 h 887"/>
                <a:gd name="T40" fmla="*/ 691 w 1132"/>
                <a:gd name="T41" fmla="*/ 887 h 887"/>
                <a:gd name="T42" fmla="*/ 686 w 1132"/>
                <a:gd name="T43" fmla="*/ 887 h 887"/>
                <a:gd name="T44" fmla="*/ 36 w 1132"/>
                <a:gd name="T45" fmla="*/ 887 h 887"/>
                <a:gd name="T46" fmla="*/ 21 w 1132"/>
                <a:gd name="T47" fmla="*/ 836 h 887"/>
                <a:gd name="T48" fmla="*/ 10 w 1132"/>
                <a:gd name="T49" fmla="*/ 782 h 887"/>
                <a:gd name="T50" fmla="*/ 3 w 1132"/>
                <a:gd name="T51" fmla="*/ 729 h 887"/>
                <a:gd name="T52" fmla="*/ 0 w 1132"/>
                <a:gd name="T53" fmla="*/ 673 h 887"/>
                <a:gd name="T54" fmla="*/ 3 w 1132"/>
                <a:gd name="T55" fmla="*/ 609 h 887"/>
                <a:gd name="T56" fmla="*/ 12 w 1132"/>
                <a:gd name="T57" fmla="*/ 548 h 887"/>
                <a:gd name="T58" fmla="*/ 26 w 1132"/>
                <a:gd name="T59" fmla="*/ 489 h 887"/>
                <a:gd name="T60" fmla="*/ 43 w 1132"/>
                <a:gd name="T61" fmla="*/ 433 h 887"/>
                <a:gd name="T62" fmla="*/ 67 w 1132"/>
                <a:gd name="T63" fmla="*/ 379 h 887"/>
                <a:gd name="T64" fmla="*/ 94 w 1132"/>
                <a:gd name="T65" fmla="*/ 328 h 887"/>
                <a:gd name="T66" fmla="*/ 125 w 1132"/>
                <a:gd name="T67" fmla="*/ 281 h 887"/>
                <a:gd name="T68" fmla="*/ 160 w 1132"/>
                <a:gd name="T69" fmla="*/ 237 h 887"/>
                <a:gd name="T70" fmla="*/ 199 w 1132"/>
                <a:gd name="T71" fmla="*/ 196 h 887"/>
                <a:gd name="T72" fmla="*/ 240 w 1132"/>
                <a:gd name="T73" fmla="*/ 159 h 887"/>
                <a:gd name="T74" fmla="*/ 284 w 1132"/>
                <a:gd name="T75" fmla="*/ 125 h 887"/>
                <a:gd name="T76" fmla="*/ 331 w 1132"/>
                <a:gd name="T77" fmla="*/ 95 h 887"/>
                <a:gd name="T78" fmla="*/ 379 w 1132"/>
                <a:gd name="T79" fmla="*/ 68 h 887"/>
                <a:gd name="T80" fmla="*/ 431 w 1132"/>
                <a:gd name="T81" fmla="*/ 46 h 887"/>
                <a:gd name="T82" fmla="*/ 483 w 1132"/>
                <a:gd name="T83" fmla="*/ 28 h 887"/>
                <a:gd name="T84" fmla="*/ 537 w 1132"/>
                <a:gd name="T85" fmla="*/ 14 h 887"/>
                <a:gd name="T86" fmla="*/ 592 w 1132"/>
                <a:gd name="T87" fmla="*/ 5 h 887"/>
                <a:gd name="T88" fmla="*/ 648 w 1132"/>
                <a:gd name="T89" fmla="*/ 0 h 887"/>
                <a:gd name="T90" fmla="*/ 704 w 1132"/>
                <a:gd name="T91" fmla="*/ 0 h 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132" h="887">
                  <a:moveTo>
                    <a:pt x="704" y="0"/>
                  </a:moveTo>
                  <a:lnTo>
                    <a:pt x="760" y="4"/>
                  </a:lnTo>
                  <a:lnTo>
                    <a:pt x="816" y="13"/>
                  </a:lnTo>
                  <a:lnTo>
                    <a:pt x="872" y="27"/>
                  </a:lnTo>
                  <a:lnTo>
                    <a:pt x="927" y="47"/>
                  </a:lnTo>
                  <a:lnTo>
                    <a:pt x="979" y="71"/>
                  </a:lnTo>
                  <a:lnTo>
                    <a:pt x="1032" y="102"/>
                  </a:lnTo>
                  <a:lnTo>
                    <a:pt x="1083" y="138"/>
                  </a:lnTo>
                  <a:lnTo>
                    <a:pt x="1132" y="179"/>
                  </a:lnTo>
                  <a:lnTo>
                    <a:pt x="899" y="179"/>
                  </a:lnTo>
                  <a:lnTo>
                    <a:pt x="865" y="181"/>
                  </a:lnTo>
                  <a:lnTo>
                    <a:pt x="833" y="190"/>
                  </a:lnTo>
                  <a:lnTo>
                    <a:pt x="803" y="202"/>
                  </a:lnTo>
                  <a:lnTo>
                    <a:pt x="776" y="219"/>
                  </a:lnTo>
                  <a:lnTo>
                    <a:pt x="751" y="240"/>
                  </a:lnTo>
                  <a:lnTo>
                    <a:pt x="731" y="265"/>
                  </a:lnTo>
                  <a:lnTo>
                    <a:pt x="714" y="291"/>
                  </a:lnTo>
                  <a:lnTo>
                    <a:pt x="702" y="322"/>
                  </a:lnTo>
                  <a:lnTo>
                    <a:pt x="693" y="354"/>
                  </a:lnTo>
                  <a:lnTo>
                    <a:pt x="691" y="387"/>
                  </a:lnTo>
                  <a:lnTo>
                    <a:pt x="691" y="887"/>
                  </a:lnTo>
                  <a:lnTo>
                    <a:pt x="686" y="887"/>
                  </a:lnTo>
                  <a:lnTo>
                    <a:pt x="36" y="887"/>
                  </a:lnTo>
                  <a:lnTo>
                    <a:pt x="21" y="836"/>
                  </a:lnTo>
                  <a:lnTo>
                    <a:pt x="10" y="782"/>
                  </a:lnTo>
                  <a:lnTo>
                    <a:pt x="3" y="729"/>
                  </a:lnTo>
                  <a:lnTo>
                    <a:pt x="0" y="673"/>
                  </a:lnTo>
                  <a:lnTo>
                    <a:pt x="3" y="609"/>
                  </a:lnTo>
                  <a:lnTo>
                    <a:pt x="12" y="548"/>
                  </a:lnTo>
                  <a:lnTo>
                    <a:pt x="26" y="489"/>
                  </a:lnTo>
                  <a:lnTo>
                    <a:pt x="43" y="433"/>
                  </a:lnTo>
                  <a:lnTo>
                    <a:pt x="67" y="379"/>
                  </a:lnTo>
                  <a:lnTo>
                    <a:pt x="94" y="328"/>
                  </a:lnTo>
                  <a:lnTo>
                    <a:pt x="125" y="281"/>
                  </a:lnTo>
                  <a:lnTo>
                    <a:pt x="160" y="237"/>
                  </a:lnTo>
                  <a:lnTo>
                    <a:pt x="199" y="196"/>
                  </a:lnTo>
                  <a:lnTo>
                    <a:pt x="240" y="159"/>
                  </a:lnTo>
                  <a:lnTo>
                    <a:pt x="284" y="125"/>
                  </a:lnTo>
                  <a:lnTo>
                    <a:pt x="331" y="95"/>
                  </a:lnTo>
                  <a:lnTo>
                    <a:pt x="379" y="68"/>
                  </a:lnTo>
                  <a:lnTo>
                    <a:pt x="431" y="46"/>
                  </a:lnTo>
                  <a:lnTo>
                    <a:pt x="483" y="28"/>
                  </a:lnTo>
                  <a:lnTo>
                    <a:pt x="537" y="14"/>
                  </a:lnTo>
                  <a:lnTo>
                    <a:pt x="592" y="5"/>
                  </a:lnTo>
                  <a:lnTo>
                    <a:pt x="648" y="0"/>
                  </a:lnTo>
                  <a:lnTo>
                    <a:pt x="704"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9" name="Freeform 108"/>
            <p:cNvSpPr>
              <a:spLocks/>
            </p:cNvSpPr>
            <p:nvPr/>
          </p:nvSpPr>
          <p:spPr bwMode="auto">
            <a:xfrm>
              <a:off x="8258290" y="2576638"/>
              <a:ext cx="23931" cy="20249"/>
            </a:xfrm>
            <a:custGeom>
              <a:avLst/>
              <a:gdLst>
                <a:gd name="T0" fmla="*/ 0 w 93"/>
                <a:gd name="T1" fmla="*/ 0 h 76"/>
                <a:gd name="T2" fmla="*/ 12 w 93"/>
                <a:gd name="T3" fmla="*/ 2 h 76"/>
                <a:gd name="T4" fmla="*/ 22 w 93"/>
                <a:gd name="T5" fmla="*/ 9 h 76"/>
                <a:gd name="T6" fmla="*/ 36 w 93"/>
                <a:gd name="T7" fmla="*/ 19 h 76"/>
                <a:gd name="T8" fmla="*/ 52 w 93"/>
                <a:gd name="T9" fmla="*/ 30 h 76"/>
                <a:gd name="T10" fmla="*/ 72 w 93"/>
                <a:gd name="T11" fmla="*/ 46 h 76"/>
                <a:gd name="T12" fmla="*/ 93 w 93"/>
                <a:gd name="T13" fmla="*/ 65 h 76"/>
                <a:gd name="T14" fmla="*/ 63 w 93"/>
                <a:gd name="T15" fmla="*/ 70 h 76"/>
                <a:gd name="T16" fmla="*/ 35 w 93"/>
                <a:gd name="T17" fmla="*/ 76 h 76"/>
                <a:gd name="T18" fmla="*/ 22 w 93"/>
                <a:gd name="T19" fmla="*/ 46 h 76"/>
                <a:gd name="T20" fmla="*/ 9 w 93"/>
                <a:gd name="T21" fmla="*/ 21 h 76"/>
                <a:gd name="T22" fmla="*/ 0 w 93"/>
                <a:gd name="T23"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 h="76">
                  <a:moveTo>
                    <a:pt x="0" y="0"/>
                  </a:moveTo>
                  <a:lnTo>
                    <a:pt x="12" y="2"/>
                  </a:lnTo>
                  <a:lnTo>
                    <a:pt x="22" y="9"/>
                  </a:lnTo>
                  <a:lnTo>
                    <a:pt x="36" y="19"/>
                  </a:lnTo>
                  <a:lnTo>
                    <a:pt x="52" y="30"/>
                  </a:lnTo>
                  <a:lnTo>
                    <a:pt x="72" y="46"/>
                  </a:lnTo>
                  <a:lnTo>
                    <a:pt x="93" y="65"/>
                  </a:lnTo>
                  <a:lnTo>
                    <a:pt x="63" y="70"/>
                  </a:lnTo>
                  <a:lnTo>
                    <a:pt x="35" y="76"/>
                  </a:lnTo>
                  <a:lnTo>
                    <a:pt x="22" y="46"/>
                  </a:lnTo>
                  <a:lnTo>
                    <a:pt x="9" y="21"/>
                  </a:lnTo>
                  <a:lnTo>
                    <a:pt x="0"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0" name="Freeform 109"/>
            <p:cNvSpPr>
              <a:spLocks/>
            </p:cNvSpPr>
            <p:nvPr/>
          </p:nvSpPr>
          <p:spPr bwMode="auto">
            <a:xfrm>
              <a:off x="8184657" y="2607932"/>
              <a:ext cx="73633" cy="53384"/>
            </a:xfrm>
            <a:custGeom>
              <a:avLst/>
              <a:gdLst>
                <a:gd name="T0" fmla="*/ 54 w 284"/>
                <a:gd name="T1" fmla="*/ 0 h 204"/>
                <a:gd name="T2" fmla="*/ 100 w 284"/>
                <a:gd name="T3" fmla="*/ 9 h 204"/>
                <a:gd name="T4" fmla="*/ 147 w 284"/>
                <a:gd name="T5" fmla="*/ 13 h 204"/>
                <a:gd name="T6" fmla="*/ 192 w 284"/>
                <a:gd name="T7" fmla="*/ 15 h 204"/>
                <a:gd name="T8" fmla="*/ 236 w 284"/>
                <a:gd name="T9" fmla="*/ 13 h 204"/>
                <a:gd name="T10" fmla="*/ 281 w 284"/>
                <a:gd name="T11" fmla="*/ 10 h 204"/>
                <a:gd name="T12" fmla="*/ 283 w 284"/>
                <a:gd name="T13" fmla="*/ 13 h 204"/>
                <a:gd name="T14" fmla="*/ 284 w 284"/>
                <a:gd name="T15" fmla="*/ 18 h 204"/>
                <a:gd name="T16" fmla="*/ 258 w 284"/>
                <a:gd name="T17" fmla="*/ 38 h 204"/>
                <a:gd name="T18" fmla="*/ 235 w 284"/>
                <a:gd name="T19" fmla="*/ 63 h 204"/>
                <a:gd name="T20" fmla="*/ 216 w 284"/>
                <a:gd name="T21" fmla="*/ 91 h 204"/>
                <a:gd name="T22" fmla="*/ 203 w 284"/>
                <a:gd name="T23" fmla="*/ 123 h 204"/>
                <a:gd name="T24" fmla="*/ 194 w 284"/>
                <a:gd name="T25" fmla="*/ 155 h 204"/>
                <a:gd name="T26" fmla="*/ 191 w 284"/>
                <a:gd name="T27" fmla="*/ 191 h 204"/>
                <a:gd name="T28" fmla="*/ 191 w 284"/>
                <a:gd name="T29" fmla="*/ 204 h 204"/>
                <a:gd name="T30" fmla="*/ 165 w 284"/>
                <a:gd name="T31" fmla="*/ 202 h 204"/>
                <a:gd name="T32" fmla="*/ 139 w 284"/>
                <a:gd name="T33" fmla="*/ 198 h 204"/>
                <a:gd name="T34" fmla="*/ 139 w 284"/>
                <a:gd name="T35" fmla="*/ 198 h 204"/>
                <a:gd name="T36" fmla="*/ 67 w 284"/>
                <a:gd name="T37" fmla="*/ 185 h 204"/>
                <a:gd name="T38" fmla="*/ 0 w 284"/>
                <a:gd name="T39" fmla="*/ 168 h 204"/>
                <a:gd name="T40" fmla="*/ 17 w 284"/>
                <a:gd name="T41" fmla="*/ 107 h 204"/>
                <a:gd name="T42" fmla="*/ 35 w 284"/>
                <a:gd name="T43" fmla="*/ 50 h 204"/>
                <a:gd name="T44" fmla="*/ 54 w 284"/>
                <a:gd name="T45"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4" h="204">
                  <a:moveTo>
                    <a:pt x="54" y="0"/>
                  </a:moveTo>
                  <a:lnTo>
                    <a:pt x="100" y="9"/>
                  </a:lnTo>
                  <a:lnTo>
                    <a:pt x="147" y="13"/>
                  </a:lnTo>
                  <a:lnTo>
                    <a:pt x="192" y="15"/>
                  </a:lnTo>
                  <a:lnTo>
                    <a:pt x="236" y="13"/>
                  </a:lnTo>
                  <a:lnTo>
                    <a:pt x="281" y="10"/>
                  </a:lnTo>
                  <a:lnTo>
                    <a:pt x="283" y="13"/>
                  </a:lnTo>
                  <a:lnTo>
                    <a:pt x="284" y="18"/>
                  </a:lnTo>
                  <a:lnTo>
                    <a:pt x="258" y="38"/>
                  </a:lnTo>
                  <a:lnTo>
                    <a:pt x="235" y="63"/>
                  </a:lnTo>
                  <a:lnTo>
                    <a:pt x="216" y="91"/>
                  </a:lnTo>
                  <a:lnTo>
                    <a:pt x="203" y="123"/>
                  </a:lnTo>
                  <a:lnTo>
                    <a:pt x="194" y="155"/>
                  </a:lnTo>
                  <a:lnTo>
                    <a:pt x="191" y="191"/>
                  </a:lnTo>
                  <a:lnTo>
                    <a:pt x="191" y="204"/>
                  </a:lnTo>
                  <a:lnTo>
                    <a:pt x="165" y="202"/>
                  </a:lnTo>
                  <a:lnTo>
                    <a:pt x="139" y="198"/>
                  </a:lnTo>
                  <a:lnTo>
                    <a:pt x="139" y="198"/>
                  </a:lnTo>
                  <a:lnTo>
                    <a:pt x="67" y="185"/>
                  </a:lnTo>
                  <a:lnTo>
                    <a:pt x="0" y="168"/>
                  </a:lnTo>
                  <a:lnTo>
                    <a:pt x="17" y="107"/>
                  </a:lnTo>
                  <a:lnTo>
                    <a:pt x="35" y="50"/>
                  </a:lnTo>
                  <a:lnTo>
                    <a:pt x="54"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1" name="Freeform 110"/>
            <p:cNvSpPr>
              <a:spLocks/>
            </p:cNvSpPr>
            <p:nvPr/>
          </p:nvSpPr>
          <p:spPr bwMode="auto">
            <a:xfrm>
              <a:off x="8111024" y="2591364"/>
              <a:ext cx="46021" cy="42339"/>
            </a:xfrm>
            <a:custGeom>
              <a:avLst/>
              <a:gdLst>
                <a:gd name="T0" fmla="*/ 173 w 173"/>
                <a:gd name="T1" fmla="*/ 0 h 156"/>
                <a:gd name="T2" fmla="*/ 142 w 173"/>
                <a:gd name="T3" fmla="*/ 32 h 156"/>
                <a:gd name="T4" fmla="*/ 112 w 173"/>
                <a:gd name="T5" fmla="*/ 69 h 156"/>
                <a:gd name="T6" fmla="*/ 80 w 173"/>
                <a:gd name="T7" fmla="*/ 111 h 156"/>
                <a:gd name="T8" fmla="*/ 51 w 173"/>
                <a:gd name="T9" fmla="*/ 156 h 156"/>
                <a:gd name="T10" fmla="*/ 31 w 173"/>
                <a:gd name="T11" fmla="*/ 149 h 156"/>
                <a:gd name="T12" fmla="*/ 14 w 173"/>
                <a:gd name="T13" fmla="*/ 141 h 156"/>
                <a:gd name="T14" fmla="*/ 0 w 173"/>
                <a:gd name="T15" fmla="*/ 135 h 156"/>
                <a:gd name="T16" fmla="*/ 40 w 173"/>
                <a:gd name="T17" fmla="*/ 94 h 156"/>
                <a:gd name="T18" fmla="*/ 82 w 173"/>
                <a:gd name="T19" fmla="*/ 58 h 156"/>
                <a:gd name="T20" fmla="*/ 127 w 173"/>
                <a:gd name="T21" fmla="*/ 26 h 156"/>
                <a:gd name="T22" fmla="*/ 172 w 173"/>
                <a:gd name="T23" fmla="*/ 0 h 156"/>
                <a:gd name="T24" fmla="*/ 173 w 173"/>
                <a:gd name="T2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 h="156">
                  <a:moveTo>
                    <a:pt x="173" y="0"/>
                  </a:moveTo>
                  <a:lnTo>
                    <a:pt x="142" y="32"/>
                  </a:lnTo>
                  <a:lnTo>
                    <a:pt x="112" y="69"/>
                  </a:lnTo>
                  <a:lnTo>
                    <a:pt x="80" y="111"/>
                  </a:lnTo>
                  <a:lnTo>
                    <a:pt x="51" y="156"/>
                  </a:lnTo>
                  <a:lnTo>
                    <a:pt x="31" y="149"/>
                  </a:lnTo>
                  <a:lnTo>
                    <a:pt x="14" y="141"/>
                  </a:lnTo>
                  <a:lnTo>
                    <a:pt x="0" y="135"/>
                  </a:lnTo>
                  <a:lnTo>
                    <a:pt x="40" y="94"/>
                  </a:lnTo>
                  <a:lnTo>
                    <a:pt x="82" y="58"/>
                  </a:lnTo>
                  <a:lnTo>
                    <a:pt x="127" y="26"/>
                  </a:lnTo>
                  <a:lnTo>
                    <a:pt x="172" y="0"/>
                  </a:lnTo>
                  <a:lnTo>
                    <a:pt x="173"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2" name="Freeform 111"/>
            <p:cNvSpPr>
              <a:spLocks/>
            </p:cNvSpPr>
            <p:nvPr/>
          </p:nvSpPr>
          <p:spPr bwMode="auto">
            <a:xfrm>
              <a:off x="8070526" y="2720222"/>
              <a:ext cx="36816" cy="69951"/>
            </a:xfrm>
            <a:custGeom>
              <a:avLst/>
              <a:gdLst>
                <a:gd name="T0" fmla="*/ 2 w 139"/>
                <a:gd name="T1" fmla="*/ 0 h 266"/>
                <a:gd name="T2" fmla="*/ 33 w 139"/>
                <a:gd name="T3" fmla="*/ 16 h 266"/>
                <a:gd name="T4" fmla="*/ 67 w 139"/>
                <a:gd name="T5" fmla="*/ 29 h 266"/>
                <a:gd name="T6" fmla="*/ 102 w 139"/>
                <a:gd name="T7" fmla="*/ 41 h 266"/>
                <a:gd name="T8" fmla="*/ 104 w 139"/>
                <a:gd name="T9" fmla="*/ 95 h 266"/>
                <a:gd name="T10" fmla="*/ 111 w 139"/>
                <a:gd name="T11" fmla="*/ 150 h 266"/>
                <a:gd name="T12" fmla="*/ 122 w 139"/>
                <a:gd name="T13" fmla="*/ 207 h 266"/>
                <a:gd name="T14" fmla="*/ 139 w 139"/>
                <a:gd name="T15" fmla="*/ 266 h 266"/>
                <a:gd name="T16" fmla="*/ 39 w 139"/>
                <a:gd name="T17" fmla="*/ 266 h 266"/>
                <a:gd name="T18" fmla="*/ 21 w 139"/>
                <a:gd name="T19" fmla="*/ 213 h 266"/>
                <a:gd name="T20" fmla="*/ 9 w 139"/>
                <a:gd name="T21" fmla="*/ 160 h 266"/>
                <a:gd name="T22" fmla="*/ 2 w 139"/>
                <a:gd name="T23" fmla="*/ 106 h 266"/>
                <a:gd name="T24" fmla="*/ 0 w 139"/>
                <a:gd name="T25" fmla="*/ 54 h 266"/>
                <a:gd name="T26" fmla="*/ 2 w 139"/>
                <a:gd name="T2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266">
                  <a:moveTo>
                    <a:pt x="2" y="0"/>
                  </a:moveTo>
                  <a:lnTo>
                    <a:pt x="33" y="16"/>
                  </a:lnTo>
                  <a:lnTo>
                    <a:pt x="67" y="29"/>
                  </a:lnTo>
                  <a:lnTo>
                    <a:pt x="102" y="41"/>
                  </a:lnTo>
                  <a:lnTo>
                    <a:pt x="104" y="95"/>
                  </a:lnTo>
                  <a:lnTo>
                    <a:pt x="111" y="150"/>
                  </a:lnTo>
                  <a:lnTo>
                    <a:pt x="122" y="207"/>
                  </a:lnTo>
                  <a:lnTo>
                    <a:pt x="139" y="266"/>
                  </a:lnTo>
                  <a:lnTo>
                    <a:pt x="39" y="266"/>
                  </a:lnTo>
                  <a:lnTo>
                    <a:pt x="21" y="213"/>
                  </a:lnTo>
                  <a:lnTo>
                    <a:pt x="9" y="160"/>
                  </a:lnTo>
                  <a:lnTo>
                    <a:pt x="2" y="106"/>
                  </a:lnTo>
                  <a:lnTo>
                    <a:pt x="0" y="54"/>
                  </a:lnTo>
                  <a:lnTo>
                    <a:pt x="2"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3" name="Freeform 112"/>
            <p:cNvSpPr>
              <a:spLocks/>
            </p:cNvSpPr>
            <p:nvPr/>
          </p:nvSpPr>
          <p:spPr bwMode="auto">
            <a:xfrm>
              <a:off x="8307992" y="2598728"/>
              <a:ext cx="14727" cy="5522"/>
            </a:xfrm>
            <a:custGeom>
              <a:avLst/>
              <a:gdLst>
                <a:gd name="T0" fmla="*/ 27 w 56"/>
                <a:gd name="T1" fmla="*/ 0 h 20"/>
                <a:gd name="T2" fmla="*/ 42 w 56"/>
                <a:gd name="T3" fmla="*/ 10 h 20"/>
                <a:gd name="T4" fmla="*/ 56 w 56"/>
                <a:gd name="T5" fmla="*/ 20 h 20"/>
                <a:gd name="T6" fmla="*/ 11 w 56"/>
                <a:gd name="T7" fmla="*/ 20 h 20"/>
                <a:gd name="T8" fmla="*/ 5 w 56"/>
                <a:gd name="T9" fmla="*/ 14 h 20"/>
                <a:gd name="T10" fmla="*/ 0 w 56"/>
                <a:gd name="T11" fmla="*/ 8 h 20"/>
                <a:gd name="T12" fmla="*/ 27 w 56"/>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56" h="20">
                  <a:moveTo>
                    <a:pt x="27" y="0"/>
                  </a:moveTo>
                  <a:lnTo>
                    <a:pt x="42" y="10"/>
                  </a:lnTo>
                  <a:lnTo>
                    <a:pt x="56" y="20"/>
                  </a:lnTo>
                  <a:lnTo>
                    <a:pt x="11" y="20"/>
                  </a:lnTo>
                  <a:lnTo>
                    <a:pt x="5" y="14"/>
                  </a:lnTo>
                  <a:lnTo>
                    <a:pt x="0" y="8"/>
                  </a:lnTo>
                  <a:lnTo>
                    <a:pt x="27" y="0"/>
                  </a:lnTo>
                  <a:close/>
                </a:path>
              </a:pathLst>
            </a:custGeom>
            <a:solidFill>
              <a:srgbClr val="9EFF1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4" name="Freeform 113"/>
            <p:cNvSpPr>
              <a:spLocks/>
            </p:cNvSpPr>
            <p:nvPr/>
          </p:nvSpPr>
          <p:spPr bwMode="auto">
            <a:xfrm>
              <a:off x="8136795" y="2598728"/>
              <a:ext cx="47861" cy="49702"/>
            </a:xfrm>
            <a:custGeom>
              <a:avLst/>
              <a:gdLst>
                <a:gd name="T0" fmla="*/ 123 w 185"/>
                <a:gd name="T1" fmla="*/ 0 h 194"/>
                <a:gd name="T2" fmla="*/ 151 w 185"/>
                <a:gd name="T3" fmla="*/ 14 h 194"/>
                <a:gd name="T4" fmla="*/ 185 w 185"/>
                <a:gd name="T5" fmla="*/ 26 h 194"/>
                <a:gd name="T6" fmla="*/ 166 w 185"/>
                <a:gd name="T7" fmla="*/ 76 h 194"/>
                <a:gd name="T8" fmla="*/ 148 w 185"/>
                <a:gd name="T9" fmla="*/ 133 h 194"/>
                <a:gd name="T10" fmla="*/ 131 w 185"/>
                <a:gd name="T11" fmla="*/ 194 h 194"/>
                <a:gd name="T12" fmla="*/ 84 w 185"/>
                <a:gd name="T13" fmla="*/ 180 h 194"/>
                <a:gd name="T14" fmla="*/ 39 w 185"/>
                <a:gd name="T15" fmla="*/ 166 h 194"/>
                <a:gd name="T16" fmla="*/ 0 w 185"/>
                <a:gd name="T17" fmla="*/ 151 h 194"/>
                <a:gd name="T18" fmla="*/ 30 w 185"/>
                <a:gd name="T19" fmla="*/ 107 h 194"/>
                <a:gd name="T20" fmla="*/ 60 w 185"/>
                <a:gd name="T21" fmla="*/ 67 h 194"/>
                <a:gd name="T22" fmla="*/ 92 w 185"/>
                <a:gd name="T23" fmla="*/ 31 h 194"/>
                <a:gd name="T24" fmla="*/ 123 w 185"/>
                <a:gd name="T25"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5" h="194">
                  <a:moveTo>
                    <a:pt x="123" y="0"/>
                  </a:moveTo>
                  <a:lnTo>
                    <a:pt x="151" y="14"/>
                  </a:lnTo>
                  <a:lnTo>
                    <a:pt x="185" y="26"/>
                  </a:lnTo>
                  <a:lnTo>
                    <a:pt x="166" y="76"/>
                  </a:lnTo>
                  <a:lnTo>
                    <a:pt x="148" y="133"/>
                  </a:lnTo>
                  <a:lnTo>
                    <a:pt x="131" y="194"/>
                  </a:lnTo>
                  <a:lnTo>
                    <a:pt x="84" y="180"/>
                  </a:lnTo>
                  <a:lnTo>
                    <a:pt x="39" y="166"/>
                  </a:lnTo>
                  <a:lnTo>
                    <a:pt x="0" y="151"/>
                  </a:lnTo>
                  <a:lnTo>
                    <a:pt x="30" y="107"/>
                  </a:lnTo>
                  <a:lnTo>
                    <a:pt x="60" y="67"/>
                  </a:lnTo>
                  <a:lnTo>
                    <a:pt x="92" y="31"/>
                  </a:lnTo>
                  <a:lnTo>
                    <a:pt x="123"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5" name="Freeform 114"/>
            <p:cNvSpPr>
              <a:spLocks/>
            </p:cNvSpPr>
            <p:nvPr/>
          </p:nvSpPr>
          <p:spPr bwMode="auto">
            <a:xfrm>
              <a:off x="8072366" y="2655793"/>
              <a:ext cx="36816" cy="53384"/>
            </a:xfrm>
            <a:custGeom>
              <a:avLst/>
              <a:gdLst>
                <a:gd name="T0" fmla="*/ 66 w 138"/>
                <a:gd name="T1" fmla="*/ 0 h 203"/>
                <a:gd name="T2" fmla="*/ 86 w 138"/>
                <a:gd name="T3" fmla="*/ 10 h 203"/>
                <a:gd name="T4" fmla="*/ 110 w 138"/>
                <a:gd name="T5" fmla="*/ 20 h 203"/>
                <a:gd name="T6" fmla="*/ 138 w 138"/>
                <a:gd name="T7" fmla="*/ 28 h 203"/>
                <a:gd name="T8" fmla="*/ 123 w 138"/>
                <a:gd name="T9" fmla="*/ 68 h 203"/>
                <a:gd name="T10" fmla="*/ 111 w 138"/>
                <a:gd name="T11" fmla="*/ 112 h 203"/>
                <a:gd name="T12" fmla="*/ 101 w 138"/>
                <a:gd name="T13" fmla="*/ 156 h 203"/>
                <a:gd name="T14" fmla="*/ 94 w 138"/>
                <a:gd name="T15" fmla="*/ 203 h 203"/>
                <a:gd name="T16" fmla="*/ 65 w 138"/>
                <a:gd name="T17" fmla="*/ 194 h 203"/>
                <a:gd name="T18" fmla="*/ 39 w 138"/>
                <a:gd name="T19" fmla="*/ 187 h 203"/>
                <a:gd name="T20" fmla="*/ 17 w 138"/>
                <a:gd name="T21" fmla="*/ 180 h 203"/>
                <a:gd name="T22" fmla="*/ 0 w 138"/>
                <a:gd name="T23" fmla="*/ 174 h 203"/>
                <a:gd name="T24" fmla="*/ 12 w 138"/>
                <a:gd name="T25" fmla="*/ 129 h 203"/>
                <a:gd name="T26" fmla="*/ 27 w 138"/>
                <a:gd name="T27" fmla="*/ 84 h 203"/>
                <a:gd name="T28" fmla="*/ 45 w 138"/>
                <a:gd name="T29" fmla="*/ 41 h 203"/>
                <a:gd name="T30" fmla="*/ 66 w 138"/>
                <a:gd name="T31"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8" h="203">
                  <a:moveTo>
                    <a:pt x="66" y="0"/>
                  </a:moveTo>
                  <a:lnTo>
                    <a:pt x="86" y="10"/>
                  </a:lnTo>
                  <a:lnTo>
                    <a:pt x="110" y="20"/>
                  </a:lnTo>
                  <a:lnTo>
                    <a:pt x="138" y="28"/>
                  </a:lnTo>
                  <a:lnTo>
                    <a:pt x="123" y="68"/>
                  </a:lnTo>
                  <a:lnTo>
                    <a:pt x="111" y="112"/>
                  </a:lnTo>
                  <a:lnTo>
                    <a:pt x="101" y="156"/>
                  </a:lnTo>
                  <a:lnTo>
                    <a:pt x="94" y="203"/>
                  </a:lnTo>
                  <a:lnTo>
                    <a:pt x="65" y="194"/>
                  </a:lnTo>
                  <a:lnTo>
                    <a:pt x="39" y="187"/>
                  </a:lnTo>
                  <a:lnTo>
                    <a:pt x="17" y="180"/>
                  </a:lnTo>
                  <a:lnTo>
                    <a:pt x="0" y="174"/>
                  </a:lnTo>
                  <a:lnTo>
                    <a:pt x="12" y="129"/>
                  </a:lnTo>
                  <a:lnTo>
                    <a:pt x="27" y="84"/>
                  </a:lnTo>
                  <a:lnTo>
                    <a:pt x="45" y="41"/>
                  </a:lnTo>
                  <a:lnTo>
                    <a:pt x="66"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6" name="Freeform 115"/>
            <p:cNvSpPr>
              <a:spLocks/>
            </p:cNvSpPr>
            <p:nvPr/>
          </p:nvSpPr>
          <p:spPr bwMode="auto">
            <a:xfrm>
              <a:off x="8179134" y="2576638"/>
              <a:ext cx="18408" cy="14727"/>
            </a:xfrm>
            <a:custGeom>
              <a:avLst/>
              <a:gdLst>
                <a:gd name="T0" fmla="*/ 68 w 68"/>
                <a:gd name="T1" fmla="*/ 0 h 57"/>
                <a:gd name="T2" fmla="*/ 59 w 68"/>
                <a:gd name="T3" fmla="*/ 16 h 57"/>
                <a:gd name="T4" fmla="*/ 51 w 68"/>
                <a:gd name="T5" fmla="*/ 35 h 57"/>
                <a:gd name="T6" fmla="*/ 40 w 68"/>
                <a:gd name="T7" fmla="*/ 57 h 57"/>
                <a:gd name="T8" fmla="*/ 19 w 68"/>
                <a:gd name="T9" fmla="*/ 49 h 57"/>
                <a:gd name="T10" fmla="*/ 0 w 68"/>
                <a:gd name="T11" fmla="*/ 41 h 57"/>
                <a:gd name="T12" fmla="*/ 17 w 68"/>
                <a:gd name="T13" fmla="*/ 27 h 57"/>
                <a:gd name="T14" fmla="*/ 33 w 68"/>
                <a:gd name="T15" fmla="*/ 14 h 57"/>
                <a:gd name="T16" fmla="*/ 45 w 68"/>
                <a:gd name="T17" fmla="*/ 5 h 57"/>
                <a:gd name="T18" fmla="*/ 68 w 68"/>
                <a:gd name="T19"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57">
                  <a:moveTo>
                    <a:pt x="68" y="0"/>
                  </a:moveTo>
                  <a:lnTo>
                    <a:pt x="59" y="16"/>
                  </a:lnTo>
                  <a:lnTo>
                    <a:pt x="51" y="35"/>
                  </a:lnTo>
                  <a:lnTo>
                    <a:pt x="40" y="57"/>
                  </a:lnTo>
                  <a:lnTo>
                    <a:pt x="19" y="49"/>
                  </a:lnTo>
                  <a:lnTo>
                    <a:pt x="0" y="41"/>
                  </a:lnTo>
                  <a:lnTo>
                    <a:pt x="17" y="27"/>
                  </a:lnTo>
                  <a:lnTo>
                    <a:pt x="33" y="14"/>
                  </a:lnTo>
                  <a:lnTo>
                    <a:pt x="45" y="5"/>
                  </a:lnTo>
                  <a:lnTo>
                    <a:pt x="68"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7" name="Freeform 116"/>
            <p:cNvSpPr>
              <a:spLocks/>
            </p:cNvSpPr>
            <p:nvPr/>
          </p:nvSpPr>
          <p:spPr bwMode="auto">
            <a:xfrm>
              <a:off x="8111024" y="2664997"/>
              <a:ext cx="55225" cy="58906"/>
            </a:xfrm>
            <a:custGeom>
              <a:avLst/>
              <a:gdLst>
                <a:gd name="T0" fmla="*/ 43 w 211"/>
                <a:gd name="T1" fmla="*/ 0 h 220"/>
                <a:gd name="T2" fmla="*/ 95 w 211"/>
                <a:gd name="T3" fmla="*/ 6 h 220"/>
                <a:gd name="T4" fmla="*/ 152 w 211"/>
                <a:gd name="T5" fmla="*/ 10 h 220"/>
                <a:gd name="T6" fmla="*/ 211 w 211"/>
                <a:gd name="T7" fmla="*/ 12 h 220"/>
                <a:gd name="T8" fmla="*/ 201 w 211"/>
                <a:gd name="T9" fmla="*/ 79 h 220"/>
                <a:gd name="T10" fmla="*/ 194 w 211"/>
                <a:gd name="T11" fmla="*/ 149 h 220"/>
                <a:gd name="T12" fmla="*/ 192 w 211"/>
                <a:gd name="T13" fmla="*/ 220 h 220"/>
                <a:gd name="T14" fmla="*/ 122 w 211"/>
                <a:gd name="T15" fmla="*/ 208 h 220"/>
                <a:gd name="T16" fmla="*/ 58 w 211"/>
                <a:gd name="T17" fmla="*/ 193 h 220"/>
                <a:gd name="T18" fmla="*/ 0 w 211"/>
                <a:gd name="T19" fmla="*/ 179 h 220"/>
                <a:gd name="T20" fmla="*/ 6 w 211"/>
                <a:gd name="T21" fmla="*/ 131 h 220"/>
                <a:gd name="T22" fmla="*/ 16 w 211"/>
                <a:gd name="T23" fmla="*/ 85 h 220"/>
                <a:gd name="T24" fmla="*/ 27 w 211"/>
                <a:gd name="T25" fmla="*/ 42 h 220"/>
                <a:gd name="T26" fmla="*/ 43 w 211"/>
                <a:gd name="T27" fmla="*/ 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1" h="220">
                  <a:moveTo>
                    <a:pt x="43" y="0"/>
                  </a:moveTo>
                  <a:lnTo>
                    <a:pt x="95" y="6"/>
                  </a:lnTo>
                  <a:lnTo>
                    <a:pt x="152" y="10"/>
                  </a:lnTo>
                  <a:lnTo>
                    <a:pt x="211" y="12"/>
                  </a:lnTo>
                  <a:lnTo>
                    <a:pt x="201" y="79"/>
                  </a:lnTo>
                  <a:lnTo>
                    <a:pt x="194" y="149"/>
                  </a:lnTo>
                  <a:lnTo>
                    <a:pt x="192" y="220"/>
                  </a:lnTo>
                  <a:lnTo>
                    <a:pt x="122" y="208"/>
                  </a:lnTo>
                  <a:lnTo>
                    <a:pt x="58" y="193"/>
                  </a:lnTo>
                  <a:lnTo>
                    <a:pt x="0" y="179"/>
                  </a:lnTo>
                  <a:lnTo>
                    <a:pt x="6" y="131"/>
                  </a:lnTo>
                  <a:lnTo>
                    <a:pt x="16" y="85"/>
                  </a:lnTo>
                  <a:lnTo>
                    <a:pt x="27" y="42"/>
                  </a:lnTo>
                  <a:lnTo>
                    <a:pt x="43" y="0"/>
                  </a:lnTo>
                  <a:close/>
                </a:path>
              </a:pathLst>
            </a:custGeom>
            <a:solidFill>
              <a:srgbClr val="DDECB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8" name="Freeform 117"/>
            <p:cNvSpPr>
              <a:spLocks/>
            </p:cNvSpPr>
            <p:nvPr/>
          </p:nvSpPr>
          <p:spPr bwMode="auto">
            <a:xfrm>
              <a:off x="8175453" y="2738630"/>
              <a:ext cx="58906" cy="51543"/>
            </a:xfrm>
            <a:custGeom>
              <a:avLst/>
              <a:gdLst>
                <a:gd name="T0" fmla="*/ 224 w 224"/>
                <a:gd name="T1" fmla="*/ 0 h 199"/>
                <a:gd name="T2" fmla="*/ 224 w 224"/>
                <a:gd name="T3" fmla="*/ 199 h 199"/>
                <a:gd name="T4" fmla="*/ 35 w 224"/>
                <a:gd name="T5" fmla="*/ 199 h 199"/>
                <a:gd name="T6" fmla="*/ 18 w 224"/>
                <a:gd name="T7" fmla="*/ 137 h 199"/>
                <a:gd name="T8" fmla="*/ 7 w 224"/>
                <a:gd name="T9" fmla="*/ 74 h 199"/>
                <a:gd name="T10" fmla="*/ 0 w 224"/>
                <a:gd name="T11" fmla="*/ 13 h 199"/>
                <a:gd name="T12" fmla="*/ 87 w 224"/>
                <a:gd name="T13" fmla="*/ 11 h 199"/>
                <a:gd name="T14" fmla="*/ 171 w 224"/>
                <a:gd name="T15" fmla="*/ 6 h 199"/>
                <a:gd name="T16" fmla="*/ 171 w 224"/>
                <a:gd name="T17" fmla="*/ 6 h 199"/>
                <a:gd name="T18" fmla="*/ 224 w 224"/>
                <a:gd name="T19" fmla="*/ 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4" h="199">
                  <a:moveTo>
                    <a:pt x="224" y="0"/>
                  </a:moveTo>
                  <a:lnTo>
                    <a:pt x="224" y="199"/>
                  </a:lnTo>
                  <a:lnTo>
                    <a:pt x="35" y="199"/>
                  </a:lnTo>
                  <a:lnTo>
                    <a:pt x="18" y="137"/>
                  </a:lnTo>
                  <a:lnTo>
                    <a:pt x="7" y="74"/>
                  </a:lnTo>
                  <a:lnTo>
                    <a:pt x="0" y="13"/>
                  </a:lnTo>
                  <a:lnTo>
                    <a:pt x="87" y="11"/>
                  </a:lnTo>
                  <a:lnTo>
                    <a:pt x="171" y="6"/>
                  </a:lnTo>
                  <a:lnTo>
                    <a:pt x="171" y="6"/>
                  </a:lnTo>
                  <a:lnTo>
                    <a:pt x="224" y="0"/>
                  </a:lnTo>
                  <a:close/>
                </a:path>
              </a:pathLst>
            </a:custGeom>
            <a:solidFill>
              <a:srgbClr val="DDECB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9" name="Freeform 118"/>
            <p:cNvSpPr>
              <a:spLocks/>
            </p:cNvSpPr>
            <p:nvPr/>
          </p:nvSpPr>
          <p:spPr bwMode="auto">
            <a:xfrm>
              <a:off x="8111024" y="2734949"/>
              <a:ext cx="58906" cy="55225"/>
            </a:xfrm>
            <a:custGeom>
              <a:avLst/>
              <a:gdLst>
                <a:gd name="T0" fmla="*/ 0 w 230"/>
                <a:gd name="T1" fmla="*/ 0 h 212"/>
                <a:gd name="T2" fmla="*/ 64 w 230"/>
                <a:gd name="T3" fmla="*/ 12 h 212"/>
                <a:gd name="T4" fmla="*/ 131 w 230"/>
                <a:gd name="T5" fmla="*/ 21 h 212"/>
                <a:gd name="T6" fmla="*/ 197 w 230"/>
                <a:gd name="T7" fmla="*/ 25 h 212"/>
                <a:gd name="T8" fmla="*/ 204 w 230"/>
                <a:gd name="T9" fmla="*/ 86 h 212"/>
                <a:gd name="T10" fmla="*/ 214 w 230"/>
                <a:gd name="T11" fmla="*/ 150 h 212"/>
                <a:gd name="T12" fmla="*/ 230 w 230"/>
                <a:gd name="T13" fmla="*/ 212 h 212"/>
                <a:gd name="T14" fmla="*/ 36 w 230"/>
                <a:gd name="T15" fmla="*/ 212 h 212"/>
                <a:gd name="T16" fmla="*/ 33 w 230"/>
                <a:gd name="T17" fmla="*/ 199 h 212"/>
                <a:gd name="T18" fmla="*/ 30 w 230"/>
                <a:gd name="T19" fmla="*/ 187 h 212"/>
                <a:gd name="T20" fmla="*/ 28 w 230"/>
                <a:gd name="T21" fmla="*/ 175 h 212"/>
                <a:gd name="T22" fmla="*/ 26 w 230"/>
                <a:gd name="T23" fmla="*/ 167 h 212"/>
                <a:gd name="T24" fmla="*/ 12 w 230"/>
                <a:gd name="T25" fmla="*/ 108 h 212"/>
                <a:gd name="T26" fmla="*/ 4 w 230"/>
                <a:gd name="T27" fmla="*/ 52 h 212"/>
                <a:gd name="T28" fmla="*/ 0 w 230"/>
                <a:gd name="T29" fmla="*/ 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0" h="212">
                  <a:moveTo>
                    <a:pt x="0" y="0"/>
                  </a:moveTo>
                  <a:lnTo>
                    <a:pt x="64" y="12"/>
                  </a:lnTo>
                  <a:lnTo>
                    <a:pt x="131" y="21"/>
                  </a:lnTo>
                  <a:lnTo>
                    <a:pt x="197" y="25"/>
                  </a:lnTo>
                  <a:lnTo>
                    <a:pt x="204" y="86"/>
                  </a:lnTo>
                  <a:lnTo>
                    <a:pt x="214" y="150"/>
                  </a:lnTo>
                  <a:lnTo>
                    <a:pt x="230" y="212"/>
                  </a:lnTo>
                  <a:lnTo>
                    <a:pt x="36" y="212"/>
                  </a:lnTo>
                  <a:lnTo>
                    <a:pt x="33" y="199"/>
                  </a:lnTo>
                  <a:lnTo>
                    <a:pt x="30" y="187"/>
                  </a:lnTo>
                  <a:lnTo>
                    <a:pt x="28" y="175"/>
                  </a:lnTo>
                  <a:lnTo>
                    <a:pt x="26" y="167"/>
                  </a:lnTo>
                  <a:lnTo>
                    <a:pt x="12" y="108"/>
                  </a:lnTo>
                  <a:lnTo>
                    <a:pt x="4" y="52"/>
                  </a:lnTo>
                  <a:lnTo>
                    <a:pt x="0"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0" name="Freeform 119"/>
            <p:cNvSpPr>
              <a:spLocks/>
            </p:cNvSpPr>
            <p:nvPr/>
          </p:nvSpPr>
          <p:spPr bwMode="auto">
            <a:xfrm>
              <a:off x="8204906" y="2572956"/>
              <a:ext cx="47861" cy="25772"/>
            </a:xfrm>
            <a:custGeom>
              <a:avLst/>
              <a:gdLst>
                <a:gd name="T0" fmla="*/ 99 w 185"/>
                <a:gd name="T1" fmla="*/ 0 h 94"/>
                <a:gd name="T2" fmla="*/ 101 w 185"/>
                <a:gd name="T3" fmla="*/ 0 h 94"/>
                <a:gd name="T4" fmla="*/ 121 w 185"/>
                <a:gd name="T5" fmla="*/ 1 h 94"/>
                <a:gd name="T6" fmla="*/ 141 w 185"/>
                <a:gd name="T7" fmla="*/ 2 h 94"/>
                <a:gd name="T8" fmla="*/ 142 w 185"/>
                <a:gd name="T9" fmla="*/ 3 h 94"/>
                <a:gd name="T10" fmla="*/ 142 w 185"/>
                <a:gd name="T11" fmla="*/ 3 h 94"/>
                <a:gd name="T12" fmla="*/ 141 w 185"/>
                <a:gd name="T13" fmla="*/ 4 h 94"/>
                <a:gd name="T14" fmla="*/ 143 w 185"/>
                <a:gd name="T15" fmla="*/ 7 h 94"/>
                <a:gd name="T16" fmla="*/ 148 w 185"/>
                <a:gd name="T17" fmla="*/ 16 h 94"/>
                <a:gd name="T18" fmla="*/ 154 w 185"/>
                <a:gd name="T19" fmla="*/ 29 h 94"/>
                <a:gd name="T20" fmla="*/ 164 w 185"/>
                <a:gd name="T21" fmla="*/ 45 h 94"/>
                <a:gd name="T22" fmla="*/ 173 w 185"/>
                <a:gd name="T23" fmla="*/ 67 h 94"/>
                <a:gd name="T24" fmla="*/ 185 w 185"/>
                <a:gd name="T25" fmla="*/ 92 h 94"/>
                <a:gd name="T26" fmla="*/ 141 w 185"/>
                <a:gd name="T27" fmla="*/ 94 h 94"/>
                <a:gd name="T28" fmla="*/ 102 w 185"/>
                <a:gd name="T29" fmla="*/ 94 h 94"/>
                <a:gd name="T30" fmla="*/ 65 w 185"/>
                <a:gd name="T31" fmla="*/ 92 h 94"/>
                <a:gd name="T32" fmla="*/ 30 w 185"/>
                <a:gd name="T33" fmla="*/ 89 h 94"/>
                <a:gd name="T34" fmla="*/ 0 w 185"/>
                <a:gd name="T35" fmla="*/ 83 h 94"/>
                <a:gd name="T36" fmla="*/ 9 w 185"/>
                <a:gd name="T37" fmla="*/ 61 h 94"/>
                <a:gd name="T38" fmla="*/ 19 w 185"/>
                <a:gd name="T39" fmla="*/ 42 h 94"/>
                <a:gd name="T40" fmla="*/ 26 w 185"/>
                <a:gd name="T41" fmla="*/ 26 h 94"/>
                <a:gd name="T42" fmla="*/ 33 w 185"/>
                <a:gd name="T43" fmla="*/ 15 h 94"/>
                <a:gd name="T44" fmla="*/ 37 w 185"/>
                <a:gd name="T45" fmla="*/ 7 h 94"/>
                <a:gd name="T46" fmla="*/ 39 w 185"/>
                <a:gd name="T47" fmla="*/ 3 h 94"/>
                <a:gd name="T48" fmla="*/ 99 w 185"/>
                <a:gd name="T49"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5" h="94">
                  <a:moveTo>
                    <a:pt x="99" y="0"/>
                  </a:moveTo>
                  <a:lnTo>
                    <a:pt x="101" y="0"/>
                  </a:lnTo>
                  <a:lnTo>
                    <a:pt x="121" y="1"/>
                  </a:lnTo>
                  <a:lnTo>
                    <a:pt x="141" y="2"/>
                  </a:lnTo>
                  <a:lnTo>
                    <a:pt x="142" y="3"/>
                  </a:lnTo>
                  <a:lnTo>
                    <a:pt x="142" y="3"/>
                  </a:lnTo>
                  <a:lnTo>
                    <a:pt x="141" y="4"/>
                  </a:lnTo>
                  <a:lnTo>
                    <a:pt x="143" y="7"/>
                  </a:lnTo>
                  <a:lnTo>
                    <a:pt x="148" y="16"/>
                  </a:lnTo>
                  <a:lnTo>
                    <a:pt x="154" y="29"/>
                  </a:lnTo>
                  <a:lnTo>
                    <a:pt x="164" y="45"/>
                  </a:lnTo>
                  <a:lnTo>
                    <a:pt x="173" y="67"/>
                  </a:lnTo>
                  <a:lnTo>
                    <a:pt x="185" y="92"/>
                  </a:lnTo>
                  <a:lnTo>
                    <a:pt x="141" y="94"/>
                  </a:lnTo>
                  <a:lnTo>
                    <a:pt x="102" y="94"/>
                  </a:lnTo>
                  <a:lnTo>
                    <a:pt x="65" y="92"/>
                  </a:lnTo>
                  <a:lnTo>
                    <a:pt x="30" y="89"/>
                  </a:lnTo>
                  <a:lnTo>
                    <a:pt x="0" y="83"/>
                  </a:lnTo>
                  <a:lnTo>
                    <a:pt x="9" y="61"/>
                  </a:lnTo>
                  <a:lnTo>
                    <a:pt x="19" y="42"/>
                  </a:lnTo>
                  <a:lnTo>
                    <a:pt x="26" y="26"/>
                  </a:lnTo>
                  <a:lnTo>
                    <a:pt x="33" y="15"/>
                  </a:lnTo>
                  <a:lnTo>
                    <a:pt x="37" y="7"/>
                  </a:lnTo>
                  <a:lnTo>
                    <a:pt x="39" y="3"/>
                  </a:lnTo>
                  <a:lnTo>
                    <a:pt x="99"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1" name="Freeform 120"/>
            <p:cNvSpPr>
              <a:spLocks/>
            </p:cNvSpPr>
            <p:nvPr/>
          </p:nvSpPr>
          <p:spPr bwMode="auto">
            <a:xfrm>
              <a:off x="8175453" y="2666838"/>
              <a:ext cx="58906" cy="64429"/>
            </a:xfrm>
            <a:custGeom>
              <a:avLst/>
              <a:gdLst>
                <a:gd name="T0" fmla="*/ 226 w 226"/>
                <a:gd name="T1" fmla="*/ 0 h 239"/>
                <a:gd name="T2" fmla="*/ 226 w 226"/>
                <a:gd name="T3" fmla="*/ 239 h 239"/>
                <a:gd name="T4" fmla="*/ 200 w 226"/>
                <a:gd name="T5" fmla="*/ 239 h 239"/>
                <a:gd name="T6" fmla="*/ 173 w 226"/>
                <a:gd name="T7" fmla="*/ 238 h 239"/>
                <a:gd name="T8" fmla="*/ 173 w 226"/>
                <a:gd name="T9" fmla="*/ 238 h 239"/>
                <a:gd name="T10" fmla="*/ 84 w 226"/>
                <a:gd name="T11" fmla="*/ 231 h 239"/>
                <a:gd name="T12" fmla="*/ 0 w 226"/>
                <a:gd name="T13" fmla="*/ 221 h 239"/>
                <a:gd name="T14" fmla="*/ 2 w 226"/>
                <a:gd name="T15" fmla="*/ 146 h 239"/>
                <a:gd name="T16" fmla="*/ 9 w 226"/>
                <a:gd name="T17" fmla="*/ 74 h 239"/>
                <a:gd name="T18" fmla="*/ 21 w 226"/>
                <a:gd name="T19" fmla="*/ 5 h 239"/>
                <a:gd name="T20" fmla="*/ 98 w 226"/>
                <a:gd name="T21" fmla="*/ 4 h 239"/>
                <a:gd name="T22" fmla="*/ 173 w 226"/>
                <a:gd name="T23" fmla="*/ 2 h 239"/>
                <a:gd name="T24" fmla="*/ 173 w 226"/>
                <a:gd name="T25" fmla="*/ 2 h 239"/>
                <a:gd name="T26" fmla="*/ 226 w 226"/>
                <a:gd name="T27"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6" h="239">
                  <a:moveTo>
                    <a:pt x="226" y="0"/>
                  </a:moveTo>
                  <a:lnTo>
                    <a:pt x="226" y="239"/>
                  </a:lnTo>
                  <a:lnTo>
                    <a:pt x="200" y="239"/>
                  </a:lnTo>
                  <a:lnTo>
                    <a:pt x="173" y="238"/>
                  </a:lnTo>
                  <a:lnTo>
                    <a:pt x="173" y="238"/>
                  </a:lnTo>
                  <a:lnTo>
                    <a:pt x="84" y="231"/>
                  </a:lnTo>
                  <a:lnTo>
                    <a:pt x="0" y="221"/>
                  </a:lnTo>
                  <a:lnTo>
                    <a:pt x="2" y="146"/>
                  </a:lnTo>
                  <a:lnTo>
                    <a:pt x="9" y="74"/>
                  </a:lnTo>
                  <a:lnTo>
                    <a:pt x="21" y="5"/>
                  </a:lnTo>
                  <a:lnTo>
                    <a:pt x="98" y="4"/>
                  </a:lnTo>
                  <a:lnTo>
                    <a:pt x="173" y="2"/>
                  </a:lnTo>
                  <a:lnTo>
                    <a:pt x="173" y="2"/>
                  </a:lnTo>
                  <a:lnTo>
                    <a:pt x="226"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2" name="Freeform 121"/>
            <p:cNvSpPr>
              <a:spLocks noEditPoints="1"/>
            </p:cNvSpPr>
            <p:nvPr/>
          </p:nvSpPr>
          <p:spPr bwMode="auto">
            <a:xfrm>
              <a:off x="8313514" y="2771765"/>
              <a:ext cx="150948" cy="125176"/>
            </a:xfrm>
            <a:custGeom>
              <a:avLst/>
              <a:gdLst>
                <a:gd name="T0" fmla="*/ 0 w 574"/>
                <a:gd name="T1" fmla="*/ 383 h 478"/>
                <a:gd name="T2" fmla="*/ 574 w 574"/>
                <a:gd name="T3" fmla="*/ 383 h 478"/>
                <a:gd name="T4" fmla="*/ 574 w 574"/>
                <a:gd name="T5" fmla="*/ 478 h 478"/>
                <a:gd name="T6" fmla="*/ 0 w 574"/>
                <a:gd name="T7" fmla="*/ 478 h 478"/>
                <a:gd name="T8" fmla="*/ 0 w 574"/>
                <a:gd name="T9" fmla="*/ 383 h 478"/>
                <a:gd name="T10" fmla="*/ 0 w 574"/>
                <a:gd name="T11" fmla="*/ 191 h 478"/>
                <a:gd name="T12" fmla="*/ 574 w 574"/>
                <a:gd name="T13" fmla="*/ 191 h 478"/>
                <a:gd name="T14" fmla="*/ 574 w 574"/>
                <a:gd name="T15" fmla="*/ 287 h 478"/>
                <a:gd name="T16" fmla="*/ 0 w 574"/>
                <a:gd name="T17" fmla="*/ 287 h 478"/>
                <a:gd name="T18" fmla="*/ 0 w 574"/>
                <a:gd name="T19" fmla="*/ 191 h 478"/>
                <a:gd name="T20" fmla="*/ 0 w 574"/>
                <a:gd name="T21" fmla="*/ 0 h 478"/>
                <a:gd name="T22" fmla="*/ 574 w 574"/>
                <a:gd name="T23" fmla="*/ 0 h 478"/>
                <a:gd name="T24" fmla="*/ 574 w 574"/>
                <a:gd name="T25" fmla="*/ 95 h 478"/>
                <a:gd name="T26" fmla="*/ 0 w 574"/>
                <a:gd name="T27" fmla="*/ 95 h 478"/>
                <a:gd name="T28" fmla="*/ 0 w 574"/>
                <a:gd name="T29"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4" h="478">
                  <a:moveTo>
                    <a:pt x="0" y="383"/>
                  </a:moveTo>
                  <a:lnTo>
                    <a:pt x="574" y="383"/>
                  </a:lnTo>
                  <a:lnTo>
                    <a:pt x="574" y="478"/>
                  </a:lnTo>
                  <a:lnTo>
                    <a:pt x="0" y="478"/>
                  </a:lnTo>
                  <a:lnTo>
                    <a:pt x="0" y="383"/>
                  </a:lnTo>
                  <a:close/>
                  <a:moveTo>
                    <a:pt x="0" y="191"/>
                  </a:moveTo>
                  <a:lnTo>
                    <a:pt x="574" y="191"/>
                  </a:lnTo>
                  <a:lnTo>
                    <a:pt x="574" y="287"/>
                  </a:lnTo>
                  <a:lnTo>
                    <a:pt x="0" y="287"/>
                  </a:lnTo>
                  <a:lnTo>
                    <a:pt x="0" y="191"/>
                  </a:lnTo>
                  <a:close/>
                  <a:moveTo>
                    <a:pt x="0" y="0"/>
                  </a:moveTo>
                  <a:lnTo>
                    <a:pt x="574" y="0"/>
                  </a:lnTo>
                  <a:lnTo>
                    <a:pt x="574" y="95"/>
                  </a:lnTo>
                  <a:lnTo>
                    <a:pt x="0" y="95"/>
                  </a:lnTo>
                  <a:lnTo>
                    <a:pt x="0"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3" name="Freeform 122"/>
            <p:cNvSpPr>
              <a:spLocks noEditPoints="1"/>
            </p:cNvSpPr>
            <p:nvPr/>
          </p:nvSpPr>
          <p:spPr bwMode="auto">
            <a:xfrm>
              <a:off x="7908533" y="2479074"/>
              <a:ext cx="607472" cy="607472"/>
            </a:xfrm>
            <a:custGeom>
              <a:avLst/>
              <a:gdLst>
                <a:gd name="T0" fmla="*/ 2099 w 2305"/>
                <a:gd name="T1" fmla="*/ 2140 h 2305"/>
                <a:gd name="T2" fmla="*/ 2075 w 2305"/>
                <a:gd name="T3" fmla="*/ 2157 h 2305"/>
                <a:gd name="T4" fmla="*/ 2066 w 2305"/>
                <a:gd name="T5" fmla="*/ 2186 h 2305"/>
                <a:gd name="T6" fmla="*/ 2075 w 2305"/>
                <a:gd name="T7" fmla="*/ 2214 h 2305"/>
                <a:gd name="T8" fmla="*/ 2099 w 2305"/>
                <a:gd name="T9" fmla="*/ 2231 h 2305"/>
                <a:gd name="T10" fmla="*/ 2129 w 2305"/>
                <a:gd name="T11" fmla="*/ 2231 h 2305"/>
                <a:gd name="T12" fmla="*/ 2153 w 2305"/>
                <a:gd name="T13" fmla="*/ 2214 h 2305"/>
                <a:gd name="T14" fmla="*/ 2161 w 2305"/>
                <a:gd name="T15" fmla="*/ 2186 h 2305"/>
                <a:gd name="T16" fmla="*/ 2153 w 2305"/>
                <a:gd name="T17" fmla="*/ 2157 h 2305"/>
                <a:gd name="T18" fmla="*/ 2129 w 2305"/>
                <a:gd name="T19" fmla="*/ 2140 h 2305"/>
                <a:gd name="T20" fmla="*/ 1445 w 2305"/>
                <a:gd name="T21" fmla="*/ 1970 h 2305"/>
                <a:gd name="T22" fmla="*/ 2209 w 2305"/>
                <a:gd name="T23" fmla="*/ 2066 h 2305"/>
                <a:gd name="T24" fmla="*/ 1445 w 2305"/>
                <a:gd name="T25" fmla="*/ 1970 h 2305"/>
                <a:gd name="T26" fmla="*/ 1445 w 2305"/>
                <a:gd name="T27" fmla="*/ 1875 h 2305"/>
                <a:gd name="T28" fmla="*/ 2209 w 2305"/>
                <a:gd name="T29" fmla="*/ 1779 h 2305"/>
                <a:gd name="T30" fmla="*/ 1445 w 2305"/>
                <a:gd name="T31" fmla="*/ 1014 h 2305"/>
                <a:gd name="T32" fmla="*/ 2209 w 2305"/>
                <a:gd name="T33" fmla="*/ 1684 h 2305"/>
                <a:gd name="T34" fmla="*/ 1445 w 2305"/>
                <a:gd name="T35" fmla="*/ 1014 h 2305"/>
                <a:gd name="T36" fmla="*/ 1445 w 2305"/>
                <a:gd name="T37" fmla="*/ 919 h 2305"/>
                <a:gd name="T38" fmla="*/ 2209 w 2305"/>
                <a:gd name="T39" fmla="*/ 680 h 2305"/>
                <a:gd name="T40" fmla="*/ 1445 w 2305"/>
                <a:gd name="T41" fmla="*/ 584 h 2305"/>
                <a:gd name="T42" fmla="*/ 2231 w 2305"/>
                <a:gd name="T43" fmla="*/ 587 h 2305"/>
                <a:gd name="T44" fmla="*/ 2269 w 2305"/>
                <a:gd name="T45" fmla="*/ 605 h 2305"/>
                <a:gd name="T46" fmla="*/ 2295 w 2305"/>
                <a:gd name="T47" fmla="*/ 638 h 2305"/>
                <a:gd name="T48" fmla="*/ 2305 w 2305"/>
                <a:gd name="T49" fmla="*/ 680 h 2305"/>
                <a:gd name="T50" fmla="*/ 2303 w 2305"/>
                <a:gd name="T51" fmla="*/ 2231 h 2305"/>
                <a:gd name="T52" fmla="*/ 2284 w 2305"/>
                <a:gd name="T53" fmla="*/ 2269 h 2305"/>
                <a:gd name="T54" fmla="*/ 2251 w 2305"/>
                <a:gd name="T55" fmla="*/ 2295 h 2305"/>
                <a:gd name="T56" fmla="*/ 2209 w 2305"/>
                <a:gd name="T57" fmla="*/ 2305 h 2305"/>
                <a:gd name="T58" fmla="*/ 1423 w 2305"/>
                <a:gd name="T59" fmla="*/ 2303 h 2305"/>
                <a:gd name="T60" fmla="*/ 1385 w 2305"/>
                <a:gd name="T61" fmla="*/ 2284 h 2305"/>
                <a:gd name="T62" fmla="*/ 1359 w 2305"/>
                <a:gd name="T63" fmla="*/ 2251 h 2305"/>
                <a:gd name="T64" fmla="*/ 1349 w 2305"/>
                <a:gd name="T65" fmla="*/ 2209 h 2305"/>
                <a:gd name="T66" fmla="*/ 1352 w 2305"/>
                <a:gd name="T67" fmla="*/ 658 h 2305"/>
                <a:gd name="T68" fmla="*/ 1370 w 2305"/>
                <a:gd name="T69" fmla="*/ 620 h 2305"/>
                <a:gd name="T70" fmla="*/ 1403 w 2305"/>
                <a:gd name="T71" fmla="*/ 594 h 2305"/>
                <a:gd name="T72" fmla="*/ 1445 w 2305"/>
                <a:gd name="T73" fmla="*/ 584 h 2305"/>
                <a:gd name="T74" fmla="*/ 1911 w 2305"/>
                <a:gd name="T75" fmla="*/ 0 h 2305"/>
                <a:gd name="T76" fmla="*/ 1799 w 2305"/>
                <a:gd name="T77" fmla="*/ 472 h 2305"/>
                <a:gd name="T78" fmla="*/ 112 w 2305"/>
                <a:gd name="T79" fmla="*/ 112 h 2305"/>
                <a:gd name="T80" fmla="*/ 1242 w 2305"/>
                <a:gd name="T81" fmla="*/ 1293 h 2305"/>
                <a:gd name="T82" fmla="*/ 0 w 2305"/>
                <a:gd name="T83" fmla="*/ 1405 h 2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05" h="2305">
                  <a:moveTo>
                    <a:pt x="2114" y="2138"/>
                  </a:moveTo>
                  <a:lnTo>
                    <a:pt x="2099" y="2140"/>
                  </a:lnTo>
                  <a:lnTo>
                    <a:pt x="2085" y="2147"/>
                  </a:lnTo>
                  <a:lnTo>
                    <a:pt x="2075" y="2157"/>
                  </a:lnTo>
                  <a:lnTo>
                    <a:pt x="2068" y="2171"/>
                  </a:lnTo>
                  <a:lnTo>
                    <a:pt x="2066" y="2186"/>
                  </a:lnTo>
                  <a:lnTo>
                    <a:pt x="2068" y="2200"/>
                  </a:lnTo>
                  <a:lnTo>
                    <a:pt x="2075" y="2214"/>
                  </a:lnTo>
                  <a:lnTo>
                    <a:pt x="2085" y="2224"/>
                  </a:lnTo>
                  <a:lnTo>
                    <a:pt x="2099" y="2231"/>
                  </a:lnTo>
                  <a:lnTo>
                    <a:pt x="2114" y="2233"/>
                  </a:lnTo>
                  <a:lnTo>
                    <a:pt x="2129" y="2231"/>
                  </a:lnTo>
                  <a:lnTo>
                    <a:pt x="2142" y="2224"/>
                  </a:lnTo>
                  <a:lnTo>
                    <a:pt x="2153" y="2214"/>
                  </a:lnTo>
                  <a:lnTo>
                    <a:pt x="2159" y="2200"/>
                  </a:lnTo>
                  <a:lnTo>
                    <a:pt x="2161" y="2186"/>
                  </a:lnTo>
                  <a:lnTo>
                    <a:pt x="2159" y="2171"/>
                  </a:lnTo>
                  <a:lnTo>
                    <a:pt x="2153" y="2157"/>
                  </a:lnTo>
                  <a:lnTo>
                    <a:pt x="2142" y="2147"/>
                  </a:lnTo>
                  <a:lnTo>
                    <a:pt x="2129" y="2140"/>
                  </a:lnTo>
                  <a:lnTo>
                    <a:pt x="2114" y="2138"/>
                  </a:lnTo>
                  <a:close/>
                  <a:moveTo>
                    <a:pt x="1445" y="1970"/>
                  </a:moveTo>
                  <a:lnTo>
                    <a:pt x="1445" y="2066"/>
                  </a:lnTo>
                  <a:lnTo>
                    <a:pt x="2209" y="2066"/>
                  </a:lnTo>
                  <a:lnTo>
                    <a:pt x="2209" y="1970"/>
                  </a:lnTo>
                  <a:lnTo>
                    <a:pt x="1445" y="1970"/>
                  </a:lnTo>
                  <a:close/>
                  <a:moveTo>
                    <a:pt x="1445" y="1779"/>
                  </a:moveTo>
                  <a:lnTo>
                    <a:pt x="1445" y="1875"/>
                  </a:lnTo>
                  <a:lnTo>
                    <a:pt x="2209" y="1875"/>
                  </a:lnTo>
                  <a:lnTo>
                    <a:pt x="2209" y="1779"/>
                  </a:lnTo>
                  <a:lnTo>
                    <a:pt x="1445" y="1779"/>
                  </a:lnTo>
                  <a:close/>
                  <a:moveTo>
                    <a:pt x="1445" y="1014"/>
                  </a:moveTo>
                  <a:lnTo>
                    <a:pt x="1445" y="1684"/>
                  </a:lnTo>
                  <a:lnTo>
                    <a:pt x="2209" y="1684"/>
                  </a:lnTo>
                  <a:lnTo>
                    <a:pt x="2209" y="1014"/>
                  </a:lnTo>
                  <a:lnTo>
                    <a:pt x="1445" y="1014"/>
                  </a:lnTo>
                  <a:close/>
                  <a:moveTo>
                    <a:pt x="1445" y="680"/>
                  </a:moveTo>
                  <a:lnTo>
                    <a:pt x="1445" y="919"/>
                  </a:lnTo>
                  <a:lnTo>
                    <a:pt x="2209" y="919"/>
                  </a:lnTo>
                  <a:lnTo>
                    <a:pt x="2209" y="680"/>
                  </a:lnTo>
                  <a:lnTo>
                    <a:pt x="1445" y="680"/>
                  </a:lnTo>
                  <a:close/>
                  <a:moveTo>
                    <a:pt x="1445" y="584"/>
                  </a:moveTo>
                  <a:lnTo>
                    <a:pt x="2209" y="584"/>
                  </a:lnTo>
                  <a:lnTo>
                    <a:pt x="2231" y="587"/>
                  </a:lnTo>
                  <a:lnTo>
                    <a:pt x="2251" y="594"/>
                  </a:lnTo>
                  <a:lnTo>
                    <a:pt x="2269" y="605"/>
                  </a:lnTo>
                  <a:lnTo>
                    <a:pt x="2284" y="620"/>
                  </a:lnTo>
                  <a:lnTo>
                    <a:pt x="2295" y="638"/>
                  </a:lnTo>
                  <a:lnTo>
                    <a:pt x="2303" y="658"/>
                  </a:lnTo>
                  <a:lnTo>
                    <a:pt x="2305" y="680"/>
                  </a:lnTo>
                  <a:lnTo>
                    <a:pt x="2305" y="2209"/>
                  </a:lnTo>
                  <a:lnTo>
                    <a:pt x="2303" y="2231"/>
                  </a:lnTo>
                  <a:lnTo>
                    <a:pt x="2295" y="2251"/>
                  </a:lnTo>
                  <a:lnTo>
                    <a:pt x="2284" y="2269"/>
                  </a:lnTo>
                  <a:lnTo>
                    <a:pt x="2269" y="2284"/>
                  </a:lnTo>
                  <a:lnTo>
                    <a:pt x="2251" y="2295"/>
                  </a:lnTo>
                  <a:lnTo>
                    <a:pt x="2231" y="2303"/>
                  </a:lnTo>
                  <a:lnTo>
                    <a:pt x="2209" y="2305"/>
                  </a:lnTo>
                  <a:lnTo>
                    <a:pt x="1445" y="2305"/>
                  </a:lnTo>
                  <a:lnTo>
                    <a:pt x="1423" y="2303"/>
                  </a:lnTo>
                  <a:lnTo>
                    <a:pt x="1403" y="2295"/>
                  </a:lnTo>
                  <a:lnTo>
                    <a:pt x="1385" y="2284"/>
                  </a:lnTo>
                  <a:lnTo>
                    <a:pt x="1370" y="2269"/>
                  </a:lnTo>
                  <a:lnTo>
                    <a:pt x="1359" y="2251"/>
                  </a:lnTo>
                  <a:lnTo>
                    <a:pt x="1352" y="2231"/>
                  </a:lnTo>
                  <a:lnTo>
                    <a:pt x="1349" y="2209"/>
                  </a:lnTo>
                  <a:lnTo>
                    <a:pt x="1349" y="680"/>
                  </a:lnTo>
                  <a:lnTo>
                    <a:pt x="1352" y="658"/>
                  </a:lnTo>
                  <a:lnTo>
                    <a:pt x="1359" y="638"/>
                  </a:lnTo>
                  <a:lnTo>
                    <a:pt x="1370" y="620"/>
                  </a:lnTo>
                  <a:lnTo>
                    <a:pt x="1385" y="605"/>
                  </a:lnTo>
                  <a:lnTo>
                    <a:pt x="1403" y="594"/>
                  </a:lnTo>
                  <a:lnTo>
                    <a:pt x="1423" y="587"/>
                  </a:lnTo>
                  <a:lnTo>
                    <a:pt x="1445" y="584"/>
                  </a:lnTo>
                  <a:close/>
                  <a:moveTo>
                    <a:pt x="0" y="0"/>
                  </a:moveTo>
                  <a:lnTo>
                    <a:pt x="1911" y="0"/>
                  </a:lnTo>
                  <a:lnTo>
                    <a:pt x="1911" y="472"/>
                  </a:lnTo>
                  <a:lnTo>
                    <a:pt x="1799" y="472"/>
                  </a:lnTo>
                  <a:lnTo>
                    <a:pt x="1799" y="112"/>
                  </a:lnTo>
                  <a:lnTo>
                    <a:pt x="112" y="112"/>
                  </a:lnTo>
                  <a:lnTo>
                    <a:pt x="112" y="1293"/>
                  </a:lnTo>
                  <a:lnTo>
                    <a:pt x="1242" y="1293"/>
                  </a:lnTo>
                  <a:lnTo>
                    <a:pt x="1242" y="1405"/>
                  </a:lnTo>
                  <a:lnTo>
                    <a:pt x="0" y="1405"/>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229" name="TextBox 228"/>
          <p:cNvSpPr txBox="1">
            <a:spLocks/>
          </p:cNvSpPr>
          <p:nvPr/>
        </p:nvSpPr>
        <p:spPr>
          <a:xfrm>
            <a:off x="8896218" y="1753827"/>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Cloud Storage</a:t>
            </a:r>
          </a:p>
        </p:txBody>
      </p:sp>
      <p:sp>
        <p:nvSpPr>
          <p:cNvPr id="230" name="TextBox 229"/>
          <p:cNvSpPr txBox="1">
            <a:spLocks/>
          </p:cNvSpPr>
          <p:nvPr/>
        </p:nvSpPr>
        <p:spPr>
          <a:xfrm>
            <a:off x="7616058" y="1753827"/>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Cloud Computing</a:t>
            </a:r>
          </a:p>
        </p:txBody>
      </p:sp>
      <p:sp>
        <p:nvSpPr>
          <p:cNvPr id="231" name="TextBox 230"/>
          <p:cNvSpPr txBox="1">
            <a:spLocks/>
          </p:cNvSpPr>
          <p:nvPr/>
        </p:nvSpPr>
        <p:spPr>
          <a:xfrm>
            <a:off x="838200" y="1753827"/>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Database</a:t>
            </a:r>
          </a:p>
        </p:txBody>
      </p:sp>
      <p:sp>
        <p:nvSpPr>
          <p:cNvPr id="232" name="TextBox 231"/>
          <p:cNvSpPr txBox="1">
            <a:spLocks/>
          </p:cNvSpPr>
          <p:nvPr/>
        </p:nvSpPr>
        <p:spPr>
          <a:xfrm>
            <a:off x="4872858" y="1753827"/>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GIS Storage</a:t>
            </a:r>
          </a:p>
        </p:txBody>
      </p:sp>
      <p:sp>
        <p:nvSpPr>
          <p:cNvPr id="233" name="TextBox 232"/>
          <p:cNvSpPr txBox="1">
            <a:spLocks/>
          </p:cNvSpPr>
          <p:nvPr/>
        </p:nvSpPr>
        <p:spPr>
          <a:xfrm>
            <a:off x="3455538" y="1753827"/>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Cloud</a:t>
            </a:r>
          </a:p>
        </p:txBody>
      </p:sp>
      <p:sp>
        <p:nvSpPr>
          <p:cNvPr id="234" name="TextBox 233"/>
          <p:cNvSpPr txBox="1">
            <a:spLocks/>
          </p:cNvSpPr>
          <p:nvPr/>
        </p:nvSpPr>
        <p:spPr>
          <a:xfrm>
            <a:off x="6182215" y="1753827"/>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Image Collection</a:t>
            </a:r>
          </a:p>
        </p:txBody>
      </p:sp>
      <p:sp>
        <p:nvSpPr>
          <p:cNvPr id="224" name="TextBox 223"/>
          <p:cNvSpPr txBox="1">
            <a:spLocks/>
          </p:cNvSpPr>
          <p:nvPr/>
        </p:nvSpPr>
        <p:spPr>
          <a:xfrm>
            <a:off x="2209800" y="1753827"/>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Server</a:t>
            </a:r>
          </a:p>
        </p:txBody>
      </p:sp>
      <p:grpSp>
        <p:nvGrpSpPr>
          <p:cNvPr id="154" name="Group 153"/>
          <p:cNvGrpSpPr/>
          <p:nvPr/>
        </p:nvGrpSpPr>
        <p:grpSpPr>
          <a:xfrm>
            <a:off x="2358302" y="2400665"/>
            <a:ext cx="587375" cy="228600"/>
            <a:chOff x="1069975" y="2590801"/>
            <a:chExt cx="587375" cy="228600"/>
          </a:xfrm>
        </p:grpSpPr>
        <p:sp useBgFill="1">
          <p:nvSpPr>
            <p:cNvPr id="155" name="Freeform 6"/>
            <p:cNvSpPr>
              <a:spLocks/>
            </p:cNvSpPr>
            <p:nvPr/>
          </p:nvSpPr>
          <p:spPr bwMode="auto">
            <a:xfrm>
              <a:off x="1069975" y="2590801"/>
              <a:ext cx="587375" cy="228600"/>
            </a:xfrm>
            <a:custGeom>
              <a:avLst/>
              <a:gdLst>
                <a:gd name="T0" fmla="*/ 112 w 2586"/>
                <a:gd name="T1" fmla="*/ 0 h 1012"/>
                <a:gd name="T2" fmla="*/ 2474 w 2586"/>
                <a:gd name="T3" fmla="*/ 0 h 1012"/>
                <a:gd name="T4" fmla="*/ 2499 w 2586"/>
                <a:gd name="T5" fmla="*/ 3 h 1012"/>
                <a:gd name="T6" fmla="*/ 2524 w 2586"/>
                <a:gd name="T7" fmla="*/ 12 h 1012"/>
                <a:gd name="T8" fmla="*/ 2545 w 2586"/>
                <a:gd name="T9" fmla="*/ 24 h 1012"/>
                <a:gd name="T10" fmla="*/ 2562 w 2586"/>
                <a:gd name="T11" fmla="*/ 42 h 1012"/>
                <a:gd name="T12" fmla="*/ 2575 w 2586"/>
                <a:gd name="T13" fmla="*/ 62 h 1012"/>
                <a:gd name="T14" fmla="*/ 2584 w 2586"/>
                <a:gd name="T15" fmla="*/ 87 h 1012"/>
                <a:gd name="T16" fmla="*/ 2586 w 2586"/>
                <a:gd name="T17" fmla="*/ 112 h 1012"/>
                <a:gd name="T18" fmla="*/ 2586 w 2586"/>
                <a:gd name="T19" fmla="*/ 899 h 1012"/>
                <a:gd name="T20" fmla="*/ 2584 w 2586"/>
                <a:gd name="T21" fmla="*/ 925 h 1012"/>
                <a:gd name="T22" fmla="*/ 2575 w 2586"/>
                <a:gd name="T23" fmla="*/ 949 h 1012"/>
                <a:gd name="T24" fmla="*/ 2562 w 2586"/>
                <a:gd name="T25" fmla="*/ 970 h 1012"/>
                <a:gd name="T26" fmla="*/ 2545 w 2586"/>
                <a:gd name="T27" fmla="*/ 987 h 1012"/>
                <a:gd name="T28" fmla="*/ 2524 w 2586"/>
                <a:gd name="T29" fmla="*/ 1000 h 1012"/>
                <a:gd name="T30" fmla="*/ 2499 w 2586"/>
                <a:gd name="T31" fmla="*/ 1009 h 1012"/>
                <a:gd name="T32" fmla="*/ 2474 w 2586"/>
                <a:gd name="T33" fmla="*/ 1012 h 1012"/>
                <a:gd name="T34" fmla="*/ 112 w 2586"/>
                <a:gd name="T35" fmla="*/ 1012 h 1012"/>
                <a:gd name="T36" fmla="*/ 87 w 2586"/>
                <a:gd name="T37" fmla="*/ 1009 h 1012"/>
                <a:gd name="T38" fmla="*/ 63 w 2586"/>
                <a:gd name="T39" fmla="*/ 1000 h 1012"/>
                <a:gd name="T40" fmla="*/ 42 w 2586"/>
                <a:gd name="T41" fmla="*/ 987 h 1012"/>
                <a:gd name="T42" fmla="*/ 24 w 2586"/>
                <a:gd name="T43" fmla="*/ 970 h 1012"/>
                <a:gd name="T44" fmla="*/ 12 w 2586"/>
                <a:gd name="T45" fmla="*/ 949 h 1012"/>
                <a:gd name="T46" fmla="*/ 3 w 2586"/>
                <a:gd name="T47" fmla="*/ 925 h 1012"/>
                <a:gd name="T48" fmla="*/ 0 w 2586"/>
                <a:gd name="T49" fmla="*/ 899 h 1012"/>
                <a:gd name="T50" fmla="*/ 0 w 2586"/>
                <a:gd name="T51" fmla="*/ 112 h 1012"/>
                <a:gd name="T52" fmla="*/ 3 w 2586"/>
                <a:gd name="T53" fmla="*/ 87 h 1012"/>
                <a:gd name="T54" fmla="*/ 12 w 2586"/>
                <a:gd name="T55" fmla="*/ 62 h 1012"/>
                <a:gd name="T56" fmla="*/ 24 w 2586"/>
                <a:gd name="T57" fmla="*/ 42 h 1012"/>
                <a:gd name="T58" fmla="*/ 42 w 2586"/>
                <a:gd name="T59" fmla="*/ 24 h 1012"/>
                <a:gd name="T60" fmla="*/ 63 w 2586"/>
                <a:gd name="T61" fmla="*/ 12 h 1012"/>
                <a:gd name="T62" fmla="*/ 87 w 2586"/>
                <a:gd name="T63" fmla="*/ 3 h 1012"/>
                <a:gd name="T64" fmla="*/ 112 w 2586"/>
                <a:gd name="T65" fmla="*/ 0 h 10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86" h="1012">
                  <a:moveTo>
                    <a:pt x="112" y="0"/>
                  </a:moveTo>
                  <a:lnTo>
                    <a:pt x="2474" y="0"/>
                  </a:lnTo>
                  <a:lnTo>
                    <a:pt x="2499" y="3"/>
                  </a:lnTo>
                  <a:lnTo>
                    <a:pt x="2524" y="12"/>
                  </a:lnTo>
                  <a:lnTo>
                    <a:pt x="2545" y="24"/>
                  </a:lnTo>
                  <a:lnTo>
                    <a:pt x="2562" y="42"/>
                  </a:lnTo>
                  <a:lnTo>
                    <a:pt x="2575" y="62"/>
                  </a:lnTo>
                  <a:lnTo>
                    <a:pt x="2584" y="87"/>
                  </a:lnTo>
                  <a:lnTo>
                    <a:pt x="2586" y="112"/>
                  </a:lnTo>
                  <a:lnTo>
                    <a:pt x="2586" y="899"/>
                  </a:lnTo>
                  <a:lnTo>
                    <a:pt x="2584" y="925"/>
                  </a:lnTo>
                  <a:lnTo>
                    <a:pt x="2575" y="949"/>
                  </a:lnTo>
                  <a:lnTo>
                    <a:pt x="2562" y="970"/>
                  </a:lnTo>
                  <a:lnTo>
                    <a:pt x="2545" y="987"/>
                  </a:lnTo>
                  <a:lnTo>
                    <a:pt x="2524" y="1000"/>
                  </a:lnTo>
                  <a:lnTo>
                    <a:pt x="2499" y="1009"/>
                  </a:lnTo>
                  <a:lnTo>
                    <a:pt x="2474" y="1012"/>
                  </a:lnTo>
                  <a:lnTo>
                    <a:pt x="112" y="1012"/>
                  </a:lnTo>
                  <a:lnTo>
                    <a:pt x="87" y="1009"/>
                  </a:lnTo>
                  <a:lnTo>
                    <a:pt x="63" y="1000"/>
                  </a:lnTo>
                  <a:lnTo>
                    <a:pt x="42" y="987"/>
                  </a:lnTo>
                  <a:lnTo>
                    <a:pt x="24" y="970"/>
                  </a:lnTo>
                  <a:lnTo>
                    <a:pt x="12" y="949"/>
                  </a:lnTo>
                  <a:lnTo>
                    <a:pt x="3" y="925"/>
                  </a:lnTo>
                  <a:lnTo>
                    <a:pt x="0" y="899"/>
                  </a:lnTo>
                  <a:lnTo>
                    <a:pt x="0" y="112"/>
                  </a:lnTo>
                  <a:lnTo>
                    <a:pt x="3" y="87"/>
                  </a:lnTo>
                  <a:lnTo>
                    <a:pt x="12" y="62"/>
                  </a:lnTo>
                  <a:lnTo>
                    <a:pt x="24" y="42"/>
                  </a:lnTo>
                  <a:lnTo>
                    <a:pt x="42" y="24"/>
                  </a:lnTo>
                  <a:lnTo>
                    <a:pt x="63" y="12"/>
                  </a:lnTo>
                  <a:lnTo>
                    <a:pt x="87" y="3"/>
                  </a:lnTo>
                  <a:lnTo>
                    <a:pt x="112"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6" name="Freeform 7"/>
            <p:cNvSpPr>
              <a:spLocks noEditPoints="1"/>
            </p:cNvSpPr>
            <p:nvPr/>
          </p:nvSpPr>
          <p:spPr bwMode="auto">
            <a:xfrm>
              <a:off x="1095375" y="2616201"/>
              <a:ext cx="536575" cy="177800"/>
            </a:xfrm>
            <a:custGeom>
              <a:avLst/>
              <a:gdLst>
                <a:gd name="T0" fmla="*/ 1669 w 2362"/>
                <a:gd name="T1" fmla="*/ 284 h 787"/>
                <a:gd name="T2" fmla="*/ 1642 w 2362"/>
                <a:gd name="T3" fmla="*/ 304 h 787"/>
                <a:gd name="T4" fmla="*/ 1631 w 2362"/>
                <a:gd name="T5" fmla="*/ 338 h 787"/>
                <a:gd name="T6" fmla="*/ 1634 w 2362"/>
                <a:gd name="T7" fmla="*/ 412 h 787"/>
                <a:gd name="T8" fmla="*/ 1654 w 2362"/>
                <a:gd name="T9" fmla="*/ 439 h 787"/>
                <a:gd name="T10" fmla="*/ 1687 w 2362"/>
                <a:gd name="T11" fmla="*/ 450 h 787"/>
                <a:gd name="T12" fmla="*/ 2042 w 2362"/>
                <a:gd name="T13" fmla="*/ 447 h 787"/>
                <a:gd name="T14" fmla="*/ 2070 w 2362"/>
                <a:gd name="T15" fmla="*/ 427 h 787"/>
                <a:gd name="T16" fmla="*/ 2081 w 2362"/>
                <a:gd name="T17" fmla="*/ 394 h 787"/>
                <a:gd name="T18" fmla="*/ 2078 w 2362"/>
                <a:gd name="T19" fmla="*/ 320 h 787"/>
                <a:gd name="T20" fmla="*/ 2058 w 2362"/>
                <a:gd name="T21" fmla="*/ 293 h 787"/>
                <a:gd name="T22" fmla="*/ 2025 w 2362"/>
                <a:gd name="T23" fmla="*/ 281 h 787"/>
                <a:gd name="T24" fmla="*/ 1127 w 2362"/>
                <a:gd name="T25" fmla="*/ 281 h 787"/>
                <a:gd name="T26" fmla="*/ 1093 w 2362"/>
                <a:gd name="T27" fmla="*/ 293 h 787"/>
                <a:gd name="T28" fmla="*/ 1072 w 2362"/>
                <a:gd name="T29" fmla="*/ 321 h 787"/>
                <a:gd name="T30" fmla="*/ 1069 w 2362"/>
                <a:gd name="T31" fmla="*/ 391 h 787"/>
                <a:gd name="T32" fmla="*/ 1081 w 2362"/>
                <a:gd name="T33" fmla="*/ 426 h 787"/>
                <a:gd name="T34" fmla="*/ 1109 w 2362"/>
                <a:gd name="T35" fmla="*/ 447 h 787"/>
                <a:gd name="T36" fmla="*/ 1179 w 2362"/>
                <a:gd name="T37" fmla="*/ 450 h 787"/>
                <a:gd name="T38" fmla="*/ 1214 w 2362"/>
                <a:gd name="T39" fmla="*/ 438 h 787"/>
                <a:gd name="T40" fmla="*/ 1235 w 2362"/>
                <a:gd name="T41" fmla="*/ 410 h 787"/>
                <a:gd name="T42" fmla="*/ 1237 w 2362"/>
                <a:gd name="T43" fmla="*/ 340 h 787"/>
                <a:gd name="T44" fmla="*/ 1226 w 2362"/>
                <a:gd name="T45" fmla="*/ 305 h 787"/>
                <a:gd name="T46" fmla="*/ 1197 w 2362"/>
                <a:gd name="T47" fmla="*/ 284 h 787"/>
                <a:gd name="T48" fmla="*/ 1127 w 2362"/>
                <a:gd name="T49" fmla="*/ 281 h 787"/>
                <a:gd name="T50" fmla="*/ 772 w 2362"/>
                <a:gd name="T51" fmla="*/ 284 h 787"/>
                <a:gd name="T52" fmla="*/ 743 w 2362"/>
                <a:gd name="T53" fmla="*/ 305 h 787"/>
                <a:gd name="T54" fmla="*/ 731 w 2362"/>
                <a:gd name="T55" fmla="*/ 340 h 787"/>
                <a:gd name="T56" fmla="*/ 734 w 2362"/>
                <a:gd name="T57" fmla="*/ 410 h 787"/>
                <a:gd name="T58" fmla="*/ 755 w 2362"/>
                <a:gd name="T59" fmla="*/ 438 h 787"/>
                <a:gd name="T60" fmla="*/ 790 w 2362"/>
                <a:gd name="T61" fmla="*/ 450 h 787"/>
                <a:gd name="T62" fmla="*/ 860 w 2362"/>
                <a:gd name="T63" fmla="*/ 447 h 787"/>
                <a:gd name="T64" fmla="*/ 888 w 2362"/>
                <a:gd name="T65" fmla="*/ 426 h 787"/>
                <a:gd name="T66" fmla="*/ 900 w 2362"/>
                <a:gd name="T67" fmla="*/ 391 h 787"/>
                <a:gd name="T68" fmla="*/ 897 w 2362"/>
                <a:gd name="T69" fmla="*/ 321 h 787"/>
                <a:gd name="T70" fmla="*/ 876 w 2362"/>
                <a:gd name="T71" fmla="*/ 293 h 787"/>
                <a:gd name="T72" fmla="*/ 841 w 2362"/>
                <a:gd name="T73" fmla="*/ 281 h 787"/>
                <a:gd name="T74" fmla="*/ 423 w 2362"/>
                <a:gd name="T75" fmla="*/ 225 h 787"/>
                <a:gd name="T76" fmla="*/ 368 w 2362"/>
                <a:gd name="T77" fmla="*/ 237 h 787"/>
                <a:gd name="T78" fmla="*/ 323 w 2362"/>
                <a:gd name="T79" fmla="*/ 266 h 787"/>
                <a:gd name="T80" fmla="*/ 293 w 2362"/>
                <a:gd name="T81" fmla="*/ 311 h 787"/>
                <a:gd name="T82" fmla="*/ 282 w 2362"/>
                <a:gd name="T83" fmla="*/ 365 h 787"/>
                <a:gd name="T84" fmla="*/ 293 w 2362"/>
                <a:gd name="T85" fmla="*/ 420 h 787"/>
                <a:gd name="T86" fmla="*/ 323 w 2362"/>
                <a:gd name="T87" fmla="*/ 465 h 787"/>
                <a:gd name="T88" fmla="*/ 368 w 2362"/>
                <a:gd name="T89" fmla="*/ 495 h 787"/>
                <a:gd name="T90" fmla="*/ 423 w 2362"/>
                <a:gd name="T91" fmla="*/ 506 h 787"/>
                <a:gd name="T92" fmla="*/ 476 w 2362"/>
                <a:gd name="T93" fmla="*/ 495 h 787"/>
                <a:gd name="T94" fmla="*/ 522 w 2362"/>
                <a:gd name="T95" fmla="*/ 465 h 787"/>
                <a:gd name="T96" fmla="*/ 551 w 2362"/>
                <a:gd name="T97" fmla="*/ 420 h 787"/>
                <a:gd name="T98" fmla="*/ 563 w 2362"/>
                <a:gd name="T99" fmla="*/ 365 h 787"/>
                <a:gd name="T100" fmla="*/ 551 w 2362"/>
                <a:gd name="T101" fmla="*/ 311 h 787"/>
                <a:gd name="T102" fmla="*/ 522 w 2362"/>
                <a:gd name="T103" fmla="*/ 266 h 787"/>
                <a:gd name="T104" fmla="*/ 476 w 2362"/>
                <a:gd name="T105" fmla="*/ 237 h 787"/>
                <a:gd name="T106" fmla="*/ 423 w 2362"/>
                <a:gd name="T107" fmla="*/ 225 h 787"/>
                <a:gd name="T108" fmla="*/ 2362 w 2362"/>
                <a:gd name="T109" fmla="*/ 0 h 787"/>
                <a:gd name="T110" fmla="*/ 0 w 2362"/>
                <a:gd name="T111" fmla="*/ 787 h 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62" h="787">
                  <a:moveTo>
                    <a:pt x="1687" y="281"/>
                  </a:moveTo>
                  <a:lnTo>
                    <a:pt x="1669" y="284"/>
                  </a:lnTo>
                  <a:lnTo>
                    <a:pt x="1654" y="293"/>
                  </a:lnTo>
                  <a:lnTo>
                    <a:pt x="1642" y="304"/>
                  </a:lnTo>
                  <a:lnTo>
                    <a:pt x="1634" y="320"/>
                  </a:lnTo>
                  <a:lnTo>
                    <a:pt x="1631" y="338"/>
                  </a:lnTo>
                  <a:lnTo>
                    <a:pt x="1631" y="394"/>
                  </a:lnTo>
                  <a:lnTo>
                    <a:pt x="1634" y="412"/>
                  </a:lnTo>
                  <a:lnTo>
                    <a:pt x="1642" y="427"/>
                  </a:lnTo>
                  <a:lnTo>
                    <a:pt x="1654" y="439"/>
                  </a:lnTo>
                  <a:lnTo>
                    <a:pt x="1669" y="447"/>
                  </a:lnTo>
                  <a:lnTo>
                    <a:pt x="1687" y="450"/>
                  </a:lnTo>
                  <a:lnTo>
                    <a:pt x="2025" y="450"/>
                  </a:lnTo>
                  <a:lnTo>
                    <a:pt x="2042" y="447"/>
                  </a:lnTo>
                  <a:lnTo>
                    <a:pt x="2058" y="439"/>
                  </a:lnTo>
                  <a:lnTo>
                    <a:pt x="2070" y="427"/>
                  </a:lnTo>
                  <a:lnTo>
                    <a:pt x="2078" y="412"/>
                  </a:lnTo>
                  <a:lnTo>
                    <a:pt x="2081" y="394"/>
                  </a:lnTo>
                  <a:lnTo>
                    <a:pt x="2081" y="338"/>
                  </a:lnTo>
                  <a:lnTo>
                    <a:pt x="2078" y="320"/>
                  </a:lnTo>
                  <a:lnTo>
                    <a:pt x="2070" y="304"/>
                  </a:lnTo>
                  <a:lnTo>
                    <a:pt x="2058" y="293"/>
                  </a:lnTo>
                  <a:lnTo>
                    <a:pt x="2042" y="284"/>
                  </a:lnTo>
                  <a:lnTo>
                    <a:pt x="2025" y="281"/>
                  </a:lnTo>
                  <a:lnTo>
                    <a:pt x="1687" y="281"/>
                  </a:lnTo>
                  <a:close/>
                  <a:moveTo>
                    <a:pt x="1127" y="281"/>
                  </a:moveTo>
                  <a:lnTo>
                    <a:pt x="1109" y="284"/>
                  </a:lnTo>
                  <a:lnTo>
                    <a:pt x="1093" y="293"/>
                  </a:lnTo>
                  <a:lnTo>
                    <a:pt x="1081" y="305"/>
                  </a:lnTo>
                  <a:lnTo>
                    <a:pt x="1072" y="321"/>
                  </a:lnTo>
                  <a:lnTo>
                    <a:pt x="1069" y="340"/>
                  </a:lnTo>
                  <a:lnTo>
                    <a:pt x="1069" y="391"/>
                  </a:lnTo>
                  <a:lnTo>
                    <a:pt x="1072" y="410"/>
                  </a:lnTo>
                  <a:lnTo>
                    <a:pt x="1081" y="426"/>
                  </a:lnTo>
                  <a:lnTo>
                    <a:pt x="1093" y="438"/>
                  </a:lnTo>
                  <a:lnTo>
                    <a:pt x="1109" y="447"/>
                  </a:lnTo>
                  <a:lnTo>
                    <a:pt x="1127" y="450"/>
                  </a:lnTo>
                  <a:lnTo>
                    <a:pt x="1179" y="450"/>
                  </a:lnTo>
                  <a:lnTo>
                    <a:pt x="1197" y="447"/>
                  </a:lnTo>
                  <a:lnTo>
                    <a:pt x="1214" y="438"/>
                  </a:lnTo>
                  <a:lnTo>
                    <a:pt x="1226" y="426"/>
                  </a:lnTo>
                  <a:lnTo>
                    <a:pt x="1235" y="410"/>
                  </a:lnTo>
                  <a:lnTo>
                    <a:pt x="1237" y="391"/>
                  </a:lnTo>
                  <a:lnTo>
                    <a:pt x="1237" y="340"/>
                  </a:lnTo>
                  <a:lnTo>
                    <a:pt x="1235" y="321"/>
                  </a:lnTo>
                  <a:lnTo>
                    <a:pt x="1226" y="305"/>
                  </a:lnTo>
                  <a:lnTo>
                    <a:pt x="1214" y="293"/>
                  </a:lnTo>
                  <a:lnTo>
                    <a:pt x="1197" y="284"/>
                  </a:lnTo>
                  <a:lnTo>
                    <a:pt x="1179" y="281"/>
                  </a:lnTo>
                  <a:lnTo>
                    <a:pt x="1127" y="281"/>
                  </a:lnTo>
                  <a:close/>
                  <a:moveTo>
                    <a:pt x="790" y="281"/>
                  </a:moveTo>
                  <a:lnTo>
                    <a:pt x="772" y="284"/>
                  </a:lnTo>
                  <a:lnTo>
                    <a:pt x="755" y="293"/>
                  </a:lnTo>
                  <a:lnTo>
                    <a:pt x="743" y="305"/>
                  </a:lnTo>
                  <a:lnTo>
                    <a:pt x="734" y="321"/>
                  </a:lnTo>
                  <a:lnTo>
                    <a:pt x="731" y="340"/>
                  </a:lnTo>
                  <a:lnTo>
                    <a:pt x="731" y="391"/>
                  </a:lnTo>
                  <a:lnTo>
                    <a:pt x="734" y="410"/>
                  </a:lnTo>
                  <a:lnTo>
                    <a:pt x="743" y="426"/>
                  </a:lnTo>
                  <a:lnTo>
                    <a:pt x="755" y="438"/>
                  </a:lnTo>
                  <a:lnTo>
                    <a:pt x="772" y="447"/>
                  </a:lnTo>
                  <a:lnTo>
                    <a:pt x="790" y="450"/>
                  </a:lnTo>
                  <a:lnTo>
                    <a:pt x="841" y="450"/>
                  </a:lnTo>
                  <a:lnTo>
                    <a:pt x="860" y="447"/>
                  </a:lnTo>
                  <a:lnTo>
                    <a:pt x="876" y="438"/>
                  </a:lnTo>
                  <a:lnTo>
                    <a:pt x="888" y="426"/>
                  </a:lnTo>
                  <a:lnTo>
                    <a:pt x="897" y="410"/>
                  </a:lnTo>
                  <a:lnTo>
                    <a:pt x="900" y="391"/>
                  </a:lnTo>
                  <a:lnTo>
                    <a:pt x="900" y="340"/>
                  </a:lnTo>
                  <a:lnTo>
                    <a:pt x="897" y="321"/>
                  </a:lnTo>
                  <a:lnTo>
                    <a:pt x="888" y="305"/>
                  </a:lnTo>
                  <a:lnTo>
                    <a:pt x="876" y="293"/>
                  </a:lnTo>
                  <a:lnTo>
                    <a:pt x="860" y="284"/>
                  </a:lnTo>
                  <a:lnTo>
                    <a:pt x="841" y="281"/>
                  </a:lnTo>
                  <a:lnTo>
                    <a:pt x="790" y="281"/>
                  </a:lnTo>
                  <a:close/>
                  <a:moveTo>
                    <a:pt x="423" y="225"/>
                  </a:moveTo>
                  <a:lnTo>
                    <a:pt x="394" y="228"/>
                  </a:lnTo>
                  <a:lnTo>
                    <a:pt x="368" y="237"/>
                  </a:lnTo>
                  <a:lnTo>
                    <a:pt x="343" y="249"/>
                  </a:lnTo>
                  <a:lnTo>
                    <a:pt x="323" y="266"/>
                  </a:lnTo>
                  <a:lnTo>
                    <a:pt x="305" y="287"/>
                  </a:lnTo>
                  <a:lnTo>
                    <a:pt x="293" y="311"/>
                  </a:lnTo>
                  <a:lnTo>
                    <a:pt x="284" y="337"/>
                  </a:lnTo>
                  <a:lnTo>
                    <a:pt x="282" y="365"/>
                  </a:lnTo>
                  <a:lnTo>
                    <a:pt x="284" y="394"/>
                  </a:lnTo>
                  <a:lnTo>
                    <a:pt x="293" y="420"/>
                  </a:lnTo>
                  <a:lnTo>
                    <a:pt x="305" y="445"/>
                  </a:lnTo>
                  <a:lnTo>
                    <a:pt x="323" y="465"/>
                  </a:lnTo>
                  <a:lnTo>
                    <a:pt x="343" y="483"/>
                  </a:lnTo>
                  <a:lnTo>
                    <a:pt x="368" y="495"/>
                  </a:lnTo>
                  <a:lnTo>
                    <a:pt x="394" y="504"/>
                  </a:lnTo>
                  <a:lnTo>
                    <a:pt x="423" y="506"/>
                  </a:lnTo>
                  <a:lnTo>
                    <a:pt x="450" y="504"/>
                  </a:lnTo>
                  <a:lnTo>
                    <a:pt x="476" y="495"/>
                  </a:lnTo>
                  <a:lnTo>
                    <a:pt x="501" y="483"/>
                  </a:lnTo>
                  <a:lnTo>
                    <a:pt x="522" y="465"/>
                  </a:lnTo>
                  <a:lnTo>
                    <a:pt x="539" y="445"/>
                  </a:lnTo>
                  <a:lnTo>
                    <a:pt x="551" y="420"/>
                  </a:lnTo>
                  <a:lnTo>
                    <a:pt x="560" y="394"/>
                  </a:lnTo>
                  <a:lnTo>
                    <a:pt x="563" y="365"/>
                  </a:lnTo>
                  <a:lnTo>
                    <a:pt x="560" y="337"/>
                  </a:lnTo>
                  <a:lnTo>
                    <a:pt x="551" y="311"/>
                  </a:lnTo>
                  <a:lnTo>
                    <a:pt x="539" y="287"/>
                  </a:lnTo>
                  <a:lnTo>
                    <a:pt x="522" y="266"/>
                  </a:lnTo>
                  <a:lnTo>
                    <a:pt x="501" y="249"/>
                  </a:lnTo>
                  <a:lnTo>
                    <a:pt x="476" y="237"/>
                  </a:lnTo>
                  <a:lnTo>
                    <a:pt x="450" y="228"/>
                  </a:lnTo>
                  <a:lnTo>
                    <a:pt x="423" y="225"/>
                  </a:lnTo>
                  <a:close/>
                  <a:moveTo>
                    <a:pt x="0" y="0"/>
                  </a:moveTo>
                  <a:lnTo>
                    <a:pt x="2362" y="0"/>
                  </a:lnTo>
                  <a:lnTo>
                    <a:pt x="2362" y="787"/>
                  </a:lnTo>
                  <a:lnTo>
                    <a:pt x="0" y="787"/>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57" name="Group 156">
            <a:extLst>
              <a:ext uri="{FF2B5EF4-FFF2-40B4-BE49-F238E27FC236}">
                <a16:creationId xmlns:a16="http://schemas.microsoft.com/office/drawing/2014/main" id="{A2603927-A6A9-46A7-A075-7108F5A1210F}"/>
              </a:ext>
            </a:extLst>
          </p:cNvPr>
          <p:cNvGrpSpPr>
            <a:grpSpLocks noChangeAspect="1"/>
          </p:cNvGrpSpPr>
          <p:nvPr/>
        </p:nvGrpSpPr>
        <p:grpSpPr>
          <a:xfrm>
            <a:off x="8017504" y="4195998"/>
            <a:ext cx="363166" cy="457200"/>
            <a:chOff x="8026482" y="2504810"/>
            <a:chExt cx="363166" cy="457200"/>
          </a:xfrm>
        </p:grpSpPr>
        <p:sp useBgFill="1">
          <p:nvSpPr>
            <p:cNvPr id="158" name="Freeform 20">
              <a:extLst>
                <a:ext uri="{FF2B5EF4-FFF2-40B4-BE49-F238E27FC236}">
                  <a16:creationId xmlns:a16="http://schemas.microsoft.com/office/drawing/2014/main" id="{D3C1AF0B-9EDD-4B23-B464-7A6C4B8EE8EB}"/>
                </a:ext>
              </a:extLst>
            </p:cNvPr>
            <p:cNvSpPr>
              <a:spLocks noEditPoints="1"/>
            </p:cNvSpPr>
            <p:nvPr/>
          </p:nvSpPr>
          <p:spPr bwMode="auto">
            <a:xfrm>
              <a:off x="8026482" y="2504810"/>
              <a:ext cx="363166" cy="457200"/>
            </a:xfrm>
            <a:custGeom>
              <a:avLst/>
              <a:gdLst>
                <a:gd name="T0" fmla="*/ 751 w 1574"/>
                <a:gd name="T1" fmla="*/ 453 h 1968"/>
                <a:gd name="T2" fmla="*/ 683 w 1574"/>
                <a:gd name="T3" fmla="*/ 475 h 1968"/>
                <a:gd name="T4" fmla="*/ 629 w 1574"/>
                <a:gd name="T5" fmla="*/ 515 h 1968"/>
                <a:gd name="T6" fmla="*/ 587 w 1574"/>
                <a:gd name="T7" fmla="*/ 571 h 1968"/>
                <a:gd name="T8" fmla="*/ 565 w 1574"/>
                <a:gd name="T9" fmla="*/ 638 h 1968"/>
                <a:gd name="T10" fmla="*/ 562 w 1574"/>
                <a:gd name="T11" fmla="*/ 900 h 1968"/>
                <a:gd name="T12" fmla="*/ 1012 w 1574"/>
                <a:gd name="T13" fmla="*/ 675 h 1968"/>
                <a:gd name="T14" fmla="*/ 1000 w 1574"/>
                <a:gd name="T15" fmla="*/ 604 h 1968"/>
                <a:gd name="T16" fmla="*/ 969 w 1574"/>
                <a:gd name="T17" fmla="*/ 542 h 1968"/>
                <a:gd name="T18" fmla="*/ 920 w 1574"/>
                <a:gd name="T19" fmla="*/ 493 h 1968"/>
                <a:gd name="T20" fmla="*/ 858 w 1574"/>
                <a:gd name="T21" fmla="*/ 462 h 1968"/>
                <a:gd name="T22" fmla="*/ 787 w 1574"/>
                <a:gd name="T23" fmla="*/ 450 h 1968"/>
                <a:gd name="T24" fmla="*/ 851 w 1574"/>
                <a:gd name="T25" fmla="*/ 3 h 1968"/>
                <a:gd name="T26" fmla="*/ 976 w 1574"/>
                <a:gd name="T27" fmla="*/ 27 h 1968"/>
                <a:gd name="T28" fmla="*/ 1091 w 1574"/>
                <a:gd name="T29" fmla="*/ 73 h 1968"/>
                <a:gd name="T30" fmla="*/ 1195 w 1574"/>
                <a:gd name="T31" fmla="*/ 137 h 1968"/>
                <a:gd name="T32" fmla="*/ 1285 w 1574"/>
                <a:gd name="T33" fmla="*/ 220 h 1968"/>
                <a:gd name="T34" fmla="*/ 1358 w 1574"/>
                <a:gd name="T35" fmla="*/ 317 h 1968"/>
                <a:gd name="T36" fmla="*/ 1414 w 1574"/>
                <a:gd name="T37" fmla="*/ 427 h 1968"/>
                <a:gd name="T38" fmla="*/ 1449 w 1574"/>
                <a:gd name="T39" fmla="*/ 547 h 1968"/>
                <a:gd name="T40" fmla="*/ 1462 w 1574"/>
                <a:gd name="T41" fmla="*/ 675 h 1968"/>
                <a:gd name="T42" fmla="*/ 1487 w 1574"/>
                <a:gd name="T43" fmla="*/ 903 h 1968"/>
                <a:gd name="T44" fmla="*/ 1532 w 1574"/>
                <a:gd name="T45" fmla="*/ 924 h 1968"/>
                <a:gd name="T46" fmla="*/ 1562 w 1574"/>
                <a:gd name="T47" fmla="*/ 962 h 1968"/>
                <a:gd name="T48" fmla="*/ 1574 w 1574"/>
                <a:gd name="T49" fmla="*/ 1012 h 1968"/>
                <a:gd name="T50" fmla="*/ 1571 w 1574"/>
                <a:gd name="T51" fmla="*/ 1881 h 1968"/>
                <a:gd name="T52" fmla="*/ 1550 w 1574"/>
                <a:gd name="T53" fmla="*/ 1926 h 1968"/>
                <a:gd name="T54" fmla="*/ 1512 w 1574"/>
                <a:gd name="T55" fmla="*/ 1956 h 1968"/>
                <a:gd name="T56" fmla="*/ 1462 w 1574"/>
                <a:gd name="T57" fmla="*/ 1968 h 1968"/>
                <a:gd name="T58" fmla="*/ 87 w 1574"/>
                <a:gd name="T59" fmla="*/ 1965 h 1968"/>
                <a:gd name="T60" fmla="*/ 42 w 1574"/>
                <a:gd name="T61" fmla="*/ 1944 h 1968"/>
                <a:gd name="T62" fmla="*/ 12 w 1574"/>
                <a:gd name="T63" fmla="*/ 1905 h 1968"/>
                <a:gd name="T64" fmla="*/ 0 w 1574"/>
                <a:gd name="T65" fmla="*/ 1856 h 1968"/>
                <a:gd name="T66" fmla="*/ 3 w 1574"/>
                <a:gd name="T67" fmla="*/ 987 h 1968"/>
                <a:gd name="T68" fmla="*/ 24 w 1574"/>
                <a:gd name="T69" fmla="*/ 942 h 1968"/>
                <a:gd name="T70" fmla="*/ 62 w 1574"/>
                <a:gd name="T71" fmla="*/ 912 h 1968"/>
                <a:gd name="T72" fmla="*/ 112 w 1574"/>
                <a:gd name="T73" fmla="*/ 900 h 1968"/>
                <a:gd name="T74" fmla="*/ 115 w 1574"/>
                <a:gd name="T75" fmla="*/ 610 h 1968"/>
                <a:gd name="T76" fmla="*/ 139 w 1574"/>
                <a:gd name="T77" fmla="*/ 486 h 1968"/>
                <a:gd name="T78" fmla="*/ 185 w 1574"/>
                <a:gd name="T79" fmla="*/ 371 h 1968"/>
                <a:gd name="T80" fmla="*/ 250 w 1574"/>
                <a:gd name="T81" fmla="*/ 267 h 1968"/>
                <a:gd name="T82" fmla="*/ 332 w 1574"/>
                <a:gd name="T83" fmla="*/ 176 h 1968"/>
                <a:gd name="T84" fmla="*/ 429 w 1574"/>
                <a:gd name="T85" fmla="*/ 104 h 1968"/>
                <a:gd name="T86" fmla="*/ 539 w 1574"/>
                <a:gd name="T87" fmla="*/ 48 h 1968"/>
                <a:gd name="T88" fmla="*/ 659 w 1574"/>
                <a:gd name="T89" fmla="*/ 13 h 1968"/>
                <a:gd name="T90" fmla="*/ 787 w 1574"/>
                <a:gd name="T91" fmla="*/ 0 h 1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574" h="1968">
                  <a:moveTo>
                    <a:pt x="787" y="450"/>
                  </a:moveTo>
                  <a:lnTo>
                    <a:pt x="751" y="453"/>
                  </a:lnTo>
                  <a:lnTo>
                    <a:pt x="716" y="462"/>
                  </a:lnTo>
                  <a:lnTo>
                    <a:pt x="683" y="475"/>
                  </a:lnTo>
                  <a:lnTo>
                    <a:pt x="654" y="493"/>
                  </a:lnTo>
                  <a:lnTo>
                    <a:pt x="629" y="515"/>
                  </a:lnTo>
                  <a:lnTo>
                    <a:pt x="605" y="542"/>
                  </a:lnTo>
                  <a:lnTo>
                    <a:pt x="587" y="571"/>
                  </a:lnTo>
                  <a:lnTo>
                    <a:pt x="574" y="604"/>
                  </a:lnTo>
                  <a:lnTo>
                    <a:pt x="565" y="638"/>
                  </a:lnTo>
                  <a:lnTo>
                    <a:pt x="562" y="675"/>
                  </a:lnTo>
                  <a:lnTo>
                    <a:pt x="562" y="900"/>
                  </a:lnTo>
                  <a:lnTo>
                    <a:pt x="1012" y="900"/>
                  </a:lnTo>
                  <a:lnTo>
                    <a:pt x="1012" y="675"/>
                  </a:lnTo>
                  <a:lnTo>
                    <a:pt x="1009" y="638"/>
                  </a:lnTo>
                  <a:lnTo>
                    <a:pt x="1000" y="604"/>
                  </a:lnTo>
                  <a:lnTo>
                    <a:pt x="987" y="571"/>
                  </a:lnTo>
                  <a:lnTo>
                    <a:pt x="969" y="542"/>
                  </a:lnTo>
                  <a:lnTo>
                    <a:pt x="945" y="515"/>
                  </a:lnTo>
                  <a:lnTo>
                    <a:pt x="920" y="493"/>
                  </a:lnTo>
                  <a:lnTo>
                    <a:pt x="891" y="475"/>
                  </a:lnTo>
                  <a:lnTo>
                    <a:pt x="858" y="462"/>
                  </a:lnTo>
                  <a:lnTo>
                    <a:pt x="823" y="453"/>
                  </a:lnTo>
                  <a:lnTo>
                    <a:pt x="787" y="450"/>
                  </a:lnTo>
                  <a:close/>
                  <a:moveTo>
                    <a:pt x="787" y="0"/>
                  </a:moveTo>
                  <a:lnTo>
                    <a:pt x="851" y="3"/>
                  </a:lnTo>
                  <a:lnTo>
                    <a:pt x="915" y="13"/>
                  </a:lnTo>
                  <a:lnTo>
                    <a:pt x="976" y="27"/>
                  </a:lnTo>
                  <a:lnTo>
                    <a:pt x="1035" y="48"/>
                  </a:lnTo>
                  <a:lnTo>
                    <a:pt x="1091" y="73"/>
                  </a:lnTo>
                  <a:lnTo>
                    <a:pt x="1145" y="104"/>
                  </a:lnTo>
                  <a:lnTo>
                    <a:pt x="1195" y="137"/>
                  </a:lnTo>
                  <a:lnTo>
                    <a:pt x="1242" y="176"/>
                  </a:lnTo>
                  <a:lnTo>
                    <a:pt x="1285" y="220"/>
                  </a:lnTo>
                  <a:lnTo>
                    <a:pt x="1324" y="267"/>
                  </a:lnTo>
                  <a:lnTo>
                    <a:pt x="1358" y="317"/>
                  </a:lnTo>
                  <a:lnTo>
                    <a:pt x="1389" y="371"/>
                  </a:lnTo>
                  <a:lnTo>
                    <a:pt x="1414" y="427"/>
                  </a:lnTo>
                  <a:lnTo>
                    <a:pt x="1435" y="486"/>
                  </a:lnTo>
                  <a:lnTo>
                    <a:pt x="1449" y="547"/>
                  </a:lnTo>
                  <a:lnTo>
                    <a:pt x="1459" y="610"/>
                  </a:lnTo>
                  <a:lnTo>
                    <a:pt x="1462" y="675"/>
                  </a:lnTo>
                  <a:lnTo>
                    <a:pt x="1462" y="900"/>
                  </a:lnTo>
                  <a:lnTo>
                    <a:pt x="1487" y="903"/>
                  </a:lnTo>
                  <a:lnTo>
                    <a:pt x="1512" y="912"/>
                  </a:lnTo>
                  <a:lnTo>
                    <a:pt x="1532" y="924"/>
                  </a:lnTo>
                  <a:lnTo>
                    <a:pt x="1550" y="942"/>
                  </a:lnTo>
                  <a:lnTo>
                    <a:pt x="1562" y="962"/>
                  </a:lnTo>
                  <a:lnTo>
                    <a:pt x="1571" y="987"/>
                  </a:lnTo>
                  <a:lnTo>
                    <a:pt x="1574" y="1012"/>
                  </a:lnTo>
                  <a:lnTo>
                    <a:pt x="1574" y="1856"/>
                  </a:lnTo>
                  <a:lnTo>
                    <a:pt x="1571" y="1881"/>
                  </a:lnTo>
                  <a:lnTo>
                    <a:pt x="1562" y="1905"/>
                  </a:lnTo>
                  <a:lnTo>
                    <a:pt x="1550" y="1926"/>
                  </a:lnTo>
                  <a:lnTo>
                    <a:pt x="1532" y="1944"/>
                  </a:lnTo>
                  <a:lnTo>
                    <a:pt x="1512" y="1956"/>
                  </a:lnTo>
                  <a:lnTo>
                    <a:pt x="1487" y="1965"/>
                  </a:lnTo>
                  <a:lnTo>
                    <a:pt x="1462" y="1968"/>
                  </a:lnTo>
                  <a:lnTo>
                    <a:pt x="112" y="1968"/>
                  </a:lnTo>
                  <a:lnTo>
                    <a:pt x="87" y="1965"/>
                  </a:lnTo>
                  <a:lnTo>
                    <a:pt x="62" y="1956"/>
                  </a:lnTo>
                  <a:lnTo>
                    <a:pt x="42" y="1944"/>
                  </a:lnTo>
                  <a:lnTo>
                    <a:pt x="24" y="1926"/>
                  </a:lnTo>
                  <a:lnTo>
                    <a:pt x="12" y="1905"/>
                  </a:lnTo>
                  <a:lnTo>
                    <a:pt x="3" y="1881"/>
                  </a:lnTo>
                  <a:lnTo>
                    <a:pt x="0" y="1856"/>
                  </a:lnTo>
                  <a:lnTo>
                    <a:pt x="0" y="1012"/>
                  </a:lnTo>
                  <a:lnTo>
                    <a:pt x="3" y="987"/>
                  </a:lnTo>
                  <a:lnTo>
                    <a:pt x="12" y="962"/>
                  </a:lnTo>
                  <a:lnTo>
                    <a:pt x="24" y="942"/>
                  </a:lnTo>
                  <a:lnTo>
                    <a:pt x="42" y="924"/>
                  </a:lnTo>
                  <a:lnTo>
                    <a:pt x="62" y="912"/>
                  </a:lnTo>
                  <a:lnTo>
                    <a:pt x="87" y="903"/>
                  </a:lnTo>
                  <a:lnTo>
                    <a:pt x="112" y="900"/>
                  </a:lnTo>
                  <a:lnTo>
                    <a:pt x="112" y="675"/>
                  </a:lnTo>
                  <a:lnTo>
                    <a:pt x="115" y="610"/>
                  </a:lnTo>
                  <a:lnTo>
                    <a:pt x="125" y="547"/>
                  </a:lnTo>
                  <a:lnTo>
                    <a:pt x="139" y="486"/>
                  </a:lnTo>
                  <a:lnTo>
                    <a:pt x="160" y="427"/>
                  </a:lnTo>
                  <a:lnTo>
                    <a:pt x="185" y="371"/>
                  </a:lnTo>
                  <a:lnTo>
                    <a:pt x="216" y="317"/>
                  </a:lnTo>
                  <a:lnTo>
                    <a:pt x="250" y="267"/>
                  </a:lnTo>
                  <a:lnTo>
                    <a:pt x="289" y="220"/>
                  </a:lnTo>
                  <a:lnTo>
                    <a:pt x="332" y="176"/>
                  </a:lnTo>
                  <a:lnTo>
                    <a:pt x="379" y="137"/>
                  </a:lnTo>
                  <a:lnTo>
                    <a:pt x="429" y="104"/>
                  </a:lnTo>
                  <a:lnTo>
                    <a:pt x="483" y="73"/>
                  </a:lnTo>
                  <a:lnTo>
                    <a:pt x="539" y="48"/>
                  </a:lnTo>
                  <a:lnTo>
                    <a:pt x="598" y="27"/>
                  </a:lnTo>
                  <a:lnTo>
                    <a:pt x="659" y="13"/>
                  </a:lnTo>
                  <a:lnTo>
                    <a:pt x="723" y="3"/>
                  </a:lnTo>
                  <a:lnTo>
                    <a:pt x="787"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9" name="Freeform 21">
              <a:extLst>
                <a:ext uri="{FF2B5EF4-FFF2-40B4-BE49-F238E27FC236}">
                  <a16:creationId xmlns:a16="http://schemas.microsoft.com/office/drawing/2014/main" id="{24E1B46E-E5AF-4ACF-BEE9-23EE033E87F2}"/>
                </a:ext>
              </a:extLst>
            </p:cNvPr>
            <p:cNvSpPr>
              <a:spLocks/>
            </p:cNvSpPr>
            <p:nvPr/>
          </p:nvSpPr>
          <p:spPr bwMode="auto">
            <a:xfrm>
              <a:off x="8078363" y="2532372"/>
              <a:ext cx="259404" cy="181583"/>
            </a:xfrm>
            <a:custGeom>
              <a:avLst/>
              <a:gdLst>
                <a:gd name="T0" fmla="*/ 562 w 1124"/>
                <a:gd name="T1" fmla="*/ 0 h 787"/>
                <a:gd name="T2" fmla="*/ 623 w 1124"/>
                <a:gd name="T3" fmla="*/ 3 h 787"/>
                <a:gd name="T4" fmla="*/ 682 w 1124"/>
                <a:gd name="T5" fmla="*/ 13 h 787"/>
                <a:gd name="T6" fmla="*/ 739 w 1124"/>
                <a:gd name="T7" fmla="*/ 29 h 787"/>
                <a:gd name="T8" fmla="*/ 794 w 1124"/>
                <a:gd name="T9" fmla="*/ 50 h 787"/>
                <a:gd name="T10" fmla="*/ 846 w 1124"/>
                <a:gd name="T11" fmla="*/ 76 h 787"/>
                <a:gd name="T12" fmla="*/ 894 w 1124"/>
                <a:gd name="T13" fmla="*/ 108 h 787"/>
                <a:gd name="T14" fmla="*/ 939 w 1124"/>
                <a:gd name="T15" fmla="*/ 145 h 787"/>
                <a:gd name="T16" fmla="*/ 979 w 1124"/>
                <a:gd name="T17" fmla="*/ 185 h 787"/>
                <a:gd name="T18" fmla="*/ 1016 w 1124"/>
                <a:gd name="T19" fmla="*/ 230 h 787"/>
                <a:gd name="T20" fmla="*/ 1048 w 1124"/>
                <a:gd name="T21" fmla="*/ 278 h 787"/>
                <a:gd name="T22" fmla="*/ 1074 w 1124"/>
                <a:gd name="T23" fmla="*/ 330 h 787"/>
                <a:gd name="T24" fmla="*/ 1095 w 1124"/>
                <a:gd name="T25" fmla="*/ 385 h 787"/>
                <a:gd name="T26" fmla="*/ 1111 w 1124"/>
                <a:gd name="T27" fmla="*/ 442 h 787"/>
                <a:gd name="T28" fmla="*/ 1121 w 1124"/>
                <a:gd name="T29" fmla="*/ 501 h 787"/>
                <a:gd name="T30" fmla="*/ 1124 w 1124"/>
                <a:gd name="T31" fmla="*/ 562 h 787"/>
                <a:gd name="T32" fmla="*/ 1124 w 1124"/>
                <a:gd name="T33" fmla="*/ 787 h 787"/>
                <a:gd name="T34" fmla="*/ 899 w 1124"/>
                <a:gd name="T35" fmla="*/ 787 h 787"/>
                <a:gd name="T36" fmla="*/ 899 w 1124"/>
                <a:gd name="T37" fmla="*/ 562 h 787"/>
                <a:gd name="T38" fmla="*/ 896 w 1124"/>
                <a:gd name="T39" fmla="*/ 517 h 787"/>
                <a:gd name="T40" fmla="*/ 887 w 1124"/>
                <a:gd name="T41" fmla="*/ 472 h 787"/>
                <a:gd name="T42" fmla="*/ 873 w 1124"/>
                <a:gd name="T43" fmla="*/ 431 h 787"/>
                <a:gd name="T44" fmla="*/ 854 w 1124"/>
                <a:gd name="T45" fmla="*/ 392 h 787"/>
                <a:gd name="T46" fmla="*/ 829 w 1124"/>
                <a:gd name="T47" fmla="*/ 356 h 787"/>
                <a:gd name="T48" fmla="*/ 801 w 1124"/>
                <a:gd name="T49" fmla="*/ 323 h 787"/>
                <a:gd name="T50" fmla="*/ 768 w 1124"/>
                <a:gd name="T51" fmla="*/ 295 h 787"/>
                <a:gd name="T52" fmla="*/ 732 w 1124"/>
                <a:gd name="T53" fmla="*/ 270 h 787"/>
                <a:gd name="T54" fmla="*/ 693 w 1124"/>
                <a:gd name="T55" fmla="*/ 251 h 787"/>
                <a:gd name="T56" fmla="*/ 652 w 1124"/>
                <a:gd name="T57" fmla="*/ 237 h 787"/>
                <a:gd name="T58" fmla="*/ 607 w 1124"/>
                <a:gd name="T59" fmla="*/ 227 h 787"/>
                <a:gd name="T60" fmla="*/ 562 w 1124"/>
                <a:gd name="T61" fmla="*/ 225 h 787"/>
                <a:gd name="T62" fmla="*/ 517 w 1124"/>
                <a:gd name="T63" fmla="*/ 227 h 787"/>
                <a:gd name="T64" fmla="*/ 472 w 1124"/>
                <a:gd name="T65" fmla="*/ 237 h 787"/>
                <a:gd name="T66" fmla="*/ 431 w 1124"/>
                <a:gd name="T67" fmla="*/ 251 h 787"/>
                <a:gd name="T68" fmla="*/ 392 w 1124"/>
                <a:gd name="T69" fmla="*/ 270 h 787"/>
                <a:gd name="T70" fmla="*/ 356 w 1124"/>
                <a:gd name="T71" fmla="*/ 295 h 787"/>
                <a:gd name="T72" fmla="*/ 323 w 1124"/>
                <a:gd name="T73" fmla="*/ 323 h 787"/>
                <a:gd name="T74" fmla="*/ 295 w 1124"/>
                <a:gd name="T75" fmla="*/ 356 h 787"/>
                <a:gd name="T76" fmla="*/ 270 w 1124"/>
                <a:gd name="T77" fmla="*/ 392 h 787"/>
                <a:gd name="T78" fmla="*/ 251 w 1124"/>
                <a:gd name="T79" fmla="*/ 431 h 787"/>
                <a:gd name="T80" fmla="*/ 237 w 1124"/>
                <a:gd name="T81" fmla="*/ 472 h 787"/>
                <a:gd name="T82" fmla="*/ 228 w 1124"/>
                <a:gd name="T83" fmla="*/ 517 h 787"/>
                <a:gd name="T84" fmla="*/ 225 w 1124"/>
                <a:gd name="T85" fmla="*/ 562 h 787"/>
                <a:gd name="T86" fmla="*/ 225 w 1124"/>
                <a:gd name="T87" fmla="*/ 787 h 787"/>
                <a:gd name="T88" fmla="*/ 0 w 1124"/>
                <a:gd name="T89" fmla="*/ 787 h 787"/>
                <a:gd name="T90" fmla="*/ 0 w 1124"/>
                <a:gd name="T91" fmla="*/ 562 h 787"/>
                <a:gd name="T92" fmla="*/ 3 w 1124"/>
                <a:gd name="T93" fmla="*/ 501 h 787"/>
                <a:gd name="T94" fmla="*/ 13 w 1124"/>
                <a:gd name="T95" fmla="*/ 442 h 787"/>
                <a:gd name="T96" fmla="*/ 29 w 1124"/>
                <a:gd name="T97" fmla="*/ 385 h 787"/>
                <a:gd name="T98" fmla="*/ 50 w 1124"/>
                <a:gd name="T99" fmla="*/ 330 h 787"/>
                <a:gd name="T100" fmla="*/ 76 w 1124"/>
                <a:gd name="T101" fmla="*/ 278 h 787"/>
                <a:gd name="T102" fmla="*/ 108 w 1124"/>
                <a:gd name="T103" fmla="*/ 230 h 787"/>
                <a:gd name="T104" fmla="*/ 145 w 1124"/>
                <a:gd name="T105" fmla="*/ 185 h 787"/>
                <a:gd name="T106" fmla="*/ 185 w 1124"/>
                <a:gd name="T107" fmla="*/ 145 h 787"/>
                <a:gd name="T108" fmla="*/ 230 w 1124"/>
                <a:gd name="T109" fmla="*/ 108 h 787"/>
                <a:gd name="T110" fmla="*/ 278 w 1124"/>
                <a:gd name="T111" fmla="*/ 76 h 787"/>
                <a:gd name="T112" fmla="*/ 330 w 1124"/>
                <a:gd name="T113" fmla="*/ 50 h 787"/>
                <a:gd name="T114" fmla="*/ 385 w 1124"/>
                <a:gd name="T115" fmla="*/ 29 h 787"/>
                <a:gd name="T116" fmla="*/ 442 w 1124"/>
                <a:gd name="T117" fmla="*/ 13 h 787"/>
                <a:gd name="T118" fmla="*/ 501 w 1124"/>
                <a:gd name="T119" fmla="*/ 3 h 787"/>
                <a:gd name="T120" fmla="*/ 562 w 1124"/>
                <a:gd name="T121" fmla="*/ 0 h 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24" h="787">
                  <a:moveTo>
                    <a:pt x="562" y="0"/>
                  </a:moveTo>
                  <a:lnTo>
                    <a:pt x="623" y="3"/>
                  </a:lnTo>
                  <a:lnTo>
                    <a:pt x="682" y="13"/>
                  </a:lnTo>
                  <a:lnTo>
                    <a:pt x="739" y="29"/>
                  </a:lnTo>
                  <a:lnTo>
                    <a:pt x="794" y="50"/>
                  </a:lnTo>
                  <a:lnTo>
                    <a:pt x="846" y="76"/>
                  </a:lnTo>
                  <a:lnTo>
                    <a:pt x="894" y="108"/>
                  </a:lnTo>
                  <a:lnTo>
                    <a:pt x="939" y="145"/>
                  </a:lnTo>
                  <a:lnTo>
                    <a:pt x="979" y="185"/>
                  </a:lnTo>
                  <a:lnTo>
                    <a:pt x="1016" y="230"/>
                  </a:lnTo>
                  <a:lnTo>
                    <a:pt x="1048" y="278"/>
                  </a:lnTo>
                  <a:lnTo>
                    <a:pt x="1074" y="330"/>
                  </a:lnTo>
                  <a:lnTo>
                    <a:pt x="1095" y="385"/>
                  </a:lnTo>
                  <a:lnTo>
                    <a:pt x="1111" y="442"/>
                  </a:lnTo>
                  <a:lnTo>
                    <a:pt x="1121" y="501"/>
                  </a:lnTo>
                  <a:lnTo>
                    <a:pt x="1124" y="562"/>
                  </a:lnTo>
                  <a:lnTo>
                    <a:pt x="1124" y="787"/>
                  </a:lnTo>
                  <a:lnTo>
                    <a:pt x="899" y="787"/>
                  </a:lnTo>
                  <a:lnTo>
                    <a:pt x="899" y="562"/>
                  </a:lnTo>
                  <a:lnTo>
                    <a:pt x="896" y="517"/>
                  </a:lnTo>
                  <a:lnTo>
                    <a:pt x="887" y="472"/>
                  </a:lnTo>
                  <a:lnTo>
                    <a:pt x="873" y="431"/>
                  </a:lnTo>
                  <a:lnTo>
                    <a:pt x="854" y="392"/>
                  </a:lnTo>
                  <a:lnTo>
                    <a:pt x="829" y="356"/>
                  </a:lnTo>
                  <a:lnTo>
                    <a:pt x="801" y="323"/>
                  </a:lnTo>
                  <a:lnTo>
                    <a:pt x="768" y="295"/>
                  </a:lnTo>
                  <a:lnTo>
                    <a:pt x="732" y="270"/>
                  </a:lnTo>
                  <a:lnTo>
                    <a:pt x="693" y="251"/>
                  </a:lnTo>
                  <a:lnTo>
                    <a:pt x="652" y="237"/>
                  </a:lnTo>
                  <a:lnTo>
                    <a:pt x="607" y="227"/>
                  </a:lnTo>
                  <a:lnTo>
                    <a:pt x="562" y="225"/>
                  </a:lnTo>
                  <a:lnTo>
                    <a:pt x="517" y="227"/>
                  </a:lnTo>
                  <a:lnTo>
                    <a:pt x="472" y="237"/>
                  </a:lnTo>
                  <a:lnTo>
                    <a:pt x="431" y="251"/>
                  </a:lnTo>
                  <a:lnTo>
                    <a:pt x="392" y="270"/>
                  </a:lnTo>
                  <a:lnTo>
                    <a:pt x="356" y="295"/>
                  </a:lnTo>
                  <a:lnTo>
                    <a:pt x="323" y="323"/>
                  </a:lnTo>
                  <a:lnTo>
                    <a:pt x="295" y="356"/>
                  </a:lnTo>
                  <a:lnTo>
                    <a:pt x="270" y="392"/>
                  </a:lnTo>
                  <a:lnTo>
                    <a:pt x="251" y="431"/>
                  </a:lnTo>
                  <a:lnTo>
                    <a:pt x="237" y="472"/>
                  </a:lnTo>
                  <a:lnTo>
                    <a:pt x="228" y="517"/>
                  </a:lnTo>
                  <a:lnTo>
                    <a:pt x="225" y="562"/>
                  </a:lnTo>
                  <a:lnTo>
                    <a:pt x="225" y="787"/>
                  </a:lnTo>
                  <a:lnTo>
                    <a:pt x="0" y="787"/>
                  </a:lnTo>
                  <a:lnTo>
                    <a:pt x="0" y="562"/>
                  </a:lnTo>
                  <a:lnTo>
                    <a:pt x="3" y="501"/>
                  </a:lnTo>
                  <a:lnTo>
                    <a:pt x="13" y="442"/>
                  </a:lnTo>
                  <a:lnTo>
                    <a:pt x="29" y="385"/>
                  </a:lnTo>
                  <a:lnTo>
                    <a:pt x="50" y="330"/>
                  </a:lnTo>
                  <a:lnTo>
                    <a:pt x="76" y="278"/>
                  </a:lnTo>
                  <a:lnTo>
                    <a:pt x="108" y="230"/>
                  </a:lnTo>
                  <a:lnTo>
                    <a:pt x="145" y="185"/>
                  </a:lnTo>
                  <a:lnTo>
                    <a:pt x="185" y="145"/>
                  </a:lnTo>
                  <a:lnTo>
                    <a:pt x="230" y="108"/>
                  </a:lnTo>
                  <a:lnTo>
                    <a:pt x="278" y="76"/>
                  </a:lnTo>
                  <a:lnTo>
                    <a:pt x="330" y="50"/>
                  </a:lnTo>
                  <a:lnTo>
                    <a:pt x="385" y="29"/>
                  </a:lnTo>
                  <a:lnTo>
                    <a:pt x="442" y="13"/>
                  </a:lnTo>
                  <a:lnTo>
                    <a:pt x="501" y="3"/>
                  </a:lnTo>
                  <a:lnTo>
                    <a:pt x="562"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68" name="Freeform 22">
              <a:extLst>
                <a:ext uri="{FF2B5EF4-FFF2-40B4-BE49-F238E27FC236}">
                  <a16:creationId xmlns:a16="http://schemas.microsoft.com/office/drawing/2014/main" id="{B39F29D4-8112-468C-9BC3-88F63F5F65BA}"/>
                </a:ext>
              </a:extLst>
            </p:cNvPr>
            <p:cNvSpPr>
              <a:spLocks noEditPoints="1"/>
            </p:cNvSpPr>
            <p:nvPr/>
          </p:nvSpPr>
          <p:spPr bwMode="auto">
            <a:xfrm>
              <a:off x="8052422" y="2739895"/>
              <a:ext cx="311285" cy="196174"/>
            </a:xfrm>
            <a:custGeom>
              <a:avLst/>
              <a:gdLst>
                <a:gd name="T0" fmla="*/ 675 w 1350"/>
                <a:gd name="T1" fmla="*/ 225 h 844"/>
                <a:gd name="T2" fmla="*/ 650 w 1350"/>
                <a:gd name="T3" fmla="*/ 228 h 844"/>
                <a:gd name="T4" fmla="*/ 625 w 1350"/>
                <a:gd name="T5" fmla="*/ 237 h 844"/>
                <a:gd name="T6" fmla="*/ 604 w 1350"/>
                <a:gd name="T7" fmla="*/ 250 h 844"/>
                <a:gd name="T8" fmla="*/ 587 w 1350"/>
                <a:gd name="T9" fmla="*/ 267 h 844"/>
                <a:gd name="T10" fmla="*/ 574 w 1350"/>
                <a:gd name="T11" fmla="*/ 288 h 844"/>
                <a:gd name="T12" fmla="*/ 565 w 1350"/>
                <a:gd name="T13" fmla="*/ 312 h 844"/>
                <a:gd name="T14" fmla="*/ 563 w 1350"/>
                <a:gd name="T15" fmla="*/ 338 h 844"/>
                <a:gd name="T16" fmla="*/ 565 w 1350"/>
                <a:gd name="T17" fmla="*/ 361 h 844"/>
                <a:gd name="T18" fmla="*/ 573 w 1350"/>
                <a:gd name="T19" fmla="*/ 385 h 844"/>
                <a:gd name="T20" fmla="*/ 584 w 1350"/>
                <a:gd name="T21" fmla="*/ 404 h 844"/>
                <a:gd name="T22" fmla="*/ 600 w 1350"/>
                <a:gd name="T23" fmla="*/ 420 h 844"/>
                <a:gd name="T24" fmla="*/ 619 w 1350"/>
                <a:gd name="T25" fmla="*/ 434 h 844"/>
                <a:gd name="T26" fmla="*/ 619 w 1350"/>
                <a:gd name="T27" fmla="*/ 619 h 844"/>
                <a:gd name="T28" fmla="*/ 731 w 1350"/>
                <a:gd name="T29" fmla="*/ 619 h 844"/>
                <a:gd name="T30" fmla="*/ 731 w 1350"/>
                <a:gd name="T31" fmla="*/ 434 h 844"/>
                <a:gd name="T32" fmla="*/ 750 w 1350"/>
                <a:gd name="T33" fmla="*/ 420 h 844"/>
                <a:gd name="T34" fmla="*/ 766 w 1350"/>
                <a:gd name="T35" fmla="*/ 404 h 844"/>
                <a:gd name="T36" fmla="*/ 777 w 1350"/>
                <a:gd name="T37" fmla="*/ 385 h 844"/>
                <a:gd name="T38" fmla="*/ 785 w 1350"/>
                <a:gd name="T39" fmla="*/ 361 h 844"/>
                <a:gd name="T40" fmla="*/ 787 w 1350"/>
                <a:gd name="T41" fmla="*/ 338 h 844"/>
                <a:gd name="T42" fmla="*/ 785 w 1350"/>
                <a:gd name="T43" fmla="*/ 312 h 844"/>
                <a:gd name="T44" fmla="*/ 776 w 1350"/>
                <a:gd name="T45" fmla="*/ 288 h 844"/>
                <a:gd name="T46" fmla="*/ 763 w 1350"/>
                <a:gd name="T47" fmla="*/ 267 h 844"/>
                <a:gd name="T48" fmla="*/ 746 w 1350"/>
                <a:gd name="T49" fmla="*/ 250 h 844"/>
                <a:gd name="T50" fmla="*/ 725 w 1350"/>
                <a:gd name="T51" fmla="*/ 237 h 844"/>
                <a:gd name="T52" fmla="*/ 700 w 1350"/>
                <a:gd name="T53" fmla="*/ 228 h 844"/>
                <a:gd name="T54" fmla="*/ 675 w 1350"/>
                <a:gd name="T55" fmla="*/ 225 h 844"/>
                <a:gd name="T56" fmla="*/ 0 w 1350"/>
                <a:gd name="T57" fmla="*/ 0 h 844"/>
                <a:gd name="T58" fmla="*/ 1350 w 1350"/>
                <a:gd name="T59" fmla="*/ 0 h 844"/>
                <a:gd name="T60" fmla="*/ 1350 w 1350"/>
                <a:gd name="T61" fmla="*/ 844 h 844"/>
                <a:gd name="T62" fmla="*/ 0 w 1350"/>
                <a:gd name="T63" fmla="*/ 844 h 844"/>
                <a:gd name="T64" fmla="*/ 0 w 1350"/>
                <a:gd name="T65" fmla="*/ 0 h 8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50" h="844">
                  <a:moveTo>
                    <a:pt x="675" y="225"/>
                  </a:moveTo>
                  <a:lnTo>
                    <a:pt x="650" y="228"/>
                  </a:lnTo>
                  <a:lnTo>
                    <a:pt x="625" y="237"/>
                  </a:lnTo>
                  <a:lnTo>
                    <a:pt x="604" y="250"/>
                  </a:lnTo>
                  <a:lnTo>
                    <a:pt x="587" y="267"/>
                  </a:lnTo>
                  <a:lnTo>
                    <a:pt x="574" y="288"/>
                  </a:lnTo>
                  <a:lnTo>
                    <a:pt x="565" y="312"/>
                  </a:lnTo>
                  <a:lnTo>
                    <a:pt x="563" y="338"/>
                  </a:lnTo>
                  <a:lnTo>
                    <a:pt x="565" y="361"/>
                  </a:lnTo>
                  <a:lnTo>
                    <a:pt x="573" y="385"/>
                  </a:lnTo>
                  <a:lnTo>
                    <a:pt x="584" y="404"/>
                  </a:lnTo>
                  <a:lnTo>
                    <a:pt x="600" y="420"/>
                  </a:lnTo>
                  <a:lnTo>
                    <a:pt x="619" y="434"/>
                  </a:lnTo>
                  <a:lnTo>
                    <a:pt x="619" y="619"/>
                  </a:lnTo>
                  <a:lnTo>
                    <a:pt x="731" y="619"/>
                  </a:lnTo>
                  <a:lnTo>
                    <a:pt x="731" y="434"/>
                  </a:lnTo>
                  <a:lnTo>
                    <a:pt x="750" y="420"/>
                  </a:lnTo>
                  <a:lnTo>
                    <a:pt x="766" y="404"/>
                  </a:lnTo>
                  <a:lnTo>
                    <a:pt x="777" y="385"/>
                  </a:lnTo>
                  <a:lnTo>
                    <a:pt x="785" y="361"/>
                  </a:lnTo>
                  <a:lnTo>
                    <a:pt x="787" y="338"/>
                  </a:lnTo>
                  <a:lnTo>
                    <a:pt x="785" y="312"/>
                  </a:lnTo>
                  <a:lnTo>
                    <a:pt x="776" y="288"/>
                  </a:lnTo>
                  <a:lnTo>
                    <a:pt x="763" y="267"/>
                  </a:lnTo>
                  <a:lnTo>
                    <a:pt x="746" y="250"/>
                  </a:lnTo>
                  <a:lnTo>
                    <a:pt x="725" y="237"/>
                  </a:lnTo>
                  <a:lnTo>
                    <a:pt x="700" y="228"/>
                  </a:lnTo>
                  <a:lnTo>
                    <a:pt x="675" y="225"/>
                  </a:lnTo>
                  <a:close/>
                  <a:moveTo>
                    <a:pt x="0" y="0"/>
                  </a:moveTo>
                  <a:lnTo>
                    <a:pt x="1350" y="0"/>
                  </a:lnTo>
                  <a:lnTo>
                    <a:pt x="1350" y="844"/>
                  </a:lnTo>
                  <a:lnTo>
                    <a:pt x="0" y="844"/>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69" name="Group 168">
            <a:extLst>
              <a:ext uri="{FF2B5EF4-FFF2-40B4-BE49-F238E27FC236}">
                <a16:creationId xmlns:a16="http://schemas.microsoft.com/office/drawing/2014/main" id="{8ACE90FB-0F68-46C7-9C24-4A76461DFDCD}"/>
              </a:ext>
            </a:extLst>
          </p:cNvPr>
          <p:cNvGrpSpPr>
            <a:grpSpLocks noChangeAspect="1"/>
          </p:cNvGrpSpPr>
          <p:nvPr/>
        </p:nvGrpSpPr>
        <p:grpSpPr>
          <a:xfrm>
            <a:off x="6651326" y="4217022"/>
            <a:ext cx="288712" cy="530352"/>
            <a:chOff x="6660304" y="2512748"/>
            <a:chExt cx="288712" cy="530352"/>
          </a:xfrm>
        </p:grpSpPr>
        <p:sp useBgFill="1">
          <p:nvSpPr>
            <p:cNvPr id="170" name="Freeform 27">
              <a:extLst>
                <a:ext uri="{FF2B5EF4-FFF2-40B4-BE49-F238E27FC236}">
                  <a16:creationId xmlns:a16="http://schemas.microsoft.com/office/drawing/2014/main" id="{D95AD6FC-44CD-47D8-A777-7C63A93C8547}"/>
                </a:ext>
              </a:extLst>
            </p:cNvPr>
            <p:cNvSpPr>
              <a:spLocks/>
            </p:cNvSpPr>
            <p:nvPr/>
          </p:nvSpPr>
          <p:spPr bwMode="auto">
            <a:xfrm>
              <a:off x="6660304" y="2512748"/>
              <a:ext cx="288712" cy="530352"/>
            </a:xfrm>
            <a:custGeom>
              <a:avLst/>
              <a:gdLst>
                <a:gd name="T0" fmla="*/ 711 w 1292"/>
                <a:gd name="T1" fmla="*/ 3 h 2362"/>
                <a:gd name="T2" fmla="*/ 838 w 1292"/>
                <a:gd name="T3" fmla="*/ 30 h 2362"/>
                <a:gd name="T4" fmla="*/ 954 w 1292"/>
                <a:gd name="T5" fmla="*/ 78 h 2362"/>
                <a:gd name="T6" fmla="*/ 1057 w 1292"/>
                <a:gd name="T7" fmla="*/ 148 h 2362"/>
                <a:gd name="T8" fmla="*/ 1145 w 1292"/>
                <a:gd name="T9" fmla="*/ 236 h 2362"/>
                <a:gd name="T10" fmla="*/ 1214 w 1292"/>
                <a:gd name="T11" fmla="*/ 339 h 2362"/>
                <a:gd name="T12" fmla="*/ 1264 w 1292"/>
                <a:gd name="T13" fmla="*/ 455 h 2362"/>
                <a:gd name="T14" fmla="*/ 1289 w 1292"/>
                <a:gd name="T15" fmla="*/ 581 h 2362"/>
                <a:gd name="T16" fmla="*/ 1289 w 1292"/>
                <a:gd name="T17" fmla="*/ 709 h 2362"/>
                <a:gd name="T18" fmla="*/ 1267 w 1292"/>
                <a:gd name="T19" fmla="*/ 828 h 2362"/>
                <a:gd name="T20" fmla="*/ 1223 w 1292"/>
                <a:gd name="T21" fmla="*/ 940 h 2362"/>
                <a:gd name="T22" fmla="*/ 1158 w 1292"/>
                <a:gd name="T23" fmla="*/ 1041 h 2362"/>
                <a:gd name="T24" fmla="*/ 1078 w 1292"/>
                <a:gd name="T25" fmla="*/ 1128 h 2362"/>
                <a:gd name="T26" fmla="*/ 981 w 1292"/>
                <a:gd name="T27" fmla="*/ 1200 h 2362"/>
                <a:gd name="T28" fmla="*/ 927 w 1292"/>
                <a:gd name="T29" fmla="*/ 2081 h 2362"/>
                <a:gd name="T30" fmla="*/ 919 w 1292"/>
                <a:gd name="T31" fmla="*/ 2123 h 2362"/>
                <a:gd name="T32" fmla="*/ 894 w 1292"/>
                <a:gd name="T33" fmla="*/ 2160 h 2362"/>
                <a:gd name="T34" fmla="*/ 708 w 1292"/>
                <a:gd name="T35" fmla="*/ 2343 h 2362"/>
                <a:gd name="T36" fmla="*/ 667 w 1292"/>
                <a:gd name="T37" fmla="*/ 2360 h 2362"/>
                <a:gd name="T38" fmla="*/ 625 w 1292"/>
                <a:gd name="T39" fmla="*/ 2360 h 2362"/>
                <a:gd name="T40" fmla="*/ 584 w 1292"/>
                <a:gd name="T41" fmla="*/ 2343 h 2362"/>
                <a:gd name="T42" fmla="*/ 398 w 1292"/>
                <a:gd name="T43" fmla="*/ 2160 h 2362"/>
                <a:gd name="T44" fmla="*/ 373 w 1292"/>
                <a:gd name="T45" fmla="*/ 2123 h 2362"/>
                <a:gd name="T46" fmla="*/ 365 w 1292"/>
                <a:gd name="T47" fmla="*/ 2081 h 2362"/>
                <a:gd name="T48" fmla="*/ 367 w 1292"/>
                <a:gd name="T49" fmla="*/ 2003 h 2362"/>
                <a:gd name="T50" fmla="*/ 384 w 1292"/>
                <a:gd name="T51" fmla="*/ 1962 h 2362"/>
                <a:gd name="T52" fmla="*/ 431 w 1292"/>
                <a:gd name="T53" fmla="*/ 1912 h 2362"/>
                <a:gd name="T54" fmla="*/ 384 w 1292"/>
                <a:gd name="T55" fmla="*/ 1862 h 2362"/>
                <a:gd name="T56" fmla="*/ 367 w 1292"/>
                <a:gd name="T57" fmla="*/ 1821 h 2362"/>
                <a:gd name="T58" fmla="*/ 365 w 1292"/>
                <a:gd name="T59" fmla="*/ 1743 h 2362"/>
                <a:gd name="T60" fmla="*/ 373 w 1292"/>
                <a:gd name="T61" fmla="*/ 1701 h 2362"/>
                <a:gd name="T62" fmla="*/ 398 w 1292"/>
                <a:gd name="T63" fmla="*/ 1664 h 2362"/>
                <a:gd name="T64" fmla="*/ 398 w 1292"/>
                <a:gd name="T65" fmla="*/ 1598 h 2362"/>
                <a:gd name="T66" fmla="*/ 373 w 1292"/>
                <a:gd name="T67" fmla="*/ 1561 h 2362"/>
                <a:gd name="T68" fmla="*/ 365 w 1292"/>
                <a:gd name="T69" fmla="*/ 1518 h 2362"/>
                <a:gd name="T70" fmla="*/ 367 w 1292"/>
                <a:gd name="T71" fmla="*/ 1440 h 2362"/>
                <a:gd name="T72" fmla="*/ 384 w 1292"/>
                <a:gd name="T73" fmla="*/ 1400 h 2362"/>
                <a:gd name="T74" fmla="*/ 431 w 1292"/>
                <a:gd name="T75" fmla="*/ 1350 h 2362"/>
                <a:gd name="T76" fmla="*/ 384 w 1292"/>
                <a:gd name="T77" fmla="*/ 1299 h 2362"/>
                <a:gd name="T78" fmla="*/ 367 w 1292"/>
                <a:gd name="T79" fmla="*/ 1259 h 2362"/>
                <a:gd name="T80" fmla="*/ 365 w 1292"/>
                <a:gd name="T81" fmla="*/ 1229 h 2362"/>
                <a:gd name="T82" fmla="*/ 260 w 1292"/>
                <a:gd name="T83" fmla="*/ 1166 h 2362"/>
                <a:gd name="T84" fmla="*/ 172 w 1292"/>
                <a:gd name="T85" fmla="*/ 1086 h 2362"/>
                <a:gd name="T86" fmla="*/ 99 w 1292"/>
                <a:gd name="T87" fmla="*/ 992 h 2362"/>
                <a:gd name="T88" fmla="*/ 45 w 1292"/>
                <a:gd name="T89" fmla="*/ 885 h 2362"/>
                <a:gd name="T90" fmla="*/ 11 w 1292"/>
                <a:gd name="T91" fmla="*/ 770 h 2362"/>
                <a:gd name="T92" fmla="*/ 0 w 1292"/>
                <a:gd name="T93" fmla="*/ 646 h 2362"/>
                <a:gd name="T94" fmla="*/ 12 w 1292"/>
                <a:gd name="T95" fmla="*/ 517 h 2362"/>
                <a:gd name="T96" fmla="*/ 50 w 1292"/>
                <a:gd name="T97" fmla="*/ 395 h 2362"/>
                <a:gd name="T98" fmla="*/ 110 w 1292"/>
                <a:gd name="T99" fmla="*/ 285 h 2362"/>
                <a:gd name="T100" fmla="*/ 189 w 1292"/>
                <a:gd name="T101" fmla="*/ 190 h 2362"/>
                <a:gd name="T102" fmla="*/ 285 w 1292"/>
                <a:gd name="T103" fmla="*/ 111 h 2362"/>
                <a:gd name="T104" fmla="*/ 395 w 1292"/>
                <a:gd name="T105" fmla="*/ 51 h 2362"/>
                <a:gd name="T106" fmla="*/ 516 w 1292"/>
                <a:gd name="T107" fmla="*/ 14 h 2362"/>
                <a:gd name="T108" fmla="*/ 646 w 1292"/>
                <a:gd name="T109" fmla="*/ 0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92" h="2362">
                  <a:moveTo>
                    <a:pt x="646" y="0"/>
                  </a:moveTo>
                  <a:lnTo>
                    <a:pt x="711" y="3"/>
                  </a:lnTo>
                  <a:lnTo>
                    <a:pt x="776" y="14"/>
                  </a:lnTo>
                  <a:lnTo>
                    <a:pt x="838" y="30"/>
                  </a:lnTo>
                  <a:lnTo>
                    <a:pt x="897" y="51"/>
                  </a:lnTo>
                  <a:lnTo>
                    <a:pt x="954" y="78"/>
                  </a:lnTo>
                  <a:lnTo>
                    <a:pt x="1007" y="111"/>
                  </a:lnTo>
                  <a:lnTo>
                    <a:pt x="1057" y="148"/>
                  </a:lnTo>
                  <a:lnTo>
                    <a:pt x="1103" y="190"/>
                  </a:lnTo>
                  <a:lnTo>
                    <a:pt x="1145" y="236"/>
                  </a:lnTo>
                  <a:lnTo>
                    <a:pt x="1182" y="285"/>
                  </a:lnTo>
                  <a:lnTo>
                    <a:pt x="1214" y="339"/>
                  </a:lnTo>
                  <a:lnTo>
                    <a:pt x="1242" y="395"/>
                  </a:lnTo>
                  <a:lnTo>
                    <a:pt x="1264" y="455"/>
                  </a:lnTo>
                  <a:lnTo>
                    <a:pt x="1280" y="517"/>
                  </a:lnTo>
                  <a:lnTo>
                    <a:pt x="1289" y="581"/>
                  </a:lnTo>
                  <a:lnTo>
                    <a:pt x="1292" y="646"/>
                  </a:lnTo>
                  <a:lnTo>
                    <a:pt x="1289" y="709"/>
                  </a:lnTo>
                  <a:lnTo>
                    <a:pt x="1281" y="770"/>
                  </a:lnTo>
                  <a:lnTo>
                    <a:pt x="1267" y="828"/>
                  </a:lnTo>
                  <a:lnTo>
                    <a:pt x="1247" y="885"/>
                  </a:lnTo>
                  <a:lnTo>
                    <a:pt x="1223" y="940"/>
                  </a:lnTo>
                  <a:lnTo>
                    <a:pt x="1193" y="992"/>
                  </a:lnTo>
                  <a:lnTo>
                    <a:pt x="1158" y="1041"/>
                  </a:lnTo>
                  <a:lnTo>
                    <a:pt x="1120" y="1086"/>
                  </a:lnTo>
                  <a:lnTo>
                    <a:pt x="1078" y="1128"/>
                  </a:lnTo>
                  <a:lnTo>
                    <a:pt x="1032" y="1166"/>
                  </a:lnTo>
                  <a:lnTo>
                    <a:pt x="981" y="1200"/>
                  </a:lnTo>
                  <a:lnTo>
                    <a:pt x="927" y="1229"/>
                  </a:lnTo>
                  <a:lnTo>
                    <a:pt x="927" y="2081"/>
                  </a:lnTo>
                  <a:lnTo>
                    <a:pt x="925" y="2102"/>
                  </a:lnTo>
                  <a:lnTo>
                    <a:pt x="919" y="2123"/>
                  </a:lnTo>
                  <a:lnTo>
                    <a:pt x="908" y="2143"/>
                  </a:lnTo>
                  <a:lnTo>
                    <a:pt x="894" y="2160"/>
                  </a:lnTo>
                  <a:lnTo>
                    <a:pt x="725" y="2329"/>
                  </a:lnTo>
                  <a:lnTo>
                    <a:pt x="708" y="2343"/>
                  </a:lnTo>
                  <a:lnTo>
                    <a:pt x="688" y="2354"/>
                  </a:lnTo>
                  <a:lnTo>
                    <a:pt x="667" y="2360"/>
                  </a:lnTo>
                  <a:lnTo>
                    <a:pt x="646" y="2362"/>
                  </a:lnTo>
                  <a:lnTo>
                    <a:pt x="625" y="2360"/>
                  </a:lnTo>
                  <a:lnTo>
                    <a:pt x="604" y="2354"/>
                  </a:lnTo>
                  <a:lnTo>
                    <a:pt x="584" y="2343"/>
                  </a:lnTo>
                  <a:lnTo>
                    <a:pt x="567" y="2329"/>
                  </a:lnTo>
                  <a:lnTo>
                    <a:pt x="398" y="2160"/>
                  </a:lnTo>
                  <a:lnTo>
                    <a:pt x="384" y="2143"/>
                  </a:lnTo>
                  <a:lnTo>
                    <a:pt x="373" y="2123"/>
                  </a:lnTo>
                  <a:lnTo>
                    <a:pt x="367" y="2102"/>
                  </a:lnTo>
                  <a:lnTo>
                    <a:pt x="365" y="2081"/>
                  </a:lnTo>
                  <a:lnTo>
                    <a:pt x="365" y="2024"/>
                  </a:lnTo>
                  <a:lnTo>
                    <a:pt x="367" y="2003"/>
                  </a:lnTo>
                  <a:lnTo>
                    <a:pt x="373" y="1982"/>
                  </a:lnTo>
                  <a:lnTo>
                    <a:pt x="384" y="1962"/>
                  </a:lnTo>
                  <a:lnTo>
                    <a:pt x="398" y="1945"/>
                  </a:lnTo>
                  <a:lnTo>
                    <a:pt x="431" y="1912"/>
                  </a:lnTo>
                  <a:lnTo>
                    <a:pt x="398" y="1879"/>
                  </a:lnTo>
                  <a:lnTo>
                    <a:pt x="384" y="1862"/>
                  </a:lnTo>
                  <a:lnTo>
                    <a:pt x="373" y="1842"/>
                  </a:lnTo>
                  <a:lnTo>
                    <a:pt x="367" y="1821"/>
                  </a:lnTo>
                  <a:lnTo>
                    <a:pt x="365" y="1799"/>
                  </a:lnTo>
                  <a:lnTo>
                    <a:pt x="365" y="1743"/>
                  </a:lnTo>
                  <a:lnTo>
                    <a:pt x="367" y="1721"/>
                  </a:lnTo>
                  <a:lnTo>
                    <a:pt x="373" y="1701"/>
                  </a:lnTo>
                  <a:lnTo>
                    <a:pt x="384" y="1681"/>
                  </a:lnTo>
                  <a:lnTo>
                    <a:pt x="398" y="1664"/>
                  </a:lnTo>
                  <a:lnTo>
                    <a:pt x="431" y="1631"/>
                  </a:lnTo>
                  <a:lnTo>
                    <a:pt x="398" y="1598"/>
                  </a:lnTo>
                  <a:lnTo>
                    <a:pt x="384" y="1580"/>
                  </a:lnTo>
                  <a:lnTo>
                    <a:pt x="373" y="1561"/>
                  </a:lnTo>
                  <a:lnTo>
                    <a:pt x="367" y="1540"/>
                  </a:lnTo>
                  <a:lnTo>
                    <a:pt x="365" y="1518"/>
                  </a:lnTo>
                  <a:lnTo>
                    <a:pt x="365" y="1462"/>
                  </a:lnTo>
                  <a:lnTo>
                    <a:pt x="367" y="1440"/>
                  </a:lnTo>
                  <a:lnTo>
                    <a:pt x="373" y="1419"/>
                  </a:lnTo>
                  <a:lnTo>
                    <a:pt x="384" y="1400"/>
                  </a:lnTo>
                  <a:lnTo>
                    <a:pt x="398" y="1383"/>
                  </a:lnTo>
                  <a:lnTo>
                    <a:pt x="431" y="1350"/>
                  </a:lnTo>
                  <a:lnTo>
                    <a:pt x="398" y="1316"/>
                  </a:lnTo>
                  <a:lnTo>
                    <a:pt x="384" y="1299"/>
                  </a:lnTo>
                  <a:lnTo>
                    <a:pt x="373" y="1280"/>
                  </a:lnTo>
                  <a:lnTo>
                    <a:pt x="367" y="1259"/>
                  </a:lnTo>
                  <a:lnTo>
                    <a:pt x="365" y="1237"/>
                  </a:lnTo>
                  <a:lnTo>
                    <a:pt x="365" y="1229"/>
                  </a:lnTo>
                  <a:lnTo>
                    <a:pt x="311" y="1200"/>
                  </a:lnTo>
                  <a:lnTo>
                    <a:pt x="260" y="1166"/>
                  </a:lnTo>
                  <a:lnTo>
                    <a:pt x="214" y="1128"/>
                  </a:lnTo>
                  <a:lnTo>
                    <a:pt x="172" y="1086"/>
                  </a:lnTo>
                  <a:lnTo>
                    <a:pt x="134" y="1041"/>
                  </a:lnTo>
                  <a:lnTo>
                    <a:pt x="99" y="992"/>
                  </a:lnTo>
                  <a:lnTo>
                    <a:pt x="69" y="940"/>
                  </a:lnTo>
                  <a:lnTo>
                    <a:pt x="45" y="885"/>
                  </a:lnTo>
                  <a:lnTo>
                    <a:pt x="25" y="828"/>
                  </a:lnTo>
                  <a:lnTo>
                    <a:pt x="11" y="770"/>
                  </a:lnTo>
                  <a:lnTo>
                    <a:pt x="3" y="709"/>
                  </a:lnTo>
                  <a:lnTo>
                    <a:pt x="0" y="646"/>
                  </a:lnTo>
                  <a:lnTo>
                    <a:pt x="3" y="581"/>
                  </a:lnTo>
                  <a:lnTo>
                    <a:pt x="12" y="517"/>
                  </a:lnTo>
                  <a:lnTo>
                    <a:pt x="28" y="455"/>
                  </a:lnTo>
                  <a:lnTo>
                    <a:pt x="50" y="395"/>
                  </a:lnTo>
                  <a:lnTo>
                    <a:pt x="78" y="339"/>
                  </a:lnTo>
                  <a:lnTo>
                    <a:pt x="110" y="285"/>
                  </a:lnTo>
                  <a:lnTo>
                    <a:pt x="147" y="236"/>
                  </a:lnTo>
                  <a:lnTo>
                    <a:pt x="189" y="190"/>
                  </a:lnTo>
                  <a:lnTo>
                    <a:pt x="235" y="148"/>
                  </a:lnTo>
                  <a:lnTo>
                    <a:pt x="285" y="111"/>
                  </a:lnTo>
                  <a:lnTo>
                    <a:pt x="338" y="78"/>
                  </a:lnTo>
                  <a:lnTo>
                    <a:pt x="395" y="51"/>
                  </a:lnTo>
                  <a:lnTo>
                    <a:pt x="454" y="30"/>
                  </a:lnTo>
                  <a:lnTo>
                    <a:pt x="516" y="14"/>
                  </a:lnTo>
                  <a:lnTo>
                    <a:pt x="581" y="3"/>
                  </a:lnTo>
                  <a:lnTo>
                    <a:pt x="646"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1" name="Freeform 28">
              <a:extLst>
                <a:ext uri="{FF2B5EF4-FFF2-40B4-BE49-F238E27FC236}">
                  <a16:creationId xmlns:a16="http://schemas.microsoft.com/office/drawing/2014/main" id="{E8515788-6067-4467-A684-4FB88584A368}"/>
                </a:ext>
              </a:extLst>
            </p:cNvPr>
            <p:cNvSpPr>
              <a:spLocks noEditPoints="1"/>
            </p:cNvSpPr>
            <p:nvPr/>
          </p:nvSpPr>
          <p:spPr bwMode="auto">
            <a:xfrm>
              <a:off x="6685409" y="2537853"/>
              <a:ext cx="238501" cy="480141"/>
            </a:xfrm>
            <a:custGeom>
              <a:avLst/>
              <a:gdLst>
                <a:gd name="T0" fmla="*/ 504 w 1070"/>
                <a:gd name="T1" fmla="*/ 227 h 2136"/>
                <a:gd name="T2" fmla="*/ 449 w 1070"/>
                <a:gd name="T3" fmla="*/ 247 h 2136"/>
                <a:gd name="T4" fmla="*/ 406 w 1070"/>
                <a:gd name="T5" fmla="*/ 284 h 2136"/>
                <a:gd name="T6" fmla="*/ 377 w 1070"/>
                <a:gd name="T7" fmla="*/ 335 h 2136"/>
                <a:gd name="T8" fmla="*/ 366 w 1070"/>
                <a:gd name="T9" fmla="*/ 393 h 2136"/>
                <a:gd name="T10" fmla="*/ 377 w 1070"/>
                <a:gd name="T11" fmla="*/ 452 h 2136"/>
                <a:gd name="T12" fmla="*/ 406 w 1070"/>
                <a:gd name="T13" fmla="*/ 502 h 2136"/>
                <a:gd name="T14" fmla="*/ 449 w 1070"/>
                <a:gd name="T15" fmla="*/ 539 h 2136"/>
                <a:gd name="T16" fmla="*/ 504 w 1070"/>
                <a:gd name="T17" fmla="*/ 559 h 2136"/>
                <a:gd name="T18" fmla="*/ 566 w 1070"/>
                <a:gd name="T19" fmla="*/ 559 h 2136"/>
                <a:gd name="T20" fmla="*/ 621 w 1070"/>
                <a:gd name="T21" fmla="*/ 539 h 2136"/>
                <a:gd name="T22" fmla="*/ 664 w 1070"/>
                <a:gd name="T23" fmla="*/ 502 h 2136"/>
                <a:gd name="T24" fmla="*/ 693 w 1070"/>
                <a:gd name="T25" fmla="*/ 452 h 2136"/>
                <a:gd name="T26" fmla="*/ 704 w 1070"/>
                <a:gd name="T27" fmla="*/ 393 h 2136"/>
                <a:gd name="T28" fmla="*/ 693 w 1070"/>
                <a:gd name="T29" fmla="*/ 335 h 2136"/>
                <a:gd name="T30" fmla="*/ 664 w 1070"/>
                <a:gd name="T31" fmla="*/ 284 h 2136"/>
                <a:gd name="T32" fmla="*/ 621 w 1070"/>
                <a:gd name="T33" fmla="*/ 247 h 2136"/>
                <a:gd name="T34" fmla="*/ 566 w 1070"/>
                <a:gd name="T35" fmla="*/ 227 h 2136"/>
                <a:gd name="T36" fmla="*/ 535 w 1070"/>
                <a:gd name="T37" fmla="*/ 0 h 2136"/>
                <a:gd name="T38" fmla="*/ 649 w 1070"/>
                <a:gd name="T39" fmla="*/ 12 h 2136"/>
                <a:gd name="T40" fmla="*/ 756 w 1070"/>
                <a:gd name="T41" fmla="*/ 48 h 2136"/>
                <a:gd name="T42" fmla="*/ 851 w 1070"/>
                <a:gd name="T43" fmla="*/ 102 h 2136"/>
                <a:gd name="T44" fmla="*/ 931 w 1070"/>
                <a:gd name="T45" fmla="*/ 176 h 2136"/>
                <a:gd name="T46" fmla="*/ 997 w 1070"/>
                <a:gd name="T47" fmla="*/ 264 h 2136"/>
                <a:gd name="T48" fmla="*/ 1042 w 1070"/>
                <a:gd name="T49" fmla="*/ 366 h 2136"/>
                <a:gd name="T50" fmla="*/ 1066 w 1070"/>
                <a:gd name="T51" fmla="*/ 475 h 2136"/>
                <a:gd name="T52" fmla="*/ 1066 w 1070"/>
                <a:gd name="T53" fmla="*/ 592 h 2136"/>
                <a:gd name="T54" fmla="*/ 1042 w 1070"/>
                <a:gd name="T55" fmla="*/ 702 h 2136"/>
                <a:gd name="T56" fmla="*/ 997 w 1070"/>
                <a:gd name="T57" fmla="*/ 803 h 2136"/>
                <a:gd name="T58" fmla="*/ 931 w 1070"/>
                <a:gd name="T59" fmla="*/ 892 h 2136"/>
                <a:gd name="T60" fmla="*/ 850 w 1070"/>
                <a:gd name="T61" fmla="*/ 964 h 2136"/>
                <a:gd name="T62" fmla="*/ 756 w 1070"/>
                <a:gd name="T63" fmla="*/ 1020 h 2136"/>
                <a:gd name="T64" fmla="*/ 704 w 1070"/>
                <a:gd name="T65" fmla="*/ 1968 h 2136"/>
                <a:gd name="T66" fmla="*/ 366 w 1070"/>
                <a:gd name="T67" fmla="*/ 1968 h 2136"/>
                <a:gd name="T68" fmla="*/ 479 w 1070"/>
                <a:gd name="T69" fmla="*/ 1799 h 2136"/>
                <a:gd name="T70" fmla="*/ 366 w 1070"/>
                <a:gd name="T71" fmla="*/ 1630 h 2136"/>
                <a:gd name="T72" fmla="*/ 366 w 1070"/>
                <a:gd name="T73" fmla="*/ 1405 h 2136"/>
                <a:gd name="T74" fmla="*/ 479 w 1070"/>
                <a:gd name="T75" fmla="*/ 1237 h 2136"/>
                <a:gd name="T76" fmla="*/ 366 w 1070"/>
                <a:gd name="T77" fmla="*/ 1041 h 2136"/>
                <a:gd name="T78" fmla="*/ 266 w 1070"/>
                <a:gd name="T79" fmla="*/ 995 h 2136"/>
                <a:gd name="T80" fmla="*/ 177 w 1070"/>
                <a:gd name="T81" fmla="*/ 930 h 2136"/>
                <a:gd name="T82" fmla="*/ 104 w 1070"/>
                <a:gd name="T83" fmla="*/ 849 h 2136"/>
                <a:gd name="T84" fmla="*/ 48 w 1070"/>
                <a:gd name="T85" fmla="*/ 754 h 2136"/>
                <a:gd name="T86" fmla="*/ 13 w 1070"/>
                <a:gd name="T87" fmla="*/ 649 h 2136"/>
                <a:gd name="T88" fmla="*/ 0 w 1070"/>
                <a:gd name="T89" fmla="*/ 533 h 2136"/>
                <a:gd name="T90" fmla="*/ 13 w 1070"/>
                <a:gd name="T91" fmla="*/ 419 h 2136"/>
                <a:gd name="T92" fmla="*/ 48 w 1070"/>
                <a:gd name="T93" fmla="*/ 314 h 2136"/>
                <a:gd name="T94" fmla="*/ 104 w 1070"/>
                <a:gd name="T95" fmla="*/ 219 h 2136"/>
                <a:gd name="T96" fmla="*/ 177 w 1070"/>
                <a:gd name="T97" fmla="*/ 137 h 2136"/>
                <a:gd name="T98" fmla="*/ 266 w 1070"/>
                <a:gd name="T99" fmla="*/ 73 h 2136"/>
                <a:gd name="T100" fmla="*/ 366 w 1070"/>
                <a:gd name="T101" fmla="*/ 26 h 2136"/>
                <a:gd name="T102" fmla="*/ 477 w 1070"/>
                <a:gd name="T103" fmla="*/ 3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70" h="2136">
                  <a:moveTo>
                    <a:pt x="535" y="225"/>
                  </a:moveTo>
                  <a:lnTo>
                    <a:pt x="504" y="227"/>
                  </a:lnTo>
                  <a:lnTo>
                    <a:pt x="476" y="236"/>
                  </a:lnTo>
                  <a:lnTo>
                    <a:pt x="449" y="247"/>
                  </a:lnTo>
                  <a:lnTo>
                    <a:pt x="426" y="264"/>
                  </a:lnTo>
                  <a:lnTo>
                    <a:pt x="406" y="284"/>
                  </a:lnTo>
                  <a:lnTo>
                    <a:pt x="389" y="308"/>
                  </a:lnTo>
                  <a:lnTo>
                    <a:pt x="377" y="335"/>
                  </a:lnTo>
                  <a:lnTo>
                    <a:pt x="369" y="363"/>
                  </a:lnTo>
                  <a:lnTo>
                    <a:pt x="366" y="393"/>
                  </a:lnTo>
                  <a:lnTo>
                    <a:pt x="369" y="424"/>
                  </a:lnTo>
                  <a:lnTo>
                    <a:pt x="377" y="452"/>
                  </a:lnTo>
                  <a:lnTo>
                    <a:pt x="389" y="479"/>
                  </a:lnTo>
                  <a:lnTo>
                    <a:pt x="406" y="502"/>
                  </a:lnTo>
                  <a:lnTo>
                    <a:pt x="426" y="522"/>
                  </a:lnTo>
                  <a:lnTo>
                    <a:pt x="449" y="539"/>
                  </a:lnTo>
                  <a:lnTo>
                    <a:pt x="476" y="551"/>
                  </a:lnTo>
                  <a:lnTo>
                    <a:pt x="504" y="559"/>
                  </a:lnTo>
                  <a:lnTo>
                    <a:pt x="535" y="562"/>
                  </a:lnTo>
                  <a:lnTo>
                    <a:pt x="566" y="559"/>
                  </a:lnTo>
                  <a:lnTo>
                    <a:pt x="594" y="551"/>
                  </a:lnTo>
                  <a:lnTo>
                    <a:pt x="621" y="539"/>
                  </a:lnTo>
                  <a:lnTo>
                    <a:pt x="644" y="522"/>
                  </a:lnTo>
                  <a:lnTo>
                    <a:pt x="664" y="502"/>
                  </a:lnTo>
                  <a:lnTo>
                    <a:pt x="681" y="479"/>
                  </a:lnTo>
                  <a:lnTo>
                    <a:pt x="693" y="452"/>
                  </a:lnTo>
                  <a:lnTo>
                    <a:pt x="701" y="424"/>
                  </a:lnTo>
                  <a:lnTo>
                    <a:pt x="704" y="393"/>
                  </a:lnTo>
                  <a:lnTo>
                    <a:pt x="701" y="363"/>
                  </a:lnTo>
                  <a:lnTo>
                    <a:pt x="693" y="335"/>
                  </a:lnTo>
                  <a:lnTo>
                    <a:pt x="681" y="308"/>
                  </a:lnTo>
                  <a:lnTo>
                    <a:pt x="664" y="284"/>
                  </a:lnTo>
                  <a:lnTo>
                    <a:pt x="644" y="264"/>
                  </a:lnTo>
                  <a:lnTo>
                    <a:pt x="621" y="247"/>
                  </a:lnTo>
                  <a:lnTo>
                    <a:pt x="594" y="236"/>
                  </a:lnTo>
                  <a:lnTo>
                    <a:pt x="566" y="227"/>
                  </a:lnTo>
                  <a:lnTo>
                    <a:pt x="535" y="225"/>
                  </a:lnTo>
                  <a:close/>
                  <a:moveTo>
                    <a:pt x="535" y="0"/>
                  </a:moveTo>
                  <a:lnTo>
                    <a:pt x="593" y="3"/>
                  </a:lnTo>
                  <a:lnTo>
                    <a:pt x="649" y="12"/>
                  </a:lnTo>
                  <a:lnTo>
                    <a:pt x="704" y="26"/>
                  </a:lnTo>
                  <a:lnTo>
                    <a:pt x="756" y="48"/>
                  </a:lnTo>
                  <a:lnTo>
                    <a:pt x="804" y="73"/>
                  </a:lnTo>
                  <a:lnTo>
                    <a:pt x="851" y="102"/>
                  </a:lnTo>
                  <a:lnTo>
                    <a:pt x="893" y="137"/>
                  </a:lnTo>
                  <a:lnTo>
                    <a:pt x="931" y="176"/>
                  </a:lnTo>
                  <a:lnTo>
                    <a:pt x="966" y="219"/>
                  </a:lnTo>
                  <a:lnTo>
                    <a:pt x="997" y="264"/>
                  </a:lnTo>
                  <a:lnTo>
                    <a:pt x="1022" y="314"/>
                  </a:lnTo>
                  <a:lnTo>
                    <a:pt x="1042" y="366"/>
                  </a:lnTo>
                  <a:lnTo>
                    <a:pt x="1057" y="419"/>
                  </a:lnTo>
                  <a:lnTo>
                    <a:pt x="1066" y="475"/>
                  </a:lnTo>
                  <a:lnTo>
                    <a:pt x="1070" y="533"/>
                  </a:lnTo>
                  <a:lnTo>
                    <a:pt x="1066" y="592"/>
                  </a:lnTo>
                  <a:lnTo>
                    <a:pt x="1057" y="649"/>
                  </a:lnTo>
                  <a:lnTo>
                    <a:pt x="1042" y="702"/>
                  </a:lnTo>
                  <a:lnTo>
                    <a:pt x="1022" y="754"/>
                  </a:lnTo>
                  <a:lnTo>
                    <a:pt x="997" y="803"/>
                  </a:lnTo>
                  <a:lnTo>
                    <a:pt x="966" y="849"/>
                  </a:lnTo>
                  <a:lnTo>
                    <a:pt x="931" y="892"/>
                  </a:lnTo>
                  <a:lnTo>
                    <a:pt x="893" y="930"/>
                  </a:lnTo>
                  <a:lnTo>
                    <a:pt x="850" y="964"/>
                  </a:lnTo>
                  <a:lnTo>
                    <a:pt x="804" y="995"/>
                  </a:lnTo>
                  <a:lnTo>
                    <a:pt x="756" y="1020"/>
                  </a:lnTo>
                  <a:lnTo>
                    <a:pt x="704" y="1041"/>
                  </a:lnTo>
                  <a:lnTo>
                    <a:pt x="704" y="1968"/>
                  </a:lnTo>
                  <a:lnTo>
                    <a:pt x="535" y="2136"/>
                  </a:lnTo>
                  <a:lnTo>
                    <a:pt x="366" y="1968"/>
                  </a:lnTo>
                  <a:lnTo>
                    <a:pt x="366" y="1911"/>
                  </a:lnTo>
                  <a:lnTo>
                    <a:pt x="479" y="1799"/>
                  </a:lnTo>
                  <a:lnTo>
                    <a:pt x="366" y="1686"/>
                  </a:lnTo>
                  <a:lnTo>
                    <a:pt x="366" y="1630"/>
                  </a:lnTo>
                  <a:lnTo>
                    <a:pt x="479" y="1518"/>
                  </a:lnTo>
                  <a:lnTo>
                    <a:pt x="366" y="1405"/>
                  </a:lnTo>
                  <a:lnTo>
                    <a:pt x="366" y="1349"/>
                  </a:lnTo>
                  <a:lnTo>
                    <a:pt x="479" y="1237"/>
                  </a:lnTo>
                  <a:lnTo>
                    <a:pt x="366" y="1124"/>
                  </a:lnTo>
                  <a:lnTo>
                    <a:pt x="366" y="1041"/>
                  </a:lnTo>
                  <a:lnTo>
                    <a:pt x="314" y="1020"/>
                  </a:lnTo>
                  <a:lnTo>
                    <a:pt x="266" y="995"/>
                  </a:lnTo>
                  <a:lnTo>
                    <a:pt x="220" y="964"/>
                  </a:lnTo>
                  <a:lnTo>
                    <a:pt x="177" y="930"/>
                  </a:lnTo>
                  <a:lnTo>
                    <a:pt x="139" y="892"/>
                  </a:lnTo>
                  <a:lnTo>
                    <a:pt x="104" y="849"/>
                  </a:lnTo>
                  <a:lnTo>
                    <a:pt x="73" y="803"/>
                  </a:lnTo>
                  <a:lnTo>
                    <a:pt x="48" y="754"/>
                  </a:lnTo>
                  <a:lnTo>
                    <a:pt x="28" y="702"/>
                  </a:lnTo>
                  <a:lnTo>
                    <a:pt x="13" y="649"/>
                  </a:lnTo>
                  <a:lnTo>
                    <a:pt x="4" y="592"/>
                  </a:lnTo>
                  <a:lnTo>
                    <a:pt x="0" y="533"/>
                  </a:lnTo>
                  <a:lnTo>
                    <a:pt x="4" y="475"/>
                  </a:lnTo>
                  <a:lnTo>
                    <a:pt x="13" y="419"/>
                  </a:lnTo>
                  <a:lnTo>
                    <a:pt x="28" y="366"/>
                  </a:lnTo>
                  <a:lnTo>
                    <a:pt x="48" y="314"/>
                  </a:lnTo>
                  <a:lnTo>
                    <a:pt x="73" y="264"/>
                  </a:lnTo>
                  <a:lnTo>
                    <a:pt x="104" y="219"/>
                  </a:lnTo>
                  <a:lnTo>
                    <a:pt x="139" y="176"/>
                  </a:lnTo>
                  <a:lnTo>
                    <a:pt x="177" y="137"/>
                  </a:lnTo>
                  <a:lnTo>
                    <a:pt x="219" y="102"/>
                  </a:lnTo>
                  <a:lnTo>
                    <a:pt x="266" y="73"/>
                  </a:lnTo>
                  <a:lnTo>
                    <a:pt x="314" y="48"/>
                  </a:lnTo>
                  <a:lnTo>
                    <a:pt x="366" y="26"/>
                  </a:lnTo>
                  <a:lnTo>
                    <a:pt x="421" y="12"/>
                  </a:lnTo>
                  <a:lnTo>
                    <a:pt x="477" y="3"/>
                  </a:lnTo>
                  <a:lnTo>
                    <a:pt x="53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72" name="Group 171">
            <a:extLst>
              <a:ext uri="{FF2B5EF4-FFF2-40B4-BE49-F238E27FC236}">
                <a16:creationId xmlns:a16="http://schemas.microsoft.com/office/drawing/2014/main" id="{1AEED1A3-E9AC-4364-9CA5-370A05616322}"/>
              </a:ext>
            </a:extLst>
          </p:cNvPr>
          <p:cNvGrpSpPr>
            <a:grpSpLocks noChangeAspect="1"/>
          </p:cNvGrpSpPr>
          <p:nvPr/>
        </p:nvGrpSpPr>
        <p:grpSpPr>
          <a:xfrm>
            <a:off x="5126902" y="4243950"/>
            <a:ext cx="666378" cy="476496"/>
            <a:chOff x="5135880" y="2533368"/>
            <a:chExt cx="666378" cy="476496"/>
          </a:xfrm>
        </p:grpSpPr>
        <p:sp useBgFill="1">
          <p:nvSpPr>
            <p:cNvPr id="173" name="Freeform 33">
              <a:extLst>
                <a:ext uri="{FF2B5EF4-FFF2-40B4-BE49-F238E27FC236}">
                  <a16:creationId xmlns:a16="http://schemas.microsoft.com/office/drawing/2014/main" id="{56914AB5-FCE4-417E-8BDA-998CC37E1E7E}"/>
                </a:ext>
              </a:extLst>
            </p:cNvPr>
            <p:cNvSpPr>
              <a:spLocks noEditPoints="1"/>
            </p:cNvSpPr>
            <p:nvPr/>
          </p:nvSpPr>
          <p:spPr bwMode="auto">
            <a:xfrm>
              <a:off x="5135880" y="2533368"/>
              <a:ext cx="666378" cy="476496"/>
            </a:xfrm>
            <a:custGeom>
              <a:avLst/>
              <a:gdLst>
                <a:gd name="T0" fmla="*/ 1250 w 2610"/>
                <a:gd name="T1" fmla="*/ 1374 h 1861"/>
                <a:gd name="T2" fmla="*/ 611 w 2610"/>
                <a:gd name="T3" fmla="*/ 1112 h 1861"/>
                <a:gd name="T4" fmla="*/ 723 w 2610"/>
                <a:gd name="T5" fmla="*/ 1380 h 1861"/>
                <a:gd name="T6" fmla="*/ 1127 w 2610"/>
                <a:gd name="T7" fmla="*/ 999 h 1861"/>
                <a:gd name="T8" fmla="*/ 2001 w 2610"/>
                <a:gd name="T9" fmla="*/ 714 h 1861"/>
                <a:gd name="T10" fmla="*/ 2046 w 2610"/>
                <a:gd name="T11" fmla="*/ 924 h 1861"/>
                <a:gd name="T12" fmla="*/ 2064 w 2610"/>
                <a:gd name="T13" fmla="*/ 796 h 1861"/>
                <a:gd name="T14" fmla="*/ 1648 w 2610"/>
                <a:gd name="T15" fmla="*/ 799 h 1861"/>
                <a:gd name="T16" fmla="*/ 1650 w 2610"/>
                <a:gd name="T17" fmla="*/ 917 h 1861"/>
                <a:gd name="T18" fmla="*/ 1034 w 2610"/>
                <a:gd name="T19" fmla="*/ 557 h 1861"/>
                <a:gd name="T20" fmla="*/ 1052 w 2610"/>
                <a:gd name="T21" fmla="*/ 560 h 1861"/>
                <a:gd name="T22" fmla="*/ 1336 w 2610"/>
                <a:gd name="T23" fmla="*/ 439 h 1861"/>
                <a:gd name="T24" fmla="*/ 1341 w 2610"/>
                <a:gd name="T25" fmla="*/ 429 h 1861"/>
                <a:gd name="T26" fmla="*/ 1223 w 2610"/>
                <a:gd name="T27" fmla="*/ 28 h 1861"/>
                <a:gd name="T28" fmla="*/ 1341 w 2610"/>
                <a:gd name="T29" fmla="*/ 137 h 1861"/>
                <a:gd name="T30" fmla="*/ 1693 w 2610"/>
                <a:gd name="T31" fmla="*/ 49 h 1861"/>
                <a:gd name="T32" fmla="*/ 1851 w 2610"/>
                <a:gd name="T33" fmla="*/ 0 h 1861"/>
                <a:gd name="T34" fmla="*/ 2005 w 2610"/>
                <a:gd name="T35" fmla="*/ 46 h 1861"/>
                <a:gd name="T36" fmla="*/ 2107 w 2610"/>
                <a:gd name="T37" fmla="*/ 164 h 1861"/>
                <a:gd name="T38" fmla="*/ 2131 w 2610"/>
                <a:gd name="T39" fmla="*/ 317 h 1861"/>
                <a:gd name="T40" fmla="*/ 2311 w 2610"/>
                <a:gd name="T41" fmla="*/ 615 h 1861"/>
                <a:gd name="T42" fmla="*/ 2446 w 2610"/>
                <a:gd name="T43" fmla="*/ 639 h 1861"/>
                <a:gd name="T44" fmla="*/ 2565 w 2610"/>
                <a:gd name="T45" fmla="*/ 742 h 1861"/>
                <a:gd name="T46" fmla="*/ 2610 w 2610"/>
                <a:gd name="T47" fmla="*/ 896 h 1861"/>
                <a:gd name="T48" fmla="*/ 2565 w 2610"/>
                <a:gd name="T49" fmla="*/ 1050 h 1861"/>
                <a:gd name="T50" fmla="*/ 2446 w 2610"/>
                <a:gd name="T51" fmla="*/ 1153 h 1861"/>
                <a:gd name="T52" fmla="*/ 2300 w 2610"/>
                <a:gd name="T53" fmla="*/ 1178 h 1861"/>
                <a:gd name="T54" fmla="*/ 2134 w 2610"/>
                <a:gd name="T55" fmla="*/ 1374 h 1861"/>
                <a:gd name="T56" fmla="*/ 2087 w 2610"/>
                <a:gd name="T57" fmla="*/ 1528 h 1861"/>
                <a:gd name="T58" fmla="*/ 1970 w 2610"/>
                <a:gd name="T59" fmla="*/ 1630 h 1861"/>
                <a:gd name="T60" fmla="*/ 1810 w 2610"/>
                <a:gd name="T61" fmla="*/ 1654 h 1861"/>
                <a:gd name="T62" fmla="*/ 1672 w 2610"/>
                <a:gd name="T63" fmla="*/ 1591 h 1861"/>
                <a:gd name="T64" fmla="*/ 1169 w 2610"/>
                <a:gd name="T65" fmla="*/ 1772 h 1861"/>
                <a:gd name="T66" fmla="*/ 1041 w 2610"/>
                <a:gd name="T67" fmla="*/ 1850 h 1861"/>
                <a:gd name="T68" fmla="*/ 886 w 2610"/>
                <a:gd name="T69" fmla="*/ 1850 h 1861"/>
                <a:gd name="T70" fmla="*/ 758 w 2610"/>
                <a:gd name="T71" fmla="*/ 1771 h 1861"/>
                <a:gd name="T72" fmla="*/ 490 w 2610"/>
                <a:gd name="T73" fmla="*/ 1632 h 1861"/>
                <a:gd name="T74" fmla="*/ 361 w 2610"/>
                <a:gd name="T75" fmla="*/ 1713 h 1861"/>
                <a:gd name="T76" fmla="*/ 201 w 2610"/>
                <a:gd name="T77" fmla="*/ 1713 h 1861"/>
                <a:gd name="T78" fmla="*/ 70 w 2610"/>
                <a:gd name="T79" fmla="*/ 1627 h 1861"/>
                <a:gd name="T80" fmla="*/ 3 w 2610"/>
                <a:gd name="T81" fmla="*/ 1484 h 1861"/>
                <a:gd name="T82" fmla="*/ 24 w 2610"/>
                <a:gd name="T83" fmla="*/ 1328 h 1861"/>
                <a:gd name="T84" fmla="*/ 117 w 2610"/>
                <a:gd name="T85" fmla="*/ 1213 h 1861"/>
                <a:gd name="T86" fmla="*/ 259 w 2610"/>
                <a:gd name="T87" fmla="*/ 1161 h 1861"/>
                <a:gd name="T88" fmla="*/ 343 w 2610"/>
                <a:gd name="T89" fmla="*/ 801 h 1861"/>
                <a:gd name="T90" fmla="*/ 367 w 2610"/>
                <a:gd name="T91" fmla="*/ 641 h 1861"/>
                <a:gd name="T92" fmla="*/ 470 w 2610"/>
                <a:gd name="T93" fmla="*/ 523 h 1861"/>
                <a:gd name="T94" fmla="*/ 623 w 2610"/>
                <a:gd name="T95" fmla="*/ 477 h 1861"/>
                <a:gd name="T96" fmla="*/ 821 w 2610"/>
                <a:gd name="T97" fmla="*/ 317 h 1861"/>
                <a:gd name="T98" fmla="*/ 844 w 2610"/>
                <a:gd name="T99" fmla="*/ 164 h 1861"/>
                <a:gd name="T100" fmla="*/ 946 w 2610"/>
                <a:gd name="T101" fmla="*/ 46 h 1861"/>
                <a:gd name="T102" fmla="*/ 1101 w 2610"/>
                <a:gd name="T103" fmla="*/ 0 h 18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610" h="1861">
                  <a:moveTo>
                    <a:pt x="1426" y="1140"/>
                  </a:moveTo>
                  <a:lnTo>
                    <a:pt x="1404" y="1143"/>
                  </a:lnTo>
                  <a:lnTo>
                    <a:pt x="1381" y="1144"/>
                  </a:lnTo>
                  <a:lnTo>
                    <a:pt x="1250" y="1374"/>
                  </a:lnTo>
                  <a:lnTo>
                    <a:pt x="1575" y="1311"/>
                  </a:lnTo>
                  <a:lnTo>
                    <a:pt x="1576" y="1308"/>
                  </a:lnTo>
                  <a:lnTo>
                    <a:pt x="1426" y="1140"/>
                  </a:lnTo>
                  <a:close/>
                  <a:moveTo>
                    <a:pt x="611" y="1112"/>
                  </a:moveTo>
                  <a:lnTo>
                    <a:pt x="522" y="1291"/>
                  </a:lnTo>
                  <a:lnTo>
                    <a:pt x="535" y="1318"/>
                  </a:lnTo>
                  <a:lnTo>
                    <a:pt x="547" y="1345"/>
                  </a:lnTo>
                  <a:lnTo>
                    <a:pt x="723" y="1380"/>
                  </a:lnTo>
                  <a:lnTo>
                    <a:pt x="611" y="1112"/>
                  </a:lnTo>
                  <a:close/>
                  <a:moveTo>
                    <a:pt x="858" y="939"/>
                  </a:moveTo>
                  <a:lnTo>
                    <a:pt x="985" y="1247"/>
                  </a:lnTo>
                  <a:lnTo>
                    <a:pt x="1127" y="999"/>
                  </a:lnTo>
                  <a:lnTo>
                    <a:pt x="1121" y="987"/>
                  </a:lnTo>
                  <a:lnTo>
                    <a:pt x="1114" y="974"/>
                  </a:lnTo>
                  <a:lnTo>
                    <a:pt x="858" y="939"/>
                  </a:lnTo>
                  <a:close/>
                  <a:moveTo>
                    <a:pt x="2001" y="714"/>
                  </a:moveTo>
                  <a:lnTo>
                    <a:pt x="2004" y="1032"/>
                  </a:lnTo>
                  <a:lnTo>
                    <a:pt x="2057" y="974"/>
                  </a:lnTo>
                  <a:lnTo>
                    <a:pt x="2050" y="949"/>
                  </a:lnTo>
                  <a:lnTo>
                    <a:pt x="2046" y="924"/>
                  </a:lnTo>
                  <a:lnTo>
                    <a:pt x="2045" y="896"/>
                  </a:lnTo>
                  <a:lnTo>
                    <a:pt x="2047" y="861"/>
                  </a:lnTo>
                  <a:lnTo>
                    <a:pt x="2053" y="829"/>
                  </a:lnTo>
                  <a:lnTo>
                    <a:pt x="2064" y="796"/>
                  </a:lnTo>
                  <a:lnTo>
                    <a:pt x="2001" y="714"/>
                  </a:lnTo>
                  <a:close/>
                  <a:moveTo>
                    <a:pt x="1707" y="687"/>
                  </a:moveTo>
                  <a:lnTo>
                    <a:pt x="1639" y="769"/>
                  </a:lnTo>
                  <a:lnTo>
                    <a:pt x="1648" y="799"/>
                  </a:lnTo>
                  <a:lnTo>
                    <a:pt x="1654" y="831"/>
                  </a:lnTo>
                  <a:lnTo>
                    <a:pt x="1656" y="862"/>
                  </a:lnTo>
                  <a:lnTo>
                    <a:pt x="1654" y="890"/>
                  </a:lnTo>
                  <a:lnTo>
                    <a:pt x="1650" y="917"/>
                  </a:lnTo>
                  <a:lnTo>
                    <a:pt x="1643" y="944"/>
                  </a:lnTo>
                  <a:lnTo>
                    <a:pt x="1710" y="1019"/>
                  </a:lnTo>
                  <a:lnTo>
                    <a:pt x="1707" y="687"/>
                  </a:lnTo>
                  <a:close/>
                  <a:moveTo>
                    <a:pt x="1034" y="557"/>
                  </a:moveTo>
                  <a:lnTo>
                    <a:pt x="936" y="654"/>
                  </a:lnTo>
                  <a:lnTo>
                    <a:pt x="1126" y="681"/>
                  </a:lnTo>
                  <a:lnTo>
                    <a:pt x="1070" y="562"/>
                  </a:lnTo>
                  <a:lnTo>
                    <a:pt x="1052" y="560"/>
                  </a:lnTo>
                  <a:lnTo>
                    <a:pt x="1034" y="557"/>
                  </a:lnTo>
                  <a:close/>
                  <a:moveTo>
                    <a:pt x="1341" y="429"/>
                  </a:moveTo>
                  <a:lnTo>
                    <a:pt x="1338" y="435"/>
                  </a:lnTo>
                  <a:lnTo>
                    <a:pt x="1336" y="439"/>
                  </a:lnTo>
                  <a:lnTo>
                    <a:pt x="1404" y="582"/>
                  </a:lnTo>
                  <a:lnTo>
                    <a:pt x="1413" y="583"/>
                  </a:lnTo>
                  <a:lnTo>
                    <a:pt x="1540" y="429"/>
                  </a:lnTo>
                  <a:lnTo>
                    <a:pt x="1341" y="429"/>
                  </a:lnTo>
                  <a:close/>
                  <a:moveTo>
                    <a:pt x="1101" y="0"/>
                  </a:moveTo>
                  <a:lnTo>
                    <a:pt x="1144" y="4"/>
                  </a:lnTo>
                  <a:lnTo>
                    <a:pt x="1184" y="13"/>
                  </a:lnTo>
                  <a:lnTo>
                    <a:pt x="1223" y="28"/>
                  </a:lnTo>
                  <a:lnTo>
                    <a:pt x="1258" y="49"/>
                  </a:lnTo>
                  <a:lnTo>
                    <a:pt x="1290" y="73"/>
                  </a:lnTo>
                  <a:lnTo>
                    <a:pt x="1318" y="103"/>
                  </a:lnTo>
                  <a:lnTo>
                    <a:pt x="1341" y="137"/>
                  </a:lnTo>
                  <a:lnTo>
                    <a:pt x="1610" y="137"/>
                  </a:lnTo>
                  <a:lnTo>
                    <a:pt x="1633" y="103"/>
                  </a:lnTo>
                  <a:lnTo>
                    <a:pt x="1662" y="73"/>
                  </a:lnTo>
                  <a:lnTo>
                    <a:pt x="1693" y="49"/>
                  </a:lnTo>
                  <a:lnTo>
                    <a:pt x="1728" y="28"/>
                  </a:lnTo>
                  <a:lnTo>
                    <a:pt x="1767" y="13"/>
                  </a:lnTo>
                  <a:lnTo>
                    <a:pt x="1807" y="4"/>
                  </a:lnTo>
                  <a:lnTo>
                    <a:pt x="1851" y="0"/>
                  </a:lnTo>
                  <a:lnTo>
                    <a:pt x="1892" y="4"/>
                  </a:lnTo>
                  <a:lnTo>
                    <a:pt x="1932" y="12"/>
                  </a:lnTo>
                  <a:lnTo>
                    <a:pt x="1970" y="27"/>
                  </a:lnTo>
                  <a:lnTo>
                    <a:pt x="2005" y="46"/>
                  </a:lnTo>
                  <a:lnTo>
                    <a:pt x="2035" y="69"/>
                  </a:lnTo>
                  <a:lnTo>
                    <a:pt x="2064" y="98"/>
                  </a:lnTo>
                  <a:lnTo>
                    <a:pt x="2087" y="129"/>
                  </a:lnTo>
                  <a:lnTo>
                    <a:pt x="2107" y="164"/>
                  </a:lnTo>
                  <a:lnTo>
                    <a:pt x="2121" y="201"/>
                  </a:lnTo>
                  <a:lnTo>
                    <a:pt x="2131" y="241"/>
                  </a:lnTo>
                  <a:lnTo>
                    <a:pt x="2134" y="282"/>
                  </a:lnTo>
                  <a:lnTo>
                    <a:pt x="2131" y="317"/>
                  </a:lnTo>
                  <a:lnTo>
                    <a:pt x="2124" y="351"/>
                  </a:lnTo>
                  <a:lnTo>
                    <a:pt x="2114" y="383"/>
                  </a:lnTo>
                  <a:lnTo>
                    <a:pt x="2295" y="616"/>
                  </a:lnTo>
                  <a:lnTo>
                    <a:pt x="2311" y="615"/>
                  </a:lnTo>
                  <a:lnTo>
                    <a:pt x="2328" y="613"/>
                  </a:lnTo>
                  <a:lnTo>
                    <a:pt x="2369" y="616"/>
                  </a:lnTo>
                  <a:lnTo>
                    <a:pt x="2409" y="626"/>
                  </a:lnTo>
                  <a:lnTo>
                    <a:pt x="2446" y="639"/>
                  </a:lnTo>
                  <a:lnTo>
                    <a:pt x="2481" y="660"/>
                  </a:lnTo>
                  <a:lnTo>
                    <a:pt x="2513" y="683"/>
                  </a:lnTo>
                  <a:lnTo>
                    <a:pt x="2541" y="711"/>
                  </a:lnTo>
                  <a:lnTo>
                    <a:pt x="2565" y="742"/>
                  </a:lnTo>
                  <a:lnTo>
                    <a:pt x="2584" y="777"/>
                  </a:lnTo>
                  <a:lnTo>
                    <a:pt x="2599" y="815"/>
                  </a:lnTo>
                  <a:lnTo>
                    <a:pt x="2607" y="855"/>
                  </a:lnTo>
                  <a:lnTo>
                    <a:pt x="2610" y="896"/>
                  </a:lnTo>
                  <a:lnTo>
                    <a:pt x="2607" y="938"/>
                  </a:lnTo>
                  <a:lnTo>
                    <a:pt x="2599" y="978"/>
                  </a:lnTo>
                  <a:lnTo>
                    <a:pt x="2584" y="1016"/>
                  </a:lnTo>
                  <a:lnTo>
                    <a:pt x="2565" y="1050"/>
                  </a:lnTo>
                  <a:lnTo>
                    <a:pt x="2541" y="1082"/>
                  </a:lnTo>
                  <a:lnTo>
                    <a:pt x="2513" y="1110"/>
                  </a:lnTo>
                  <a:lnTo>
                    <a:pt x="2481" y="1134"/>
                  </a:lnTo>
                  <a:lnTo>
                    <a:pt x="2446" y="1153"/>
                  </a:lnTo>
                  <a:lnTo>
                    <a:pt x="2409" y="1168"/>
                  </a:lnTo>
                  <a:lnTo>
                    <a:pt x="2369" y="1176"/>
                  </a:lnTo>
                  <a:lnTo>
                    <a:pt x="2328" y="1179"/>
                  </a:lnTo>
                  <a:lnTo>
                    <a:pt x="2300" y="1178"/>
                  </a:lnTo>
                  <a:lnTo>
                    <a:pt x="2272" y="1174"/>
                  </a:lnTo>
                  <a:lnTo>
                    <a:pt x="2128" y="1329"/>
                  </a:lnTo>
                  <a:lnTo>
                    <a:pt x="2132" y="1351"/>
                  </a:lnTo>
                  <a:lnTo>
                    <a:pt x="2134" y="1374"/>
                  </a:lnTo>
                  <a:lnTo>
                    <a:pt x="2131" y="1415"/>
                  </a:lnTo>
                  <a:lnTo>
                    <a:pt x="2121" y="1455"/>
                  </a:lnTo>
                  <a:lnTo>
                    <a:pt x="2107" y="1493"/>
                  </a:lnTo>
                  <a:lnTo>
                    <a:pt x="2087" y="1528"/>
                  </a:lnTo>
                  <a:lnTo>
                    <a:pt x="2064" y="1559"/>
                  </a:lnTo>
                  <a:lnTo>
                    <a:pt x="2035" y="1587"/>
                  </a:lnTo>
                  <a:lnTo>
                    <a:pt x="2005" y="1610"/>
                  </a:lnTo>
                  <a:lnTo>
                    <a:pt x="1970" y="1630"/>
                  </a:lnTo>
                  <a:lnTo>
                    <a:pt x="1932" y="1644"/>
                  </a:lnTo>
                  <a:lnTo>
                    <a:pt x="1892" y="1654"/>
                  </a:lnTo>
                  <a:lnTo>
                    <a:pt x="1851" y="1657"/>
                  </a:lnTo>
                  <a:lnTo>
                    <a:pt x="1810" y="1654"/>
                  </a:lnTo>
                  <a:lnTo>
                    <a:pt x="1772" y="1645"/>
                  </a:lnTo>
                  <a:lnTo>
                    <a:pt x="1737" y="1631"/>
                  </a:lnTo>
                  <a:lnTo>
                    <a:pt x="1703" y="1613"/>
                  </a:lnTo>
                  <a:lnTo>
                    <a:pt x="1672" y="1591"/>
                  </a:lnTo>
                  <a:lnTo>
                    <a:pt x="1228" y="1676"/>
                  </a:lnTo>
                  <a:lnTo>
                    <a:pt x="1213" y="1711"/>
                  </a:lnTo>
                  <a:lnTo>
                    <a:pt x="1192" y="1743"/>
                  </a:lnTo>
                  <a:lnTo>
                    <a:pt x="1169" y="1772"/>
                  </a:lnTo>
                  <a:lnTo>
                    <a:pt x="1142" y="1797"/>
                  </a:lnTo>
                  <a:lnTo>
                    <a:pt x="1111" y="1819"/>
                  </a:lnTo>
                  <a:lnTo>
                    <a:pt x="1077" y="1837"/>
                  </a:lnTo>
                  <a:lnTo>
                    <a:pt x="1041" y="1850"/>
                  </a:lnTo>
                  <a:lnTo>
                    <a:pt x="1004" y="1859"/>
                  </a:lnTo>
                  <a:lnTo>
                    <a:pt x="964" y="1861"/>
                  </a:lnTo>
                  <a:lnTo>
                    <a:pt x="924" y="1859"/>
                  </a:lnTo>
                  <a:lnTo>
                    <a:pt x="886" y="1850"/>
                  </a:lnTo>
                  <a:lnTo>
                    <a:pt x="850" y="1836"/>
                  </a:lnTo>
                  <a:lnTo>
                    <a:pt x="816" y="1818"/>
                  </a:lnTo>
                  <a:lnTo>
                    <a:pt x="786" y="1797"/>
                  </a:lnTo>
                  <a:lnTo>
                    <a:pt x="758" y="1771"/>
                  </a:lnTo>
                  <a:lnTo>
                    <a:pt x="735" y="1741"/>
                  </a:lnTo>
                  <a:lnTo>
                    <a:pt x="715" y="1710"/>
                  </a:lnTo>
                  <a:lnTo>
                    <a:pt x="699" y="1675"/>
                  </a:lnTo>
                  <a:lnTo>
                    <a:pt x="490" y="1632"/>
                  </a:lnTo>
                  <a:lnTo>
                    <a:pt x="463" y="1659"/>
                  </a:lnTo>
                  <a:lnTo>
                    <a:pt x="432" y="1681"/>
                  </a:lnTo>
                  <a:lnTo>
                    <a:pt x="398" y="1700"/>
                  </a:lnTo>
                  <a:lnTo>
                    <a:pt x="361" y="1713"/>
                  </a:lnTo>
                  <a:lnTo>
                    <a:pt x="323" y="1721"/>
                  </a:lnTo>
                  <a:lnTo>
                    <a:pt x="283" y="1724"/>
                  </a:lnTo>
                  <a:lnTo>
                    <a:pt x="241" y="1721"/>
                  </a:lnTo>
                  <a:lnTo>
                    <a:pt x="201" y="1713"/>
                  </a:lnTo>
                  <a:lnTo>
                    <a:pt x="164" y="1698"/>
                  </a:lnTo>
                  <a:lnTo>
                    <a:pt x="129" y="1679"/>
                  </a:lnTo>
                  <a:lnTo>
                    <a:pt x="97" y="1655"/>
                  </a:lnTo>
                  <a:lnTo>
                    <a:pt x="70" y="1627"/>
                  </a:lnTo>
                  <a:lnTo>
                    <a:pt x="45" y="1595"/>
                  </a:lnTo>
                  <a:lnTo>
                    <a:pt x="26" y="1561"/>
                  </a:lnTo>
                  <a:lnTo>
                    <a:pt x="11" y="1524"/>
                  </a:lnTo>
                  <a:lnTo>
                    <a:pt x="3" y="1484"/>
                  </a:lnTo>
                  <a:lnTo>
                    <a:pt x="0" y="1441"/>
                  </a:lnTo>
                  <a:lnTo>
                    <a:pt x="3" y="1402"/>
                  </a:lnTo>
                  <a:lnTo>
                    <a:pt x="10" y="1364"/>
                  </a:lnTo>
                  <a:lnTo>
                    <a:pt x="24" y="1328"/>
                  </a:lnTo>
                  <a:lnTo>
                    <a:pt x="41" y="1295"/>
                  </a:lnTo>
                  <a:lnTo>
                    <a:pt x="63" y="1265"/>
                  </a:lnTo>
                  <a:lnTo>
                    <a:pt x="89" y="1237"/>
                  </a:lnTo>
                  <a:lnTo>
                    <a:pt x="117" y="1213"/>
                  </a:lnTo>
                  <a:lnTo>
                    <a:pt x="149" y="1194"/>
                  </a:lnTo>
                  <a:lnTo>
                    <a:pt x="184" y="1178"/>
                  </a:lnTo>
                  <a:lnTo>
                    <a:pt x="221" y="1168"/>
                  </a:lnTo>
                  <a:lnTo>
                    <a:pt x="259" y="1161"/>
                  </a:lnTo>
                  <a:lnTo>
                    <a:pt x="384" y="910"/>
                  </a:lnTo>
                  <a:lnTo>
                    <a:pt x="366" y="876"/>
                  </a:lnTo>
                  <a:lnTo>
                    <a:pt x="353" y="839"/>
                  </a:lnTo>
                  <a:lnTo>
                    <a:pt x="343" y="801"/>
                  </a:lnTo>
                  <a:lnTo>
                    <a:pt x="341" y="760"/>
                  </a:lnTo>
                  <a:lnTo>
                    <a:pt x="343" y="719"/>
                  </a:lnTo>
                  <a:lnTo>
                    <a:pt x="353" y="679"/>
                  </a:lnTo>
                  <a:lnTo>
                    <a:pt x="367" y="641"/>
                  </a:lnTo>
                  <a:lnTo>
                    <a:pt x="386" y="606"/>
                  </a:lnTo>
                  <a:lnTo>
                    <a:pt x="410" y="575"/>
                  </a:lnTo>
                  <a:lnTo>
                    <a:pt x="438" y="547"/>
                  </a:lnTo>
                  <a:lnTo>
                    <a:pt x="470" y="523"/>
                  </a:lnTo>
                  <a:lnTo>
                    <a:pt x="505" y="503"/>
                  </a:lnTo>
                  <a:lnTo>
                    <a:pt x="542" y="489"/>
                  </a:lnTo>
                  <a:lnTo>
                    <a:pt x="582" y="480"/>
                  </a:lnTo>
                  <a:lnTo>
                    <a:pt x="623" y="477"/>
                  </a:lnTo>
                  <a:lnTo>
                    <a:pt x="658" y="480"/>
                  </a:lnTo>
                  <a:lnTo>
                    <a:pt x="691" y="486"/>
                  </a:lnTo>
                  <a:lnTo>
                    <a:pt x="827" y="350"/>
                  </a:lnTo>
                  <a:lnTo>
                    <a:pt x="821" y="317"/>
                  </a:lnTo>
                  <a:lnTo>
                    <a:pt x="817" y="282"/>
                  </a:lnTo>
                  <a:lnTo>
                    <a:pt x="821" y="241"/>
                  </a:lnTo>
                  <a:lnTo>
                    <a:pt x="830" y="201"/>
                  </a:lnTo>
                  <a:lnTo>
                    <a:pt x="844" y="164"/>
                  </a:lnTo>
                  <a:lnTo>
                    <a:pt x="863" y="129"/>
                  </a:lnTo>
                  <a:lnTo>
                    <a:pt x="887" y="98"/>
                  </a:lnTo>
                  <a:lnTo>
                    <a:pt x="915" y="69"/>
                  </a:lnTo>
                  <a:lnTo>
                    <a:pt x="946" y="46"/>
                  </a:lnTo>
                  <a:lnTo>
                    <a:pt x="981" y="27"/>
                  </a:lnTo>
                  <a:lnTo>
                    <a:pt x="1019" y="12"/>
                  </a:lnTo>
                  <a:lnTo>
                    <a:pt x="1059" y="4"/>
                  </a:lnTo>
                  <a:lnTo>
                    <a:pt x="1101"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4" name="Freeform 34">
              <a:extLst>
                <a:ext uri="{FF2B5EF4-FFF2-40B4-BE49-F238E27FC236}">
                  <a16:creationId xmlns:a16="http://schemas.microsoft.com/office/drawing/2014/main" id="{23D0620B-F51C-4044-BE95-3B6FC1424CAB}"/>
                </a:ext>
              </a:extLst>
            </p:cNvPr>
            <p:cNvSpPr>
              <a:spLocks noEditPoints="1"/>
            </p:cNvSpPr>
            <p:nvPr/>
          </p:nvSpPr>
          <p:spPr bwMode="auto">
            <a:xfrm>
              <a:off x="5198577" y="2597856"/>
              <a:ext cx="540984" cy="347520"/>
            </a:xfrm>
            <a:custGeom>
              <a:avLst/>
              <a:gdLst>
                <a:gd name="T0" fmla="*/ 782 w 2113"/>
                <a:gd name="T1" fmla="*/ 1281 h 1363"/>
                <a:gd name="T2" fmla="*/ 1130 w 2113"/>
                <a:gd name="T3" fmla="*/ 671 h 1363"/>
                <a:gd name="T4" fmla="*/ 84 w 2113"/>
                <a:gd name="T5" fmla="*/ 1168 h 1363"/>
                <a:gd name="T6" fmla="*/ 372 w 2113"/>
                <a:gd name="T7" fmla="*/ 593 h 1363"/>
                <a:gd name="T8" fmla="*/ 721 w 2113"/>
                <a:gd name="T9" fmla="*/ 1251 h 1363"/>
                <a:gd name="T10" fmla="*/ 429 w 2113"/>
                <a:gd name="T11" fmla="*/ 553 h 1363"/>
                <a:gd name="T12" fmla="*/ 1645 w 2113"/>
                <a:gd name="T13" fmla="*/ 1070 h 1363"/>
                <a:gd name="T14" fmla="*/ 1636 w 2113"/>
                <a:gd name="T15" fmla="*/ 135 h 1363"/>
                <a:gd name="T16" fmla="*/ 1170 w 2113"/>
                <a:gd name="T17" fmla="*/ 612 h 1363"/>
                <a:gd name="T18" fmla="*/ 1568 w 2113"/>
                <a:gd name="T19" fmla="*/ 127 h 1363"/>
                <a:gd name="T20" fmla="*/ 447 w 2113"/>
                <a:gd name="T21" fmla="*/ 487 h 1363"/>
                <a:gd name="T22" fmla="*/ 841 w 2113"/>
                <a:gd name="T23" fmla="*/ 93 h 1363"/>
                <a:gd name="T24" fmla="*/ 1133 w 2113"/>
                <a:gd name="T25" fmla="*/ 550 h 1363"/>
                <a:gd name="T26" fmla="*/ 905 w 2113"/>
                <a:gd name="T27" fmla="*/ 68 h 1363"/>
                <a:gd name="T28" fmla="*/ 1601 w 2113"/>
                <a:gd name="T29" fmla="*/ 0 h 1363"/>
                <a:gd name="T30" fmla="*/ 1605 w 2113"/>
                <a:gd name="T31" fmla="*/ 0 h 1363"/>
                <a:gd name="T32" fmla="*/ 1606 w 2113"/>
                <a:gd name="T33" fmla="*/ 1 h 1363"/>
                <a:gd name="T34" fmla="*/ 1614 w 2113"/>
                <a:gd name="T35" fmla="*/ 3 h 1363"/>
                <a:gd name="T36" fmla="*/ 1614 w 2113"/>
                <a:gd name="T37" fmla="*/ 3 h 1363"/>
                <a:gd name="T38" fmla="*/ 1623 w 2113"/>
                <a:gd name="T39" fmla="*/ 7 h 1363"/>
                <a:gd name="T40" fmla="*/ 1628 w 2113"/>
                <a:gd name="T41" fmla="*/ 13 h 1363"/>
                <a:gd name="T42" fmla="*/ 2111 w 2113"/>
                <a:gd name="T43" fmla="*/ 638 h 1363"/>
                <a:gd name="T44" fmla="*/ 2110 w 2113"/>
                <a:gd name="T45" fmla="*/ 660 h 1363"/>
                <a:gd name="T46" fmla="*/ 1636 w 2113"/>
                <a:gd name="T47" fmla="*/ 1180 h 1363"/>
                <a:gd name="T48" fmla="*/ 1628 w 2113"/>
                <a:gd name="T49" fmla="*/ 1186 h 1363"/>
                <a:gd name="T50" fmla="*/ 1617 w 2113"/>
                <a:gd name="T51" fmla="*/ 1190 h 1363"/>
                <a:gd name="T52" fmla="*/ 715 w 2113"/>
                <a:gd name="T53" fmla="*/ 1363 h 1363"/>
                <a:gd name="T54" fmla="*/ 27 w 2113"/>
                <a:gd name="T55" fmla="*/ 1226 h 1363"/>
                <a:gd name="T56" fmla="*/ 9 w 2113"/>
                <a:gd name="T57" fmla="*/ 1217 h 1363"/>
                <a:gd name="T58" fmla="*/ 0 w 2113"/>
                <a:gd name="T59" fmla="*/ 1198 h 1363"/>
                <a:gd name="T60" fmla="*/ 3 w 2113"/>
                <a:gd name="T61" fmla="*/ 1177 h 1363"/>
                <a:gd name="T62" fmla="*/ 347 w 2113"/>
                <a:gd name="T63" fmla="*/ 492 h 1363"/>
                <a:gd name="T64" fmla="*/ 351 w 2113"/>
                <a:gd name="T65" fmla="*/ 487 h 1363"/>
                <a:gd name="T66" fmla="*/ 835 w 2113"/>
                <a:gd name="T67" fmla="*/ 4 h 1363"/>
                <a:gd name="T68" fmla="*/ 852 w 2113"/>
                <a:gd name="T69" fmla="*/ 0 h 1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13" h="1363">
                  <a:moveTo>
                    <a:pt x="1130" y="671"/>
                  </a:moveTo>
                  <a:lnTo>
                    <a:pt x="782" y="1281"/>
                  </a:lnTo>
                  <a:lnTo>
                    <a:pt x="1546" y="1134"/>
                  </a:lnTo>
                  <a:lnTo>
                    <a:pt x="1130" y="671"/>
                  </a:lnTo>
                  <a:close/>
                  <a:moveTo>
                    <a:pt x="372" y="593"/>
                  </a:moveTo>
                  <a:lnTo>
                    <a:pt x="84" y="1168"/>
                  </a:lnTo>
                  <a:lnTo>
                    <a:pt x="659" y="1283"/>
                  </a:lnTo>
                  <a:lnTo>
                    <a:pt x="372" y="593"/>
                  </a:lnTo>
                  <a:close/>
                  <a:moveTo>
                    <a:pt x="429" y="553"/>
                  </a:moveTo>
                  <a:lnTo>
                    <a:pt x="721" y="1251"/>
                  </a:lnTo>
                  <a:lnTo>
                    <a:pt x="1069" y="640"/>
                  </a:lnTo>
                  <a:lnTo>
                    <a:pt x="429" y="553"/>
                  </a:lnTo>
                  <a:close/>
                  <a:moveTo>
                    <a:pt x="1636" y="135"/>
                  </a:moveTo>
                  <a:lnTo>
                    <a:pt x="1645" y="1070"/>
                  </a:lnTo>
                  <a:lnTo>
                    <a:pt x="2034" y="645"/>
                  </a:lnTo>
                  <a:lnTo>
                    <a:pt x="1636" y="135"/>
                  </a:lnTo>
                  <a:close/>
                  <a:moveTo>
                    <a:pt x="1568" y="127"/>
                  </a:moveTo>
                  <a:lnTo>
                    <a:pt x="1170" y="612"/>
                  </a:lnTo>
                  <a:lnTo>
                    <a:pt x="1576" y="1067"/>
                  </a:lnTo>
                  <a:lnTo>
                    <a:pt x="1568" y="127"/>
                  </a:lnTo>
                  <a:close/>
                  <a:moveTo>
                    <a:pt x="841" y="93"/>
                  </a:moveTo>
                  <a:lnTo>
                    <a:pt x="447" y="487"/>
                  </a:lnTo>
                  <a:lnTo>
                    <a:pt x="1067" y="571"/>
                  </a:lnTo>
                  <a:lnTo>
                    <a:pt x="841" y="93"/>
                  </a:lnTo>
                  <a:close/>
                  <a:moveTo>
                    <a:pt x="905" y="68"/>
                  </a:moveTo>
                  <a:lnTo>
                    <a:pt x="1133" y="550"/>
                  </a:lnTo>
                  <a:lnTo>
                    <a:pt x="1529" y="68"/>
                  </a:lnTo>
                  <a:lnTo>
                    <a:pt x="905" y="68"/>
                  </a:lnTo>
                  <a:close/>
                  <a:moveTo>
                    <a:pt x="852" y="0"/>
                  </a:moveTo>
                  <a:lnTo>
                    <a:pt x="1601" y="0"/>
                  </a:lnTo>
                  <a:lnTo>
                    <a:pt x="1603" y="0"/>
                  </a:lnTo>
                  <a:lnTo>
                    <a:pt x="1605" y="0"/>
                  </a:lnTo>
                  <a:lnTo>
                    <a:pt x="1606" y="1"/>
                  </a:lnTo>
                  <a:lnTo>
                    <a:pt x="1606" y="1"/>
                  </a:lnTo>
                  <a:lnTo>
                    <a:pt x="1610" y="1"/>
                  </a:lnTo>
                  <a:lnTo>
                    <a:pt x="1614" y="3"/>
                  </a:lnTo>
                  <a:lnTo>
                    <a:pt x="1614" y="3"/>
                  </a:lnTo>
                  <a:lnTo>
                    <a:pt x="1614" y="3"/>
                  </a:lnTo>
                  <a:lnTo>
                    <a:pt x="1619" y="5"/>
                  </a:lnTo>
                  <a:lnTo>
                    <a:pt x="1623" y="7"/>
                  </a:lnTo>
                  <a:lnTo>
                    <a:pt x="1626" y="10"/>
                  </a:lnTo>
                  <a:lnTo>
                    <a:pt x="1628" y="13"/>
                  </a:lnTo>
                  <a:lnTo>
                    <a:pt x="2105" y="626"/>
                  </a:lnTo>
                  <a:lnTo>
                    <a:pt x="2111" y="638"/>
                  </a:lnTo>
                  <a:lnTo>
                    <a:pt x="2113" y="649"/>
                  </a:lnTo>
                  <a:lnTo>
                    <a:pt x="2110" y="660"/>
                  </a:lnTo>
                  <a:lnTo>
                    <a:pt x="2103" y="670"/>
                  </a:lnTo>
                  <a:lnTo>
                    <a:pt x="1636" y="1180"/>
                  </a:lnTo>
                  <a:lnTo>
                    <a:pt x="1633" y="1183"/>
                  </a:lnTo>
                  <a:lnTo>
                    <a:pt x="1628" y="1186"/>
                  </a:lnTo>
                  <a:lnTo>
                    <a:pt x="1624" y="1188"/>
                  </a:lnTo>
                  <a:lnTo>
                    <a:pt x="1617" y="1190"/>
                  </a:lnTo>
                  <a:lnTo>
                    <a:pt x="722" y="1362"/>
                  </a:lnTo>
                  <a:lnTo>
                    <a:pt x="715" y="1363"/>
                  </a:lnTo>
                  <a:lnTo>
                    <a:pt x="709" y="1362"/>
                  </a:lnTo>
                  <a:lnTo>
                    <a:pt x="27" y="1226"/>
                  </a:lnTo>
                  <a:lnTo>
                    <a:pt x="17" y="1223"/>
                  </a:lnTo>
                  <a:lnTo>
                    <a:pt x="9" y="1217"/>
                  </a:lnTo>
                  <a:lnTo>
                    <a:pt x="3" y="1208"/>
                  </a:lnTo>
                  <a:lnTo>
                    <a:pt x="0" y="1198"/>
                  </a:lnTo>
                  <a:lnTo>
                    <a:pt x="0" y="1187"/>
                  </a:lnTo>
                  <a:lnTo>
                    <a:pt x="3" y="1177"/>
                  </a:lnTo>
                  <a:lnTo>
                    <a:pt x="343" y="496"/>
                  </a:lnTo>
                  <a:lnTo>
                    <a:pt x="347" y="492"/>
                  </a:lnTo>
                  <a:lnTo>
                    <a:pt x="347" y="492"/>
                  </a:lnTo>
                  <a:lnTo>
                    <a:pt x="351" y="487"/>
                  </a:lnTo>
                  <a:lnTo>
                    <a:pt x="827" y="10"/>
                  </a:lnTo>
                  <a:lnTo>
                    <a:pt x="835" y="4"/>
                  </a:lnTo>
                  <a:lnTo>
                    <a:pt x="843" y="0"/>
                  </a:lnTo>
                  <a:lnTo>
                    <a:pt x="852"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6" name="Freeform 35">
              <a:extLst>
                <a:ext uri="{FF2B5EF4-FFF2-40B4-BE49-F238E27FC236}">
                  <a16:creationId xmlns:a16="http://schemas.microsoft.com/office/drawing/2014/main" id="{01FC9746-FD21-49CE-9670-07736FEEEC0A}"/>
                </a:ext>
              </a:extLst>
            </p:cNvPr>
            <p:cNvSpPr>
              <a:spLocks noEditPoints="1"/>
            </p:cNvSpPr>
            <p:nvPr/>
          </p:nvSpPr>
          <p:spPr bwMode="auto">
            <a:xfrm>
              <a:off x="5164541" y="2562029"/>
              <a:ext cx="609055" cy="419173"/>
            </a:xfrm>
            <a:custGeom>
              <a:avLst/>
              <a:gdLst>
                <a:gd name="T0" fmla="*/ 962 w 2386"/>
                <a:gd name="T1" fmla="*/ 1336 h 1637"/>
                <a:gd name="T2" fmla="*/ 1022 w 2386"/>
                <a:gd name="T3" fmla="*/ 1466 h 1637"/>
                <a:gd name="T4" fmla="*/ 962 w 2386"/>
                <a:gd name="T5" fmla="*/ 1597 h 1637"/>
                <a:gd name="T6" fmla="*/ 822 w 2386"/>
                <a:gd name="T7" fmla="*/ 1633 h 1637"/>
                <a:gd name="T8" fmla="*/ 705 w 2386"/>
                <a:gd name="T9" fmla="*/ 1552 h 1637"/>
                <a:gd name="T10" fmla="*/ 693 w 2386"/>
                <a:gd name="T11" fmla="*/ 1406 h 1637"/>
                <a:gd name="T12" fmla="*/ 793 w 2386"/>
                <a:gd name="T13" fmla="*/ 1306 h 1637"/>
                <a:gd name="T14" fmla="*/ 230 w 2386"/>
                <a:gd name="T15" fmla="*/ 1170 h 1637"/>
                <a:gd name="T16" fmla="*/ 330 w 2386"/>
                <a:gd name="T17" fmla="*/ 1270 h 1637"/>
                <a:gd name="T18" fmla="*/ 318 w 2386"/>
                <a:gd name="T19" fmla="*/ 1416 h 1637"/>
                <a:gd name="T20" fmla="*/ 202 w 2386"/>
                <a:gd name="T21" fmla="*/ 1497 h 1637"/>
                <a:gd name="T22" fmla="*/ 61 w 2386"/>
                <a:gd name="T23" fmla="*/ 1460 h 1637"/>
                <a:gd name="T24" fmla="*/ 0 w 2386"/>
                <a:gd name="T25" fmla="*/ 1329 h 1637"/>
                <a:gd name="T26" fmla="*/ 61 w 2386"/>
                <a:gd name="T27" fmla="*/ 1199 h 1637"/>
                <a:gd name="T28" fmla="*/ 1739 w 2386"/>
                <a:gd name="T29" fmla="*/ 1092 h 1637"/>
                <a:gd name="T30" fmla="*/ 1869 w 2386"/>
                <a:gd name="T31" fmla="*/ 1152 h 1637"/>
                <a:gd name="T32" fmla="*/ 1907 w 2386"/>
                <a:gd name="T33" fmla="*/ 1292 h 1637"/>
                <a:gd name="T34" fmla="*/ 1824 w 2386"/>
                <a:gd name="T35" fmla="*/ 1408 h 1637"/>
                <a:gd name="T36" fmla="*/ 1679 w 2386"/>
                <a:gd name="T37" fmla="*/ 1421 h 1637"/>
                <a:gd name="T38" fmla="*/ 1579 w 2386"/>
                <a:gd name="T39" fmla="*/ 1321 h 1637"/>
                <a:gd name="T40" fmla="*/ 1592 w 2386"/>
                <a:gd name="T41" fmla="*/ 1175 h 1637"/>
                <a:gd name="T42" fmla="*/ 1708 w 2386"/>
                <a:gd name="T43" fmla="*/ 1094 h 1637"/>
                <a:gd name="T44" fmla="*/ 2302 w 2386"/>
                <a:gd name="T45" fmla="*/ 637 h 1637"/>
                <a:gd name="T46" fmla="*/ 2383 w 2386"/>
                <a:gd name="T47" fmla="*/ 754 h 1637"/>
                <a:gd name="T48" fmla="*/ 2346 w 2386"/>
                <a:gd name="T49" fmla="*/ 894 h 1637"/>
                <a:gd name="T50" fmla="*/ 2215 w 2386"/>
                <a:gd name="T51" fmla="*/ 955 h 1637"/>
                <a:gd name="T52" fmla="*/ 2085 w 2386"/>
                <a:gd name="T53" fmla="*/ 894 h 1637"/>
                <a:gd name="T54" fmla="*/ 2048 w 2386"/>
                <a:gd name="T55" fmla="*/ 754 h 1637"/>
                <a:gd name="T56" fmla="*/ 2129 w 2386"/>
                <a:gd name="T57" fmla="*/ 637 h 1637"/>
                <a:gd name="T58" fmla="*/ 1292 w 2386"/>
                <a:gd name="T59" fmla="*/ 582 h 1637"/>
                <a:gd name="T60" fmla="*/ 1408 w 2386"/>
                <a:gd name="T61" fmla="*/ 665 h 1637"/>
                <a:gd name="T62" fmla="*/ 1421 w 2386"/>
                <a:gd name="T63" fmla="*/ 810 h 1637"/>
                <a:gd name="T64" fmla="*/ 1320 w 2386"/>
                <a:gd name="T65" fmla="*/ 910 h 1637"/>
                <a:gd name="T66" fmla="*/ 1176 w 2386"/>
                <a:gd name="T67" fmla="*/ 897 h 1637"/>
                <a:gd name="T68" fmla="*/ 1093 w 2386"/>
                <a:gd name="T69" fmla="*/ 781 h 1637"/>
                <a:gd name="T70" fmla="*/ 1131 w 2386"/>
                <a:gd name="T71" fmla="*/ 641 h 1637"/>
                <a:gd name="T72" fmla="*/ 1261 w 2386"/>
                <a:gd name="T73" fmla="*/ 580 h 1637"/>
                <a:gd name="T74" fmla="*/ 621 w 2386"/>
                <a:gd name="T75" fmla="*/ 518 h 1637"/>
                <a:gd name="T76" fmla="*/ 682 w 2386"/>
                <a:gd name="T77" fmla="*/ 648 h 1637"/>
                <a:gd name="T78" fmla="*/ 621 w 2386"/>
                <a:gd name="T79" fmla="*/ 779 h 1637"/>
                <a:gd name="T80" fmla="*/ 480 w 2386"/>
                <a:gd name="T81" fmla="*/ 816 h 1637"/>
                <a:gd name="T82" fmla="*/ 364 w 2386"/>
                <a:gd name="T83" fmla="*/ 735 h 1637"/>
                <a:gd name="T84" fmla="*/ 352 w 2386"/>
                <a:gd name="T85" fmla="*/ 589 h 1637"/>
                <a:gd name="T86" fmla="*/ 452 w 2386"/>
                <a:gd name="T87" fmla="*/ 488 h 1637"/>
                <a:gd name="T88" fmla="*/ 1798 w 2386"/>
                <a:gd name="T89" fmla="*/ 11 h 1637"/>
                <a:gd name="T90" fmla="*/ 1898 w 2386"/>
                <a:gd name="T91" fmla="*/ 111 h 1637"/>
                <a:gd name="T92" fmla="*/ 1885 w 2386"/>
                <a:gd name="T93" fmla="*/ 257 h 1637"/>
                <a:gd name="T94" fmla="*/ 1769 w 2386"/>
                <a:gd name="T95" fmla="*/ 338 h 1637"/>
                <a:gd name="T96" fmla="*/ 1629 w 2386"/>
                <a:gd name="T97" fmla="*/ 301 h 1637"/>
                <a:gd name="T98" fmla="*/ 1569 w 2386"/>
                <a:gd name="T99" fmla="*/ 170 h 1637"/>
                <a:gd name="T100" fmla="*/ 1629 w 2386"/>
                <a:gd name="T101" fmla="*/ 40 h 1637"/>
                <a:gd name="T102" fmla="*/ 989 w 2386"/>
                <a:gd name="T103" fmla="*/ 0 h 1637"/>
                <a:gd name="T104" fmla="*/ 1119 w 2386"/>
                <a:gd name="T105" fmla="*/ 62 h 1637"/>
                <a:gd name="T106" fmla="*/ 1157 w 2386"/>
                <a:gd name="T107" fmla="*/ 201 h 1637"/>
                <a:gd name="T108" fmla="*/ 1074 w 2386"/>
                <a:gd name="T109" fmla="*/ 318 h 1637"/>
                <a:gd name="T110" fmla="*/ 929 w 2386"/>
                <a:gd name="T111" fmla="*/ 331 h 1637"/>
                <a:gd name="T112" fmla="*/ 829 w 2386"/>
                <a:gd name="T113" fmla="*/ 231 h 1637"/>
                <a:gd name="T114" fmla="*/ 842 w 2386"/>
                <a:gd name="T115" fmla="*/ 85 h 1637"/>
                <a:gd name="T116" fmla="*/ 958 w 2386"/>
                <a:gd name="T117" fmla="*/ 4 h 16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386" h="1637">
                  <a:moveTo>
                    <a:pt x="852" y="1295"/>
                  </a:moveTo>
                  <a:lnTo>
                    <a:pt x="883" y="1299"/>
                  </a:lnTo>
                  <a:lnTo>
                    <a:pt x="911" y="1306"/>
                  </a:lnTo>
                  <a:lnTo>
                    <a:pt x="938" y="1319"/>
                  </a:lnTo>
                  <a:lnTo>
                    <a:pt x="962" y="1336"/>
                  </a:lnTo>
                  <a:lnTo>
                    <a:pt x="982" y="1357"/>
                  </a:lnTo>
                  <a:lnTo>
                    <a:pt x="999" y="1380"/>
                  </a:lnTo>
                  <a:lnTo>
                    <a:pt x="1012" y="1406"/>
                  </a:lnTo>
                  <a:lnTo>
                    <a:pt x="1020" y="1435"/>
                  </a:lnTo>
                  <a:lnTo>
                    <a:pt x="1022" y="1466"/>
                  </a:lnTo>
                  <a:lnTo>
                    <a:pt x="1020" y="1496"/>
                  </a:lnTo>
                  <a:lnTo>
                    <a:pt x="1012" y="1526"/>
                  </a:lnTo>
                  <a:lnTo>
                    <a:pt x="999" y="1552"/>
                  </a:lnTo>
                  <a:lnTo>
                    <a:pt x="982" y="1575"/>
                  </a:lnTo>
                  <a:lnTo>
                    <a:pt x="962" y="1597"/>
                  </a:lnTo>
                  <a:lnTo>
                    <a:pt x="938" y="1613"/>
                  </a:lnTo>
                  <a:lnTo>
                    <a:pt x="911" y="1626"/>
                  </a:lnTo>
                  <a:lnTo>
                    <a:pt x="883" y="1633"/>
                  </a:lnTo>
                  <a:lnTo>
                    <a:pt x="852" y="1637"/>
                  </a:lnTo>
                  <a:lnTo>
                    <a:pt x="822" y="1633"/>
                  </a:lnTo>
                  <a:lnTo>
                    <a:pt x="793" y="1626"/>
                  </a:lnTo>
                  <a:lnTo>
                    <a:pt x="767" y="1613"/>
                  </a:lnTo>
                  <a:lnTo>
                    <a:pt x="742" y="1597"/>
                  </a:lnTo>
                  <a:lnTo>
                    <a:pt x="722" y="1575"/>
                  </a:lnTo>
                  <a:lnTo>
                    <a:pt x="705" y="1552"/>
                  </a:lnTo>
                  <a:lnTo>
                    <a:pt x="693" y="1526"/>
                  </a:lnTo>
                  <a:lnTo>
                    <a:pt x="684" y="1496"/>
                  </a:lnTo>
                  <a:lnTo>
                    <a:pt x="682" y="1466"/>
                  </a:lnTo>
                  <a:lnTo>
                    <a:pt x="684" y="1435"/>
                  </a:lnTo>
                  <a:lnTo>
                    <a:pt x="693" y="1406"/>
                  </a:lnTo>
                  <a:lnTo>
                    <a:pt x="705" y="1380"/>
                  </a:lnTo>
                  <a:lnTo>
                    <a:pt x="722" y="1357"/>
                  </a:lnTo>
                  <a:lnTo>
                    <a:pt x="742" y="1336"/>
                  </a:lnTo>
                  <a:lnTo>
                    <a:pt x="767" y="1319"/>
                  </a:lnTo>
                  <a:lnTo>
                    <a:pt x="793" y="1306"/>
                  </a:lnTo>
                  <a:lnTo>
                    <a:pt x="822" y="1299"/>
                  </a:lnTo>
                  <a:lnTo>
                    <a:pt x="852" y="1295"/>
                  </a:lnTo>
                  <a:close/>
                  <a:moveTo>
                    <a:pt x="171" y="1159"/>
                  </a:moveTo>
                  <a:lnTo>
                    <a:pt x="202" y="1162"/>
                  </a:lnTo>
                  <a:lnTo>
                    <a:pt x="230" y="1170"/>
                  </a:lnTo>
                  <a:lnTo>
                    <a:pt x="257" y="1182"/>
                  </a:lnTo>
                  <a:lnTo>
                    <a:pt x="281" y="1199"/>
                  </a:lnTo>
                  <a:lnTo>
                    <a:pt x="301" y="1219"/>
                  </a:lnTo>
                  <a:lnTo>
                    <a:pt x="318" y="1244"/>
                  </a:lnTo>
                  <a:lnTo>
                    <a:pt x="330" y="1270"/>
                  </a:lnTo>
                  <a:lnTo>
                    <a:pt x="338" y="1299"/>
                  </a:lnTo>
                  <a:lnTo>
                    <a:pt x="341" y="1329"/>
                  </a:lnTo>
                  <a:lnTo>
                    <a:pt x="338" y="1360"/>
                  </a:lnTo>
                  <a:lnTo>
                    <a:pt x="330" y="1389"/>
                  </a:lnTo>
                  <a:lnTo>
                    <a:pt x="318" y="1416"/>
                  </a:lnTo>
                  <a:lnTo>
                    <a:pt x="301" y="1439"/>
                  </a:lnTo>
                  <a:lnTo>
                    <a:pt x="281" y="1460"/>
                  </a:lnTo>
                  <a:lnTo>
                    <a:pt x="257" y="1477"/>
                  </a:lnTo>
                  <a:lnTo>
                    <a:pt x="230" y="1490"/>
                  </a:lnTo>
                  <a:lnTo>
                    <a:pt x="202" y="1497"/>
                  </a:lnTo>
                  <a:lnTo>
                    <a:pt x="171" y="1500"/>
                  </a:lnTo>
                  <a:lnTo>
                    <a:pt x="140" y="1497"/>
                  </a:lnTo>
                  <a:lnTo>
                    <a:pt x="111" y="1490"/>
                  </a:lnTo>
                  <a:lnTo>
                    <a:pt x="84" y="1477"/>
                  </a:lnTo>
                  <a:lnTo>
                    <a:pt x="61" y="1460"/>
                  </a:lnTo>
                  <a:lnTo>
                    <a:pt x="40" y="1439"/>
                  </a:lnTo>
                  <a:lnTo>
                    <a:pt x="23" y="1416"/>
                  </a:lnTo>
                  <a:lnTo>
                    <a:pt x="11" y="1389"/>
                  </a:lnTo>
                  <a:lnTo>
                    <a:pt x="3" y="1360"/>
                  </a:lnTo>
                  <a:lnTo>
                    <a:pt x="0" y="1329"/>
                  </a:lnTo>
                  <a:lnTo>
                    <a:pt x="3" y="1299"/>
                  </a:lnTo>
                  <a:lnTo>
                    <a:pt x="11" y="1270"/>
                  </a:lnTo>
                  <a:lnTo>
                    <a:pt x="23" y="1244"/>
                  </a:lnTo>
                  <a:lnTo>
                    <a:pt x="40" y="1219"/>
                  </a:lnTo>
                  <a:lnTo>
                    <a:pt x="61" y="1199"/>
                  </a:lnTo>
                  <a:lnTo>
                    <a:pt x="84" y="1182"/>
                  </a:lnTo>
                  <a:lnTo>
                    <a:pt x="111" y="1170"/>
                  </a:lnTo>
                  <a:lnTo>
                    <a:pt x="140" y="1162"/>
                  </a:lnTo>
                  <a:lnTo>
                    <a:pt x="171" y="1159"/>
                  </a:lnTo>
                  <a:close/>
                  <a:moveTo>
                    <a:pt x="1739" y="1092"/>
                  </a:moveTo>
                  <a:lnTo>
                    <a:pt x="1769" y="1094"/>
                  </a:lnTo>
                  <a:lnTo>
                    <a:pt x="1798" y="1102"/>
                  </a:lnTo>
                  <a:lnTo>
                    <a:pt x="1824" y="1115"/>
                  </a:lnTo>
                  <a:lnTo>
                    <a:pt x="1848" y="1131"/>
                  </a:lnTo>
                  <a:lnTo>
                    <a:pt x="1869" y="1152"/>
                  </a:lnTo>
                  <a:lnTo>
                    <a:pt x="1885" y="1175"/>
                  </a:lnTo>
                  <a:lnTo>
                    <a:pt x="1898" y="1202"/>
                  </a:lnTo>
                  <a:lnTo>
                    <a:pt x="1907" y="1231"/>
                  </a:lnTo>
                  <a:lnTo>
                    <a:pt x="1909" y="1262"/>
                  </a:lnTo>
                  <a:lnTo>
                    <a:pt x="1907" y="1292"/>
                  </a:lnTo>
                  <a:lnTo>
                    <a:pt x="1898" y="1321"/>
                  </a:lnTo>
                  <a:lnTo>
                    <a:pt x="1885" y="1347"/>
                  </a:lnTo>
                  <a:lnTo>
                    <a:pt x="1869" y="1372"/>
                  </a:lnTo>
                  <a:lnTo>
                    <a:pt x="1848" y="1392"/>
                  </a:lnTo>
                  <a:lnTo>
                    <a:pt x="1824" y="1408"/>
                  </a:lnTo>
                  <a:lnTo>
                    <a:pt x="1798" y="1421"/>
                  </a:lnTo>
                  <a:lnTo>
                    <a:pt x="1769" y="1430"/>
                  </a:lnTo>
                  <a:lnTo>
                    <a:pt x="1739" y="1432"/>
                  </a:lnTo>
                  <a:lnTo>
                    <a:pt x="1708" y="1430"/>
                  </a:lnTo>
                  <a:lnTo>
                    <a:pt x="1679" y="1421"/>
                  </a:lnTo>
                  <a:lnTo>
                    <a:pt x="1652" y="1408"/>
                  </a:lnTo>
                  <a:lnTo>
                    <a:pt x="1629" y="1392"/>
                  </a:lnTo>
                  <a:lnTo>
                    <a:pt x="1608" y="1372"/>
                  </a:lnTo>
                  <a:lnTo>
                    <a:pt x="1592" y="1347"/>
                  </a:lnTo>
                  <a:lnTo>
                    <a:pt x="1579" y="1321"/>
                  </a:lnTo>
                  <a:lnTo>
                    <a:pt x="1571" y="1292"/>
                  </a:lnTo>
                  <a:lnTo>
                    <a:pt x="1569" y="1262"/>
                  </a:lnTo>
                  <a:lnTo>
                    <a:pt x="1571" y="1231"/>
                  </a:lnTo>
                  <a:lnTo>
                    <a:pt x="1579" y="1202"/>
                  </a:lnTo>
                  <a:lnTo>
                    <a:pt x="1592" y="1175"/>
                  </a:lnTo>
                  <a:lnTo>
                    <a:pt x="1608" y="1152"/>
                  </a:lnTo>
                  <a:lnTo>
                    <a:pt x="1629" y="1131"/>
                  </a:lnTo>
                  <a:lnTo>
                    <a:pt x="1652" y="1115"/>
                  </a:lnTo>
                  <a:lnTo>
                    <a:pt x="1679" y="1102"/>
                  </a:lnTo>
                  <a:lnTo>
                    <a:pt x="1708" y="1094"/>
                  </a:lnTo>
                  <a:lnTo>
                    <a:pt x="1739" y="1092"/>
                  </a:lnTo>
                  <a:close/>
                  <a:moveTo>
                    <a:pt x="2215" y="614"/>
                  </a:moveTo>
                  <a:lnTo>
                    <a:pt x="2246" y="616"/>
                  </a:lnTo>
                  <a:lnTo>
                    <a:pt x="2275" y="625"/>
                  </a:lnTo>
                  <a:lnTo>
                    <a:pt x="2302" y="637"/>
                  </a:lnTo>
                  <a:lnTo>
                    <a:pt x="2325" y="654"/>
                  </a:lnTo>
                  <a:lnTo>
                    <a:pt x="2346" y="674"/>
                  </a:lnTo>
                  <a:lnTo>
                    <a:pt x="2363" y="699"/>
                  </a:lnTo>
                  <a:lnTo>
                    <a:pt x="2376" y="725"/>
                  </a:lnTo>
                  <a:lnTo>
                    <a:pt x="2383" y="754"/>
                  </a:lnTo>
                  <a:lnTo>
                    <a:pt x="2386" y="784"/>
                  </a:lnTo>
                  <a:lnTo>
                    <a:pt x="2383" y="815"/>
                  </a:lnTo>
                  <a:lnTo>
                    <a:pt x="2376" y="843"/>
                  </a:lnTo>
                  <a:lnTo>
                    <a:pt x="2363" y="871"/>
                  </a:lnTo>
                  <a:lnTo>
                    <a:pt x="2346" y="894"/>
                  </a:lnTo>
                  <a:lnTo>
                    <a:pt x="2325" y="915"/>
                  </a:lnTo>
                  <a:lnTo>
                    <a:pt x="2302" y="931"/>
                  </a:lnTo>
                  <a:lnTo>
                    <a:pt x="2275" y="944"/>
                  </a:lnTo>
                  <a:lnTo>
                    <a:pt x="2246" y="952"/>
                  </a:lnTo>
                  <a:lnTo>
                    <a:pt x="2215" y="955"/>
                  </a:lnTo>
                  <a:lnTo>
                    <a:pt x="2185" y="952"/>
                  </a:lnTo>
                  <a:lnTo>
                    <a:pt x="2156" y="944"/>
                  </a:lnTo>
                  <a:lnTo>
                    <a:pt x="2129" y="931"/>
                  </a:lnTo>
                  <a:lnTo>
                    <a:pt x="2106" y="915"/>
                  </a:lnTo>
                  <a:lnTo>
                    <a:pt x="2085" y="894"/>
                  </a:lnTo>
                  <a:lnTo>
                    <a:pt x="2068" y="871"/>
                  </a:lnTo>
                  <a:lnTo>
                    <a:pt x="2056" y="843"/>
                  </a:lnTo>
                  <a:lnTo>
                    <a:pt x="2048" y="815"/>
                  </a:lnTo>
                  <a:lnTo>
                    <a:pt x="2045" y="784"/>
                  </a:lnTo>
                  <a:lnTo>
                    <a:pt x="2048" y="754"/>
                  </a:lnTo>
                  <a:lnTo>
                    <a:pt x="2056" y="725"/>
                  </a:lnTo>
                  <a:lnTo>
                    <a:pt x="2068" y="699"/>
                  </a:lnTo>
                  <a:lnTo>
                    <a:pt x="2085" y="674"/>
                  </a:lnTo>
                  <a:lnTo>
                    <a:pt x="2106" y="654"/>
                  </a:lnTo>
                  <a:lnTo>
                    <a:pt x="2129" y="637"/>
                  </a:lnTo>
                  <a:lnTo>
                    <a:pt x="2156" y="625"/>
                  </a:lnTo>
                  <a:lnTo>
                    <a:pt x="2185" y="616"/>
                  </a:lnTo>
                  <a:lnTo>
                    <a:pt x="2215" y="614"/>
                  </a:lnTo>
                  <a:close/>
                  <a:moveTo>
                    <a:pt x="1261" y="580"/>
                  </a:moveTo>
                  <a:lnTo>
                    <a:pt x="1292" y="582"/>
                  </a:lnTo>
                  <a:lnTo>
                    <a:pt x="1320" y="591"/>
                  </a:lnTo>
                  <a:lnTo>
                    <a:pt x="1348" y="604"/>
                  </a:lnTo>
                  <a:lnTo>
                    <a:pt x="1371" y="620"/>
                  </a:lnTo>
                  <a:lnTo>
                    <a:pt x="1392" y="641"/>
                  </a:lnTo>
                  <a:lnTo>
                    <a:pt x="1408" y="665"/>
                  </a:lnTo>
                  <a:lnTo>
                    <a:pt x="1421" y="691"/>
                  </a:lnTo>
                  <a:lnTo>
                    <a:pt x="1429" y="720"/>
                  </a:lnTo>
                  <a:lnTo>
                    <a:pt x="1431" y="750"/>
                  </a:lnTo>
                  <a:lnTo>
                    <a:pt x="1429" y="781"/>
                  </a:lnTo>
                  <a:lnTo>
                    <a:pt x="1421" y="810"/>
                  </a:lnTo>
                  <a:lnTo>
                    <a:pt x="1408" y="836"/>
                  </a:lnTo>
                  <a:lnTo>
                    <a:pt x="1392" y="860"/>
                  </a:lnTo>
                  <a:lnTo>
                    <a:pt x="1371" y="880"/>
                  </a:lnTo>
                  <a:lnTo>
                    <a:pt x="1348" y="897"/>
                  </a:lnTo>
                  <a:lnTo>
                    <a:pt x="1320" y="910"/>
                  </a:lnTo>
                  <a:lnTo>
                    <a:pt x="1292" y="918"/>
                  </a:lnTo>
                  <a:lnTo>
                    <a:pt x="1261" y="920"/>
                  </a:lnTo>
                  <a:lnTo>
                    <a:pt x="1230" y="918"/>
                  </a:lnTo>
                  <a:lnTo>
                    <a:pt x="1202" y="910"/>
                  </a:lnTo>
                  <a:lnTo>
                    <a:pt x="1176" y="897"/>
                  </a:lnTo>
                  <a:lnTo>
                    <a:pt x="1151" y="880"/>
                  </a:lnTo>
                  <a:lnTo>
                    <a:pt x="1131" y="860"/>
                  </a:lnTo>
                  <a:lnTo>
                    <a:pt x="1114" y="836"/>
                  </a:lnTo>
                  <a:lnTo>
                    <a:pt x="1102" y="810"/>
                  </a:lnTo>
                  <a:lnTo>
                    <a:pt x="1093" y="781"/>
                  </a:lnTo>
                  <a:lnTo>
                    <a:pt x="1091" y="750"/>
                  </a:lnTo>
                  <a:lnTo>
                    <a:pt x="1093" y="720"/>
                  </a:lnTo>
                  <a:lnTo>
                    <a:pt x="1102" y="691"/>
                  </a:lnTo>
                  <a:lnTo>
                    <a:pt x="1114" y="665"/>
                  </a:lnTo>
                  <a:lnTo>
                    <a:pt x="1131" y="641"/>
                  </a:lnTo>
                  <a:lnTo>
                    <a:pt x="1151" y="620"/>
                  </a:lnTo>
                  <a:lnTo>
                    <a:pt x="1176" y="604"/>
                  </a:lnTo>
                  <a:lnTo>
                    <a:pt x="1202" y="591"/>
                  </a:lnTo>
                  <a:lnTo>
                    <a:pt x="1230" y="582"/>
                  </a:lnTo>
                  <a:lnTo>
                    <a:pt x="1261" y="580"/>
                  </a:lnTo>
                  <a:close/>
                  <a:moveTo>
                    <a:pt x="511" y="478"/>
                  </a:moveTo>
                  <a:lnTo>
                    <a:pt x="542" y="480"/>
                  </a:lnTo>
                  <a:lnTo>
                    <a:pt x="571" y="488"/>
                  </a:lnTo>
                  <a:lnTo>
                    <a:pt x="598" y="501"/>
                  </a:lnTo>
                  <a:lnTo>
                    <a:pt x="621" y="518"/>
                  </a:lnTo>
                  <a:lnTo>
                    <a:pt x="642" y="538"/>
                  </a:lnTo>
                  <a:lnTo>
                    <a:pt x="659" y="562"/>
                  </a:lnTo>
                  <a:lnTo>
                    <a:pt x="672" y="589"/>
                  </a:lnTo>
                  <a:lnTo>
                    <a:pt x="679" y="617"/>
                  </a:lnTo>
                  <a:lnTo>
                    <a:pt x="682" y="648"/>
                  </a:lnTo>
                  <a:lnTo>
                    <a:pt x="679" y="679"/>
                  </a:lnTo>
                  <a:lnTo>
                    <a:pt x="672" y="707"/>
                  </a:lnTo>
                  <a:lnTo>
                    <a:pt x="659" y="735"/>
                  </a:lnTo>
                  <a:lnTo>
                    <a:pt x="642" y="758"/>
                  </a:lnTo>
                  <a:lnTo>
                    <a:pt x="621" y="779"/>
                  </a:lnTo>
                  <a:lnTo>
                    <a:pt x="598" y="795"/>
                  </a:lnTo>
                  <a:lnTo>
                    <a:pt x="571" y="807"/>
                  </a:lnTo>
                  <a:lnTo>
                    <a:pt x="542" y="816"/>
                  </a:lnTo>
                  <a:lnTo>
                    <a:pt x="511" y="818"/>
                  </a:lnTo>
                  <a:lnTo>
                    <a:pt x="480" y="816"/>
                  </a:lnTo>
                  <a:lnTo>
                    <a:pt x="452" y="807"/>
                  </a:lnTo>
                  <a:lnTo>
                    <a:pt x="426" y="795"/>
                  </a:lnTo>
                  <a:lnTo>
                    <a:pt x="401" y="779"/>
                  </a:lnTo>
                  <a:lnTo>
                    <a:pt x="381" y="758"/>
                  </a:lnTo>
                  <a:lnTo>
                    <a:pt x="364" y="735"/>
                  </a:lnTo>
                  <a:lnTo>
                    <a:pt x="352" y="707"/>
                  </a:lnTo>
                  <a:lnTo>
                    <a:pt x="344" y="679"/>
                  </a:lnTo>
                  <a:lnTo>
                    <a:pt x="341" y="648"/>
                  </a:lnTo>
                  <a:lnTo>
                    <a:pt x="344" y="617"/>
                  </a:lnTo>
                  <a:lnTo>
                    <a:pt x="352" y="589"/>
                  </a:lnTo>
                  <a:lnTo>
                    <a:pt x="364" y="562"/>
                  </a:lnTo>
                  <a:lnTo>
                    <a:pt x="381" y="538"/>
                  </a:lnTo>
                  <a:lnTo>
                    <a:pt x="401" y="518"/>
                  </a:lnTo>
                  <a:lnTo>
                    <a:pt x="426" y="501"/>
                  </a:lnTo>
                  <a:lnTo>
                    <a:pt x="452" y="488"/>
                  </a:lnTo>
                  <a:lnTo>
                    <a:pt x="480" y="480"/>
                  </a:lnTo>
                  <a:lnTo>
                    <a:pt x="511" y="478"/>
                  </a:lnTo>
                  <a:close/>
                  <a:moveTo>
                    <a:pt x="1739" y="0"/>
                  </a:moveTo>
                  <a:lnTo>
                    <a:pt x="1769" y="4"/>
                  </a:lnTo>
                  <a:lnTo>
                    <a:pt x="1798" y="11"/>
                  </a:lnTo>
                  <a:lnTo>
                    <a:pt x="1824" y="24"/>
                  </a:lnTo>
                  <a:lnTo>
                    <a:pt x="1848" y="40"/>
                  </a:lnTo>
                  <a:lnTo>
                    <a:pt x="1869" y="62"/>
                  </a:lnTo>
                  <a:lnTo>
                    <a:pt x="1885" y="85"/>
                  </a:lnTo>
                  <a:lnTo>
                    <a:pt x="1898" y="111"/>
                  </a:lnTo>
                  <a:lnTo>
                    <a:pt x="1907" y="140"/>
                  </a:lnTo>
                  <a:lnTo>
                    <a:pt x="1909" y="170"/>
                  </a:lnTo>
                  <a:lnTo>
                    <a:pt x="1907" y="201"/>
                  </a:lnTo>
                  <a:lnTo>
                    <a:pt x="1898" y="231"/>
                  </a:lnTo>
                  <a:lnTo>
                    <a:pt x="1885" y="257"/>
                  </a:lnTo>
                  <a:lnTo>
                    <a:pt x="1869" y="280"/>
                  </a:lnTo>
                  <a:lnTo>
                    <a:pt x="1848" y="301"/>
                  </a:lnTo>
                  <a:lnTo>
                    <a:pt x="1824" y="318"/>
                  </a:lnTo>
                  <a:lnTo>
                    <a:pt x="1798" y="331"/>
                  </a:lnTo>
                  <a:lnTo>
                    <a:pt x="1769" y="338"/>
                  </a:lnTo>
                  <a:lnTo>
                    <a:pt x="1739" y="342"/>
                  </a:lnTo>
                  <a:lnTo>
                    <a:pt x="1708" y="338"/>
                  </a:lnTo>
                  <a:lnTo>
                    <a:pt x="1679" y="331"/>
                  </a:lnTo>
                  <a:lnTo>
                    <a:pt x="1652" y="318"/>
                  </a:lnTo>
                  <a:lnTo>
                    <a:pt x="1629" y="301"/>
                  </a:lnTo>
                  <a:lnTo>
                    <a:pt x="1608" y="280"/>
                  </a:lnTo>
                  <a:lnTo>
                    <a:pt x="1592" y="257"/>
                  </a:lnTo>
                  <a:lnTo>
                    <a:pt x="1579" y="231"/>
                  </a:lnTo>
                  <a:lnTo>
                    <a:pt x="1571" y="201"/>
                  </a:lnTo>
                  <a:lnTo>
                    <a:pt x="1569" y="170"/>
                  </a:lnTo>
                  <a:lnTo>
                    <a:pt x="1571" y="140"/>
                  </a:lnTo>
                  <a:lnTo>
                    <a:pt x="1579" y="111"/>
                  </a:lnTo>
                  <a:lnTo>
                    <a:pt x="1592" y="85"/>
                  </a:lnTo>
                  <a:lnTo>
                    <a:pt x="1608" y="62"/>
                  </a:lnTo>
                  <a:lnTo>
                    <a:pt x="1629" y="40"/>
                  </a:lnTo>
                  <a:lnTo>
                    <a:pt x="1652" y="24"/>
                  </a:lnTo>
                  <a:lnTo>
                    <a:pt x="1679" y="11"/>
                  </a:lnTo>
                  <a:lnTo>
                    <a:pt x="1708" y="4"/>
                  </a:lnTo>
                  <a:lnTo>
                    <a:pt x="1739" y="0"/>
                  </a:lnTo>
                  <a:close/>
                  <a:moveTo>
                    <a:pt x="989" y="0"/>
                  </a:moveTo>
                  <a:lnTo>
                    <a:pt x="1019" y="4"/>
                  </a:lnTo>
                  <a:lnTo>
                    <a:pt x="1048" y="11"/>
                  </a:lnTo>
                  <a:lnTo>
                    <a:pt x="1074" y="24"/>
                  </a:lnTo>
                  <a:lnTo>
                    <a:pt x="1098" y="40"/>
                  </a:lnTo>
                  <a:lnTo>
                    <a:pt x="1119" y="62"/>
                  </a:lnTo>
                  <a:lnTo>
                    <a:pt x="1135" y="85"/>
                  </a:lnTo>
                  <a:lnTo>
                    <a:pt x="1148" y="111"/>
                  </a:lnTo>
                  <a:lnTo>
                    <a:pt x="1157" y="140"/>
                  </a:lnTo>
                  <a:lnTo>
                    <a:pt x="1159" y="170"/>
                  </a:lnTo>
                  <a:lnTo>
                    <a:pt x="1157" y="201"/>
                  </a:lnTo>
                  <a:lnTo>
                    <a:pt x="1148" y="231"/>
                  </a:lnTo>
                  <a:lnTo>
                    <a:pt x="1135" y="257"/>
                  </a:lnTo>
                  <a:lnTo>
                    <a:pt x="1119" y="280"/>
                  </a:lnTo>
                  <a:lnTo>
                    <a:pt x="1098" y="301"/>
                  </a:lnTo>
                  <a:lnTo>
                    <a:pt x="1074" y="318"/>
                  </a:lnTo>
                  <a:lnTo>
                    <a:pt x="1048" y="331"/>
                  </a:lnTo>
                  <a:lnTo>
                    <a:pt x="1019" y="338"/>
                  </a:lnTo>
                  <a:lnTo>
                    <a:pt x="989" y="342"/>
                  </a:lnTo>
                  <a:lnTo>
                    <a:pt x="958" y="338"/>
                  </a:lnTo>
                  <a:lnTo>
                    <a:pt x="929" y="331"/>
                  </a:lnTo>
                  <a:lnTo>
                    <a:pt x="903" y="318"/>
                  </a:lnTo>
                  <a:lnTo>
                    <a:pt x="879" y="301"/>
                  </a:lnTo>
                  <a:lnTo>
                    <a:pt x="859" y="280"/>
                  </a:lnTo>
                  <a:lnTo>
                    <a:pt x="842" y="257"/>
                  </a:lnTo>
                  <a:lnTo>
                    <a:pt x="829" y="231"/>
                  </a:lnTo>
                  <a:lnTo>
                    <a:pt x="821" y="201"/>
                  </a:lnTo>
                  <a:lnTo>
                    <a:pt x="819" y="170"/>
                  </a:lnTo>
                  <a:lnTo>
                    <a:pt x="821" y="140"/>
                  </a:lnTo>
                  <a:lnTo>
                    <a:pt x="829" y="111"/>
                  </a:lnTo>
                  <a:lnTo>
                    <a:pt x="842" y="85"/>
                  </a:lnTo>
                  <a:lnTo>
                    <a:pt x="859" y="62"/>
                  </a:lnTo>
                  <a:lnTo>
                    <a:pt x="879" y="40"/>
                  </a:lnTo>
                  <a:lnTo>
                    <a:pt x="903" y="24"/>
                  </a:lnTo>
                  <a:lnTo>
                    <a:pt x="929" y="11"/>
                  </a:lnTo>
                  <a:lnTo>
                    <a:pt x="958" y="4"/>
                  </a:lnTo>
                  <a:lnTo>
                    <a:pt x="989"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77" name="Group 176">
            <a:extLst>
              <a:ext uri="{FF2B5EF4-FFF2-40B4-BE49-F238E27FC236}">
                <a16:creationId xmlns:a16="http://schemas.microsoft.com/office/drawing/2014/main" id="{7FC4F596-AB35-4D66-91BE-184C3B039B29}"/>
              </a:ext>
            </a:extLst>
          </p:cNvPr>
          <p:cNvGrpSpPr>
            <a:grpSpLocks noChangeAspect="1"/>
          </p:cNvGrpSpPr>
          <p:nvPr/>
        </p:nvGrpSpPr>
        <p:grpSpPr>
          <a:xfrm>
            <a:off x="9209904" y="4253598"/>
            <a:ext cx="537461" cy="457200"/>
            <a:chOff x="9327521" y="2543015"/>
            <a:chExt cx="537461" cy="457200"/>
          </a:xfrm>
        </p:grpSpPr>
        <p:sp useBgFill="1">
          <p:nvSpPr>
            <p:cNvPr id="178" name="Freeform 6">
              <a:extLst>
                <a:ext uri="{FF2B5EF4-FFF2-40B4-BE49-F238E27FC236}">
                  <a16:creationId xmlns:a16="http://schemas.microsoft.com/office/drawing/2014/main" id="{1B4ED6A0-7837-4B9D-9250-E37D13DE208C}"/>
                </a:ext>
              </a:extLst>
            </p:cNvPr>
            <p:cNvSpPr>
              <a:spLocks/>
            </p:cNvSpPr>
            <p:nvPr/>
          </p:nvSpPr>
          <p:spPr bwMode="auto">
            <a:xfrm>
              <a:off x="9327521" y="2543015"/>
              <a:ext cx="537461" cy="457200"/>
            </a:xfrm>
            <a:custGeom>
              <a:avLst/>
              <a:gdLst>
                <a:gd name="T0" fmla="*/ 1799 w 2620"/>
                <a:gd name="T1" fmla="*/ 0 h 2233"/>
                <a:gd name="T2" fmla="*/ 1805 w 2620"/>
                <a:gd name="T3" fmla="*/ 0 h 2233"/>
                <a:gd name="T4" fmla="*/ 1861 w 2620"/>
                <a:gd name="T5" fmla="*/ 10 h 2233"/>
                <a:gd name="T6" fmla="*/ 1941 w 2620"/>
                <a:gd name="T7" fmla="*/ 58 h 2233"/>
                <a:gd name="T8" fmla="*/ 2053 w 2620"/>
                <a:gd name="T9" fmla="*/ 168 h 2233"/>
                <a:gd name="T10" fmla="*/ 2138 w 2620"/>
                <a:gd name="T11" fmla="*/ 307 h 2233"/>
                <a:gd name="T12" fmla="*/ 2188 w 2620"/>
                <a:gd name="T13" fmla="*/ 449 h 2233"/>
                <a:gd name="T14" fmla="*/ 2212 w 2620"/>
                <a:gd name="T15" fmla="*/ 586 h 2233"/>
                <a:gd name="T16" fmla="*/ 2223 w 2620"/>
                <a:gd name="T17" fmla="*/ 708 h 2233"/>
                <a:gd name="T18" fmla="*/ 2236 w 2620"/>
                <a:gd name="T19" fmla="*/ 662 h 2233"/>
                <a:gd name="T20" fmla="*/ 2271 w 2620"/>
                <a:gd name="T21" fmla="*/ 605 h 2233"/>
                <a:gd name="T22" fmla="*/ 2330 w 2620"/>
                <a:gd name="T23" fmla="*/ 576 h 2233"/>
                <a:gd name="T24" fmla="*/ 2403 w 2620"/>
                <a:gd name="T25" fmla="*/ 582 h 2233"/>
                <a:gd name="T26" fmla="*/ 2457 w 2620"/>
                <a:gd name="T27" fmla="*/ 619 h 2233"/>
                <a:gd name="T28" fmla="*/ 2495 w 2620"/>
                <a:gd name="T29" fmla="*/ 672 h 2233"/>
                <a:gd name="T30" fmla="*/ 2522 w 2620"/>
                <a:gd name="T31" fmla="*/ 725 h 2233"/>
                <a:gd name="T32" fmla="*/ 2578 w 2620"/>
                <a:gd name="T33" fmla="*/ 899 h 2233"/>
                <a:gd name="T34" fmla="*/ 2617 w 2620"/>
                <a:gd name="T35" fmla="*/ 1144 h 2233"/>
                <a:gd name="T36" fmla="*/ 2607 w 2620"/>
                <a:gd name="T37" fmla="*/ 1381 h 2233"/>
                <a:gd name="T38" fmla="*/ 2550 w 2620"/>
                <a:gd name="T39" fmla="*/ 1605 h 2233"/>
                <a:gd name="T40" fmla="*/ 2443 w 2620"/>
                <a:gd name="T41" fmla="*/ 1814 h 2233"/>
                <a:gd name="T42" fmla="*/ 2313 w 2620"/>
                <a:gd name="T43" fmla="*/ 1979 h 2233"/>
                <a:gd name="T44" fmla="*/ 2198 w 2620"/>
                <a:gd name="T45" fmla="*/ 2054 h 2233"/>
                <a:gd name="T46" fmla="*/ 2069 w 2620"/>
                <a:gd name="T47" fmla="*/ 2079 h 2233"/>
                <a:gd name="T48" fmla="*/ 1989 w 2620"/>
                <a:gd name="T49" fmla="*/ 2069 h 2233"/>
                <a:gd name="T50" fmla="*/ 1880 w 2620"/>
                <a:gd name="T51" fmla="*/ 2017 h 2233"/>
                <a:gd name="T52" fmla="*/ 1794 w 2620"/>
                <a:gd name="T53" fmla="*/ 1925 h 2233"/>
                <a:gd name="T54" fmla="*/ 1756 w 2620"/>
                <a:gd name="T55" fmla="*/ 1851 h 2233"/>
                <a:gd name="T56" fmla="*/ 1726 w 2620"/>
                <a:gd name="T57" fmla="*/ 1745 h 2233"/>
                <a:gd name="T58" fmla="*/ 1702 w 2620"/>
                <a:gd name="T59" fmla="*/ 1690 h 2233"/>
                <a:gd name="T60" fmla="*/ 1671 w 2620"/>
                <a:gd name="T61" fmla="*/ 1810 h 2233"/>
                <a:gd name="T62" fmla="*/ 1687 w 2620"/>
                <a:gd name="T63" fmla="*/ 1931 h 2233"/>
                <a:gd name="T64" fmla="*/ 1759 w 2620"/>
                <a:gd name="T65" fmla="*/ 2046 h 2233"/>
                <a:gd name="T66" fmla="*/ 1785 w 2620"/>
                <a:gd name="T67" fmla="*/ 2106 h 2233"/>
                <a:gd name="T68" fmla="*/ 1774 w 2620"/>
                <a:gd name="T69" fmla="*/ 2172 h 2233"/>
                <a:gd name="T70" fmla="*/ 1722 w 2620"/>
                <a:gd name="T71" fmla="*/ 2223 h 2233"/>
                <a:gd name="T72" fmla="*/ 1663 w 2620"/>
                <a:gd name="T73" fmla="*/ 2232 h 2233"/>
                <a:gd name="T74" fmla="*/ 1514 w 2620"/>
                <a:gd name="T75" fmla="*/ 2195 h 2233"/>
                <a:gd name="T76" fmla="*/ 1373 w 2620"/>
                <a:gd name="T77" fmla="*/ 2117 h 2233"/>
                <a:gd name="T78" fmla="*/ 1254 w 2620"/>
                <a:gd name="T79" fmla="*/ 2001 h 2233"/>
                <a:gd name="T80" fmla="*/ 1165 w 2620"/>
                <a:gd name="T81" fmla="*/ 1852 h 2233"/>
                <a:gd name="T82" fmla="*/ 1081 w 2620"/>
                <a:gd name="T83" fmla="*/ 1799 h 2233"/>
                <a:gd name="T84" fmla="*/ 922 w 2620"/>
                <a:gd name="T85" fmla="*/ 1799 h 2233"/>
                <a:gd name="T86" fmla="*/ 726 w 2620"/>
                <a:gd name="T87" fmla="*/ 1799 h 2233"/>
                <a:gd name="T88" fmla="*/ 448 w 2620"/>
                <a:gd name="T89" fmla="*/ 1799 h 2233"/>
                <a:gd name="T90" fmla="*/ 258 w 2620"/>
                <a:gd name="T91" fmla="*/ 1799 h 2233"/>
                <a:gd name="T92" fmla="*/ 112 w 2620"/>
                <a:gd name="T93" fmla="*/ 1799 h 2233"/>
                <a:gd name="T94" fmla="*/ 41 w 2620"/>
                <a:gd name="T95" fmla="*/ 1775 h 2233"/>
                <a:gd name="T96" fmla="*/ 2 w 2620"/>
                <a:gd name="T97" fmla="*/ 1712 h 2233"/>
                <a:gd name="T98" fmla="*/ 2 w 2620"/>
                <a:gd name="T99" fmla="*/ 1211 h 2233"/>
                <a:gd name="T100" fmla="*/ 41 w 2620"/>
                <a:gd name="T101" fmla="*/ 1149 h 2233"/>
                <a:gd name="T102" fmla="*/ 112 w 2620"/>
                <a:gd name="T103" fmla="*/ 1124 h 2233"/>
                <a:gd name="T104" fmla="*/ 284 w 2620"/>
                <a:gd name="T105" fmla="*/ 649 h 2233"/>
                <a:gd name="T106" fmla="*/ 323 w 2620"/>
                <a:gd name="T107" fmla="*/ 586 h 2233"/>
                <a:gd name="T108" fmla="*/ 393 w 2620"/>
                <a:gd name="T109" fmla="*/ 562 h 2233"/>
                <a:gd name="T110" fmla="*/ 565 w 2620"/>
                <a:gd name="T111" fmla="*/ 87 h 2233"/>
                <a:gd name="T112" fmla="*/ 604 w 2620"/>
                <a:gd name="T113" fmla="*/ 24 h 2233"/>
                <a:gd name="T114" fmla="*/ 674 w 2620"/>
                <a:gd name="T115" fmla="*/ 0 h 2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620" h="2233">
                  <a:moveTo>
                    <a:pt x="1297" y="0"/>
                  </a:moveTo>
                  <a:lnTo>
                    <a:pt x="1418" y="0"/>
                  </a:lnTo>
                  <a:lnTo>
                    <a:pt x="1799" y="0"/>
                  </a:lnTo>
                  <a:lnTo>
                    <a:pt x="1799" y="1"/>
                  </a:lnTo>
                  <a:lnTo>
                    <a:pt x="1802" y="1"/>
                  </a:lnTo>
                  <a:lnTo>
                    <a:pt x="1805" y="0"/>
                  </a:lnTo>
                  <a:lnTo>
                    <a:pt x="1809" y="0"/>
                  </a:lnTo>
                  <a:lnTo>
                    <a:pt x="1836" y="2"/>
                  </a:lnTo>
                  <a:lnTo>
                    <a:pt x="1861" y="10"/>
                  </a:lnTo>
                  <a:lnTo>
                    <a:pt x="1888" y="22"/>
                  </a:lnTo>
                  <a:lnTo>
                    <a:pt x="1914" y="38"/>
                  </a:lnTo>
                  <a:lnTo>
                    <a:pt x="1941" y="58"/>
                  </a:lnTo>
                  <a:lnTo>
                    <a:pt x="1969" y="82"/>
                  </a:lnTo>
                  <a:lnTo>
                    <a:pt x="2013" y="125"/>
                  </a:lnTo>
                  <a:lnTo>
                    <a:pt x="2053" y="168"/>
                  </a:lnTo>
                  <a:lnTo>
                    <a:pt x="2086" y="213"/>
                  </a:lnTo>
                  <a:lnTo>
                    <a:pt x="2115" y="260"/>
                  </a:lnTo>
                  <a:lnTo>
                    <a:pt x="2138" y="307"/>
                  </a:lnTo>
                  <a:lnTo>
                    <a:pt x="2158" y="355"/>
                  </a:lnTo>
                  <a:lnTo>
                    <a:pt x="2174" y="402"/>
                  </a:lnTo>
                  <a:lnTo>
                    <a:pt x="2188" y="449"/>
                  </a:lnTo>
                  <a:lnTo>
                    <a:pt x="2198" y="497"/>
                  </a:lnTo>
                  <a:lnTo>
                    <a:pt x="2206" y="542"/>
                  </a:lnTo>
                  <a:lnTo>
                    <a:pt x="2212" y="586"/>
                  </a:lnTo>
                  <a:lnTo>
                    <a:pt x="2216" y="629"/>
                  </a:lnTo>
                  <a:lnTo>
                    <a:pt x="2219" y="670"/>
                  </a:lnTo>
                  <a:lnTo>
                    <a:pt x="2223" y="708"/>
                  </a:lnTo>
                  <a:lnTo>
                    <a:pt x="2223" y="710"/>
                  </a:lnTo>
                  <a:lnTo>
                    <a:pt x="2229" y="686"/>
                  </a:lnTo>
                  <a:lnTo>
                    <a:pt x="2236" y="662"/>
                  </a:lnTo>
                  <a:lnTo>
                    <a:pt x="2245" y="641"/>
                  </a:lnTo>
                  <a:lnTo>
                    <a:pt x="2256" y="622"/>
                  </a:lnTo>
                  <a:lnTo>
                    <a:pt x="2271" y="605"/>
                  </a:lnTo>
                  <a:lnTo>
                    <a:pt x="2287" y="592"/>
                  </a:lnTo>
                  <a:lnTo>
                    <a:pt x="2307" y="582"/>
                  </a:lnTo>
                  <a:lnTo>
                    <a:pt x="2330" y="576"/>
                  </a:lnTo>
                  <a:lnTo>
                    <a:pt x="2357" y="574"/>
                  </a:lnTo>
                  <a:lnTo>
                    <a:pt x="2381" y="576"/>
                  </a:lnTo>
                  <a:lnTo>
                    <a:pt x="2403" y="582"/>
                  </a:lnTo>
                  <a:lnTo>
                    <a:pt x="2423" y="592"/>
                  </a:lnTo>
                  <a:lnTo>
                    <a:pt x="2440" y="604"/>
                  </a:lnTo>
                  <a:lnTo>
                    <a:pt x="2457" y="619"/>
                  </a:lnTo>
                  <a:lnTo>
                    <a:pt x="2471" y="636"/>
                  </a:lnTo>
                  <a:lnTo>
                    <a:pt x="2484" y="654"/>
                  </a:lnTo>
                  <a:lnTo>
                    <a:pt x="2495" y="672"/>
                  </a:lnTo>
                  <a:lnTo>
                    <a:pt x="2505" y="691"/>
                  </a:lnTo>
                  <a:lnTo>
                    <a:pt x="2513" y="708"/>
                  </a:lnTo>
                  <a:lnTo>
                    <a:pt x="2522" y="725"/>
                  </a:lnTo>
                  <a:lnTo>
                    <a:pt x="2525" y="732"/>
                  </a:lnTo>
                  <a:lnTo>
                    <a:pt x="2554" y="816"/>
                  </a:lnTo>
                  <a:lnTo>
                    <a:pt x="2578" y="899"/>
                  </a:lnTo>
                  <a:lnTo>
                    <a:pt x="2597" y="981"/>
                  </a:lnTo>
                  <a:lnTo>
                    <a:pt x="2609" y="1064"/>
                  </a:lnTo>
                  <a:lnTo>
                    <a:pt x="2617" y="1144"/>
                  </a:lnTo>
                  <a:lnTo>
                    <a:pt x="2620" y="1224"/>
                  </a:lnTo>
                  <a:lnTo>
                    <a:pt x="2616" y="1304"/>
                  </a:lnTo>
                  <a:lnTo>
                    <a:pt x="2607" y="1381"/>
                  </a:lnTo>
                  <a:lnTo>
                    <a:pt x="2593" y="1457"/>
                  </a:lnTo>
                  <a:lnTo>
                    <a:pt x="2574" y="1532"/>
                  </a:lnTo>
                  <a:lnTo>
                    <a:pt x="2550" y="1605"/>
                  </a:lnTo>
                  <a:lnTo>
                    <a:pt x="2519" y="1676"/>
                  </a:lnTo>
                  <a:lnTo>
                    <a:pt x="2485" y="1746"/>
                  </a:lnTo>
                  <a:lnTo>
                    <a:pt x="2443" y="1814"/>
                  </a:lnTo>
                  <a:lnTo>
                    <a:pt x="2398" y="1879"/>
                  </a:lnTo>
                  <a:lnTo>
                    <a:pt x="2347" y="1943"/>
                  </a:lnTo>
                  <a:lnTo>
                    <a:pt x="2313" y="1979"/>
                  </a:lnTo>
                  <a:lnTo>
                    <a:pt x="2276" y="2008"/>
                  </a:lnTo>
                  <a:lnTo>
                    <a:pt x="2238" y="2034"/>
                  </a:lnTo>
                  <a:lnTo>
                    <a:pt x="2198" y="2054"/>
                  </a:lnTo>
                  <a:lnTo>
                    <a:pt x="2156" y="2067"/>
                  </a:lnTo>
                  <a:lnTo>
                    <a:pt x="2114" y="2077"/>
                  </a:lnTo>
                  <a:lnTo>
                    <a:pt x="2069" y="2079"/>
                  </a:lnTo>
                  <a:lnTo>
                    <a:pt x="2069" y="2079"/>
                  </a:lnTo>
                  <a:lnTo>
                    <a:pt x="2028" y="2077"/>
                  </a:lnTo>
                  <a:lnTo>
                    <a:pt x="1989" y="2069"/>
                  </a:lnTo>
                  <a:lnTo>
                    <a:pt x="1950" y="2057"/>
                  </a:lnTo>
                  <a:lnTo>
                    <a:pt x="1914" y="2039"/>
                  </a:lnTo>
                  <a:lnTo>
                    <a:pt x="1880" y="2017"/>
                  </a:lnTo>
                  <a:lnTo>
                    <a:pt x="1849" y="1990"/>
                  </a:lnTo>
                  <a:lnTo>
                    <a:pt x="1819" y="1960"/>
                  </a:lnTo>
                  <a:lnTo>
                    <a:pt x="1794" y="1925"/>
                  </a:lnTo>
                  <a:lnTo>
                    <a:pt x="1781" y="1904"/>
                  </a:lnTo>
                  <a:lnTo>
                    <a:pt x="1767" y="1879"/>
                  </a:lnTo>
                  <a:lnTo>
                    <a:pt x="1756" y="1851"/>
                  </a:lnTo>
                  <a:lnTo>
                    <a:pt x="1744" y="1819"/>
                  </a:lnTo>
                  <a:lnTo>
                    <a:pt x="1734" y="1784"/>
                  </a:lnTo>
                  <a:lnTo>
                    <a:pt x="1726" y="1745"/>
                  </a:lnTo>
                  <a:lnTo>
                    <a:pt x="1721" y="1702"/>
                  </a:lnTo>
                  <a:lnTo>
                    <a:pt x="1719" y="1655"/>
                  </a:lnTo>
                  <a:lnTo>
                    <a:pt x="1702" y="1690"/>
                  </a:lnTo>
                  <a:lnTo>
                    <a:pt x="1688" y="1728"/>
                  </a:lnTo>
                  <a:lnTo>
                    <a:pt x="1678" y="1766"/>
                  </a:lnTo>
                  <a:lnTo>
                    <a:pt x="1671" y="1810"/>
                  </a:lnTo>
                  <a:lnTo>
                    <a:pt x="1670" y="1851"/>
                  </a:lnTo>
                  <a:lnTo>
                    <a:pt x="1676" y="1891"/>
                  </a:lnTo>
                  <a:lnTo>
                    <a:pt x="1687" y="1931"/>
                  </a:lnTo>
                  <a:lnTo>
                    <a:pt x="1705" y="1970"/>
                  </a:lnTo>
                  <a:lnTo>
                    <a:pt x="1729" y="2008"/>
                  </a:lnTo>
                  <a:lnTo>
                    <a:pt x="1759" y="2046"/>
                  </a:lnTo>
                  <a:lnTo>
                    <a:pt x="1772" y="2065"/>
                  </a:lnTo>
                  <a:lnTo>
                    <a:pt x="1781" y="2085"/>
                  </a:lnTo>
                  <a:lnTo>
                    <a:pt x="1785" y="2106"/>
                  </a:lnTo>
                  <a:lnTo>
                    <a:pt x="1786" y="2129"/>
                  </a:lnTo>
                  <a:lnTo>
                    <a:pt x="1782" y="2151"/>
                  </a:lnTo>
                  <a:lnTo>
                    <a:pt x="1774" y="2172"/>
                  </a:lnTo>
                  <a:lnTo>
                    <a:pt x="1760" y="2193"/>
                  </a:lnTo>
                  <a:lnTo>
                    <a:pt x="1742" y="2210"/>
                  </a:lnTo>
                  <a:lnTo>
                    <a:pt x="1722" y="2223"/>
                  </a:lnTo>
                  <a:lnTo>
                    <a:pt x="1699" y="2230"/>
                  </a:lnTo>
                  <a:lnTo>
                    <a:pt x="1674" y="2233"/>
                  </a:lnTo>
                  <a:lnTo>
                    <a:pt x="1663" y="2232"/>
                  </a:lnTo>
                  <a:lnTo>
                    <a:pt x="1613" y="2225"/>
                  </a:lnTo>
                  <a:lnTo>
                    <a:pt x="1562" y="2212"/>
                  </a:lnTo>
                  <a:lnTo>
                    <a:pt x="1514" y="2195"/>
                  </a:lnTo>
                  <a:lnTo>
                    <a:pt x="1465" y="2174"/>
                  </a:lnTo>
                  <a:lnTo>
                    <a:pt x="1419" y="2148"/>
                  </a:lnTo>
                  <a:lnTo>
                    <a:pt x="1373" y="2117"/>
                  </a:lnTo>
                  <a:lnTo>
                    <a:pt x="1331" y="2082"/>
                  </a:lnTo>
                  <a:lnTo>
                    <a:pt x="1291" y="2044"/>
                  </a:lnTo>
                  <a:lnTo>
                    <a:pt x="1254" y="2001"/>
                  </a:lnTo>
                  <a:lnTo>
                    <a:pt x="1220" y="1955"/>
                  </a:lnTo>
                  <a:lnTo>
                    <a:pt x="1191" y="1906"/>
                  </a:lnTo>
                  <a:lnTo>
                    <a:pt x="1165" y="1852"/>
                  </a:lnTo>
                  <a:lnTo>
                    <a:pt x="1145" y="1796"/>
                  </a:lnTo>
                  <a:lnTo>
                    <a:pt x="1120" y="1799"/>
                  </a:lnTo>
                  <a:lnTo>
                    <a:pt x="1081" y="1799"/>
                  </a:lnTo>
                  <a:lnTo>
                    <a:pt x="1033" y="1799"/>
                  </a:lnTo>
                  <a:lnTo>
                    <a:pt x="980" y="1799"/>
                  </a:lnTo>
                  <a:lnTo>
                    <a:pt x="922" y="1799"/>
                  </a:lnTo>
                  <a:lnTo>
                    <a:pt x="860" y="1799"/>
                  </a:lnTo>
                  <a:lnTo>
                    <a:pt x="794" y="1799"/>
                  </a:lnTo>
                  <a:lnTo>
                    <a:pt x="726" y="1799"/>
                  </a:lnTo>
                  <a:lnTo>
                    <a:pt x="586" y="1799"/>
                  </a:lnTo>
                  <a:lnTo>
                    <a:pt x="517" y="1799"/>
                  </a:lnTo>
                  <a:lnTo>
                    <a:pt x="448" y="1799"/>
                  </a:lnTo>
                  <a:lnTo>
                    <a:pt x="380" y="1799"/>
                  </a:lnTo>
                  <a:lnTo>
                    <a:pt x="317" y="1799"/>
                  </a:lnTo>
                  <a:lnTo>
                    <a:pt x="258" y="1799"/>
                  </a:lnTo>
                  <a:lnTo>
                    <a:pt x="203" y="1799"/>
                  </a:lnTo>
                  <a:lnTo>
                    <a:pt x="154" y="1799"/>
                  </a:lnTo>
                  <a:lnTo>
                    <a:pt x="112" y="1799"/>
                  </a:lnTo>
                  <a:lnTo>
                    <a:pt x="87" y="1796"/>
                  </a:lnTo>
                  <a:lnTo>
                    <a:pt x="62" y="1787"/>
                  </a:lnTo>
                  <a:lnTo>
                    <a:pt x="41" y="1775"/>
                  </a:lnTo>
                  <a:lnTo>
                    <a:pt x="24" y="1757"/>
                  </a:lnTo>
                  <a:lnTo>
                    <a:pt x="11" y="1736"/>
                  </a:lnTo>
                  <a:lnTo>
                    <a:pt x="2" y="1712"/>
                  </a:lnTo>
                  <a:lnTo>
                    <a:pt x="0" y="1686"/>
                  </a:lnTo>
                  <a:lnTo>
                    <a:pt x="0" y="1237"/>
                  </a:lnTo>
                  <a:lnTo>
                    <a:pt x="2" y="1211"/>
                  </a:lnTo>
                  <a:lnTo>
                    <a:pt x="11" y="1187"/>
                  </a:lnTo>
                  <a:lnTo>
                    <a:pt x="24" y="1166"/>
                  </a:lnTo>
                  <a:lnTo>
                    <a:pt x="41" y="1149"/>
                  </a:lnTo>
                  <a:lnTo>
                    <a:pt x="62" y="1136"/>
                  </a:lnTo>
                  <a:lnTo>
                    <a:pt x="87" y="1127"/>
                  </a:lnTo>
                  <a:lnTo>
                    <a:pt x="112" y="1124"/>
                  </a:lnTo>
                  <a:lnTo>
                    <a:pt x="281" y="1124"/>
                  </a:lnTo>
                  <a:lnTo>
                    <a:pt x="281" y="674"/>
                  </a:lnTo>
                  <a:lnTo>
                    <a:pt x="284" y="649"/>
                  </a:lnTo>
                  <a:lnTo>
                    <a:pt x="293" y="625"/>
                  </a:lnTo>
                  <a:lnTo>
                    <a:pt x="305" y="604"/>
                  </a:lnTo>
                  <a:lnTo>
                    <a:pt x="323" y="586"/>
                  </a:lnTo>
                  <a:lnTo>
                    <a:pt x="343" y="574"/>
                  </a:lnTo>
                  <a:lnTo>
                    <a:pt x="368" y="565"/>
                  </a:lnTo>
                  <a:lnTo>
                    <a:pt x="393" y="562"/>
                  </a:lnTo>
                  <a:lnTo>
                    <a:pt x="562" y="562"/>
                  </a:lnTo>
                  <a:lnTo>
                    <a:pt x="562" y="112"/>
                  </a:lnTo>
                  <a:lnTo>
                    <a:pt x="565" y="87"/>
                  </a:lnTo>
                  <a:lnTo>
                    <a:pt x="574" y="62"/>
                  </a:lnTo>
                  <a:lnTo>
                    <a:pt x="586" y="42"/>
                  </a:lnTo>
                  <a:lnTo>
                    <a:pt x="604" y="24"/>
                  </a:lnTo>
                  <a:lnTo>
                    <a:pt x="624" y="12"/>
                  </a:lnTo>
                  <a:lnTo>
                    <a:pt x="649" y="3"/>
                  </a:lnTo>
                  <a:lnTo>
                    <a:pt x="674" y="0"/>
                  </a:lnTo>
                  <a:lnTo>
                    <a:pt x="1178" y="0"/>
                  </a:lnTo>
                  <a:lnTo>
                    <a:pt x="1297"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2" name="Freeform 7">
              <a:extLst>
                <a:ext uri="{FF2B5EF4-FFF2-40B4-BE49-F238E27FC236}">
                  <a16:creationId xmlns:a16="http://schemas.microsoft.com/office/drawing/2014/main" id="{BBDD37B6-4970-4E68-8724-412D924D0186}"/>
                </a:ext>
              </a:extLst>
            </p:cNvPr>
            <p:cNvSpPr>
              <a:spLocks noEditPoints="1"/>
            </p:cNvSpPr>
            <p:nvPr/>
          </p:nvSpPr>
          <p:spPr bwMode="auto">
            <a:xfrm>
              <a:off x="9350453" y="2565947"/>
              <a:ext cx="321043" cy="322476"/>
            </a:xfrm>
            <a:custGeom>
              <a:avLst/>
              <a:gdLst>
                <a:gd name="T0" fmla="*/ 619 w 1568"/>
                <a:gd name="T1" fmla="*/ 1125 h 1574"/>
                <a:gd name="T2" fmla="*/ 1074 w 1568"/>
                <a:gd name="T3" fmla="*/ 1125 h 1574"/>
                <a:gd name="T4" fmla="*/ 1057 w 1568"/>
                <a:gd name="T5" fmla="*/ 1171 h 1574"/>
                <a:gd name="T6" fmla="*/ 1042 w 1568"/>
                <a:gd name="T7" fmla="*/ 1221 h 1574"/>
                <a:gd name="T8" fmla="*/ 1028 w 1568"/>
                <a:gd name="T9" fmla="*/ 1273 h 1574"/>
                <a:gd name="T10" fmla="*/ 1017 w 1568"/>
                <a:gd name="T11" fmla="*/ 1327 h 1574"/>
                <a:gd name="T12" fmla="*/ 1009 w 1568"/>
                <a:gd name="T13" fmla="*/ 1383 h 1574"/>
                <a:gd name="T14" fmla="*/ 1004 w 1568"/>
                <a:gd name="T15" fmla="*/ 1442 h 1574"/>
                <a:gd name="T16" fmla="*/ 1002 w 1568"/>
                <a:gd name="T17" fmla="*/ 1487 h 1574"/>
                <a:gd name="T18" fmla="*/ 1004 w 1568"/>
                <a:gd name="T19" fmla="*/ 1532 h 1574"/>
                <a:gd name="T20" fmla="*/ 1008 w 1568"/>
                <a:gd name="T21" fmla="*/ 1574 h 1574"/>
                <a:gd name="T22" fmla="*/ 619 w 1568"/>
                <a:gd name="T23" fmla="*/ 1574 h 1574"/>
                <a:gd name="T24" fmla="*/ 619 w 1568"/>
                <a:gd name="T25" fmla="*/ 1125 h 1574"/>
                <a:gd name="T26" fmla="*/ 0 w 1568"/>
                <a:gd name="T27" fmla="*/ 1125 h 1574"/>
                <a:gd name="T28" fmla="*/ 506 w 1568"/>
                <a:gd name="T29" fmla="*/ 1125 h 1574"/>
                <a:gd name="T30" fmla="*/ 506 w 1568"/>
                <a:gd name="T31" fmla="*/ 1574 h 1574"/>
                <a:gd name="T32" fmla="*/ 0 w 1568"/>
                <a:gd name="T33" fmla="*/ 1574 h 1574"/>
                <a:gd name="T34" fmla="*/ 0 w 1568"/>
                <a:gd name="T35" fmla="*/ 1125 h 1574"/>
                <a:gd name="T36" fmla="*/ 900 w 1568"/>
                <a:gd name="T37" fmla="*/ 562 h 1574"/>
                <a:gd name="T38" fmla="*/ 1406 w 1568"/>
                <a:gd name="T39" fmla="*/ 562 h 1574"/>
                <a:gd name="T40" fmla="*/ 1406 w 1568"/>
                <a:gd name="T41" fmla="*/ 615 h 1574"/>
                <a:gd name="T42" fmla="*/ 1364 w 1568"/>
                <a:gd name="T43" fmla="*/ 673 h 1574"/>
                <a:gd name="T44" fmla="*/ 1319 w 1568"/>
                <a:gd name="T45" fmla="*/ 731 h 1574"/>
                <a:gd name="T46" fmla="*/ 1280 w 1568"/>
                <a:gd name="T47" fmla="*/ 783 h 1574"/>
                <a:gd name="T48" fmla="*/ 1240 w 1568"/>
                <a:gd name="T49" fmla="*/ 837 h 1574"/>
                <a:gd name="T50" fmla="*/ 1201 w 1568"/>
                <a:gd name="T51" fmla="*/ 892 h 1574"/>
                <a:gd name="T52" fmla="*/ 1163 w 1568"/>
                <a:gd name="T53" fmla="*/ 951 h 1574"/>
                <a:gd name="T54" fmla="*/ 1128 w 1568"/>
                <a:gd name="T55" fmla="*/ 1012 h 1574"/>
                <a:gd name="T56" fmla="*/ 900 w 1568"/>
                <a:gd name="T57" fmla="*/ 1012 h 1574"/>
                <a:gd name="T58" fmla="*/ 900 w 1568"/>
                <a:gd name="T59" fmla="*/ 562 h 1574"/>
                <a:gd name="T60" fmla="*/ 281 w 1568"/>
                <a:gd name="T61" fmla="*/ 562 h 1574"/>
                <a:gd name="T62" fmla="*/ 787 w 1568"/>
                <a:gd name="T63" fmla="*/ 562 h 1574"/>
                <a:gd name="T64" fmla="*/ 787 w 1568"/>
                <a:gd name="T65" fmla="*/ 1012 h 1574"/>
                <a:gd name="T66" fmla="*/ 281 w 1568"/>
                <a:gd name="T67" fmla="*/ 1012 h 1574"/>
                <a:gd name="T68" fmla="*/ 281 w 1568"/>
                <a:gd name="T69" fmla="*/ 562 h 1574"/>
                <a:gd name="T70" fmla="*/ 1181 w 1568"/>
                <a:gd name="T71" fmla="*/ 0 h 1574"/>
                <a:gd name="T72" fmla="*/ 1568 w 1568"/>
                <a:gd name="T73" fmla="*/ 0 h 1574"/>
                <a:gd name="T74" fmla="*/ 1563 w 1568"/>
                <a:gd name="T75" fmla="*/ 35 h 1574"/>
                <a:gd name="T76" fmla="*/ 1563 w 1568"/>
                <a:gd name="T77" fmla="*/ 69 h 1574"/>
                <a:gd name="T78" fmla="*/ 1566 w 1568"/>
                <a:gd name="T79" fmla="*/ 100 h 1574"/>
                <a:gd name="T80" fmla="*/ 1568 w 1568"/>
                <a:gd name="T81" fmla="*/ 158 h 1574"/>
                <a:gd name="T82" fmla="*/ 1567 w 1568"/>
                <a:gd name="T83" fmla="*/ 213 h 1574"/>
                <a:gd name="T84" fmla="*/ 1560 w 1568"/>
                <a:gd name="T85" fmla="*/ 265 h 1574"/>
                <a:gd name="T86" fmla="*/ 1552 w 1568"/>
                <a:gd name="T87" fmla="*/ 315 h 1574"/>
                <a:gd name="T88" fmla="*/ 1539 w 1568"/>
                <a:gd name="T89" fmla="*/ 362 h 1574"/>
                <a:gd name="T90" fmla="*/ 1523 w 1568"/>
                <a:gd name="T91" fmla="*/ 407 h 1574"/>
                <a:gd name="T92" fmla="*/ 1504 w 1568"/>
                <a:gd name="T93" fmla="*/ 450 h 1574"/>
                <a:gd name="T94" fmla="*/ 1181 w 1568"/>
                <a:gd name="T95" fmla="*/ 450 h 1574"/>
                <a:gd name="T96" fmla="*/ 1181 w 1568"/>
                <a:gd name="T97" fmla="*/ 0 h 1574"/>
                <a:gd name="T98" fmla="*/ 562 w 1568"/>
                <a:gd name="T99" fmla="*/ 0 h 1574"/>
                <a:gd name="T100" fmla="*/ 1068 w 1568"/>
                <a:gd name="T101" fmla="*/ 0 h 1574"/>
                <a:gd name="T102" fmla="*/ 1068 w 1568"/>
                <a:gd name="T103" fmla="*/ 450 h 1574"/>
                <a:gd name="T104" fmla="*/ 562 w 1568"/>
                <a:gd name="T105" fmla="*/ 450 h 1574"/>
                <a:gd name="T106" fmla="*/ 562 w 1568"/>
                <a:gd name="T107" fmla="*/ 0 h 1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68" h="1574">
                  <a:moveTo>
                    <a:pt x="619" y="1125"/>
                  </a:moveTo>
                  <a:lnTo>
                    <a:pt x="1074" y="1125"/>
                  </a:lnTo>
                  <a:lnTo>
                    <a:pt x="1057" y="1171"/>
                  </a:lnTo>
                  <a:lnTo>
                    <a:pt x="1042" y="1221"/>
                  </a:lnTo>
                  <a:lnTo>
                    <a:pt x="1028" y="1273"/>
                  </a:lnTo>
                  <a:lnTo>
                    <a:pt x="1017" y="1327"/>
                  </a:lnTo>
                  <a:lnTo>
                    <a:pt x="1009" y="1383"/>
                  </a:lnTo>
                  <a:lnTo>
                    <a:pt x="1004" y="1442"/>
                  </a:lnTo>
                  <a:lnTo>
                    <a:pt x="1002" y="1487"/>
                  </a:lnTo>
                  <a:lnTo>
                    <a:pt x="1004" y="1532"/>
                  </a:lnTo>
                  <a:lnTo>
                    <a:pt x="1008" y="1574"/>
                  </a:lnTo>
                  <a:lnTo>
                    <a:pt x="619" y="1574"/>
                  </a:lnTo>
                  <a:lnTo>
                    <a:pt x="619" y="1125"/>
                  </a:lnTo>
                  <a:close/>
                  <a:moveTo>
                    <a:pt x="0" y="1125"/>
                  </a:moveTo>
                  <a:lnTo>
                    <a:pt x="506" y="1125"/>
                  </a:lnTo>
                  <a:lnTo>
                    <a:pt x="506" y="1574"/>
                  </a:lnTo>
                  <a:lnTo>
                    <a:pt x="0" y="1574"/>
                  </a:lnTo>
                  <a:lnTo>
                    <a:pt x="0" y="1125"/>
                  </a:lnTo>
                  <a:close/>
                  <a:moveTo>
                    <a:pt x="900" y="562"/>
                  </a:moveTo>
                  <a:lnTo>
                    <a:pt x="1406" y="562"/>
                  </a:lnTo>
                  <a:lnTo>
                    <a:pt x="1406" y="615"/>
                  </a:lnTo>
                  <a:lnTo>
                    <a:pt x="1364" y="673"/>
                  </a:lnTo>
                  <a:lnTo>
                    <a:pt x="1319" y="731"/>
                  </a:lnTo>
                  <a:lnTo>
                    <a:pt x="1280" y="783"/>
                  </a:lnTo>
                  <a:lnTo>
                    <a:pt x="1240" y="837"/>
                  </a:lnTo>
                  <a:lnTo>
                    <a:pt x="1201" y="892"/>
                  </a:lnTo>
                  <a:lnTo>
                    <a:pt x="1163" y="951"/>
                  </a:lnTo>
                  <a:lnTo>
                    <a:pt x="1128" y="1012"/>
                  </a:lnTo>
                  <a:lnTo>
                    <a:pt x="900" y="1012"/>
                  </a:lnTo>
                  <a:lnTo>
                    <a:pt x="900" y="562"/>
                  </a:lnTo>
                  <a:close/>
                  <a:moveTo>
                    <a:pt x="281" y="562"/>
                  </a:moveTo>
                  <a:lnTo>
                    <a:pt x="787" y="562"/>
                  </a:lnTo>
                  <a:lnTo>
                    <a:pt x="787" y="1012"/>
                  </a:lnTo>
                  <a:lnTo>
                    <a:pt x="281" y="1012"/>
                  </a:lnTo>
                  <a:lnTo>
                    <a:pt x="281" y="562"/>
                  </a:lnTo>
                  <a:close/>
                  <a:moveTo>
                    <a:pt x="1181" y="0"/>
                  </a:moveTo>
                  <a:lnTo>
                    <a:pt x="1568" y="0"/>
                  </a:lnTo>
                  <a:lnTo>
                    <a:pt x="1563" y="35"/>
                  </a:lnTo>
                  <a:lnTo>
                    <a:pt x="1563" y="69"/>
                  </a:lnTo>
                  <a:lnTo>
                    <a:pt x="1566" y="100"/>
                  </a:lnTo>
                  <a:lnTo>
                    <a:pt x="1568" y="158"/>
                  </a:lnTo>
                  <a:lnTo>
                    <a:pt x="1567" y="213"/>
                  </a:lnTo>
                  <a:lnTo>
                    <a:pt x="1560" y="265"/>
                  </a:lnTo>
                  <a:lnTo>
                    <a:pt x="1552" y="315"/>
                  </a:lnTo>
                  <a:lnTo>
                    <a:pt x="1539" y="362"/>
                  </a:lnTo>
                  <a:lnTo>
                    <a:pt x="1523" y="407"/>
                  </a:lnTo>
                  <a:lnTo>
                    <a:pt x="1504" y="450"/>
                  </a:lnTo>
                  <a:lnTo>
                    <a:pt x="1181" y="450"/>
                  </a:lnTo>
                  <a:lnTo>
                    <a:pt x="1181" y="0"/>
                  </a:lnTo>
                  <a:close/>
                  <a:moveTo>
                    <a:pt x="562" y="0"/>
                  </a:moveTo>
                  <a:lnTo>
                    <a:pt x="1068" y="0"/>
                  </a:lnTo>
                  <a:lnTo>
                    <a:pt x="1068" y="450"/>
                  </a:lnTo>
                  <a:lnTo>
                    <a:pt x="562" y="450"/>
                  </a:lnTo>
                  <a:lnTo>
                    <a:pt x="562"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3" name="Freeform 8">
              <a:extLst>
                <a:ext uri="{FF2B5EF4-FFF2-40B4-BE49-F238E27FC236}">
                  <a16:creationId xmlns:a16="http://schemas.microsoft.com/office/drawing/2014/main" id="{66AAA3D0-7A72-4E03-A7BD-05508B2282E2}"/>
                </a:ext>
              </a:extLst>
            </p:cNvPr>
            <p:cNvSpPr>
              <a:spLocks/>
            </p:cNvSpPr>
            <p:nvPr/>
          </p:nvSpPr>
          <p:spPr bwMode="auto">
            <a:xfrm>
              <a:off x="9578336" y="2565947"/>
              <a:ext cx="262281" cy="411337"/>
            </a:xfrm>
            <a:custGeom>
              <a:avLst/>
              <a:gdLst>
                <a:gd name="T0" fmla="*/ 611 w 1281"/>
                <a:gd name="T1" fmla="*/ 11 h 2008"/>
                <a:gd name="T2" fmla="*/ 670 w 1281"/>
                <a:gd name="T3" fmla="*/ 55 h 2008"/>
                <a:gd name="T4" fmla="*/ 767 w 1281"/>
                <a:gd name="T5" fmla="*/ 166 h 2008"/>
                <a:gd name="T6" fmla="*/ 829 w 1281"/>
                <a:gd name="T7" fmla="*/ 285 h 2008"/>
                <a:gd name="T8" fmla="*/ 862 w 1281"/>
                <a:gd name="T9" fmla="*/ 408 h 2008"/>
                <a:gd name="T10" fmla="*/ 878 w 1281"/>
                <a:gd name="T11" fmla="*/ 528 h 2008"/>
                <a:gd name="T12" fmla="*/ 887 w 1281"/>
                <a:gd name="T13" fmla="*/ 639 h 2008"/>
                <a:gd name="T14" fmla="*/ 897 w 1281"/>
                <a:gd name="T15" fmla="*/ 734 h 2008"/>
                <a:gd name="T16" fmla="*/ 921 w 1281"/>
                <a:gd name="T17" fmla="*/ 808 h 2008"/>
                <a:gd name="T18" fmla="*/ 966 w 1281"/>
                <a:gd name="T19" fmla="*/ 855 h 2008"/>
                <a:gd name="T20" fmla="*/ 1011 w 1281"/>
                <a:gd name="T21" fmla="*/ 865 h 2008"/>
                <a:gd name="T22" fmla="*/ 1048 w 1281"/>
                <a:gd name="T23" fmla="*/ 852 h 2008"/>
                <a:gd name="T24" fmla="*/ 1079 w 1281"/>
                <a:gd name="T25" fmla="*/ 811 h 2008"/>
                <a:gd name="T26" fmla="*/ 1096 w 1281"/>
                <a:gd name="T27" fmla="*/ 729 h 2008"/>
                <a:gd name="T28" fmla="*/ 1101 w 1281"/>
                <a:gd name="T29" fmla="*/ 659 h 2008"/>
                <a:gd name="T30" fmla="*/ 1110 w 1281"/>
                <a:gd name="T31" fmla="*/ 605 h 2008"/>
                <a:gd name="T32" fmla="*/ 1123 w 1281"/>
                <a:gd name="T33" fmla="*/ 576 h 2008"/>
                <a:gd name="T34" fmla="*/ 1147 w 1281"/>
                <a:gd name="T35" fmla="*/ 582 h 2008"/>
                <a:gd name="T36" fmla="*/ 1179 w 1281"/>
                <a:gd name="T37" fmla="*/ 632 h 2008"/>
                <a:gd name="T38" fmla="*/ 1247 w 1281"/>
                <a:gd name="T39" fmla="*/ 830 h 2008"/>
                <a:gd name="T40" fmla="*/ 1281 w 1281"/>
                <a:gd name="T41" fmla="*/ 1073 h 2008"/>
                <a:gd name="T42" fmla="*/ 1263 w 1281"/>
                <a:gd name="T43" fmla="*/ 1299 h 2008"/>
                <a:gd name="T44" fmla="*/ 1196 w 1281"/>
                <a:gd name="T45" fmla="*/ 1508 h 2008"/>
                <a:gd name="T46" fmla="*/ 1083 w 1281"/>
                <a:gd name="T47" fmla="*/ 1699 h 2008"/>
                <a:gd name="T48" fmla="*/ 986 w 1281"/>
                <a:gd name="T49" fmla="*/ 1804 h 2008"/>
                <a:gd name="T50" fmla="*/ 906 w 1281"/>
                <a:gd name="T51" fmla="*/ 1845 h 2008"/>
                <a:gd name="T52" fmla="*/ 823 w 1281"/>
                <a:gd name="T53" fmla="*/ 1854 h 2008"/>
                <a:gd name="T54" fmla="*/ 746 w 1281"/>
                <a:gd name="T55" fmla="*/ 1831 h 2008"/>
                <a:gd name="T56" fmla="*/ 680 w 1281"/>
                <a:gd name="T57" fmla="*/ 1776 h 2008"/>
                <a:gd name="T58" fmla="*/ 631 w 1281"/>
                <a:gd name="T59" fmla="*/ 1691 h 2008"/>
                <a:gd name="T60" fmla="*/ 607 w 1281"/>
                <a:gd name="T61" fmla="*/ 1578 h 2008"/>
                <a:gd name="T62" fmla="*/ 614 w 1281"/>
                <a:gd name="T63" fmla="*/ 1439 h 2008"/>
                <a:gd name="T64" fmla="*/ 659 w 1281"/>
                <a:gd name="T65" fmla="*/ 1272 h 2008"/>
                <a:gd name="T66" fmla="*/ 683 w 1281"/>
                <a:gd name="T67" fmla="*/ 1200 h 2008"/>
                <a:gd name="T68" fmla="*/ 654 w 1281"/>
                <a:gd name="T69" fmla="*/ 1208 h 2008"/>
                <a:gd name="T70" fmla="*/ 600 w 1281"/>
                <a:gd name="T71" fmla="*/ 1244 h 2008"/>
                <a:gd name="T72" fmla="*/ 534 w 1281"/>
                <a:gd name="T73" fmla="*/ 1304 h 2008"/>
                <a:gd name="T74" fmla="*/ 463 w 1281"/>
                <a:gd name="T75" fmla="*/ 1384 h 2008"/>
                <a:gd name="T76" fmla="*/ 399 w 1281"/>
                <a:gd name="T77" fmla="*/ 1481 h 2008"/>
                <a:gd name="T78" fmla="*/ 352 w 1281"/>
                <a:gd name="T79" fmla="*/ 1591 h 2008"/>
                <a:gd name="T80" fmla="*/ 331 w 1281"/>
                <a:gd name="T81" fmla="*/ 1711 h 2008"/>
                <a:gd name="T82" fmla="*/ 349 w 1281"/>
                <a:gd name="T83" fmla="*/ 1837 h 2008"/>
                <a:gd name="T84" fmla="*/ 414 w 1281"/>
                <a:gd name="T85" fmla="*/ 1966 h 2008"/>
                <a:gd name="T86" fmla="*/ 370 w 1281"/>
                <a:gd name="T87" fmla="*/ 1993 h 2008"/>
                <a:gd name="T88" fmla="*/ 255 w 1281"/>
                <a:gd name="T89" fmla="*/ 1943 h 2008"/>
                <a:gd name="T90" fmla="*/ 152 w 1281"/>
                <a:gd name="T91" fmla="*/ 1861 h 2008"/>
                <a:gd name="T92" fmla="*/ 68 w 1281"/>
                <a:gd name="T93" fmla="*/ 1749 h 2008"/>
                <a:gd name="T94" fmla="*/ 14 w 1281"/>
                <a:gd name="T95" fmla="*/ 1612 h 2008"/>
                <a:gd name="T96" fmla="*/ 2 w 1281"/>
                <a:gd name="T97" fmla="*/ 1449 h 2008"/>
                <a:gd name="T98" fmla="*/ 31 w 1281"/>
                <a:gd name="T99" fmla="*/ 1268 h 2008"/>
                <a:gd name="T100" fmla="*/ 88 w 1281"/>
                <a:gd name="T101" fmla="*/ 1113 h 2008"/>
                <a:gd name="T102" fmla="*/ 165 w 1281"/>
                <a:gd name="T103" fmla="*/ 977 h 2008"/>
                <a:gd name="T104" fmla="*/ 254 w 1281"/>
                <a:gd name="T105" fmla="*/ 852 h 2008"/>
                <a:gd name="T106" fmla="*/ 345 w 1281"/>
                <a:gd name="T107" fmla="*/ 733 h 2008"/>
                <a:gd name="T108" fmla="*/ 430 w 1281"/>
                <a:gd name="T109" fmla="*/ 611 h 2008"/>
                <a:gd name="T110" fmla="*/ 501 w 1281"/>
                <a:gd name="T111" fmla="*/ 479 h 2008"/>
                <a:gd name="T112" fmla="*/ 550 w 1281"/>
                <a:gd name="T113" fmla="*/ 330 h 2008"/>
                <a:gd name="T114" fmla="*/ 567 w 1281"/>
                <a:gd name="T115" fmla="*/ 156 h 2008"/>
                <a:gd name="T116" fmla="*/ 561 w 1281"/>
                <a:gd name="T117" fmla="*/ 52 h 2008"/>
                <a:gd name="T118" fmla="*/ 567 w 1281"/>
                <a:gd name="T119" fmla="*/ 12 h 2008"/>
                <a:gd name="T120" fmla="*/ 587 w 1281"/>
                <a:gd name="T121" fmla="*/ 0 h 2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81" h="2008">
                  <a:moveTo>
                    <a:pt x="587" y="0"/>
                  </a:moveTo>
                  <a:lnTo>
                    <a:pt x="597" y="3"/>
                  </a:lnTo>
                  <a:lnTo>
                    <a:pt x="611" y="11"/>
                  </a:lnTo>
                  <a:lnTo>
                    <a:pt x="628" y="21"/>
                  </a:lnTo>
                  <a:lnTo>
                    <a:pt x="647" y="36"/>
                  </a:lnTo>
                  <a:lnTo>
                    <a:pt x="670" y="55"/>
                  </a:lnTo>
                  <a:lnTo>
                    <a:pt x="707" y="91"/>
                  </a:lnTo>
                  <a:lnTo>
                    <a:pt x="740" y="128"/>
                  </a:lnTo>
                  <a:lnTo>
                    <a:pt x="767" y="166"/>
                  </a:lnTo>
                  <a:lnTo>
                    <a:pt x="792" y="205"/>
                  </a:lnTo>
                  <a:lnTo>
                    <a:pt x="812" y="245"/>
                  </a:lnTo>
                  <a:lnTo>
                    <a:pt x="829" y="285"/>
                  </a:lnTo>
                  <a:lnTo>
                    <a:pt x="842" y="326"/>
                  </a:lnTo>
                  <a:lnTo>
                    <a:pt x="854" y="368"/>
                  </a:lnTo>
                  <a:lnTo>
                    <a:pt x="862" y="408"/>
                  </a:lnTo>
                  <a:lnTo>
                    <a:pt x="869" y="449"/>
                  </a:lnTo>
                  <a:lnTo>
                    <a:pt x="874" y="489"/>
                  </a:lnTo>
                  <a:lnTo>
                    <a:pt x="878" y="528"/>
                  </a:lnTo>
                  <a:lnTo>
                    <a:pt x="881" y="566"/>
                  </a:lnTo>
                  <a:lnTo>
                    <a:pt x="885" y="603"/>
                  </a:lnTo>
                  <a:lnTo>
                    <a:pt x="887" y="639"/>
                  </a:lnTo>
                  <a:lnTo>
                    <a:pt x="890" y="673"/>
                  </a:lnTo>
                  <a:lnTo>
                    <a:pt x="893" y="705"/>
                  </a:lnTo>
                  <a:lnTo>
                    <a:pt x="897" y="734"/>
                  </a:lnTo>
                  <a:lnTo>
                    <a:pt x="904" y="762"/>
                  </a:lnTo>
                  <a:lnTo>
                    <a:pt x="911" y="786"/>
                  </a:lnTo>
                  <a:lnTo>
                    <a:pt x="921" y="808"/>
                  </a:lnTo>
                  <a:lnTo>
                    <a:pt x="933" y="827"/>
                  </a:lnTo>
                  <a:lnTo>
                    <a:pt x="948" y="842"/>
                  </a:lnTo>
                  <a:lnTo>
                    <a:pt x="966" y="855"/>
                  </a:lnTo>
                  <a:lnTo>
                    <a:pt x="987" y="862"/>
                  </a:lnTo>
                  <a:lnTo>
                    <a:pt x="999" y="865"/>
                  </a:lnTo>
                  <a:lnTo>
                    <a:pt x="1011" y="865"/>
                  </a:lnTo>
                  <a:lnTo>
                    <a:pt x="1024" y="864"/>
                  </a:lnTo>
                  <a:lnTo>
                    <a:pt x="1037" y="860"/>
                  </a:lnTo>
                  <a:lnTo>
                    <a:pt x="1048" y="852"/>
                  </a:lnTo>
                  <a:lnTo>
                    <a:pt x="1060" y="843"/>
                  </a:lnTo>
                  <a:lnTo>
                    <a:pt x="1071" y="829"/>
                  </a:lnTo>
                  <a:lnTo>
                    <a:pt x="1079" y="811"/>
                  </a:lnTo>
                  <a:lnTo>
                    <a:pt x="1086" y="788"/>
                  </a:lnTo>
                  <a:lnTo>
                    <a:pt x="1092" y="762"/>
                  </a:lnTo>
                  <a:lnTo>
                    <a:pt x="1096" y="729"/>
                  </a:lnTo>
                  <a:lnTo>
                    <a:pt x="1097" y="705"/>
                  </a:lnTo>
                  <a:lnTo>
                    <a:pt x="1099" y="681"/>
                  </a:lnTo>
                  <a:lnTo>
                    <a:pt x="1101" y="659"/>
                  </a:lnTo>
                  <a:lnTo>
                    <a:pt x="1103" y="639"/>
                  </a:lnTo>
                  <a:lnTo>
                    <a:pt x="1106" y="621"/>
                  </a:lnTo>
                  <a:lnTo>
                    <a:pt x="1110" y="605"/>
                  </a:lnTo>
                  <a:lnTo>
                    <a:pt x="1114" y="593"/>
                  </a:lnTo>
                  <a:lnTo>
                    <a:pt x="1118" y="582"/>
                  </a:lnTo>
                  <a:lnTo>
                    <a:pt x="1123" y="576"/>
                  </a:lnTo>
                  <a:lnTo>
                    <a:pt x="1130" y="574"/>
                  </a:lnTo>
                  <a:lnTo>
                    <a:pt x="1137" y="576"/>
                  </a:lnTo>
                  <a:lnTo>
                    <a:pt x="1147" y="582"/>
                  </a:lnTo>
                  <a:lnTo>
                    <a:pt x="1156" y="593"/>
                  </a:lnTo>
                  <a:lnTo>
                    <a:pt x="1167" y="610"/>
                  </a:lnTo>
                  <a:lnTo>
                    <a:pt x="1179" y="632"/>
                  </a:lnTo>
                  <a:lnTo>
                    <a:pt x="1193" y="660"/>
                  </a:lnTo>
                  <a:lnTo>
                    <a:pt x="1224" y="746"/>
                  </a:lnTo>
                  <a:lnTo>
                    <a:pt x="1247" y="830"/>
                  </a:lnTo>
                  <a:lnTo>
                    <a:pt x="1264" y="913"/>
                  </a:lnTo>
                  <a:lnTo>
                    <a:pt x="1275" y="994"/>
                  </a:lnTo>
                  <a:lnTo>
                    <a:pt x="1281" y="1073"/>
                  </a:lnTo>
                  <a:lnTo>
                    <a:pt x="1281" y="1150"/>
                  </a:lnTo>
                  <a:lnTo>
                    <a:pt x="1274" y="1225"/>
                  </a:lnTo>
                  <a:lnTo>
                    <a:pt x="1263" y="1299"/>
                  </a:lnTo>
                  <a:lnTo>
                    <a:pt x="1246" y="1371"/>
                  </a:lnTo>
                  <a:lnTo>
                    <a:pt x="1224" y="1441"/>
                  </a:lnTo>
                  <a:lnTo>
                    <a:pt x="1196" y="1508"/>
                  </a:lnTo>
                  <a:lnTo>
                    <a:pt x="1164" y="1574"/>
                  </a:lnTo>
                  <a:lnTo>
                    <a:pt x="1125" y="1637"/>
                  </a:lnTo>
                  <a:lnTo>
                    <a:pt x="1083" y="1699"/>
                  </a:lnTo>
                  <a:lnTo>
                    <a:pt x="1036" y="1758"/>
                  </a:lnTo>
                  <a:lnTo>
                    <a:pt x="1011" y="1783"/>
                  </a:lnTo>
                  <a:lnTo>
                    <a:pt x="986" y="1804"/>
                  </a:lnTo>
                  <a:lnTo>
                    <a:pt x="960" y="1822"/>
                  </a:lnTo>
                  <a:lnTo>
                    <a:pt x="933" y="1836"/>
                  </a:lnTo>
                  <a:lnTo>
                    <a:pt x="906" y="1845"/>
                  </a:lnTo>
                  <a:lnTo>
                    <a:pt x="878" y="1852"/>
                  </a:lnTo>
                  <a:lnTo>
                    <a:pt x="851" y="1855"/>
                  </a:lnTo>
                  <a:lnTo>
                    <a:pt x="823" y="1854"/>
                  </a:lnTo>
                  <a:lnTo>
                    <a:pt x="797" y="1850"/>
                  </a:lnTo>
                  <a:lnTo>
                    <a:pt x="771" y="1841"/>
                  </a:lnTo>
                  <a:lnTo>
                    <a:pt x="746" y="1831"/>
                  </a:lnTo>
                  <a:lnTo>
                    <a:pt x="722" y="1816"/>
                  </a:lnTo>
                  <a:lnTo>
                    <a:pt x="700" y="1797"/>
                  </a:lnTo>
                  <a:lnTo>
                    <a:pt x="680" y="1776"/>
                  </a:lnTo>
                  <a:lnTo>
                    <a:pt x="661" y="1750"/>
                  </a:lnTo>
                  <a:lnTo>
                    <a:pt x="645" y="1723"/>
                  </a:lnTo>
                  <a:lnTo>
                    <a:pt x="631" y="1691"/>
                  </a:lnTo>
                  <a:lnTo>
                    <a:pt x="621" y="1657"/>
                  </a:lnTo>
                  <a:lnTo>
                    <a:pt x="612" y="1619"/>
                  </a:lnTo>
                  <a:lnTo>
                    <a:pt x="607" y="1578"/>
                  </a:lnTo>
                  <a:lnTo>
                    <a:pt x="606" y="1535"/>
                  </a:lnTo>
                  <a:lnTo>
                    <a:pt x="608" y="1488"/>
                  </a:lnTo>
                  <a:lnTo>
                    <a:pt x="614" y="1439"/>
                  </a:lnTo>
                  <a:lnTo>
                    <a:pt x="625" y="1386"/>
                  </a:lnTo>
                  <a:lnTo>
                    <a:pt x="640" y="1331"/>
                  </a:lnTo>
                  <a:lnTo>
                    <a:pt x="659" y="1272"/>
                  </a:lnTo>
                  <a:lnTo>
                    <a:pt x="683" y="1212"/>
                  </a:lnTo>
                  <a:lnTo>
                    <a:pt x="685" y="1203"/>
                  </a:lnTo>
                  <a:lnTo>
                    <a:pt x="683" y="1200"/>
                  </a:lnTo>
                  <a:lnTo>
                    <a:pt x="677" y="1199"/>
                  </a:lnTo>
                  <a:lnTo>
                    <a:pt x="667" y="1202"/>
                  </a:lnTo>
                  <a:lnTo>
                    <a:pt x="654" y="1208"/>
                  </a:lnTo>
                  <a:lnTo>
                    <a:pt x="639" y="1217"/>
                  </a:lnTo>
                  <a:lnTo>
                    <a:pt x="621" y="1230"/>
                  </a:lnTo>
                  <a:lnTo>
                    <a:pt x="600" y="1244"/>
                  </a:lnTo>
                  <a:lnTo>
                    <a:pt x="579" y="1261"/>
                  </a:lnTo>
                  <a:lnTo>
                    <a:pt x="557" y="1281"/>
                  </a:lnTo>
                  <a:lnTo>
                    <a:pt x="534" y="1304"/>
                  </a:lnTo>
                  <a:lnTo>
                    <a:pt x="510" y="1329"/>
                  </a:lnTo>
                  <a:lnTo>
                    <a:pt x="486" y="1355"/>
                  </a:lnTo>
                  <a:lnTo>
                    <a:pt x="463" y="1384"/>
                  </a:lnTo>
                  <a:lnTo>
                    <a:pt x="441" y="1414"/>
                  </a:lnTo>
                  <a:lnTo>
                    <a:pt x="419" y="1447"/>
                  </a:lnTo>
                  <a:lnTo>
                    <a:pt x="399" y="1481"/>
                  </a:lnTo>
                  <a:lnTo>
                    <a:pt x="381" y="1517"/>
                  </a:lnTo>
                  <a:lnTo>
                    <a:pt x="365" y="1553"/>
                  </a:lnTo>
                  <a:lnTo>
                    <a:pt x="352" y="1591"/>
                  </a:lnTo>
                  <a:lnTo>
                    <a:pt x="342" y="1630"/>
                  </a:lnTo>
                  <a:lnTo>
                    <a:pt x="334" y="1670"/>
                  </a:lnTo>
                  <a:lnTo>
                    <a:pt x="331" y="1711"/>
                  </a:lnTo>
                  <a:lnTo>
                    <a:pt x="333" y="1752"/>
                  </a:lnTo>
                  <a:lnTo>
                    <a:pt x="338" y="1795"/>
                  </a:lnTo>
                  <a:lnTo>
                    <a:pt x="349" y="1837"/>
                  </a:lnTo>
                  <a:lnTo>
                    <a:pt x="365" y="1880"/>
                  </a:lnTo>
                  <a:lnTo>
                    <a:pt x="386" y="1923"/>
                  </a:lnTo>
                  <a:lnTo>
                    <a:pt x="414" y="1966"/>
                  </a:lnTo>
                  <a:lnTo>
                    <a:pt x="448" y="2008"/>
                  </a:lnTo>
                  <a:lnTo>
                    <a:pt x="409" y="2003"/>
                  </a:lnTo>
                  <a:lnTo>
                    <a:pt x="370" y="1993"/>
                  </a:lnTo>
                  <a:lnTo>
                    <a:pt x="331" y="1980"/>
                  </a:lnTo>
                  <a:lnTo>
                    <a:pt x="293" y="1963"/>
                  </a:lnTo>
                  <a:lnTo>
                    <a:pt x="255" y="1943"/>
                  </a:lnTo>
                  <a:lnTo>
                    <a:pt x="219" y="1918"/>
                  </a:lnTo>
                  <a:lnTo>
                    <a:pt x="184" y="1892"/>
                  </a:lnTo>
                  <a:lnTo>
                    <a:pt x="152" y="1861"/>
                  </a:lnTo>
                  <a:lnTo>
                    <a:pt x="121" y="1826"/>
                  </a:lnTo>
                  <a:lnTo>
                    <a:pt x="92" y="1789"/>
                  </a:lnTo>
                  <a:lnTo>
                    <a:pt x="68" y="1749"/>
                  </a:lnTo>
                  <a:lnTo>
                    <a:pt x="46" y="1707"/>
                  </a:lnTo>
                  <a:lnTo>
                    <a:pt x="28" y="1661"/>
                  </a:lnTo>
                  <a:lnTo>
                    <a:pt x="14" y="1612"/>
                  </a:lnTo>
                  <a:lnTo>
                    <a:pt x="6" y="1560"/>
                  </a:lnTo>
                  <a:lnTo>
                    <a:pt x="0" y="1505"/>
                  </a:lnTo>
                  <a:lnTo>
                    <a:pt x="2" y="1449"/>
                  </a:lnTo>
                  <a:lnTo>
                    <a:pt x="8" y="1385"/>
                  </a:lnTo>
                  <a:lnTo>
                    <a:pt x="17" y="1325"/>
                  </a:lnTo>
                  <a:lnTo>
                    <a:pt x="31" y="1268"/>
                  </a:lnTo>
                  <a:lnTo>
                    <a:pt x="47" y="1214"/>
                  </a:lnTo>
                  <a:lnTo>
                    <a:pt x="67" y="1162"/>
                  </a:lnTo>
                  <a:lnTo>
                    <a:pt x="88" y="1113"/>
                  </a:lnTo>
                  <a:lnTo>
                    <a:pt x="112" y="1066"/>
                  </a:lnTo>
                  <a:lnTo>
                    <a:pt x="138" y="1020"/>
                  </a:lnTo>
                  <a:lnTo>
                    <a:pt x="165" y="977"/>
                  </a:lnTo>
                  <a:lnTo>
                    <a:pt x="194" y="935"/>
                  </a:lnTo>
                  <a:lnTo>
                    <a:pt x="223" y="894"/>
                  </a:lnTo>
                  <a:lnTo>
                    <a:pt x="254" y="852"/>
                  </a:lnTo>
                  <a:lnTo>
                    <a:pt x="285" y="812"/>
                  </a:lnTo>
                  <a:lnTo>
                    <a:pt x="315" y="772"/>
                  </a:lnTo>
                  <a:lnTo>
                    <a:pt x="345" y="733"/>
                  </a:lnTo>
                  <a:lnTo>
                    <a:pt x="374" y="693"/>
                  </a:lnTo>
                  <a:lnTo>
                    <a:pt x="403" y="652"/>
                  </a:lnTo>
                  <a:lnTo>
                    <a:pt x="430" y="611"/>
                  </a:lnTo>
                  <a:lnTo>
                    <a:pt x="456" y="567"/>
                  </a:lnTo>
                  <a:lnTo>
                    <a:pt x="480" y="524"/>
                  </a:lnTo>
                  <a:lnTo>
                    <a:pt x="501" y="479"/>
                  </a:lnTo>
                  <a:lnTo>
                    <a:pt x="520" y="431"/>
                  </a:lnTo>
                  <a:lnTo>
                    <a:pt x="537" y="381"/>
                  </a:lnTo>
                  <a:lnTo>
                    <a:pt x="550" y="330"/>
                  </a:lnTo>
                  <a:lnTo>
                    <a:pt x="559" y="275"/>
                  </a:lnTo>
                  <a:lnTo>
                    <a:pt x="565" y="217"/>
                  </a:lnTo>
                  <a:lnTo>
                    <a:pt x="567" y="156"/>
                  </a:lnTo>
                  <a:lnTo>
                    <a:pt x="564" y="92"/>
                  </a:lnTo>
                  <a:lnTo>
                    <a:pt x="562" y="71"/>
                  </a:lnTo>
                  <a:lnTo>
                    <a:pt x="561" y="52"/>
                  </a:lnTo>
                  <a:lnTo>
                    <a:pt x="562" y="36"/>
                  </a:lnTo>
                  <a:lnTo>
                    <a:pt x="564" y="22"/>
                  </a:lnTo>
                  <a:lnTo>
                    <a:pt x="567" y="12"/>
                  </a:lnTo>
                  <a:lnTo>
                    <a:pt x="571" y="4"/>
                  </a:lnTo>
                  <a:lnTo>
                    <a:pt x="578" y="1"/>
                  </a:lnTo>
                  <a:lnTo>
                    <a:pt x="587"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84" name="Group 183">
            <a:extLst>
              <a:ext uri="{FF2B5EF4-FFF2-40B4-BE49-F238E27FC236}">
                <a16:creationId xmlns:a16="http://schemas.microsoft.com/office/drawing/2014/main" id="{49CC212B-AF1F-4AFE-8D48-2D5C22D9FD59}"/>
              </a:ext>
            </a:extLst>
          </p:cNvPr>
          <p:cNvGrpSpPr>
            <a:grpSpLocks noChangeAspect="1"/>
          </p:cNvGrpSpPr>
          <p:nvPr/>
        </p:nvGrpSpPr>
        <p:grpSpPr>
          <a:xfrm>
            <a:off x="3755302" y="4272413"/>
            <a:ext cx="666378" cy="419571"/>
            <a:chOff x="3764280" y="2561831"/>
            <a:chExt cx="666378" cy="419571"/>
          </a:xfrm>
        </p:grpSpPr>
        <p:sp useBgFill="1">
          <p:nvSpPr>
            <p:cNvPr id="185" name="Freeform 41">
              <a:extLst>
                <a:ext uri="{FF2B5EF4-FFF2-40B4-BE49-F238E27FC236}">
                  <a16:creationId xmlns:a16="http://schemas.microsoft.com/office/drawing/2014/main" id="{B92D9C6D-46B2-4AA1-9513-521E2E0C9660}"/>
                </a:ext>
              </a:extLst>
            </p:cNvPr>
            <p:cNvSpPr>
              <a:spLocks/>
            </p:cNvSpPr>
            <p:nvPr/>
          </p:nvSpPr>
          <p:spPr bwMode="auto">
            <a:xfrm>
              <a:off x="3764280" y="2561831"/>
              <a:ext cx="666378" cy="419571"/>
            </a:xfrm>
            <a:custGeom>
              <a:avLst/>
              <a:gdLst>
                <a:gd name="T0" fmla="*/ 1964 w 2642"/>
                <a:gd name="T1" fmla="*/ 12 h 1667"/>
                <a:gd name="T2" fmla="*/ 2587 w 2642"/>
                <a:gd name="T3" fmla="*/ 388 h 1667"/>
                <a:gd name="T4" fmla="*/ 2628 w 2642"/>
                <a:gd name="T5" fmla="*/ 449 h 1667"/>
                <a:gd name="T6" fmla="*/ 2636 w 2642"/>
                <a:gd name="T7" fmla="*/ 524 h 1667"/>
                <a:gd name="T8" fmla="*/ 2604 w 2642"/>
                <a:gd name="T9" fmla="*/ 592 h 1667"/>
                <a:gd name="T10" fmla="*/ 2498 w 2642"/>
                <a:gd name="T11" fmla="*/ 666 h 1667"/>
                <a:gd name="T12" fmla="*/ 2604 w 2642"/>
                <a:gd name="T13" fmla="*/ 741 h 1667"/>
                <a:gd name="T14" fmla="*/ 2636 w 2642"/>
                <a:gd name="T15" fmla="*/ 808 h 1667"/>
                <a:gd name="T16" fmla="*/ 2628 w 2642"/>
                <a:gd name="T17" fmla="*/ 882 h 1667"/>
                <a:gd name="T18" fmla="*/ 2587 w 2642"/>
                <a:gd name="T19" fmla="*/ 944 h 1667"/>
                <a:gd name="T20" fmla="*/ 2571 w 2642"/>
                <a:gd name="T21" fmla="*/ 1042 h 1667"/>
                <a:gd name="T22" fmla="*/ 2623 w 2642"/>
                <a:gd name="T23" fmla="*/ 1095 h 1667"/>
                <a:gd name="T24" fmla="*/ 2642 w 2642"/>
                <a:gd name="T25" fmla="*/ 1167 h 1667"/>
                <a:gd name="T26" fmla="*/ 2623 w 2642"/>
                <a:gd name="T27" fmla="*/ 1240 h 1667"/>
                <a:gd name="T28" fmla="*/ 2571 w 2642"/>
                <a:gd name="T29" fmla="*/ 1293 h 1667"/>
                <a:gd name="T30" fmla="*/ 1936 w 2642"/>
                <a:gd name="T31" fmla="*/ 1664 h 1667"/>
                <a:gd name="T32" fmla="*/ 1839 w 2642"/>
                <a:gd name="T33" fmla="*/ 1655 h 1667"/>
                <a:gd name="T34" fmla="*/ 1216 w 2642"/>
                <a:gd name="T35" fmla="*/ 1278 h 1667"/>
                <a:gd name="T36" fmla="*/ 1175 w 2642"/>
                <a:gd name="T37" fmla="*/ 1217 h 1667"/>
                <a:gd name="T38" fmla="*/ 1167 w 2642"/>
                <a:gd name="T39" fmla="*/ 1147 h 1667"/>
                <a:gd name="T40" fmla="*/ 1086 w 2642"/>
                <a:gd name="T41" fmla="*/ 1199 h 1667"/>
                <a:gd name="T42" fmla="*/ 1063 w 2642"/>
                <a:gd name="T43" fmla="*/ 1285 h 1667"/>
                <a:gd name="T44" fmla="*/ 1003 w 2642"/>
                <a:gd name="T45" fmla="*/ 1345 h 1667"/>
                <a:gd name="T46" fmla="*/ 917 w 2642"/>
                <a:gd name="T47" fmla="*/ 1368 h 1667"/>
                <a:gd name="T48" fmla="*/ 747 w 2642"/>
                <a:gd name="T49" fmla="*/ 1357 h 1667"/>
                <a:gd name="T50" fmla="*/ 678 w 2642"/>
                <a:gd name="T51" fmla="*/ 1310 h 1667"/>
                <a:gd name="T52" fmla="*/ 640 w 2642"/>
                <a:gd name="T53" fmla="*/ 1235 h 1667"/>
                <a:gd name="T54" fmla="*/ 312 w 2642"/>
                <a:gd name="T55" fmla="*/ 1178 h 1667"/>
                <a:gd name="T56" fmla="*/ 138 w 2642"/>
                <a:gd name="T57" fmla="*/ 1178 h 1667"/>
                <a:gd name="T58" fmla="*/ 59 w 2642"/>
                <a:gd name="T59" fmla="*/ 1141 h 1667"/>
                <a:gd name="T60" fmla="*/ 11 w 2642"/>
                <a:gd name="T61" fmla="*/ 1071 h 1667"/>
                <a:gd name="T62" fmla="*/ 0 w 2642"/>
                <a:gd name="T63" fmla="*/ 900 h 1667"/>
                <a:gd name="T64" fmla="*/ 22 w 2642"/>
                <a:gd name="T65" fmla="*/ 814 h 1667"/>
                <a:gd name="T66" fmla="*/ 83 w 2642"/>
                <a:gd name="T67" fmla="*/ 754 h 1667"/>
                <a:gd name="T68" fmla="*/ 168 w 2642"/>
                <a:gd name="T69" fmla="*/ 731 h 1667"/>
                <a:gd name="T70" fmla="*/ 336 w 2642"/>
                <a:gd name="T71" fmla="*/ 741 h 1667"/>
                <a:gd name="T72" fmla="*/ 427 w 2642"/>
                <a:gd name="T73" fmla="*/ 643 h 1667"/>
                <a:gd name="T74" fmla="*/ 488 w 2642"/>
                <a:gd name="T75" fmla="*/ 572 h 1667"/>
                <a:gd name="T76" fmla="*/ 580 w 2642"/>
                <a:gd name="T77" fmla="*/ 544 h 1667"/>
                <a:gd name="T78" fmla="*/ 711 w 2642"/>
                <a:gd name="T79" fmla="*/ 376 h 1667"/>
                <a:gd name="T80" fmla="*/ 734 w 2642"/>
                <a:gd name="T81" fmla="*/ 291 h 1667"/>
                <a:gd name="T82" fmla="*/ 794 w 2642"/>
                <a:gd name="T83" fmla="*/ 230 h 1667"/>
                <a:gd name="T84" fmla="*/ 880 w 2642"/>
                <a:gd name="T85" fmla="*/ 207 h 1667"/>
                <a:gd name="T86" fmla="*/ 1051 w 2642"/>
                <a:gd name="T87" fmla="*/ 218 h 1667"/>
                <a:gd name="T88" fmla="*/ 1121 w 2642"/>
                <a:gd name="T89" fmla="*/ 267 h 1667"/>
                <a:gd name="T90" fmla="*/ 1158 w 2642"/>
                <a:gd name="T91" fmla="*/ 345 h 1667"/>
                <a:gd name="T92" fmla="*/ 1168 w 2642"/>
                <a:gd name="T93" fmla="*/ 452 h 1667"/>
                <a:gd name="T94" fmla="*/ 1211 w 2642"/>
                <a:gd name="T95" fmla="*/ 389 h 1667"/>
                <a:gd name="T96" fmla="*/ 1835 w 2642"/>
                <a:gd name="T97" fmla="*/ 12 h 1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642" h="1667">
                  <a:moveTo>
                    <a:pt x="1899" y="0"/>
                  </a:moveTo>
                  <a:lnTo>
                    <a:pt x="1932" y="2"/>
                  </a:lnTo>
                  <a:lnTo>
                    <a:pt x="1964" y="12"/>
                  </a:lnTo>
                  <a:lnTo>
                    <a:pt x="1993" y="25"/>
                  </a:lnTo>
                  <a:lnTo>
                    <a:pt x="2566" y="373"/>
                  </a:lnTo>
                  <a:lnTo>
                    <a:pt x="2587" y="388"/>
                  </a:lnTo>
                  <a:lnTo>
                    <a:pt x="2604" y="406"/>
                  </a:lnTo>
                  <a:lnTo>
                    <a:pt x="2619" y="427"/>
                  </a:lnTo>
                  <a:lnTo>
                    <a:pt x="2628" y="449"/>
                  </a:lnTo>
                  <a:lnTo>
                    <a:pt x="2636" y="473"/>
                  </a:lnTo>
                  <a:lnTo>
                    <a:pt x="2638" y="499"/>
                  </a:lnTo>
                  <a:lnTo>
                    <a:pt x="2636" y="524"/>
                  </a:lnTo>
                  <a:lnTo>
                    <a:pt x="2628" y="548"/>
                  </a:lnTo>
                  <a:lnTo>
                    <a:pt x="2619" y="570"/>
                  </a:lnTo>
                  <a:lnTo>
                    <a:pt x="2604" y="592"/>
                  </a:lnTo>
                  <a:lnTo>
                    <a:pt x="2587" y="610"/>
                  </a:lnTo>
                  <a:lnTo>
                    <a:pt x="2567" y="624"/>
                  </a:lnTo>
                  <a:lnTo>
                    <a:pt x="2498" y="666"/>
                  </a:lnTo>
                  <a:lnTo>
                    <a:pt x="2566" y="708"/>
                  </a:lnTo>
                  <a:lnTo>
                    <a:pt x="2587" y="723"/>
                  </a:lnTo>
                  <a:lnTo>
                    <a:pt x="2604" y="741"/>
                  </a:lnTo>
                  <a:lnTo>
                    <a:pt x="2619" y="761"/>
                  </a:lnTo>
                  <a:lnTo>
                    <a:pt x="2628" y="784"/>
                  </a:lnTo>
                  <a:lnTo>
                    <a:pt x="2636" y="808"/>
                  </a:lnTo>
                  <a:lnTo>
                    <a:pt x="2638" y="833"/>
                  </a:lnTo>
                  <a:lnTo>
                    <a:pt x="2636" y="859"/>
                  </a:lnTo>
                  <a:lnTo>
                    <a:pt x="2628" y="882"/>
                  </a:lnTo>
                  <a:lnTo>
                    <a:pt x="2619" y="905"/>
                  </a:lnTo>
                  <a:lnTo>
                    <a:pt x="2604" y="925"/>
                  </a:lnTo>
                  <a:lnTo>
                    <a:pt x="2587" y="944"/>
                  </a:lnTo>
                  <a:lnTo>
                    <a:pt x="2567" y="959"/>
                  </a:lnTo>
                  <a:lnTo>
                    <a:pt x="2500" y="999"/>
                  </a:lnTo>
                  <a:lnTo>
                    <a:pt x="2571" y="1042"/>
                  </a:lnTo>
                  <a:lnTo>
                    <a:pt x="2591" y="1056"/>
                  </a:lnTo>
                  <a:lnTo>
                    <a:pt x="2609" y="1074"/>
                  </a:lnTo>
                  <a:lnTo>
                    <a:pt x="2623" y="1095"/>
                  </a:lnTo>
                  <a:lnTo>
                    <a:pt x="2634" y="1118"/>
                  </a:lnTo>
                  <a:lnTo>
                    <a:pt x="2640" y="1142"/>
                  </a:lnTo>
                  <a:lnTo>
                    <a:pt x="2642" y="1167"/>
                  </a:lnTo>
                  <a:lnTo>
                    <a:pt x="2640" y="1193"/>
                  </a:lnTo>
                  <a:lnTo>
                    <a:pt x="2634" y="1217"/>
                  </a:lnTo>
                  <a:lnTo>
                    <a:pt x="2623" y="1240"/>
                  </a:lnTo>
                  <a:lnTo>
                    <a:pt x="2609" y="1260"/>
                  </a:lnTo>
                  <a:lnTo>
                    <a:pt x="2591" y="1278"/>
                  </a:lnTo>
                  <a:lnTo>
                    <a:pt x="2571" y="1293"/>
                  </a:lnTo>
                  <a:lnTo>
                    <a:pt x="1998" y="1641"/>
                  </a:lnTo>
                  <a:lnTo>
                    <a:pt x="1968" y="1655"/>
                  </a:lnTo>
                  <a:lnTo>
                    <a:pt x="1936" y="1664"/>
                  </a:lnTo>
                  <a:lnTo>
                    <a:pt x="1904" y="1667"/>
                  </a:lnTo>
                  <a:lnTo>
                    <a:pt x="1871" y="1664"/>
                  </a:lnTo>
                  <a:lnTo>
                    <a:pt x="1839" y="1655"/>
                  </a:lnTo>
                  <a:lnTo>
                    <a:pt x="1810" y="1641"/>
                  </a:lnTo>
                  <a:lnTo>
                    <a:pt x="1237" y="1293"/>
                  </a:lnTo>
                  <a:lnTo>
                    <a:pt x="1216" y="1278"/>
                  </a:lnTo>
                  <a:lnTo>
                    <a:pt x="1199" y="1260"/>
                  </a:lnTo>
                  <a:lnTo>
                    <a:pt x="1184" y="1239"/>
                  </a:lnTo>
                  <a:lnTo>
                    <a:pt x="1175" y="1217"/>
                  </a:lnTo>
                  <a:lnTo>
                    <a:pt x="1168" y="1193"/>
                  </a:lnTo>
                  <a:lnTo>
                    <a:pt x="1166" y="1167"/>
                  </a:lnTo>
                  <a:lnTo>
                    <a:pt x="1167" y="1147"/>
                  </a:lnTo>
                  <a:lnTo>
                    <a:pt x="1172" y="1128"/>
                  </a:lnTo>
                  <a:lnTo>
                    <a:pt x="1086" y="1181"/>
                  </a:lnTo>
                  <a:lnTo>
                    <a:pt x="1086" y="1199"/>
                  </a:lnTo>
                  <a:lnTo>
                    <a:pt x="1083" y="1230"/>
                  </a:lnTo>
                  <a:lnTo>
                    <a:pt x="1075" y="1258"/>
                  </a:lnTo>
                  <a:lnTo>
                    <a:pt x="1063" y="1285"/>
                  </a:lnTo>
                  <a:lnTo>
                    <a:pt x="1046" y="1308"/>
                  </a:lnTo>
                  <a:lnTo>
                    <a:pt x="1026" y="1328"/>
                  </a:lnTo>
                  <a:lnTo>
                    <a:pt x="1003" y="1345"/>
                  </a:lnTo>
                  <a:lnTo>
                    <a:pt x="976" y="1357"/>
                  </a:lnTo>
                  <a:lnTo>
                    <a:pt x="948" y="1365"/>
                  </a:lnTo>
                  <a:lnTo>
                    <a:pt x="917" y="1368"/>
                  </a:lnTo>
                  <a:lnTo>
                    <a:pt x="805" y="1368"/>
                  </a:lnTo>
                  <a:lnTo>
                    <a:pt x="775" y="1366"/>
                  </a:lnTo>
                  <a:lnTo>
                    <a:pt x="747" y="1357"/>
                  </a:lnTo>
                  <a:lnTo>
                    <a:pt x="722" y="1346"/>
                  </a:lnTo>
                  <a:lnTo>
                    <a:pt x="698" y="1330"/>
                  </a:lnTo>
                  <a:lnTo>
                    <a:pt x="678" y="1310"/>
                  </a:lnTo>
                  <a:lnTo>
                    <a:pt x="661" y="1288"/>
                  </a:lnTo>
                  <a:lnTo>
                    <a:pt x="649" y="1262"/>
                  </a:lnTo>
                  <a:lnTo>
                    <a:pt x="640" y="1235"/>
                  </a:lnTo>
                  <a:lnTo>
                    <a:pt x="370" y="1155"/>
                  </a:lnTo>
                  <a:lnTo>
                    <a:pt x="342" y="1169"/>
                  </a:lnTo>
                  <a:lnTo>
                    <a:pt x="312" y="1178"/>
                  </a:lnTo>
                  <a:lnTo>
                    <a:pt x="281" y="1181"/>
                  </a:lnTo>
                  <a:lnTo>
                    <a:pt x="168" y="1181"/>
                  </a:lnTo>
                  <a:lnTo>
                    <a:pt x="138" y="1178"/>
                  </a:lnTo>
                  <a:lnTo>
                    <a:pt x="110" y="1170"/>
                  </a:lnTo>
                  <a:lnTo>
                    <a:pt x="83" y="1158"/>
                  </a:lnTo>
                  <a:lnTo>
                    <a:pt x="59" y="1141"/>
                  </a:lnTo>
                  <a:lnTo>
                    <a:pt x="39" y="1121"/>
                  </a:lnTo>
                  <a:lnTo>
                    <a:pt x="22" y="1098"/>
                  </a:lnTo>
                  <a:lnTo>
                    <a:pt x="11" y="1071"/>
                  </a:lnTo>
                  <a:lnTo>
                    <a:pt x="2" y="1043"/>
                  </a:lnTo>
                  <a:lnTo>
                    <a:pt x="0" y="1012"/>
                  </a:lnTo>
                  <a:lnTo>
                    <a:pt x="0" y="900"/>
                  </a:lnTo>
                  <a:lnTo>
                    <a:pt x="2" y="869"/>
                  </a:lnTo>
                  <a:lnTo>
                    <a:pt x="11" y="841"/>
                  </a:lnTo>
                  <a:lnTo>
                    <a:pt x="22" y="814"/>
                  </a:lnTo>
                  <a:lnTo>
                    <a:pt x="39" y="791"/>
                  </a:lnTo>
                  <a:lnTo>
                    <a:pt x="59" y="771"/>
                  </a:lnTo>
                  <a:lnTo>
                    <a:pt x="83" y="754"/>
                  </a:lnTo>
                  <a:lnTo>
                    <a:pt x="110" y="742"/>
                  </a:lnTo>
                  <a:lnTo>
                    <a:pt x="138" y="734"/>
                  </a:lnTo>
                  <a:lnTo>
                    <a:pt x="168" y="731"/>
                  </a:lnTo>
                  <a:lnTo>
                    <a:pt x="281" y="731"/>
                  </a:lnTo>
                  <a:lnTo>
                    <a:pt x="308" y="733"/>
                  </a:lnTo>
                  <a:lnTo>
                    <a:pt x="336" y="741"/>
                  </a:lnTo>
                  <a:lnTo>
                    <a:pt x="412" y="707"/>
                  </a:lnTo>
                  <a:lnTo>
                    <a:pt x="416" y="674"/>
                  </a:lnTo>
                  <a:lnTo>
                    <a:pt x="427" y="643"/>
                  </a:lnTo>
                  <a:lnTo>
                    <a:pt x="443" y="616"/>
                  </a:lnTo>
                  <a:lnTo>
                    <a:pt x="463" y="592"/>
                  </a:lnTo>
                  <a:lnTo>
                    <a:pt x="488" y="572"/>
                  </a:lnTo>
                  <a:lnTo>
                    <a:pt x="516" y="557"/>
                  </a:lnTo>
                  <a:lnTo>
                    <a:pt x="547" y="547"/>
                  </a:lnTo>
                  <a:lnTo>
                    <a:pt x="580" y="544"/>
                  </a:lnTo>
                  <a:lnTo>
                    <a:pt x="636" y="544"/>
                  </a:lnTo>
                  <a:lnTo>
                    <a:pt x="711" y="460"/>
                  </a:lnTo>
                  <a:lnTo>
                    <a:pt x="711" y="376"/>
                  </a:lnTo>
                  <a:lnTo>
                    <a:pt x="714" y="345"/>
                  </a:lnTo>
                  <a:lnTo>
                    <a:pt x="722" y="317"/>
                  </a:lnTo>
                  <a:lnTo>
                    <a:pt x="734" y="291"/>
                  </a:lnTo>
                  <a:lnTo>
                    <a:pt x="751" y="267"/>
                  </a:lnTo>
                  <a:lnTo>
                    <a:pt x="771" y="247"/>
                  </a:lnTo>
                  <a:lnTo>
                    <a:pt x="794" y="230"/>
                  </a:lnTo>
                  <a:lnTo>
                    <a:pt x="821" y="218"/>
                  </a:lnTo>
                  <a:lnTo>
                    <a:pt x="849" y="210"/>
                  </a:lnTo>
                  <a:lnTo>
                    <a:pt x="880" y="207"/>
                  </a:lnTo>
                  <a:lnTo>
                    <a:pt x="992" y="207"/>
                  </a:lnTo>
                  <a:lnTo>
                    <a:pt x="1023" y="210"/>
                  </a:lnTo>
                  <a:lnTo>
                    <a:pt x="1051" y="218"/>
                  </a:lnTo>
                  <a:lnTo>
                    <a:pt x="1076" y="230"/>
                  </a:lnTo>
                  <a:lnTo>
                    <a:pt x="1101" y="247"/>
                  </a:lnTo>
                  <a:lnTo>
                    <a:pt x="1121" y="267"/>
                  </a:lnTo>
                  <a:lnTo>
                    <a:pt x="1138" y="291"/>
                  </a:lnTo>
                  <a:lnTo>
                    <a:pt x="1150" y="317"/>
                  </a:lnTo>
                  <a:lnTo>
                    <a:pt x="1158" y="345"/>
                  </a:lnTo>
                  <a:lnTo>
                    <a:pt x="1161" y="376"/>
                  </a:lnTo>
                  <a:lnTo>
                    <a:pt x="1161" y="445"/>
                  </a:lnTo>
                  <a:lnTo>
                    <a:pt x="1168" y="452"/>
                  </a:lnTo>
                  <a:lnTo>
                    <a:pt x="1179" y="429"/>
                  </a:lnTo>
                  <a:lnTo>
                    <a:pt x="1193" y="407"/>
                  </a:lnTo>
                  <a:lnTo>
                    <a:pt x="1211" y="389"/>
                  </a:lnTo>
                  <a:lnTo>
                    <a:pt x="1232" y="373"/>
                  </a:lnTo>
                  <a:lnTo>
                    <a:pt x="1805" y="25"/>
                  </a:lnTo>
                  <a:lnTo>
                    <a:pt x="1835" y="12"/>
                  </a:lnTo>
                  <a:lnTo>
                    <a:pt x="1867" y="2"/>
                  </a:lnTo>
                  <a:lnTo>
                    <a:pt x="1899"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6" name="Freeform 42">
              <a:extLst>
                <a:ext uri="{FF2B5EF4-FFF2-40B4-BE49-F238E27FC236}">
                  <a16:creationId xmlns:a16="http://schemas.microsoft.com/office/drawing/2014/main" id="{A50735E5-FAC0-4497-A88E-AD17A1438166}"/>
                </a:ext>
              </a:extLst>
            </p:cNvPr>
            <p:cNvSpPr>
              <a:spLocks noEditPoints="1"/>
            </p:cNvSpPr>
            <p:nvPr/>
          </p:nvSpPr>
          <p:spPr bwMode="auto">
            <a:xfrm>
              <a:off x="3792486" y="2590037"/>
              <a:ext cx="609965" cy="363158"/>
            </a:xfrm>
            <a:custGeom>
              <a:avLst/>
              <a:gdLst>
                <a:gd name="T0" fmla="*/ 2410 w 2418"/>
                <a:gd name="T1" fmla="*/ 1034 h 1443"/>
                <a:gd name="T2" fmla="*/ 2416 w 2418"/>
                <a:gd name="T3" fmla="*/ 1067 h 1443"/>
                <a:gd name="T4" fmla="*/ 1828 w 2418"/>
                <a:gd name="T5" fmla="*/ 1432 h 1443"/>
                <a:gd name="T6" fmla="*/ 1774 w 2418"/>
                <a:gd name="T7" fmla="*/ 1440 h 1443"/>
                <a:gd name="T8" fmla="*/ 1174 w 2418"/>
                <a:gd name="T9" fmla="*/ 1077 h 1443"/>
                <a:gd name="T10" fmla="*/ 1168 w 2418"/>
                <a:gd name="T11" fmla="*/ 1044 h 1443"/>
                <a:gd name="T12" fmla="*/ 1299 w 2418"/>
                <a:gd name="T13" fmla="*/ 956 h 1443"/>
                <a:gd name="T14" fmla="*/ 1755 w 2418"/>
                <a:gd name="T15" fmla="*/ 1218 h 1443"/>
                <a:gd name="T16" fmla="*/ 1852 w 2418"/>
                <a:gd name="T17" fmla="*/ 1208 h 1443"/>
                <a:gd name="T18" fmla="*/ 768 w 2418"/>
                <a:gd name="T19" fmla="*/ 207 h 1443"/>
                <a:gd name="T20" fmla="*/ 913 w 2418"/>
                <a:gd name="T21" fmla="*/ 219 h 1443"/>
                <a:gd name="T22" fmla="*/ 936 w 2418"/>
                <a:gd name="T23" fmla="*/ 264 h 1443"/>
                <a:gd name="T24" fmla="*/ 1132 w 2418"/>
                <a:gd name="T25" fmla="*/ 576 h 1443"/>
                <a:gd name="T26" fmla="*/ 1080 w 2418"/>
                <a:gd name="T27" fmla="*/ 629 h 1443"/>
                <a:gd name="T28" fmla="*/ 774 w 2418"/>
                <a:gd name="T29" fmla="*/ 432 h 1443"/>
                <a:gd name="T30" fmla="*/ 637 w 2418"/>
                <a:gd name="T31" fmla="*/ 601 h 1443"/>
                <a:gd name="T32" fmla="*/ 1051 w 2418"/>
                <a:gd name="T33" fmla="*/ 702 h 1443"/>
                <a:gd name="T34" fmla="*/ 1050 w 2418"/>
                <a:gd name="T35" fmla="*/ 750 h 1443"/>
                <a:gd name="T36" fmla="*/ 634 w 2418"/>
                <a:gd name="T37" fmla="*/ 730 h 1443"/>
                <a:gd name="T38" fmla="*/ 598 w 2418"/>
                <a:gd name="T39" fmla="*/ 766 h 1443"/>
                <a:gd name="T40" fmla="*/ 450 w 2418"/>
                <a:gd name="T41" fmla="*/ 766 h 1443"/>
                <a:gd name="T42" fmla="*/ 225 w 2418"/>
                <a:gd name="T43" fmla="*/ 835 h 1443"/>
                <a:gd name="T44" fmla="*/ 646 w 2418"/>
                <a:gd name="T45" fmla="*/ 943 h 1443"/>
                <a:gd name="T46" fmla="*/ 693 w 2418"/>
                <a:gd name="T47" fmla="*/ 919 h 1443"/>
                <a:gd name="T48" fmla="*/ 829 w 2418"/>
                <a:gd name="T49" fmla="*/ 924 h 1443"/>
                <a:gd name="T50" fmla="*/ 1070 w 2418"/>
                <a:gd name="T51" fmla="*/ 819 h 1443"/>
                <a:gd name="T52" fmla="*/ 861 w 2418"/>
                <a:gd name="T53" fmla="*/ 1006 h 1443"/>
                <a:gd name="T54" fmla="*/ 850 w 2418"/>
                <a:gd name="T55" fmla="*/ 1121 h 1443"/>
                <a:gd name="T56" fmla="*/ 805 w 2418"/>
                <a:gd name="T57" fmla="*/ 1144 h 1443"/>
                <a:gd name="T58" fmla="*/ 659 w 2418"/>
                <a:gd name="T59" fmla="*/ 1132 h 1443"/>
                <a:gd name="T60" fmla="*/ 637 w 2418"/>
                <a:gd name="T61" fmla="*/ 1087 h 1443"/>
                <a:gd name="T62" fmla="*/ 214 w 2418"/>
                <a:gd name="T63" fmla="*/ 932 h 1443"/>
                <a:gd name="T64" fmla="*/ 169 w 2418"/>
                <a:gd name="T65" fmla="*/ 956 h 1443"/>
                <a:gd name="T66" fmla="*/ 23 w 2418"/>
                <a:gd name="T67" fmla="*/ 945 h 1443"/>
                <a:gd name="T68" fmla="*/ 0 w 2418"/>
                <a:gd name="T69" fmla="*/ 900 h 1443"/>
                <a:gd name="T70" fmla="*/ 11 w 2418"/>
                <a:gd name="T71" fmla="*/ 754 h 1443"/>
                <a:gd name="T72" fmla="*/ 56 w 2418"/>
                <a:gd name="T73" fmla="*/ 732 h 1443"/>
                <a:gd name="T74" fmla="*/ 203 w 2418"/>
                <a:gd name="T75" fmla="*/ 744 h 1443"/>
                <a:gd name="T76" fmla="*/ 412 w 2418"/>
                <a:gd name="T77" fmla="*/ 601 h 1443"/>
                <a:gd name="T78" fmla="*/ 435 w 2418"/>
                <a:gd name="T79" fmla="*/ 556 h 1443"/>
                <a:gd name="T80" fmla="*/ 574 w 2418"/>
                <a:gd name="T81" fmla="*/ 544 h 1443"/>
                <a:gd name="T82" fmla="*/ 711 w 2418"/>
                <a:gd name="T83" fmla="*/ 376 h 1443"/>
                <a:gd name="T84" fmla="*/ 723 w 2418"/>
                <a:gd name="T85" fmla="*/ 230 h 1443"/>
                <a:gd name="T86" fmla="*/ 768 w 2418"/>
                <a:gd name="T87" fmla="*/ 207 h 1443"/>
                <a:gd name="T88" fmla="*/ 1823 w 2418"/>
                <a:gd name="T89" fmla="*/ 11 h 1443"/>
                <a:gd name="T90" fmla="*/ 2411 w 2418"/>
                <a:gd name="T91" fmla="*/ 375 h 1443"/>
                <a:gd name="T92" fmla="*/ 2405 w 2418"/>
                <a:gd name="T93" fmla="*/ 409 h 1443"/>
                <a:gd name="T94" fmla="*/ 1805 w 2418"/>
                <a:gd name="T95" fmla="*/ 771 h 1443"/>
                <a:gd name="T96" fmla="*/ 1751 w 2418"/>
                <a:gd name="T97" fmla="*/ 764 h 1443"/>
                <a:gd name="T98" fmla="*/ 1163 w 2418"/>
                <a:gd name="T99" fmla="*/ 398 h 1443"/>
                <a:gd name="T100" fmla="*/ 1169 w 2418"/>
                <a:gd name="T101" fmla="*/ 364 h 1443"/>
                <a:gd name="T102" fmla="*/ 1768 w 2418"/>
                <a:gd name="T103" fmla="*/ 2 h 1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418" h="1443">
                  <a:moveTo>
                    <a:pt x="2280" y="953"/>
                  </a:moveTo>
                  <a:lnTo>
                    <a:pt x="2401" y="1026"/>
                  </a:lnTo>
                  <a:lnTo>
                    <a:pt x="2410" y="1034"/>
                  </a:lnTo>
                  <a:lnTo>
                    <a:pt x="2416" y="1044"/>
                  </a:lnTo>
                  <a:lnTo>
                    <a:pt x="2418" y="1055"/>
                  </a:lnTo>
                  <a:lnTo>
                    <a:pt x="2416" y="1067"/>
                  </a:lnTo>
                  <a:lnTo>
                    <a:pt x="2410" y="1077"/>
                  </a:lnTo>
                  <a:lnTo>
                    <a:pt x="2401" y="1085"/>
                  </a:lnTo>
                  <a:lnTo>
                    <a:pt x="1828" y="1432"/>
                  </a:lnTo>
                  <a:lnTo>
                    <a:pt x="1811" y="1440"/>
                  </a:lnTo>
                  <a:lnTo>
                    <a:pt x="1792" y="1443"/>
                  </a:lnTo>
                  <a:lnTo>
                    <a:pt x="1774" y="1440"/>
                  </a:lnTo>
                  <a:lnTo>
                    <a:pt x="1756" y="1432"/>
                  </a:lnTo>
                  <a:lnTo>
                    <a:pt x="1183" y="1085"/>
                  </a:lnTo>
                  <a:lnTo>
                    <a:pt x="1174" y="1077"/>
                  </a:lnTo>
                  <a:lnTo>
                    <a:pt x="1168" y="1067"/>
                  </a:lnTo>
                  <a:lnTo>
                    <a:pt x="1166" y="1055"/>
                  </a:lnTo>
                  <a:lnTo>
                    <a:pt x="1168" y="1044"/>
                  </a:lnTo>
                  <a:lnTo>
                    <a:pt x="1174" y="1034"/>
                  </a:lnTo>
                  <a:lnTo>
                    <a:pt x="1183" y="1026"/>
                  </a:lnTo>
                  <a:lnTo>
                    <a:pt x="1299" y="956"/>
                  </a:lnTo>
                  <a:lnTo>
                    <a:pt x="1692" y="1195"/>
                  </a:lnTo>
                  <a:lnTo>
                    <a:pt x="1723" y="1208"/>
                  </a:lnTo>
                  <a:lnTo>
                    <a:pt x="1755" y="1218"/>
                  </a:lnTo>
                  <a:lnTo>
                    <a:pt x="1787" y="1221"/>
                  </a:lnTo>
                  <a:lnTo>
                    <a:pt x="1820" y="1218"/>
                  </a:lnTo>
                  <a:lnTo>
                    <a:pt x="1852" y="1208"/>
                  </a:lnTo>
                  <a:lnTo>
                    <a:pt x="1881" y="1195"/>
                  </a:lnTo>
                  <a:lnTo>
                    <a:pt x="2280" y="953"/>
                  </a:lnTo>
                  <a:close/>
                  <a:moveTo>
                    <a:pt x="768" y="207"/>
                  </a:moveTo>
                  <a:lnTo>
                    <a:pt x="880" y="207"/>
                  </a:lnTo>
                  <a:lnTo>
                    <a:pt x="898" y="210"/>
                  </a:lnTo>
                  <a:lnTo>
                    <a:pt x="913" y="219"/>
                  </a:lnTo>
                  <a:lnTo>
                    <a:pt x="925" y="230"/>
                  </a:lnTo>
                  <a:lnTo>
                    <a:pt x="933" y="246"/>
                  </a:lnTo>
                  <a:lnTo>
                    <a:pt x="936" y="264"/>
                  </a:lnTo>
                  <a:lnTo>
                    <a:pt x="936" y="376"/>
                  </a:lnTo>
                  <a:lnTo>
                    <a:pt x="936" y="379"/>
                  </a:lnTo>
                  <a:lnTo>
                    <a:pt x="1132" y="576"/>
                  </a:lnTo>
                  <a:lnTo>
                    <a:pt x="1112" y="591"/>
                  </a:lnTo>
                  <a:lnTo>
                    <a:pt x="1094" y="608"/>
                  </a:lnTo>
                  <a:lnTo>
                    <a:pt x="1080" y="629"/>
                  </a:lnTo>
                  <a:lnTo>
                    <a:pt x="883" y="432"/>
                  </a:lnTo>
                  <a:lnTo>
                    <a:pt x="880" y="432"/>
                  </a:lnTo>
                  <a:lnTo>
                    <a:pt x="774" y="432"/>
                  </a:lnTo>
                  <a:lnTo>
                    <a:pt x="635" y="588"/>
                  </a:lnTo>
                  <a:lnTo>
                    <a:pt x="636" y="595"/>
                  </a:lnTo>
                  <a:lnTo>
                    <a:pt x="637" y="601"/>
                  </a:lnTo>
                  <a:lnTo>
                    <a:pt x="637" y="631"/>
                  </a:lnTo>
                  <a:lnTo>
                    <a:pt x="1058" y="675"/>
                  </a:lnTo>
                  <a:lnTo>
                    <a:pt x="1051" y="702"/>
                  </a:lnTo>
                  <a:lnTo>
                    <a:pt x="1048" y="732"/>
                  </a:lnTo>
                  <a:lnTo>
                    <a:pt x="1049" y="741"/>
                  </a:lnTo>
                  <a:lnTo>
                    <a:pt x="1050" y="750"/>
                  </a:lnTo>
                  <a:lnTo>
                    <a:pt x="637" y="707"/>
                  </a:lnTo>
                  <a:lnTo>
                    <a:pt x="637" y="713"/>
                  </a:lnTo>
                  <a:lnTo>
                    <a:pt x="634" y="730"/>
                  </a:lnTo>
                  <a:lnTo>
                    <a:pt x="625" y="746"/>
                  </a:lnTo>
                  <a:lnTo>
                    <a:pt x="614" y="758"/>
                  </a:lnTo>
                  <a:lnTo>
                    <a:pt x="598" y="766"/>
                  </a:lnTo>
                  <a:lnTo>
                    <a:pt x="580" y="769"/>
                  </a:lnTo>
                  <a:lnTo>
                    <a:pt x="468" y="769"/>
                  </a:lnTo>
                  <a:lnTo>
                    <a:pt x="450" y="766"/>
                  </a:lnTo>
                  <a:lnTo>
                    <a:pt x="434" y="757"/>
                  </a:lnTo>
                  <a:lnTo>
                    <a:pt x="421" y="745"/>
                  </a:lnTo>
                  <a:lnTo>
                    <a:pt x="225" y="835"/>
                  </a:lnTo>
                  <a:lnTo>
                    <a:pt x="225" y="838"/>
                  </a:lnTo>
                  <a:lnTo>
                    <a:pt x="639" y="960"/>
                  </a:lnTo>
                  <a:lnTo>
                    <a:pt x="646" y="943"/>
                  </a:lnTo>
                  <a:lnTo>
                    <a:pt x="659" y="931"/>
                  </a:lnTo>
                  <a:lnTo>
                    <a:pt x="674" y="922"/>
                  </a:lnTo>
                  <a:lnTo>
                    <a:pt x="693" y="919"/>
                  </a:lnTo>
                  <a:lnTo>
                    <a:pt x="805" y="919"/>
                  </a:lnTo>
                  <a:lnTo>
                    <a:pt x="818" y="920"/>
                  </a:lnTo>
                  <a:lnTo>
                    <a:pt x="829" y="924"/>
                  </a:lnTo>
                  <a:lnTo>
                    <a:pt x="840" y="932"/>
                  </a:lnTo>
                  <a:lnTo>
                    <a:pt x="1061" y="795"/>
                  </a:lnTo>
                  <a:lnTo>
                    <a:pt x="1070" y="819"/>
                  </a:lnTo>
                  <a:lnTo>
                    <a:pt x="1084" y="840"/>
                  </a:lnTo>
                  <a:lnTo>
                    <a:pt x="1100" y="860"/>
                  </a:lnTo>
                  <a:lnTo>
                    <a:pt x="861" y="1006"/>
                  </a:lnTo>
                  <a:lnTo>
                    <a:pt x="861" y="1087"/>
                  </a:lnTo>
                  <a:lnTo>
                    <a:pt x="859" y="1105"/>
                  </a:lnTo>
                  <a:lnTo>
                    <a:pt x="850" y="1121"/>
                  </a:lnTo>
                  <a:lnTo>
                    <a:pt x="838" y="1132"/>
                  </a:lnTo>
                  <a:lnTo>
                    <a:pt x="823" y="1141"/>
                  </a:lnTo>
                  <a:lnTo>
                    <a:pt x="805" y="1144"/>
                  </a:lnTo>
                  <a:lnTo>
                    <a:pt x="693" y="1144"/>
                  </a:lnTo>
                  <a:lnTo>
                    <a:pt x="675" y="1141"/>
                  </a:lnTo>
                  <a:lnTo>
                    <a:pt x="659" y="1132"/>
                  </a:lnTo>
                  <a:lnTo>
                    <a:pt x="648" y="1121"/>
                  </a:lnTo>
                  <a:lnTo>
                    <a:pt x="639" y="1105"/>
                  </a:lnTo>
                  <a:lnTo>
                    <a:pt x="637" y="1087"/>
                  </a:lnTo>
                  <a:lnTo>
                    <a:pt x="637" y="1037"/>
                  </a:lnTo>
                  <a:lnTo>
                    <a:pt x="222" y="916"/>
                  </a:lnTo>
                  <a:lnTo>
                    <a:pt x="214" y="932"/>
                  </a:lnTo>
                  <a:lnTo>
                    <a:pt x="203" y="944"/>
                  </a:lnTo>
                  <a:lnTo>
                    <a:pt x="187" y="953"/>
                  </a:lnTo>
                  <a:lnTo>
                    <a:pt x="169" y="956"/>
                  </a:lnTo>
                  <a:lnTo>
                    <a:pt x="56" y="956"/>
                  </a:lnTo>
                  <a:lnTo>
                    <a:pt x="38" y="954"/>
                  </a:lnTo>
                  <a:lnTo>
                    <a:pt x="23" y="945"/>
                  </a:lnTo>
                  <a:lnTo>
                    <a:pt x="11" y="934"/>
                  </a:lnTo>
                  <a:lnTo>
                    <a:pt x="3" y="918"/>
                  </a:lnTo>
                  <a:lnTo>
                    <a:pt x="0" y="900"/>
                  </a:lnTo>
                  <a:lnTo>
                    <a:pt x="0" y="788"/>
                  </a:lnTo>
                  <a:lnTo>
                    <a:pt x="3" y="770"/>
                  </a:lnTo>
                  <a:lnTo>
                    <a:pt x="11" y="754"/>
                  </a:lnTo>
                  <a:lnTo>
                    <a:pt x="23" y="743"/>
                  </a:lnTo>
                  <a:lnTo>
                    <a:pt x="38" y="734"/>
                  </a:lnTo>
                  <a:lnTo>
                    <a:pt x="56" y="732"/>
                  </a:lnTo>
                  <a:lnTo>
                    <a:pt x="169" y="732"/>
                  </a:lnTo>
                  <a:lnTo>
                    <a:pt x="187" y="735"/>
                  </a:lnTo>
                  <a:lnTo>
                    <a:pt x="203" y="744"/>
                  </a:lnTo>
                  <a:lnTo>
                    <a:pt x="214" y="756"/>
                  </a:lnTo>
                  <a:lnTo>
                    <a:pt x="412" y="667"/>
                  </a:lnTo>
                  <a:lnTo>
                    <a:pt x="412" y="601"/>
                  </a:lnTo>
                  <a:lnTo>
                    <a:pt x="415" y="583"/>
                  </a:lnTo>
                  <a:lnTo>
                    <a:pt x="423" y="567"/>
                  </a:lnTo>
                  <a:lnTo>
                    <a:pt x="435" y="556"/>
                  </a:lnTo>
                  <a:lnTo>
                    <a:pt x="450" y="547"/>
                  </a:lnTo>
                  <a:lnTo>
                    <a:pt x="468" y="544"/>
                  </a:lnTo>
                  <a:lnTo>
                    <a:pt x="574" y="544"/>
                  </a:lnTo>
                  <a:lnTo>
                    <a:pt x="713" y="389"/>
                  </a:lnTo>
                  <a:lnTo>
                    <a:pt x="712" y="382"/>
                  </a:lnTo>
                  <a:lnTo>
                    <a:pt x="711" y="376"/>
                  </a:lnTo>
                  <a:lnTo>
                    <a:pt x="711" y="264"/>
                  </a:lnTo>
                  <a:lnTo>
                    <a:pt x="714" y="246"/>
                  </a:lnTo>
                  <a:lnTo>
                    <a:pt x="723" y="230"/>
                  </a:lnTo>
                  <a:lnTo>
                    <a:pt x="734" y="219"/>
                  </a:lnTo>
                  <a:lnTo>
                    <a:pt x="750" y="210"/>
                  </a:lnTo>
                  <a:lnTo>
                    <a:pt x="768" y="207"/>
                  </a:lnTo>
                  <a:close/>
                  <a:moveTo>
                    <a:pt x="1787" y="0"/>
                  </a:moveTo>
                  <a:lnTo>
                    <a:pt x="1805" y="2"/>
                  </a:lnTo>
                  <a:lnTo>
                    <a:pt x="1823" y="11"/>
                  </a:lnTo>
                  <a:lnTo>
                    <a:pt x="2396" y="357"/>
                  </a:lnTo>
                  <a:lnTo>
                    <a:pt x="2405" y="364"/>
                  </a:lnTo>
                  <a:lnTo>
                    <a:pt x="2411" y="375"/>
                  </a:lnTo>
                  <a:lnTo>
                    <a:pt x="2413" y="387"/>
                  </a:lnTo>
                  <a:lnTo>
                    <a:pt x="2411" y="398"/>
                  </a:lnTo>
                  <a:lnTo>
                    <a:pt x="2405" y="409"/>
                  </a:lnTo>
                  <a:lnTo>
                    <a:pt x="2396" y="416"/>
                  </a:lnTo>
                  <a:lnTo>
                    <a:pt x="1823" y="764"/>
                  </a:lnTo>
                  <a:lnTo>
                    <a:pt x="1805" y="771"/>
                  </a:lnTo>
                  <a:lnTo>
                    <a:pt x="1787" y="774"/>
                  </a:lnTo>
                  <a:lnTo>
                    <a:pt x="1768" y="771"/>
                  </a:lnTo>
                  <a:lnTo>
                    <a:pt x="1751" y="764"/>
                  </a:lnTo>
                  <a:lnTo>
                    <a:pt x="1178" y="416"/>
                  </a:lnTo>
                  <a:lnTo>
                    <a:pt x="1169" y="409"/>
                  </a:lnTo>
                  <a:lnTo>
                    <a:pt x="1163" y="398"/>
                  </a:lnTo>
                  <a:lnTo>
                    <a:pt x="1161" y="387"/>
                  </a:lnTo>
                  <a:lnTo>
                    <a:pt x="1163" y="375"/>
                  </a:lnTo>
                  <a:lnTo>
                    <a:pt x="1169" y="364"/>
                  </a:lnTo>
                  <a:lnTo>
                    <a:pt x="1178" y="357"/>
                  </a:lnTo>
                  <a:lnTo>
                    <a:pt x="1751" y="11"/>
                  </a:lnTo>
                  <a:lnTo>
                    <a:pt x="1768" y="2"/>
                  </a:lnTo>
                  <a:lnTo>
                    <a:pt x="1787"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7" name="Freeform 43">
              <a:extLst>
                <a:ext uri="{FF2B5EF4-FFF2-40B4-BE49-F238E27FC236}">
                  <a16:creationId xmlns:a16="http://schemas.microsoft.com/office/drawing/2014/main" id="{A757517D-C9B9-4F1F-A54D-2636A51A9A6F}"/>
                </a:ext>
              </a:extLst>
            </p:cNvPr>
            <p:cNvSpPr>
              <a:spLocks noEditPoints="1"/>
            </p:cNvSpPr>
            <p:nvPr/>
          </p:nvSpPr>
          <p:spPr bwMode="auto">
            <a:xfrm>
              <a:off x="4076314" y="2745173"/>
              <a:ext cx="324374" cy="123403"/>
            </a:xfrm>
            <a:custGeom>
              <a:avLst/>
              <a:gdLst>
                <a:gd name="T0" fmla="*/ 1155 w 1290"/>
                <a:gd name="T1" fmla="*/ 1 h 489"/>
                <a:gd name="T2" fmla="*/ 1273 w 1290"/>
                <a:gd name="T3" fmla="*/ 73 h 489"/>
                <a:gd name="T4" fmla="*/ 1282 w 1290"/>
                <a:gd name="T5" fmla="*/ 80 h 489"/>
                <a:gd name="T6" fmla="*/ 1288 w 1290"/>
                <a:gd name="T7" fmla="*/ 91 h 489"/>
                <a:gd name="T8" fmla="*/ 1290 w 1290"/>
                <a:gd name="T9" fmla="*/ 102 h 489"/>
                <a:gd name="T10" fmla="*/ 1288 w 1290"/>
                <a:gd name="T11" fmla="*/ 114 h 489"/>
                <a:gd name="T12" fmla="*/ 1282 w 1290"/>
                <a:gd name="T13" fmla="*/ 124 h 489"/>
                <a:gd name="T14" fmla="*/ 1273 w 1290"/>
                <a:gd name="T15" fmla="*/ 132 h 489"/>
                <a:gd name="T16" fmla="*/ 700 w 1290"/>
                <a:gd name="T17" fmla="*/ 480 h 489"/>
                <a:gd name="T18" fmla="*/ 682 w 1290"/>
                <a:gd name="T19" fmla="*/ 487 h 489"/>
                <a:gd name="T20" fmla="*/ 664 w 1290"/>
                <a:gd name="T21" fmla="*/ 489 h 489"/>
                <a:gd name="T22" fmla="*/ 645 w 1290"/>
                <a:gd name="T23" fmla="*/ 487 h 489"/>
                <a:gd name="T24" fmla="*/ 628 w 1290"/>
                <a:gd name="T25" fmla="*/ 480 h 489"/>
                <a:gd name="T26" fmla="*/ 277 w 1290"/>
                <a:gd name="T27" fmla="*/ 266 h 489"/>
                <a:gd name="T28" fmla="*/ 298 w 1290"/>
                <a:gd name="T29" fmla="*/ 241 h 489"/>
                <a:gd name="T30" fmla="*/ 315 w 1290"/>
                <a:gd name="T31" fmla="*/ 211 h 489"/>
                <a:gd name="T32" fmla="*/ 328 w 1290"/>
                <a:gd name="T33" fmla="*/ 181 h 489"/>
                <a:gd name="T34" fmla="*/ 336 w 1290"/>
                <a:gd name="T35" fmla="*/ 147 h 489"/>
                <a:gd name="T36" fmla="*/ 339 w 1290"/>
                <a:gd name="T37" fmla="*/ 112 h 489"/>
                <a:gd name="T38" fmla="*/ 338 w 1290"/>
                <a:gd name="T39" fmla="*/ 106 h 489"/>
                <a:gd name="T40" fmla="*/ 338 w 1290"/>
                <a:gd name="T41" fmla="*/ 100 h 489"/>
                <a:gd name="T42" fmla="*/ 569 w 1290"/>
                <a:gd name="T43" fmla="*/ 241 h 489"/>
                <a:gd name="T44" fmla="*/ 600 w 1290"/>
                <a:gd name="T45" fmla="*/ 256 h 489"/>
                <a:gd name="T46" fmla="*/ 632 w 1290"/>
                <a:gd name="T47" fmla="*/ 264 h 489"/>
                <a:gd name="T48" fmla="*/ 664 w 1290"/>
                <a:gd name="T49" fmla="*/ 267 h 489"/>
                <a:gd name="T50" fmla="*/ 697 w 1290"/>
                <a:gd name="T51" fmla="*/ 264 h 489"/>
                <a:gd name="T52" fmla="*/ 729 w 1290"/>
                <a:gd name="T53" fmla="*/ 256 h 489"/>
                <a:gd name="T54" fmla="*/ 758 w 1290"/>
                <a:gd name="T55" fmla="*/ 241 h 489"/>
                <a:gd name="T56" fmla="*/ 1155 w 1290"/>
                <a:gd name="T57" fmla="*/ 1 h 489"/>
                <a:gd name="T58" fmla="*/ 113 w 1290"/>
                <a:gd name="T59" fmla="*/ 0 h 489"/>
                <a:gd name="T60" fmla="*/ 138 w 1290"/>
                <a:gd name="T61" fmla="*/ 3 h 489"/>
                <a:gd name="T62" fmla="*/ 162 w 1290"/>
                <a:gd name="T63" fmla="*/ 12 h 489"/>
                <a:gd name="T64" fmla="*/ 183 w 1290"/>
                <a:gd name="T65" fmla="*/ 25 h 489"/>
                <a:gd name="T66" fmla="*/ 201 w 1290"/>
                <a:gd name="T67" fmla="*/ 42 h 489"/>
                <a:gd name="T68" fmla="*/ 213 w 1290"/>
                <a:gd name="T69" fmla="*/ 63 h 489"/>
                <a:gd name="T70" fmla="*/ 222 w 1290"/>
                <a:gd name="T71" fmla="*/ 87 h 489"/>
                <a:gd name="T72" fmla="*/ 225 w 1290"/>
                <a:gd name="T73" fmla="*/ 113 h 489"/>
                <a:gd name="T74" fmla="*/ 222 w 1290"/>
                <a:gd name="T75" fmla="*/ 138 h 489"/>
                <a:gd name="T76" fmla="*/ 213 w 1290"/>
                <a:gd name="T77" fmla="*/ 162 h 489"/>
                <a:gd name="T78" fmla="*/ 201 w 1290"/>
                <a:gd name="T79" fmla="*/ 183 h 489"/>
                <a:gd name="T80" fmla="*/ 183 w 1290"/>
                <a:gd name="T81" fmla="*/ 201 h 489"/>
                <a:gd name="T82" fmla="*/ 162 w 1290"/>
                <a:gd name="T83" fmla="*/ 213 h 489"/>
                <a:gd name="T84" fmla="*/ 138 w 1290"/>
                <a:gd name="T85" fmla="*/ 222 h 489"/>
                <a:gd name="T86" fmla="*/ 113 w 1290"/>
                <a:gd name="T87" fmla="*/ 225 h 489"/>
                <a:gd name="T88" fmla="*/ 87 w 1290"/>
                <a:gd name="T89" fmla="*/ 222 h 489"/>
                <a:gd name="T90" fmla="*/ 63 w 1290"/>
                <a:gd name="T91" fmla="*/ 213 h 489"/>
                <a:gd name="T92" fmla="*/ 42 w 1290"/>
                <a:gd name="T93" fmla="*/ 201 h 489"/>
                <a:gd name="T94" fmla="*/ 25 w 1290"/>
                <a:gd name="T95" fmla="*/ 183 h 489"/>
                <a:gd name="T96" fmla="*/ 12 w 1290"/>
                <a:gd name="T97" fmla="*/ 162 h 489"/>
                <a:gd name="T98" fmla="*/ 3 w 1290"/>
                <a:gd name="T99" fmla="*/ 138 h 489"/>
                <a:gd name="T100" fmla="*/ 0 w 1290"/>
                <a:gd name="T101" fmla="*/ 113 h 489"/>
                <a:gd name="T102" fmla="*/ 3 w 1290"/>
                <a:gd name="T103" fmla="*/ 87 h 489"/>
                <a:gd name="T104" fmla="*/ 12 w 1290"/>
                <a:gd name="T105" fmla="*/ 63 h 489"/>
                <a:gd name="T106" fmla="*/ 25 w 1290"/>
                <a:gd name="T107" fmla="*/ 42 h 489"/>
                <a:gd name="T108" fmla="*/ 42 w 1290"/>
                <a:gd name="T109" fmla="*/ 25 h 489"/>
                <a:gd name="T110" fmla="*/ 63 w 1290"/>
                <a:gd name="T111" fmla="*/ 12 h 489"/>
                <a:gd name="T112" fmla="*/ 87 w 1290"/>
                <a:gd name="T113" fmla="*/ 3 h 489"/>
                <a:gd name="T114" fmla="*/ 113 w 1290"/>
                <a:gd name="T115" fmla="*/ 0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90" h="489">
                  <a:moveTo>
                    <a:pt x="1155" y="1"/>
                  </a:moveTo>
                  <a:lnTo>
                    <a:pt x="1273" y="73"/>
                  </a:lnTo>
                  <a:lnTo>
                    <a:pt x="1282" y="80"/>
                  </a:lnTo>
                  <a:lnTo>
                    <a:pt x="1288" y="91"/>
                  </a:lnTo>
                  <a:lnTo>
                    <a:pt x="1290" y="102"/>
                  </a:lnTo>
                  <a:lnTo>
                    <a:pt x="1288" y="114"/>
                  </a:lnTo>
                  <a:lnTo>
                    <a:pt x="1282" y="124"/>
                  </a:lnTo>
                  <a:lnTo>
                    <a:pt x="1273" y="132"/>
                  </a:lnTo>
                  <a:lnTo>
                    <a:pt x="700" y="480"/>
                  </a:lnTo>
                  <a:lnTo>
                    <a:pt x="682" y="487"/>
                  </a:lnTo>
                  <a:lnTo>
                    <a:pt x="664" y="489"/>
                  </a:lnTo>
                  <a:lnTo>
                    <a:pt x="645" y="487"/>
                  </a:lnTo>
                  <a:lnTo>
                    <a:pt x="628" y="480"/>
                  </a:lnTo>
                  <a:lnTo>
                    <a:pt x="277" y="266"/>
                  </a:lnTo>
                  <a:lnTo>
                    <a:pt x="298" y="241"/>
                  </a:lnTo>
                  <a:lnTo>
                    <a:pt x="315" y="211"/>
                  </a:lnTo>
                  <a:lnTo>
                    <a:pt x="328" y="181"/>
                  </a:lnTo>
                  <a:lnTo>
                    <a:pt x="336" y="147"/>
                  </a:lnTo>
                  <a:lnTo>
                    <a:pt x="339" y="112"/>
                  </a:lnTo>
                  <a:lnTo>
                    <a:pt x="338" y="106"/>
                  </a:lnTo>
                  <a:lnTo>
                    <a:pt x="338" y="100"/>
                  </a:lnTo>
                  <a:lnTo>
                    <a:pt x="569" y="241"/>
                  </a:lnTo>
                  <a:lnTo>
                    <a:pt x="600" y="256"/>
                  </a:lnTo>
                  <a:lnTo>
                    <a:pt x="632" y="264"/>
                  </a:lnTo>
                  <a:lnTo>
                    <a:pt x="664" y="267"/>
                  </a:lnTo>
                  <a:lnTo>
                    <a:pt x="697" y="264"/>
                  </a:lnTo>
                  <a:lnTo>
                    <a:pt x="729" y="256"/>
                  </a:lnTo>
                  <a:lnTo>
                    <a:pt x="758" y="241"/>
                  </a:lnTo>
                  <a:lnTo>
                    <a:pt x="1155" y="1"/>
                  </a:lnTo>
                  <a:close/>
                  <a:moveTo>
                    <a:pt x="113" y="0"/>
                  </a:moveTo>
                  <a:lnTo>
                    <a:pt x="138" y="3"/>
                  </a:lnTo>
                  <a:lnTo>
                    <a:pt x="162" y="12"/>
                  </a:lnTo>
                  <a:lnTo>
                    <a:pt x="183" y="25"/>
                  </a:lnTo>
                  <a:lnTo>
                    <a:pt x="201" y="42"/>
                  </a:lnTo>
                  <a:lnTo>
                    <a:pt x="213" y="63"/>
                  </a:lnTo>
                  <a:lnTo>
                    <a:pt x="222" y="87"/>
                  </a:lnTo>
                  <a:lnTo>
                    <a:pt x="225" y="113"/>
                  </a:lnTo>
                  <a:lnTo>
                    <a:pt x="222" y="138"/>
                  </a:lnTo>
                  <a:lnTo>
                    <a:pt x="213" y="162"/>
                  </a:lnTo>
                  <a:lnTo>
                    <a:pt x="201" y="183"/>
                  </a:lnTo>
                  <a:lnTo>
                    <a:pt x="183" y="201"/>
                  </a:lnTo>
                  <a:lnTo>
                    <a:pt x="162" y="213"/>
                  </a:lnTo>
                  <a:lnTo>
                    <a:pt x="138" y="222"/>
                  </a:lnTo>
                  <a:lnTo>
                    <a:pt x="113" y="225"/>
                  </a:lnTo>
                  <a:lnTo>
                    <a:pt x="87" y="222"/>
                  </a:lnTo>
                  <a:lnTo>
                    <a:pt x="63" y="213"/>
                  </a:lnTo>
                  <a:lnTo>
                    <a:pt x="42" y="201"/>
                  </a:lnTo>
                  <a:lnTo>
                    <a:pt x="25" y="183"/>
                  </a:lnTo>
                  <a:lnTo>
                    <a:pt x="12" y="162"/>
                  </a:lnTo>
                  <a:lnTo>
                    <a:pt x="3" y="138"/>
                  </a:lnTo>
                  <a:lnTo>
                    <a:pt x="0" y="113"/>
                  </a:lnTo>
                  <a:lnTo>
                    <a:pt x="3" y="87"/>
                  </a:lnTo>
                  <a:lnTo>
                    <a:pt x="12" y="63"/>
                  </a:lnTo>
                  <a:lnTo>
                    <a:pt x="25" y="42"/>
                  </a:lnTo>
                  <a:lnTo>
                    <a:pt x="42" y="25"/>
                  </a:lnTo>
                  <a:lnTo>
                    <a:pt x="63" y="12"/>
                  </a:lnTo>
                  <a:lnTo>
                    <a:pt x="87" y="3"/>
                  </a:lnTo>
                  <a:lnTo>
                    <a:pt x="113"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88" name="Group 187">
            <a:extLst>
              <a:ext uri="{FF2B5EF4-FFF2-40B4-BE49-F238E27FC236}">
                <a16:creationId xmlns:a16="http://schemas.microsoft.com/office/drawing/2014/main" id="{43B9B6FF-D463-41DE-9793-B8B3141222F0}"/>
              </a:ext>
            </a:extLst>
          </p:cNvPr>
          <p:cNvGrpSpPr>
            <a:grpSpLocks noChangeAspect="1"/>
          </p:cNvGrpSpPr>
          <p:nvPr/>
        </p:nvGrpSpPr>
        <p:grpSpPr>
          <a:xfrm>
            <a:off x="1012102" y="4277701"/>
            <a:ext cx="567656" cy="408994"/>
            <a:chOff x="1021080" y="2567119"/>
            <a:chExt cx="567656" cy="408994"/>
          </a:xfrm>
        </p:grpSpPr>
        <p:sp useBgFill="1">
          <p:nvSpPr>
            <p:cNvPr id="189" name="Freeform 48">
              <a:extLst>
                <a:ext uri="{FF2B5EF4-FFF2-40B4-BE49-F238E27FC236}">
                  <a16:creationId xmlns:a16="http://schemas.microsoft.com/office/drawing/2014/main" id="{1F81EACE-102E-4B4C-87A5-AD1F5E64F94C}"/>
                </a:ext>
              </a:extLst>
            </p:cNvPr>
            <p:cNvSpPr>
              <a:spLocks/>
            </p:cNvSpPr>
            <p:nvPr/>
          </p:nvSpPr>
          <p:spPr bwMode="auto">
            <a:xfrm>
              <a:off x="1021080" y="2567119"/>
              <a:ext cx="567656" cy="408994"/>
            </a:xfrm>
            <a:custGeom>
              <a:avLst/>
              <a:gdLst>
                <a:gd name="T0" fmla="*/ 1435 w 2250"/>
                <a:gd name="T1" fmla="*/ 0 h 1630"/>
                <a:gd name="T2" fmla="*/ 1503 w 2250"/>
                <a:gd name="T3" fmla="*/ 13 h 1630"/>
                <a:gd name="T4" fmla="*/ 1561 w 2250"/>
                <a:gd name="T5" fmla="*/ 46 h 1630"/>
                <a:gd name="T6" fmla="*/ 1605 w 2250"/>
                <a:gd name="T7" fmla="*/ 97 h 1630"/>
                <a:gd name="T8" fmla="*/ 1628 w 2250"/>
                <a:gd name="T9" fmla="*/ 162 h 1630"/>
                <a:gd name="T10" fmla="*/ 1631 w 2250"/>
                <a:gd name="T11" fmla="*/ 323 h 1630"/>
                <a:gd name="T12" fmla="*/ 1908 w 2250"/>
                <a:gd name="T13" fmla="*/ 603 h 1630"/>
                <a:gd name="T14" fmla="*/ 1943 w 2250"/>
                <a:gd name="T15" fmla="*/ 620 h 1630"/>
                <a:gd name="T16" fmla="*/ 2010 w 2250"/>
                <a:gd name="T17" fmla="*/ 621 h 1630"/>
                <a:gd name="T18" fmla="*/ 2086 w 2250"/>
                <a:gd name="T19" fmla="*/ 644 h 1630"/>
                <a:gd name="T20" fmla="*/ 2153 w 2250"/>
                <a:gd name="T21" fmla="*/ 688 h 1630"/>
                <a:gd name="T22" fmla="*/ 2205 w 2250"/>
                <a:gd name="T23" fmla="*/ 747 h 1630"/>
                <a:gd name="T24" fmla="*/ 2237 w 2250"/>
                <a:gd name="T25" fmla="*/ 819 h 1630"/>
                <a:gd name="T26" fmla="*/ 2250 w 2250"/>
                <a:gd name="T27" fmla="*/ 899 h 1630"/>
                <a:gd name="T28" fmla="*/ 2237 w 2250"/>
                <a:gd name="T29" fmla="*/ 980 h 1630"/>
                <a:gd name="T30" fmla="*/ 2205 w 2250"/>
                <a:gd name="T31" fmla="*/ 1052 h 1630"/>
                <a:gd name="T32" fmla="*/ 2153 w 2250"/>
                <a:gd name="T33" fmla="*/ 1111 h 1630"/>
                <a:gd name="T34" fmla="*/ 2086 w 2250"/>
                <a:gd name="T35" fmla="*/ 1155 h 1630"/>
                <a:gd name="T36" fmla="*/ 2010 w 2250"/>
                <a:gd name="T37" fmla="*/ 1178 h 1630"/>
                <a:gd name="T38" fmla="*/ 1929 w 2250"/>
                <a:gd name="T39" fmla="*/ 1178 h 1630"/>
                <a:gd name="T40" fmla="*/ 1855 w 2250"/>
                <a:gd name="T41" fmla="*/ 1157 h 1630"/>
                <a:gd name="T42" fmla="*/ 1823 w 2250"/>
                <a:gd name="T43" fmla="*/ 1187 h 1630"/>
                <a:gd name="T44" fmla="*/ 1519 w 2250"/>
                <a:gd name="T45" fmla="*/ 1433 h 1630"/>
                <a:gd name="T46" fmla="*/ 1506 w 2250"/>
                <a:gd name="T47" fmla="*/ 1502 h 1630"/>
                <a:gd name="T48" fmla="*/ 1473 w 2250"/>
                <a:gd name="T49" fmla="*/ 1560 h 1630"/>
                <a:gd name="T50" fmla="*/ 1421 w 2250"/>
                <a:gd name="T51" fmla="*/ 1604 h 1630"/>
                <a:gd name="T52" fmla="*/ 1357 w 2250"/>
                <a:gd name="T53" fmla="*/ 1627 h 1630"/>
                <a:gd name="T54" fmla="*/ 1154 w 2250"/>
                <a:gd name="T55" fmla="*/ 1630 h 1630"/>
                <a:gd name="T56" fmla="*/ 1086 w 2250"/>
                <a:gd name="T57" fmla="*/ 1618 h 1630"/>
                <a:gd name="T58" fmla="*/ 1029 w 2250"/>
                <a:gd name="T59" fmla="*/ 1587 h 1630"/>
                <a:gd name="T60" fmla="*/ 987 w 2250"/>
                <a:gd name="T61" fmla="*/ 1538 h 1630"/>
                <a:gd name="T62" fmla="*/ 961 w 2250"/>
                <a:gd name="T63" fmla="*/ 1477 h 1630"/>
                <a:gd name="T64" fmla="*/ 489 w 2250"/>
                <a:gd name="T65" fmla="*/ 1305 h 1630"/>
                <a:gd name="T66" fmla="*/ 432 w 2250"/>
                <a:gd name="T67" fmla="*/ 1337 h 1630"/>
                <a:gd name="T68" fmla="*/ 365 w 2250"/>
                <a:gd name="T69" fmla="*/ 1349 h 1630"/>
                <a:gd name="T70" fmla="*/ 162 w 2250"/>
                <a:gd name="T71" fmla="*/ 1346 h 1630"/>
                <a:gd name="T72" fmla="*/ 98 w 2250"/>
                <a:gd name="T73" fmla="*/ 1323 h 1630"/>
                <a:gd name="T74" fmla="*/ 46 w 2250"/>
                <a:gd name="T75" fmla="*/ 1279 h 1630"/>
                <a:gd name="T76" fmla="*/ 13 w 2250"/>
                <a:gd name="T77" fmla="*/ 1221 h 1630"/>
                <a:gd name="T78" fmla="*/ 0 w 2250"/>
                <a:gd name="T79" fmla="*/ 1153 h 1630"/>
                <a:gd name="T80" fmla="*/ 3 w 2250"/>
                <a:gd name="T81" fmla="*/ 949 h 1630"/>
                <a:gd name="T82" fmla="*/ 27 w 2250"/>
                <a:gd name="T83" fmla="*/ 884 h 1630"/>
                <a:gd name="T84" fmla="*/ 71 w 2250"/>
                <a:gd name="T85" fmla="*/ 833 h 1630"/>
                <a:gd name="T86" fmla="*/ 129 w 2250"/>
                <a:gd name="T87" fmla="*/ 800 h 1630"/>
                <a:gd name="T88" fmla="*/ 198 w 2250"/>
                <a:gd name="T89" fmla="*/ 787 h 1630"/>
                <a:gd name="T90" fmla="*/ 395 w 2250"/>
                <a:gd name="T91" fmla="*/ 789 h 1630"/>
                <a:gd name="T92" fmla="*/ 450 w 2250"/>
                <a:gd name="T93" fmla="*/ 806 h 1630"/>
                <a:gd name="T94" fmla="*/ 619 w 2250"/>
                <a:gd name="T95" fmla="*/ 702 h 1630"/>
                <a:gd name="T96" fmla="*/ 632 w 2250"/>
                <a:gd name="T97" fmla="*/ 634 h 1630"/>
                <a:gd name="T98" fmla="*/ 665 w 2250"/>
                <a:gd name="T99" fmla="*/ 576 h 1630"/>
                <a:gd name="T100" fmla="*/ 716 w 2250"/>
                <a:gd name="T101" fmla="*/ 532 h 1630"/>
                <a:gd name="T102" fmla="*/ 781 w 2250"/>
                <a:gd name="T103" fmla="*/ 509 h 1630"/>
                <a:gd name="T104" fmla="*/ 924 w 2250"/>
                <a:gd name="T105" fmla="*/ 506 h 1630"/>
                <a:gd name="T106" fmla="*/ 1069 w 2250"/>
                <a:gd name="T107" fmla="*/ 196 h 1630"/>
                <a:gd name="T108" fmla="*/ 1081 w 2250"/>
                <a:gd name="T109" fmla="*/ 128 h 1630"/>
                <a:gd name="T110" fmla="*/ 1115 w 2250"/>
                <a:gd name="T111" fmla="*/ 70 h 1630"/>
                <a:gd name="T112" fmla="*/ 1166 w 2250"/>
                <a:gd name="T113" fmla="*/ 26 h 1630"/>
                <a:gd name="T114" fmla="*/ 1231 w 2250"/>
                <a:gd name="T115" fmla="*/ 3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250" h="1630">
                  <a:moveTo>
                    <a:pt x="1265" y="0"/>
                  </a:moveTo>
                  <a:lnTo>
                    <a:pt x="1435" y="0"/>
                  </a:lnTo>
                  <a:lnTo>
                    <a:pt x="1469" y="3"/>
                  </a:lnTo>
                  <a:lnTo>
                    <a:pt x="1503" y="13"/>
                  </a:lnTo>
                  <a:lnTo>
                    <a:pt x="1534" y="26"/>
                  </a:lnTo>
                  <a:lnTo>
                    <a:pt x="1561" y="46"/>
                  </a:lnTo>
                  <a:lnTo>
                    <a:pt x="1585" y="70"/>
                  </a:lnTo>
                  <a:lnTo>
                    <a:pt x="1605" y="97"/>
                  </a:lnTo>
                  <a:lnTo>
                    <a:pt x="1618" y="128"/>
                  </a:lnTo>
                  <a:lnTo>
                    <a:pt x="1628" y="162"/>
                  </a:lnTo>
                  <a:lnTo>
                    <a:pt x="1631" y="196"/>
                  </a:lnTo>
                  <a:lnTo>
                    <a:pt x="1631" y="323"/>
                  </a:lnTo>
                  <a:lnTo>
                    <a:pt x="1893" y="585"/>
                  </a:lnTo>
                  <a:lnTo>
                    <a:pt x="1908" y="603"/>
                  </a:lnTo>
                  <a:lnTo>
                    <a:pt x="1917" y="623"/>
                  </a:lnTo>
                  <a:lnTo>
                    <a:pt x="1943" y="620"/>
                  </a:lnTo>
                  <a:lnTo>
                    <a:pt x="1968" y="618"/>
                  </a:lnTo>
                  <a:lnTo>
                    <a:pt x="2010" y="621"/>
                  </a:lnTo>
                  <a:lnTo>
                    <a:pt x="2049" y="631"/>
                  </a:lnTo>
                  <a:lnTo>
                    <a:pt x="2086" y="644"/>
                  </a:lnTo>
                  <a:lnTo>
                    <a:pt x="2121" y="663"/>
                  </a:lnTo>
                  <a:lnTo>
                    <a:pt x="2153" y="688"/>
                  </a:lnTo>
                  <a:lnTo>
                    <a:pt x="2180" y="715"/>
                  </a:lnTo>
                  <a:lnTo>
                    <a:pt x="2205" y="747"/>
                  </a:lnTo>
                  <a:lnTo>
                    <a:pt x="2224" y="781"/>
                  </a:lnTo>
                  <a:lnTo>
                    <a:pt x="2237" y="819"/>
                  </a:lnTo>
                  <a:lnTo>
                    <a:pt x="2247" y="858"/>
                  </a:lnTo>
                  <a:lnTo>
                    <a:pt x="2250" y="899"/>
                  </a:lnTo>
                  <a:lnTo>
                    <a:pt x="2247" y="941"/>
                  </a:lnTo>
                  <a:lnTo>
                    <a:pt x="2237" y="980"/>
                  </a:lnTo>
                  <a:lnTo>
                    <a:pt x="2224" y="1018"/>
                  </a:lnTo>
                  <a:lnTo>
                    <a:pt x="2205" y="1052"/>
                  </a:lnTo>
                  <a:lnTo>
                    <a:pt x="2180" y="1084"/>
                  </a:lnTo>
                  <a:lnTo>
                    <a:pt x="2153" y="1111"/>
                  </a:lnTo>
                  <a:lnTo>
                    <a:pt x="2121" y="1136"/>
                  </a:lnTo>
                  <a:lnTo>
                    <a:pt x="2086" y="1155"/>
                  </a:lnTo>
                  <a:lnTo>
                    <a:pt x="2049" y="1168"/>
                  </a:lnTo>
                  <a:lnTo>
                    <a:pt x="2010" y="1178"/>
                  </a:lnTo>
                  <a:lnTo>
                    <a:pt x="1968" y="1181"/>
                  </a:lnTo>
                  <a:lnTo>
                    <a:pt x="1929" y="1178"/>
                  </a:lnTo>
                  <a:lnTo>
                    <a:pt x="1891" y="1169"/>
                  </a:lnTo>
                  <a:lnTo>
                    <a:pt x="1855" y="1157"/>
                  </a:lnTo>
                  <a:lnTo>
                    <a:pt x="1840" y="1174"/>
                  </a:lnTo>
                  <a:lnTo>
                    <a:pt x="1823" y="1187"/>
                  </a:lnTo>
                  <a:lnTo>
                    <a:pt x="1519" y="1374"/>
                  </a:lnTo>
                  <a:lnTo>
                    <a:pt x="1519" y="1433"/>
                  </a:lnTo>
                  <a:lnTo>
                    <a:pt x="1516" y="1469"/>
                  </a:lnTo>
                  <a:lnTo>
                    <a:pt x="1506" y="1502"/>
                  </a:lnTo>
                  <a:lnTo>
                    <a:pt x="1492" y="1533"/>
                  </a:lnTo>
                  <a:lnTo>
                    <a:pt x="1473" y="1560"/>
                  </a:lnTo>
                  <a:lnTo>
                    <a:pt x="1448" y="1585"/>
                  </a:lnTo>
                  <a:lnTo>
                    <a:pt x="1421" y="1604"/>
                  </a:lnTo>
                  <a:lnTo>
                    <a:pt x="1390" y="1618"/>
                  </a:lnTo>
                  <a:lnTo>
                    <a:pt x="1357" y="1627"/>
                  </a:lnTo>
                  <a:lnTo>
                    <a:pt x="1321" y="1630"/>
                  </a:lnTo>
                  <a:lnTo>
                    <a:pt x="1154" y="1630"/>
                  </a:lnTo>
                  <a:lnTo>
                    <a:pt x="1119" y="1628"/>
                  </a:lnTo>
                  <a:lnTo>
                    <a:pt x="1086" y="1618"/>
                  </a:lnTo>
                  <a:lnTo>
                    <a:pt x="1056" y="1605"/>
                  </a:lnTo>
                  <a:lnTo>
                    <a:pt x="1029" y="1587"/>
                  </a:lnTo>
                  <a:lnTo>
                    <a:pt x="1006" y="1563"/>
                  </a:lnTo>
                  <a:lnTo>
                    <a:pt x="987" y="1538"/>
                  </a:lnTo>
                  <a:lnTo>
                    <a:pt x="971" y="1508"/>
                  </a:lnTo>
                  <a:lnTo>
                    <a:pt x="961" y="1477"/>
                  </a:lnTo>
                  <a:lnTo>
                    <a:pt x="957" y="1442"/>
                  </a:lnTo>
                  <a:lnTo>
                    <a:pt x="489" y="1305"/>
                  </a:lnTo>
                  <a:lnTo>
                    <a:pt x="463" y="1324"/>
                  </a:lnTo>
                  <a:lnTo>
                    <a:pt x="432" y="1337"/>
                  </a:lnTo>
                  <a:lnTo>
                    <a:pt x="400" y="1346"/>
                  </a:lnTo>
                  <a:lnTo>
                    <a:pt x="365" y="1349"/>
                  </a:lnTo>
                  <a:lnTo>
                    <a:pt x="198" y="1349"/>
                  </a:lnTo>
                  <a:lnTo>
                    <a:pt x="162" y="1346"/>
                  </a:lnTo>
                  <a:lnTo>
                    <a:pt x="129" y="1337"/>
                  </a:lnTo>
                  <a:lnTo>
                    <a:pt x="98" y="1323"/>
                  </a:lnTo>
                  <a:lnTo>
                    <a:pt x="71" y="1303"/>
                  </a:lnTo>
                  <a:lnTo>
                    <a:pt x="46" y="1279"/>
                  </a:lnTo>
                  <a:lnTo>
                    <a:pt x="27" y="1252"/>
                  </a:lnTo>
                  <a:lnTo>
                    <a:pt x="13" y="1221"/>
                  </a:lnTo>
                  <a:lnTo>
                    <a:pt x="3" y="1187"/>
                  </a:lnTo>
                  <a:lnTo>
                    <a:pt x="0" y="1153"/>
                  </a:lnTo>
                  <a:lnTo>
                    <a:pt x="0" y="983"/>
                  </a:lnTo>
                  <a:lnTo>
                    <a:pt x="3" y="949"/>
                  </a:lnTo>
                  <a:lnTo>
                    <a:pt x="13" y="915"/>
                  </a:lnTo>
                  <a:lnTo>
                    <a:pt x="27" y="884"/>
                  </a:lnTo>
                  <a:lnTo>
                    <a:pt x="46" y="857"/>
                  </a:lnTo>
                  <a:lnTo>
                    <a:pt x="71" y="833"/>
                  </a:lnTo>
                  <a:lnTo>
                    <a:pt x="98" y="813"/>
                  </a:lnTo>
                  <a:lnTo>
                    <a:pt x="129" y="800"/>
                  </a:lnTo>
                  <a:lnTo>
                    <a:pt x="162" y="790"/>
                  </a:lnTo>
                  <a:lnTo>
                    <a:pt x="198" y="787"/>
                  </a:lnTo>
                  <a:lnTo>
                    <a:pt x="365" y="787"/>
                  </a:lnTo>
                  <a:lnTo>
                    <a:pt x="395" y="789"/>
                  </a:lnTo>
                  <a:lnTo>
                    <a:pt x="424" y="795"/>
                  </a:lnTo>
                  <a:lnTo>
                    <a:pt x="450" y="806"/>
                  </a:lnTo>
                  <a:lnTo>
                    <a:pt x="619" y="730"/>
                  </a:lnTo>
                  <a:lnTo>
                    <a:pt x="619" y="702"/>
                  </a:lnTo>
                  <a:lnTo>
                    <a:pt x="622" y="668"/>
                  </a:lnTo>
                  <a:lnTo>
                    <a:pt x="632" y="634"/>
                  </a:lnTo>
                  <a:lnTo>
                    <a:pt x="645" y="603"/>
                  </a:lnTo>
                  <a:lnTo>
                    <a:pt x="665" y="576"/>
                  </a:lnTo>
                  <a:lnTo>
                    <a:pt x="689" y="552"/>
                  </a:lnTo>
                  <a:lnTo>
                    <a:pt x="716" y="532"/>
                  </a:lnTo>
                  <a:lnTo>
                    <a:pt x="747" y="519"/>
                  </a:lnTo>
                  <a:lnTo>
                    <a:pt x="781" y="509"/>
                  </a:lnTo>
                  <a:lnTo>
                    <a:pt x="815" y="506"/>
                  </a:lnTo>
                  <a:lnTo>
                    <a:pt x="924" y="506"/>
                  </a:lnTo>
                  <a:lnTo>
                    <a:pt x="1069" y="343"/>
                  </a:lnTo>
                  <a:lnTo>
                    <a:pt x="1069" y="196"/>
                  </a:lnTo>
                  <a:lnTo>
                    <a:pt x="1072" y="162"/>
                  </a:lnTo>
                  <a:lnTo>
                    <a:pt x="1081" y="128"/>
                  </a:lnTo>
                  <a:lnTo>
                    <a:pt x="1095" y="97"/>
                  </a:lnTo>
                  <a:lnTo>
                    <a:pt x="1115" y="70"/>
                  </a:lnTo>
                  <a:lnTo>
                    <a:pt x="1139" y="46"/>
                  </a:lnTo>
                  <a:lnTo>
                    <a:pt x="1166" y="26"/>
                  </a:lnTo>
                  <a:lnTo>
                    <a:pt x="1197" y="13"/>
                  </a:lnTo>
                  <a:lnTo>
                    <a:pt x="1231" y="3"/>
                  </a:lnTo>
                  <a:lnTo>
                    <a:pt x="1265"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0" name="Freeform 49">
              <a:extLst>
                <a:ext uri="{FF2B5EF4-FFF2-40B4-BE49-F238E27FC236}">
                  <a16:creationId xmlns:a16="http://schemas.microsoft.com/office/drawing/2014/main" id="{BC189AAF-1F95-4556-A547-71A371514540}"/>
                </a:ext>
              </a:extLst>
            </p:cNvPr>
            <p:cNvSpPr>
              <a:spLocks/>
            </p:cNvSpPr>
            <p:nvPr/>
          </p:nvSpPr>
          <p:spPr bwMode="auto">
            <a:xfrm>
              <a:off x="1049287" y="2595325"/>
              <a:ext cx="428386" cy="352581"/>
            </a:xfrm>
            <a:custGeom>
              <a:avLst/>
              <a:gdLst>
                <a:gd name="T0" fmla="*/ 1322 w 1701"/>
                <a:gd name="T1" fmla="*/ 0 h 1406"/>
                <a:gd name="T2" fmla="*/ 1364 w 1701"/>
                <a:gd name="T3" fmla="*/ 12 h 1406"/>
                <a:gd name="T4" fmla="*/ 1394 w 1701"/>
                <a:gd name="T5" fmla="*/ 42 h 1406"/>
                <a:gd name="T6" fmla="*/ 1406 w 1701"/>
                <a:gd name="T7" fmla="*/ 84 h 1406"/>
                <a:gd name="T8" fmla="*/ 1405 w 1701"/>
                <a:gd name="T9" fmla="*/ 256 h 1406"/>
                <a:gd name="T10" fmla="*/ 1701 w 1701"/>
                <a:gd name="T11" fmla="*/ 554 h 1406"/>
                <a:gd name="T12" fmla="*/ 1644 w 1701"/>
                <a:gd name="T13" fmla="*/ 603 h 1406"/>
                <a:gd name="T14" fmla="*/ 1326 w 1701"/>
                <a:gd name="T15" fmla="*/ 337 h 1406"/>
                <a:gd name="T16" fmla="*/ 1322 w 1701"/>
                <a:gd name="T17" fmla="*/ 338 h 1406"/>
                <a:gd name="T18" fmla="*/ 954 w 1701"/>
                <a:gd name="T19" fmla="*/ 573 h 1406"/>
                <a:gd name="T20" fmla="*/ 956 w 1701"/>
                <a:gd name="T21" fmla="*/ 636 h 1406"/>
                <a:gd name="T22" fmla="*/ 1581 w 1701"/>
                <a:gd name="T23" fmla="*/ 730 h 1406"/>
                <a:gd name="T24" fmla="*/ 1574 w 1701"/>
                <a:gd name="T25" fmla="*/ 787 h 1406"/>
                <a:gd name="T26" fmla="*/ 1577 w 1701"/>
                <a:gd name="T27" fmla="*/ 814 h 1406"/>
                <a:gd name="T28" fmla="*/ 956 w 1701"/>
                <a:gd name="T29" fmla="*/ 760 h 1406"/>
                <a:gd name="T30" fmla="*/ 944 w 1701"/>
                <a:gd name="T31" fmla="*/ 802 h 1406"/>
                <a:gd name="T32" fmla="*/ 914 w 1701"/>
                <a:gd name="T33" fmla="*/ 832 h 1406"/>
                <a:gd name="T34" fmla="*/ 872 w 1701"/>
                <a:gd name="T35" fmla="*/ 844 h 1406"/>
                <a:gd name="T36" fmla="*/ 681 w 1701"/>
                <a:gd name="T37" fmla="*/ 841 h 1406"/>
                <a:gd name="T38" fmla="*/ 646 w 1701"/>
                <a:gd name="T39" fmla="*/ 822 h 1406"/>
                <a:gd name="T40" fmla="*/ 337 w 1701"/>
                <a:gd name="T41" fmla="*/ 941 h 1406"/>
                <a:gd name="T42" fmla="*/ 959 w 1701"/>
                <a:gd name="T43" fmla="*/ 1130 h 1406"/>
                <a:gd name="T44" fmla="*/ 981 w 1701"/>
                <a:gd name="T45" fmla="*/ 1093 h 1406"/>
                <a:gd name="T46" fmla="*/ 1018 w 1701"/>
                <a:gd name="T47" fmla="*/ 1071 h 1406"/>
                <a:gd name="T48" fmla="*/ 1208 w 1701"/>
                <a:gd name="T49" fmla="*/ 1069 h 1406"/>
                <a:gd name="T50" fmla="*/ 1245 w 1701"/>
                <a:gd name="T51" fmla="*/ 1077 h 1406"/>
                <a:gd name="T52" fmla="*/ 1592 w 1701"/>
                <a:gd name="T53" fmla="*/ 883 h 1406"/>
                <a:gd name="T54" fmla="*/ 1627 w 1701"/>
                <a:gd name="T55" fmla="*/ 951 h 1406"/>
                <a:gd name="T56" fmla="*/ 1293 w 1701"/>
                <a:gd name="T57" fmla="*/ 1199 h 1406"/>
                <a:gd name="T58" fmla="*/ 1290 w 1701"/>
                <a:gd name="T59" fmla="*/ 1344 h 1406"/>
                <a:gd name="T60" fmla="*/ 1269 w 1701"/>
                <a:gd name="T61" fmla="*/ 1382 h 1406"/>
                <a:gd name="T62" fmla="*/ 1232 w 1701"/>
                <a:gd name="T63" fmla="*/ 1403 h 1406"/>
                <a:gd name="T64" fmla="*/ 1041 w 1701"/>
                <a:gd name="T65" fmla="*/ 1406 h 1406"/>
                <a:gd name="T66" fmla="*/ 997 w 1701"/>
                <a:gd name="T67" fmla="*/ 1394 h 1406"/>
                <a:gd name="T68" fmla="*/ 968 w 1701"/>
                <a:gd name="T69" fmla="*/ 1364 h 1406"/>
                <a:gd name="T70" fmla="*/ 956 w 1701"/>
                <a:gd name="T71" fmla="*/ 1321 h 1406"/>
                <a:gd name="T72" fmla="*/ 334 w 1701"/>
                <a:gd name="T73" fmla="*/ 1064 h 1406"/>
                <a:gd name="T74" fmla="*/ 312 w 1701"/>
                <a:gd name="T75" fmla="*/ 1101 h 1406"/>
                <a:gd name="T76" fmla="*/ 276 w 1701"/>
                <a:gd name="T77" fmla="*/ 1122 h 1406"/>
                <a:gd name="T78" fmla="*/ 85 w 1701"/>
                <a:gd name="T79" fmla="*/ 1125 h 1406"/>
                <a:gd name="T80" fmla="*/ 41 w 1701"/>
                <a:gd name="T81" fmla="*/ 1113 h 1406"/>
                <a:gd name="T82" fmla="*/ 12 w 1701"/>
                <a:gd name="T83" fmla="*/ 1083 h 1406"/>
                <a:gd name="T84" fmla="*/ 0 w 1701"/>
                <a:gd name="T85" fmla="*/ 1041 h 1406"/>
                <a:gd name="T86" fmla="*/ 3 w 1701"/>
                <a:gd name="T87" fmla="*/ 849 h 1406"/>
                <a:gd name="T88" fmla="*/ 24 w 1701"/>
                <a:gd name="T89" fmla="*/ 812 h 1406"/>
                <a:gd name="T90" fmla="*/ 62 w 1701"/>
                <a:gd name="T91" fmla="*/ 790 h 1406"/>
                <a:gd name="T92" fmla="*/ 252 w 1701"/>
                <a:gd name="T93" fmla="*/ 787 h 1406"/>
                <a:gd name="T94" fmla="*/ 293 w 1701"/>
                <a:gd name="T95" fmla="*/ 798 h 1406"/>
                <a:gd name="T96" fmla="*/ 322 w 1701"/>
                <a:gd name="T97" fmla="*/ 824 h 1406"/>
                <a:gd name="T98" fmla="*/ 618 w 1701"/>
                <a:gd name="T99" fmla="*/ 590 h 1406"/>
                <a:gd name="T100" fmla="*/ 630 w 1701"/>
                <a:gd name="T101" fmla="*/ 548 h 1406"/>
                <a:gd name="T102" fmla="*/ 660 w 1701"/>
                <a:gd name="T103" fmla="*/ 518 h 1406"/>
                <a:gd name="T104" fmla="*/ 702 w 1701"/>
                <a:gd name="T105" fmla="*/ 506 h 1406"/>
                <a:gd name="T106" fmla="*/ 1070 w 1701"/>
                <a:gd name="T107" fmla="*/ 271 h 1406"/>
                <a:gd name="T108" fmla="*/ 1068 w 1701"/>
                <a:gd name="T109" fmla="*/ 84 h 1406"/>
                <a:gd name="T110" fmla="*/ 1080 w 1701"/>
                <a:gd name="T111" fmla="*/ 42 h 1406"/>
                <a:gd name="T112" fmla="*/ 1110 w 1701"/>
                <a:gd name="T113" fmla="*/ 12 h 1406"/>
                <a:gd name="T114" fmla="*/ 1152 w 1701"/>
                <a:gd name="T115" fmla="*/ 0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701" h="1406">
                  <a:moveTo>
                    <a:pt x="1152" y="0"/>
                  </a:moveTo>
                  <a:lnTo>
                    <a:pt x="1322" y="0"/>
                  </a:lnTo>
                  <a:lnTo>
                    <a:pt x="1344" y="3"/>
                  </a:lnTo>
                  <a:lnTo>
                    <a:pt x="1364" y="12"/>
                  </a:lnTo>
                  <a:lnTo>
                    <a:pt x="1381" y="25"/>
                  </a:lnTo>
                  <a:lnTo>
                    <a:pt x="1394" y="42"/>
                  </a:lnTo>
                  <a:lnTo>
                    <a:pt x="1403" y="62"/>
                  </a:lnTo>
                  <a:lnTo>
                    <a:pt x="1406" y="84"/>
                  </a:lnTo>
                  <a:lnTo>
                    <a:pt x="1406" y="254"/>
                  </a:lnTo>
                  <a:lnTo>
                    <a:pt x="1405" y="256"/>
                  </a:lnTo>
                  <a:lnTo>
                    <a:pt x="1405" y="258"/>
                  </a:lnTo>
                  <a:lnTo>
                    <a:pt x="1701" y="554"/>
                  </a:lnTo>
                  <a:lnTo>
                    <a:pt x="1670" y="576"/>
                  </a:lnTo>
                  <a:lnTo>
                    <a:pt x="1644" y="603"/>
                  </a:lnTo>
                  <a:lnTo>
                    <a:pt x="1622" y="633"/>
                  </a:lnTo>
                  <a:lnTo>
                    <a:pt x="1326" y="337"/>
                  </a:lnTo>
                  <a:lnTo>
                    <a:pt x="1324" y="337"/>
                  </a:lnTo>
                  <a:lnTo>
                    <a:pt x="1322" y="338"/>
                  </a:lnTo>
                  <a:lnTo>
                    <a:pt x="1162" y="338"/>
                  </a:lnTo>
                  <a:lnTo>
                    <a:pt x="954" y="573"/>
                  </a:lnTo>
                  <a:lnTo>
                    <a:pt x="956" y="590"/>
                  </a:lnTo>
                  <a:lnTo>
                    <a:pt x="956" y="636"/>
                  </a:lnTo>
                  <a:lnTo>
                    <a:pt x="1589" y="702"/>
                  </a:lnTo>
                  <a:lnTo>
                    <a:pt x="1581" y="730"/>
                  </a:lnTo>
                  <a:lnTo>
                    <a:pt x="1576" y="758"/>
                  </a:lnTo>
                  <a:lnTo>
                    <a:pt x="1574" y="787"/>
                  </a:lnTo>
                  <a:lnTo>
                    <a:pt x="1575" y="801"/>
                  </a:lnTo>
                  <a:lnTo>
                    <a:pt x="1577" y="814"/>
                  </a:lnTo>
                  <a:lnTo>
                    <a:pt x="956" y="749"/>
                  </a:lnTo>
                  <a:lnTo>
                    <a:pt x="956" y="760"/>
                  </a:lnTo>
                  <a:lnTo>
                    <a:pt x="953" y="782"/>
                  </a:lnTo>
                  <a:lnTo>
                    <a:pt x="944" y="802"/>
                  </a:lnTo>
                  <a:lnTo>
                    <a:pt x="931" y="819"/>
                  </a:lnTo>
                  <a:lnTo>
                    <a:pt x="914" y="832"/>
                  </a:lnTo>
                  <a:lnTo>
                    <a:pt x="894" y="841"/>
                  </a:lnTo>
                  <a:lnTo>
                    <a:pt x="872" y="844"/>
                  </a:lnTo>
                  <a:lnTo>
                    <a:pt x="702" y="844"/>
                  </a:lnTo>
                  <a:lnTo>
                    <a:pt x="681" y="841"/>
                  </a:lnTo>
                  <a:lnTo>
                    <a:pt x="662" y="833"/>
                  </a:lnTo>
                  <a:lnTo>
                    <a:pt x="646" y="822"/>
                  </a:lnTo>
                  <a:lnTo>
                    <a:pt x="633" y="807"/>
                  </a:lnTo>
                  <a:lnTo>
                    <a:pt x="337" y="941"/>
                  </a:lnTo>
                  <a:lnTo>
                    <a:pt x="337" y="948"/>
                  </a:lnTo>
                  <a:lnTo>
                    <a:pt x="959" y="1130"/>
                  </a:lnTo>
                  <a:lnTo>
                    <a:pt x="968" y="1110"/>
                  </a:lnTo>
                  <a:lnTo>
                    <a:pt x="981" y="1093"/>
                  </a:lnTo>
                  <a:lnTo>
                    <a:pt x="998" y="1080"/>
                  </a:lnTo>
                  <a:lnTo>
                    <a:pt x="1018" y="1071"/>
                  </a:lnTo>
                  <a:lnTo>
                    <a:pt x="1041" y="1069"/>
                  </a:lnTo>
                  <a:lnTo>
                    <a:pt x="1208" y="1069"/>
                  </a:lnTo>
                  <a:lnTo>
                    <a:pt x="1227" y="1071"/>
                  </a:lnTo>
                  <a:lnTo>
                    <a:pt x="1245" y="1077"/>
                  </a:lnTo>
                  <a:lnTo>
                    <a:pt x="1261" y="1087"/>
                  </a:lnTo>
                  <a:lnTo>
                    <a:pt x="1592" y="883"/>
                  </a:lnTo>
                  <a:lnTo>
                    <a:pt x="1608" y="918"/>
                  </a:lnTo>
                  <a:lnTo>
                    <a:pt x="1627" y="951"/>
                  </a:lnTo>
                  <a:lnTo>
                    <a:pt x="1651" y="979"/>
                  </a:lnTo>
                  <a:lnTo>
                    <a:pt x="1293" y="1199"/>
                  </a:lnTo>
                  <a:lnTo>
                    <a:pt x="1293" y="1321"/>
                  </a:lnTo>
                  <a:lnTo>
                    <a:pt x="1290" y="1344"/>
                  </a:lnTo>
                  <a:lnTo>
                    <a:pt x="1281" y="1364"/>
                  </a:lnTo>
                  <a:lnTo>
                    <a:pt x="1269" y="1382"/>
                  </a:lnTo>
                  <a:lnTo>
                    <a:pt x="1252" y="1394"/>
                  </a:lnTo>
                  <a:lnTo>
                    <a:pt x="1232" y="1403"/>
                  </a:lnTo>
                  <a:lnTo>
                    <a:pt x="1208" y="1406"/>
                  </a:lnTo>
                  <a:lnTo>
                    <a:pt x="1041" y="1406"/>
                  </a:lnTo>
                  <a:lnTo>
                    <a:pt x="1017" y="1403"/>
                  </a:lnTo>
                  <a:lnTo>
                    <a:pt x="997" y="1394"/>
                  </a:lnTo>
                  <a:lnTo>
                    <a:pt x="980" y="1382"/>
                  </a:lnTo>
                  <a:lnTo>
                    <a:pt x="968" y="1364"/>
                  </a:lnTo>
                  <a:lnTo>
                    <a:pt x="959" y="1344"/>
                  </a:lnTo>
                  <a:lnTo>
                    <a:pt x="956" y="1321"/>
                  </a:lnTo>
                  <a:lnTo>
                    <a:pt x="956" y="1246"/>
                  </a:lnTo>
                  <a:lnTo>
                    <a:pt x="334" y="1064"/>
                  </a:lnTo>
                  <a:lnTo>
                    <a:pt x="325" y="1084"/>
                  </a:lnTo>
                  <a:lnTo>
                    <a:pt x="312" y="1101"/>
                  </a:lnTo>
                  <a:lnTo>
                    <a:pt x="295" y="1113"/>
                  </a:lnTo>
                  <a:lnTo>
                    <a:pt x="276" y="1122"/>
                  </a:lnTo>
                  <a:lnTo>
                    <a:pt x="252" y="1125"/>
                  </a:lnTo>
                  <a:lnTo>
                    <a:pt x="85" y="1125"/>
                  </a:lnTo>
                  <a:lnTo>
                    <a:pt x="62" y="1122"/>
                  </a:lnTo>
                  <a:lnTo>
                    <a:pt x="41" y="1113"/>
                  </a:lnTo>
                  <a:lnTo>
                    <a:pt x="24" y="1100"/>
                  </a:lnTo>
                  <a:lnTo>
                    <a:pt x="12" y="1083"/>
                  </a:lnTo>
                  <a:lnTo>
                    <a:pt x="3" y="1063"/>
                  </a:lnTo>
                  <a:lnTo>
                    <a:pt x="0" y="1041"/>
                  </a:lnTo>
                  <a:lnTo>
                    <a:pt x="0" y="871"/>
                  </a:lnTo>
                  <a:lnTo>
                    <a:pt x="3" y="849"/>
                  </a:lnTo>
                  <a:lnTo>
                    <a:pt x="12" y="829"/>
                  </a:lnTo>
                  <a:lnTo>
                    <a:pt x="24" y="812"/>
                  </a:lnTo>
                  <a:lnTo>
                    <a:pt x="41" y="799"/>
                  </a:lnTo>
                  <a:lnTo>
                    <a:pt x="62" y="790"/>
                  </a:lnTo>
                  <a:lnTo>
                    <a:pt x="85" y="787"/>
                  </a:lnTo>
                  <a:lnTo>
                    <a:pt x="252" y="787"/>
                  </a:lnTo>
                  <a:lnTo>
                    <a:pt x="274" y="790"/>
                  </a:lnTo>
                  <a:lnTo>
                    <a:pt x="293" y="798"/>
                  </a:lnTo>
                  <a:lnTo>
                    <a:pt x="310" y="809"/>
                  </a:lnTo>
                  <a:lnTo>
                    <a:pt x="322" y="824"/>
                  </a:lnTo>
                  <a:lnTo>
                    <a:pt x="618" y="690"/>
                  </a:lnTo>
                  <a:lnTo>
                    <a:pt x="618" y="590"/>
                  </a:lnTo>
                  <a:lnTo>
                    <a:pt x="621" y="568"/>
                  </a:lnTo>
                  <a:lnTo>
                    <a:pt x="630" y="548"/>
                  </a:lnTo>
                  <a:lnTo>
                    <a:pt x="643" y="531"/>
                  </a:lnTo>
                  <a:lnTo>
                    <a:pt x="660" y="518"/>
                  </a:lnTo>
                  <a:lnTo>
                    <a:pt x="680" y="509"/>
                  </a:lnTo>
                  <a:lnTo>
                    <a:pt x="702" y="506"/>
                  </a:lnTo>
                  <a:lnTo>
                    <a:pt x="862" y="506"/>
                  </a:lnTo>
                  <a:lnTo>
                    <a:pt x="1070" y="271"/>
                  </a:lnTo>
                  <a:lnTo>
                    <a:pt x="1068" y="254"/>
                  </a:lnTo>
                  <a:lnTo>
                    <a:pt x="1068" y="84"/>
                  </a:lnTo>
                  <a:lnTo>
                    <a:pt x="1071" y="62"/>
                  </a:lnTo>
                  <a:lnTo>
                    <a:pt x="1080" y="42"/>
                  </a:lnTo>
                  <a:lnTo>
                    <a:pt x="1093" y="25"/>
                  </a:lnTo>
                  <a:lnTo>
                    <a:pt x="1110" y="12"/>
                  </a:lnTo>
                  <a:lnTo>
                    <a:pt x="1130" y="3"/>
                  </a:lnTo>
                  <a:lnTo>
                    <a:pt x="1152"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1" name="Freeform 50">
              <a:extLst>
                <a:ext uri="{FF2B5EF4-FFF2-40B4-BE49-F238E27FC236}">
                  <a16:creationId xmlns:a16="http://schemas.microsoft.com/office/drawing/2014/main" id="{49A48E38-8272-4181-B9E0-71E6152A5F0C}"/>
                </a:ext>
              </a:extLst>
            </p:cNvPr>
            <p:cNvSpPr>
              <a:spLocks/>
            </p:cNvSpPr>
            <p:nvPr/>
          </p:nvSpPr>
          <p:spPr bwMode="auto">
            <a:xfrm>
              <a:off x="1474147" y="2750461"/>
              <a:ext cx="86382" cy="84619"/>
            </a:xfrm>
            <a:custGeom>
              <a:avLst/>
              <a:gdLst>
                <a:gd name="T0" fmla="*/ 168 w 337"/>
                <a:gd name="T1" fmla="*/ 0 h 337"/>
                <a:gd name="T2" fmla="*/ 199 w 337"/>
                <a:gd name="T3" fmla="*/ 2 h 337"/>
                <a:gd name="T4" fmla="*/ 227 w 337"/>
                <a:gd name="T5" fmla="*/ 11 h 337"/>
                <a:gd name="T6" fmla="*/ 254 w 337"/>
                <a:gd name="T7" fmla="*/ 23 h 337"/>
                <a:gd name="T8" fmla="*/ 277 w 337"/>
                <a:gd name="T9" fmla="*/ 39 h 337"/>
                <a:gd name="T10" fmla="*/ 298 w 337"/>
                <a:gd name="T11" fmla="*/ 60 h 337"/>
                <a:gd name="T12" fmla="*/ 314 w 337"/>
                <a:gd name="T13" fmla="*/ 83 h 337"/>
                <a:gd name="T14" fmla="*/ 326 w 337"/>
                <a:gd name="T15" fmla="*/ 110 h 337"/>
                <a:gd name="T16" fmla="*/ 334 w 337"/>
                <a:gd name="T17" fmla="*/ 138 h 337"/>
                <a:gd name="T18" fmla="*/ 337 w 337"/>
                <a:gd name="T19" fmla="*/ 168 h 337"/>
                <a:gd name="T20" fmla="*/ 334 w 337"/>
                <a:gd name="T21" fmla="*/ 199 h 337"/>
                <a:gd name="T22" fmla="*/ 326 w 337"/>
                <a:gd name="T23" fmla="*/ 227 h 337"/>
                <a:gd name="T24" fmla="*/ 314 w 337"/>
                <a:gd name="T25" fmla="*/ 254 h 337"/>
                <a:gd name="T26" fmla="*/ 298 w 337"/>
                <a:gd name="T27" fmla="*/ 277 h 337"/>
                <a:gd name="T28" fmla="*/ 277 w 337"/>
                <a:gd name="T29" fmla="*/ 298 h 337"/>
                <a:gd name="T30" fmla="*/ 254 w 337"/>
                <a:gd name="T31" fmla="*/ 314 h 337"/>
                <a:gd name="T32" fmla="*/ 227 w 337"/>
                <a:gd name="T33" fmla="*/ 326 h 337"/>
                <a:gd name="T34" fmla="*/ 199 w 337"/>
                <a:gd name="T35" fmla="*/ 335 h 337"/>
                <a:gd name="T36" fmla="*/ 168 w 337"/>
                <a:gd name="T37" fmla="*/ 337 h 337"/>
                <a:gd name="T38" fmla="*/ 138 w 337"/>
                <a:gd name="T39" fmla="*/ 335 h 337"/>
                <a:gd name="T40" fmla="*/ 110 w 337"/>
                <a:gd name="T41" fmla="*/ 326 h 337"/>
                <a:gd name="T42" fmla="*/ 83 w 337"/>
                <a:gd name="T43" fmla="*/ 314 h 337"/>
                <a:gd name="T44" fmla="*/ 60 w 337"/>
                <a:gd name="T45" fmla="*/ 298 h 337"/>
                <a:gd name="T46" fmla="*/ 39 w 337"/>
                <a:gd name="T47" fmla="*/ 277 h 337"/>
                <a:gd name="T48" fmla="*/ 23 w 337"/>
                <a:gd name="T49" fmla="*/ 254 h 337"/>
                <a:gd name="T50" fmla="*/ 11 w 337"/>
                <a:gd name="T51" fmla="*/ 227 h 337"/>
                <a:gd name="T52" fmla="*/ 2 w 337"/>
                <a:gd name="T53" fmla="*/ 199 h 337"/>
                <a:gd name="T54" fmla="*/ 0 w 337"/>
                <a:gd name="T55" fmla="*/ 168 h 337"/>
                <a:gd name="T56" fmla="*/ 2 w 337"/>
                <a:gd name="T57" fmla="*/ 138 h 337"/>
                <a:gd name="T58" fmla="*/ 11 w 337"/>
                <a:gd name="T59" fmla="*/ 110 h 337"/>
                <a:gd name="T60" fmla="*/ 23 w 337"/>
                <a:gd name="T61" fmla="*/ 83 h 337"/>
                <a:gd name="T62" fmla="*/ 39 w 337"/>
                <a:gd name="T63" fmla="*/ 60 h 337"/>
                <a:gd name="T64" fmla="*/ 60 w 337"/>
                <a:gd name="T65" fmla="*/ 39 h 337"/>
                <a:gd name="T66" fmla="*/ 83 w 337"/>
                <a:gd name="T67" fmla="*/ 23 h 337"/>
                <a:gd name="T68" fmla="*/ 110 w 337"/>
                <a:gd name="T69" fmla="*/ 11 h 337"/>
                <a:gd name="T70" fmla="*/ 138 w 337"/>
                <a:gd name="T71" fmla="*/ 2 h 337"/>
                <a:gd name="T72" fmla="*/ 168 w 337"/>
                <a:gd name="T73" fmla="*/ 0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37" h="337">
                  <a:moveTo>
                    <a:pt x="168" y="0"/>
                  </a:moveTo>
                  <a:lnTo>
                    <a:pt x="199" y="2"/>
                  </a:lnTo>
                  <a:lnTo>
                    <a:pt x="227" y="11"/>
                  </a:lnTo>
                  <a:lnTo>
                    <a:pt x="254" y="23"/>
                  </a:lnTo>
                  <a:lnTo>
                    <a:pt x="277" y="39"/>
                  </a:lnTo>
                  <a:lnTo>
                    <a:pt x="298" y="60"/>
                  </a:lnTo>
                  <a:lnTo>
                    <a:pt x="314" y="83"/>
                  </a:lnTo>
                  <a:lnTo>
                    <a:pt x="326" y="110"/>
                  </a:lnTo>
                  <a:lnTo>
                    <a:pt x="334" y="138"/>
                  </a:lnTo>
                  <a:lnTo>
                    <a:pt x="337" y="168"/>
                  </a:lnTo>
                  <a:lnTo>
                    <a:pt x="334" y="199"/>
                  </a:lnTo>
                  <a:lnTo>
                    <a:pt x="326" y="227"/>
                  </a:lnTo>
                  <a:lnTo>
                    <a:pt x="314" y="254"/>
                  </a:lnTo>
                  <a:lnTo>
                    <a:pt x="298" y="277"/>
                  </a:lnTo>
                  <a:lnTo>
                    <a:pt x="277" y="298"/>
                  </a:lnTo>
                  <a:lnTo>
                    <a:pt x="254" y="314"/>
                  </a:lnTo>
                  <a:lnTo>
                    <a:pt x="227" y="326"/>
                  </a:lnTo>
                  <a:lnTo>
                    <a:pt x="199" y="335"/>
                  </a:lnTo>
                  <a:lnTo>
                    <a:pt x="168" y="337"/>
                  </a:lnTo>
                  <a:lnTo>
                    <a:pt x="138" y="335"/>
                  </a:lnTo>
                  <a:lnTo>
                    <a:pt x="110" y="326"/>
                  </a:lnTo>
                  <a:lnTo>
                    <a:pt x="83" y="314"/>
                  </a:lnTo>
                  <a:lnTo>
                    <a:pt x="60" y="298"/>
                  </a:lnTo>
                  <a:lnTo>
                    <a:pt x="39" y="277"/>
                  </a:lnTo>
                  <a:lnTo>
                    <a:pt x="23" y="254"/>
                  </a:lnTo>
                  <a:lnTo>
                    <a:pt x="11" y="227"/>
                  </a:lnTo>
                  <a:lnTo>
                    <a:pt x="2" y="199"/>
                  </a:lnTo>
                  <a:lnTo>
                    <a:pt x="0" y="168"/>
                  </a:lnTo>
                  <a:lnTo>
                    <a:pt x="2" y="138"/>
                  </a:lnTo>
                  <a:lnTo>
                    <a:pt x="11" y="110"/>
                  </a:lnTo>
                  <a:lnTo>
                    <a:pt x="23" y="83"/>
                  </a:lnTo>
                  <a:lnTo>
                    <a:pt x="39" y="60"/>
                  </a:lnTo>
                  <a:lnTo>
                    <a:pt x="60" y="39"/>
                  </a:lnTo>
                  <a:lnTo>
                    <a:pt x="83" y="23"/>
                  </a:lnTo>
                  <a:lnTo>
                    <a:pt x="110" y="11"/>
                  </a:lnTo>
                  <a:lnTo>
                    <a:pt x="138" y="2"/>
                  </a:lnTo>
                  <a:lnTo>
                    <a:pt x="168"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92" name="Group 191">
            <a:extLst>
              <a:ext uri="{FF2B5EF4-FFF2-40B4-BE49-F238E27FC236}">
                <a16:creationId xmlns:a16="http://schemas.microsoft.com/office/drawing/2014/main" id="{013975C1-7DF2-4AB2-92E1-ABDB15B6CF37}"/>
              </a:ext>
            </a:extLst>
          </p:cNvPr>
          <p:cNvGrpSpPr>
            <a:grpSpLocks noChangeAspect="1"/>
          </p:cNvGrpSpPr>
          <p:nvPr/>
        </p:nvGrpSpPr>
        <p:grpSpPr>
          <a:xfrm>
            <a:off x="2383702" y="4291805"/>
            <a:ext cx="581759" cy="380787"/>
            <a:chOff x="2392680" y="2581223"/>
            <a:chExt cx="581759" cy="380787"/>
          </a:xfrm>
        </p:grpSpPr>
        <p:sp useBgFill="1">
          <p:nvSpPr>
            <p:cNvPr id="193" name="Freeform 55">
              <a:extLst>
                <a:ext uri="{FF2B5EF4-FFF2-40B4-BE49-F238E27FC236}">
                  <a16:creationId xmlns:a16="http://schemas.microsoft.com/office/drawing/2014/main" id="{BBFBF866-E865-4C75-B52D-62E66313A5A8}"/>
                </a:ext>
              </a:extLst>
            </p:cNvPr>
            <p:cNvSpPr>
              <a:spLocks/>
            </p:cNvSpPr>
            <p:nvPr/>
          </p:nvSpPr>
          <p:spPr bwMode="auto">
            <a:xfrm>
              <a:off x="2392680" y="2581223"/>
              <a:ext cx="581759" cy="380787"/>
            </a:xfrm>
            <a:custGeom>
              <a:avLst/>
              <a:gdLst>
                <a:gd name="T0" fmla="*/ 939 w 2306"/>
                <a:gd name="T1" fmla="*/ 0 h 1518"/>
                <a:gd name="T2" fmla="*/ 1004 w 2306"/>
                <a:gd name="T3" fmla="*/ 12 h 1518"/>
                <a:gd name="T4" fmla="*/ 1057 w 2306"/>
                <a:gd name="T5" fmla="*/ 43 h 1518"/>
                <a:gd name="T6" fmla="*/ 1098 w 2306"/>
                <a:gd name="T7" fmla="*/ 91 h 1518"/>
                <a:gd name="T8" fmla="*/ 1121 w 2306"/>
                <a:gd name="T9" fmla="*/ 151 h 1518"/>
                <a:gd name="T10" fmla="*/ 1123 w 2306"/>
                <a:gd name="T11" fmla="*/ 230 h 1518"/>
                <a:gd name="T12" fmla="*/ 1195 w 2306"/>
                <a:gd name="T13" fmla="*/ 204 h 1518"/>
                <a:gd name="T14" fmla="*/ 1206 w 2306"/>
                <a:gd name="T15" fmla="*/ 154 h 1518"/>
                <a:gd name="T16" fmla="*/ 1237 w 2306"/>
                <a:gd name="T17" fmla="*/ 116 h 1518"/>
                <a:gd name="T18" fmla="*/ 1281 w 2306"/>
                <a:gd name="T19" fmla="*/ 94 h 1518"/>
                <a:gd name="T20" fmla="*/ 1858 w 2306"/>
                <a:gd name="T21" fmla="*/ 91 h 1518"/>
                <a:gd name="T22" fmla="*/ 1876 w 2306"/>
                <a:gd name="T23" fmla="*/ 96 h 1518"/>
                <a:gd name="T24" fmla="*/ 1910 w 2306"/>
                <a:gd name="T25" fmla="*/ 112 h 1518"/>
                <a:gd name="T26" fmla="*/ 2272 w 2306"/>
                <a:gd name="T27" fmla="*/ 472 h 1518"/>
                <a:gd name="T28" fmla="*/ 2297 w 2306"/>
                <a:gd name="T29" fmla="*/ 509 h 1518"/>
                <a:gd name="T30" fmla="*/ 2305 w 2306"/>
                <a:gd name="T31" fmla="*/ 551 h 1518"/>
                <a:gd name="T32" fmla="*/ 2306 w 2306"/>
                <a:gd name="T33" fmla="*/ 1405 h 1518"/>
                <a:gd name="T34" fmla="*/ 2294 w 2306"/>
                <a:gd name="T35" fmla="*/ 1455 h 1518"/>
                <a:gd name="T36" fmla="*/ 2264 w 2306"/>
                <a:gd name="T37" fmla="*/ 1494 h 1518"/>
                <a:gd name="T38" fmla="*/ 2218 w 2306"/>
                <a:gd name="T39" fmla="*/ 1515 h 1518"/>
                <a:gd name="T40" fmla="*/ 1308 w 2306"/>
                <a:gd name="T41" fmla="*/ 1518 h 1518"/>
                <a:gd name="T42" fmla="*/ 1258 w 2306"/>
                <a:gd name="T43" fmla="*/ 1506 h 1518"/>
                <a:gd name="T44" fmla="*/ 1220 w 2306"/>
                <a:gd name="T45" fmla="*/ 1476 h 1518"/>
                <a:gd name="T46" fmla="*/ 1198 w 2306"/>
                <a:gd name="T47" fmla="*/ 1431 h 1518"/>
                <a:gd name="T48" fmla="*/ 1195 w 2306"/>
                <a:gd name="T49" fmla="*/ 852 h 1518"/>
                <a:gd name="T50" fmla="*/ 1048 w 2306"/>
                <a:gd name="T51" fmla="*/ 974 h 1518"/>
                <a:gd name="T52" fmla="*/ 1026 w 2306"/>
                <a:gd name="T53" fmla="*/ 1033 h 1518"/>
                <a:gd name="T54" fmla="*/ 985 w 2306"/>
                <a:gd name="T55" fmla="*/ 1080 h 1518"/>
                <a:gd name="T56" fmla="*/ 931 w 2306"/>
                <a:gd name="T57" fmla="*/ 1111 h 1518"/>
                <a:gd name="T58" fmla="*/ 867 w 2306"/>
                <a:gd name="T59" fmla="*/ 1123 h 1518"/>
                <a:gd name="T60" fmla="*/ 761 w 2306"/>
                <a:gd name="T61" fmla="*/ 1120 h 1518"/>
                <a:gd name="T62" fmla="*/ 699 w 2306"/>
                <a:gd name="T63" fmla="*/ 1095 h 1518"/>
                <a:gd name="T64" fmla="*/ 651 w 2306"/>
                <a:gd name="T65" fmla="*/ 1053 h 1518"/>
                <a:gd name="T66" fmla="*/ 620 w 2306"/>
                <a:gd name="T67" fmla="*/ 995 h 1518"/>
                <a:gd name="T68" fmla="*/ 322 w 2306"/>
                <a:gd name="T69" fmla="*/ 931 h 1518"/>
                <a:gd name="T70" fmla="*/ 257 w 2306"/>
                <a:gd name="T71" fmla="*/ 943 h 1518"/>
                <a:gd name="T72" fmla="*/ 151 w 2306"/>
                <a:gd name="T73" fmla="*/ 940 h 1518"/>
                <a:gd name="T74" fmla="*/ 92 w 2306"/>
                <a:gd name="T75" fmla="*/ 918 h 1518"/>
                <a:gd name="T76" fmla="*/ 43 w 2306"/>
                <a:gd name="T77" fmla="*/ 878 h 1518"/>
                <a:gd name="T78" fmla="*/ 12 w 2306"/>
                <a:gd name="T79" fmla="*/ 823 h 1518"/>
                <a:gd name="T80" fmla="*/ 0 w 2306"/>
                <a:gd name="T81" fmla="*/ 758 h 1518"/>
                <a:gd name="T82" fmla="*/ 3 w 2306"/>
                <a:gd name="T83" fmla="*/ 654 h 1518"/>
                <a:gd name="T84" fmla="*/ 25 w 2306"/>
                <a:gd name="T85" fmla="*/ 594 h 1518"/>
                <a:gd name="T86" fmla="*/ 65 w 2306"/>
                <a:gd name="T87" fmla="*/ 546 h 1518"/>
                <a:gd name="T88" fmla="*/ 120 w 2306"/>
                <a:gd name="T89" fmla="*/ 514 h 1518"/>
                <a:gd name="T90" fmla="*/ 185 w 2306"/>
                <a:gd name="T91" fmla="*/ 503 h 1518"/>
                <a:gd name="T92" fmla="*/ 289 w 2306"/>
                <a:gd name="T93" fmla="*/ 506 h 1518"/>
                <a:gd name="T94" fmla="*/ 397 w 2306"/>
                <a:gd name="T95" fmla="*/ 480 h 1518"/>
                <a:gd name="T96" fmla="*/ 418 w 2306"/>
                <a:gd name="T97" fmla="*/ 417 h 1518"/>
                <a:gd name="T98" fmla="*/ 460 w 2306"/>
                <a:gd name="T99" fmla="*/ 369 h 1518"/>
                <a:gd name="T100" fmla="*/ 514 w 2306"/>
                <a:gd name="T101" fmla="*/ 335 h 1518"/>
                <a:gd name="T102" fmla="*/ 580 w 2306"/>
                <a:gd name="T103" fmla="*/ 323 h 1518"/>
                <a:gd name="T104" fmla="*/ 682 w 2306"/>
                <a:gd name="T105" fmla="*/ 244 h 1518"/>
                <a:gd name="T106" fmla="*/ 686 w 2306"/>
                <a:gd name="T107" fmla="*/ 151 h 1518"/>
                <a:gd name="T108" fmla="*/ 708 w 2306"/>
                <a:gd name="T109" fmla="*/ 91 h 1518"/>
                <a:gd name="T110" fmla="*/ 748 w 2306"/>
                <a:gd name="T111" fmla="*/ 43 h 1518"/>
                <a:gd name="T112" fmla="*/ 803 w 2306"/>
                <a:gd name="T113" fmla="*/ 12 h 1518"/>
                <a:gd name="T114" fmla="*/ 867 w 2306"/>
                <a:gd name="T115" fmla="*/ 0 h 1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306" h="1518">
                  <a:moveTo>
                    <a:pt x="867" y="0"/>
                  </a:moveTo>
                  <a:lnTo>
                    <a:pt x="939" y="0"/>
                  </a:lnTo>
                  <a:lnTo>
                    <a:pt x="972" y="3"/>
                  </a:lnTo>
                  <a:lnTo>
                    <a:pt x="1004" y="12"/>
                  </a:lnTo>
                  <a:lnTo>
                    <a:pt x="1032" y="25"/>
                  </a:lnTo>
                  <a:lnTo>
                    <a:pt x="1057" y="43"/>
                  </a:lnTo>
                  <a:lnTo>
                    <a:pt x="1080" y="66"/>
                  </a:lnTo>
                  <a:lnTo>
                    <a:pt x="1098" y="91"/>
                  </a:lnTo>
                  <a:lnTo>
                    <a:pt x="1111" y="119"/>
                  </a:lnTo>
                  <a:lnTo>
                    <a:pt x="1121" y="151"/>
                  </a:lnTo>
                  <a:lnTo>
                    <a:pt x="1123" y="184"/>
                  </a:lnTo>
                  <a:lnTo>
                    <a:pt x="1123" y="230"/>
                  </a:lnTo>
                  <a:lnTo>
                    <a:pt x="1195" y="302"/>
                  </a:lnTo>
                  <a:lnTo>
                    <a:pt x="1195" y="204"/>
                  </a:lnTo>
                  <a:lnTo>
                    <a:pt x="1198" y="177"/>
                  </a:lnTo>
                  <a:lnTo>
                    <a:pt x="1206" y="154"/>
                  </a:lnTo>
                  <a:lnTo>
                    <a:pt x="1220" y="133"/>
                  </a:lnTo>
                  <a:lnTo>
                    <a:pt x="1237" y="116"/>
                  </a:lnTo>
                  <a:lnTo>
                    <a:pt x="1258" y="102"/>
                  </a:lnTo>
                  <a:lnTo>
                    <a:pt x="1281" y="94"/>
                  </a:lnTo>
                  <a:lnTo>
                    <a:pt x="1308" y="91"/>
                  </a:lnTo>
                  <a:lnTo>
                    <a:pt x="1858" y="91"/>
                  </a:lnTo>
                  <a:lnTo>
                    <a:pt x="1858" y="93"/>
                  </a:lnTo>
                  <a:lnTo>
                    <a:pt x="1876" y="96"/>
                  </a:lnTo>
                  <a:lnTo>
                    <a:pt x="1894" y="102"/>
                  </a:lnTo>
                  <a:lnTo>
                    <a:pt x="1910" y="112"/>
                  </a:lnTo>
                  <a:lnTo>
                    <a:pt x="1925" y="125"/>
                  </a:lnTo>
                  <a:lnTo>
                    <a:pt x="2272" y="472"/>
                  </a:lnTo>
                  <a:lnTo>
                    <a:pt x="2287" y="489"/>
                  </a:lnTo>
                  <a:lnTo>
                    <a:pt x="2297" y="509"/>
                  </a:lnTo>
                  <a:lnTo>
                    <a:pt x="2303" y="530"/>
                  </a:lnTo>
                  <a:lnTo>
                    <a:pt x="2305" y="551"/>
                  </a:lnTo>
                  <a:lnTo>
                    <a:pt x="2306" y="551"/>
                  </a:lnTo>
                  <a:lnTo>
                    <a:pt x="2306" y="1405"/>
                  </a:lnTo>
                  <a:lnTo>
                    <a:pt x="2303" y="1431"/>
                  </a:lnTo>
                  <a:lnTo>
                    <a:pt x="2294" y="1455"/>
                  </a:lnTo>
                  <a:lnTo>
                    <a:pt x="2281" y="1476"/>
                  </a:lnTo>
                  <a:lnTo>
                    <a:pt x="2264" y="1494"/>
                  </a:lnTo>
                  <a:lnTo>
                    <a:pt x="2243" y="1506"/>
                  </a:lnTo>
                  <a:lnTo>
                    <a:pt x="2218" y="1515"/>
                  </a:lnTo>
                  <a:lnTo>
                    <a:pt x="2193" y="1518"/>
                  </a:lnTo>
                  <a:lnTo>
                    <a:pt x="1308" y="1518"/>
                  </a:lnTo>
                  <a:lnTo>
                    <a:pt x="1281" y="1515"/>
                  </a:lnTo>
                  <a:lnTo>
                    <a:pt x="1258" y="1506"/>
                  </a:lnTo>
                  <a:lnTo>
                    <a:pt x="1237" y="1494"/>
                  </a:lnTo>
                  <a:lnTo>
                    <a:pt x="1220" y="1476"/>
                  </a:lnTo>
                  <a:lnTo>
                    <a:pt x="1206" y="1455"/>
                  </a:lnTo>
                  <a:lnTo>
                    <a:pt x="1198" y="1431"/>
                  </a:lnTo>
                  <a:lnTo>
                    <a:pt x="1195" y="1405"/>
                  </a:lnTo>
                  <a:lnTo>
                    <a:pt x="1195" y="852"/>
                  </a:lnTo>
                  <a:lnTo>
                    <a:pt x="1051" y="941"/>
                  </a:lnTo>
                  <a:lnTo>
                    <a:pt x="1048" y="974"/>
                  </a:lnTo>
                  <a:lnTo>
                    <a:pt x="1039" y="1005"/>
                  </a:lnTo>
                  <a:lnTo>
                    <a:pt x="1026" y="1033"/>
                  </a:lnTo>
                  <a:lnTo>
                    <a:pt x="1007" y="1058"/>
                  </a:lnTo>
                  <a:lnTo>
                    <a:pt x="985" y="1080"/>
                  </a:lnTo>
                  <a:lnTo>
                    <a:pt x="959" y="1098"/>
                  </a:lnTo>
                  <a:lnTo>
                    <a:pt x="931" y="1111"/>
                  </a:lnTo>
                  <a:lnTo>
                    <a:pt x="900" y="1120"/>
                  </a:lnTo>
                  <a:lnTo>
                    <a:pt x="867" y="1123"/>
                  </a:lnTo>
                  <a:lnTo>
                    <a:pt x="795" y="1123"/>
                  </a:lnTo>
                  <a:lnTo>
                    <a:pt x="761" y="1120"/>
                  </a:lnTo>
                  <a:lnTo>
                    <a:pt x="729" y="1110"/>
                  </a:lnTo>
                  <a:lnTo>
                    <a:pt x="699" y="1095"/>
                  </a:lnTo>
                  <a:lnTo>
                    <a:pt x="673" y="1076"/>
                  </a:lnTo>
                  <a:lnTo>
                    <a:pt x="651" y="1053"/>
                  </a:lnTo>
                  <a:lnTo>
                    <a:pt x="633" y="1026"/>
                  </a:lnTo>
                  <a:lnTo>
                    <a:pt x="620" y="995"/>
                  </a:lnTo>
                  <a:lnTo>
                    <a:pt x="353" y="916"/>
                  </a:lnTo>
                  <a:lnTo>
                    <a:pt x="322" y="931"/>
                  </a:lnTo>
                  <a:lnTo>
                    <a:pt x="290" y="940"/>
                  </a:lnTo>
                  <a:lnTo>
                    <a:pt x="257" y="943"/>
                  </a:lnTo>
                  <a:lnTo>
                    <a:pt x="185" y="943"/>
                  </a:lnTo>
                  <a:lnTo>
                    <a:pt x="151" y="940"/>
                  </a:lnTo>
                  <a:lnTo>
                    <a:pt x="120" y="932"/>
                  </a:lnTo>
                  <a:lnTo>
                    <a:pt x="92" y="918"/>
                  </a:lnTo>
                  <a:lnTo>
                    <a:pt x="65" y="900"/>
                  </a:lnTo>
                  <a:lnTo>
                    <a:pt x="43" y="878"/>
                  </a:lnTo>
                  <a:lnTo>
                    <a:pt x="25" y="851"/>
                  </a:lnTo>
                  <a:lnTo>
                    <a:pt x="12" y="823"/>
                  </a:lnTo>
                  <a:lnTo>
                    <a:pt x="3" y="792"/>
                  </a:lnTo>
                  <a:lnTo>
                    <a:pt x="0" y="758"/>
                  </a:lnTo>
                  <a:lnTo>
                    <a:pt x="0" y="687"/>
                  </a:lnTo>
                  <a:lnTo>
                    <a:pt x="3" y="654"/>
                  </a:lnTo>
                  <a:lnTo>
                    <a:pt x="12" y="623"/>
                  </a:lnTo>
                  <a:lnTo>
                    <a:pt x="25" y="594"/>
                  </a:lnTo>
                  <a:lnTo>
                    <a:pt x="43" y="568"/>
                  </a:lnTo>
                  <a:lnTo>
                    <a:pt x="65" y="546"/>
                  </a:lnTo>
                  <a:lnTo>
                    <a:pt x="92" y="528"/>
                  </a:lnTo>
                  <a:lnTo>
                    <a:pt x="120" y="514"/>
                  </a:lnTo>
                  <a:lnTo>
                    <a:pt x="151" y="506"/>
                  </a:lnTo>
                  <a:lnTo>
                    <a:pt x="185" y="503"/>
                  </a:lnTo>
                  <a:lnTo>
                    <a:pt x="257" y="503"/>
                  </a:lnTo>
                  <a:lnTo>
                    <a:pt x="289" y="506"/>
                  </a:lnTo>
                  <a:lnTo>
                    <a:pt x="321" y="514"/>
                  </a:lnTo>
                  <a:lnTo>
                    <a:pt x="397" y="480"/>
                  </a:lnTo>
                  <a:lnTo>
                    <a:pt x="406" y="448"/>
                  </a:lnTo>
                  <a:lnTo>
                    <a:pt x="418" y="417"/>
                  </a:lnTo>
                  <a:lnTo>
                    <a:pt x="436" y="391"/>
                  </a:lnTo>
                  <a:lnTo>
                    <a:pt x="460" y="369"/>
                  </a:lnTo>
                  <a:lnTo>
                    <a:pt x="485" y="350"/>
                  </a:lnTo>
                  <a:lnTo>
                    <a:pt x="514" y="335"/>
                  </a:lnTo>
                  <a:lnTo>
                    <a:pt x="546" y="326"/>
                  </a:lnTo>
                  <a:lnTo>
                    <a:pt x="580" y="323"/>
                  </a:lnTo>
                  <a:lnTo>
                    <a:pt x="613" y="323"/>
                  </a:lnTo>
                  <a:lnTo>
                    <a:pt x="682" y="244"/>
                  </a:lnTo>
                  <a:lnTo>
                    <a:pt x="682" y="184"/>
                  </a:lnTo>
                  <a:lnTo>
                    <a:pt x="686" y="151"/>
                  </a:lnTo>
                  <a:lnTo>
                    <a:pt x="694" y="119"/>
                  </a:lnTo>
                  <a:lnTo>
                    <a:pt x="708" y="91"/>
                  </a:lnTo>
                  <a:lnTo>
                    <a:pt x="726" y="66"/>
                  </a:lnTo>
                  <a:lnTo>
                    <a:pt x="748" y="43"/>
                  </a:lnTo>
                  <a:lnTo>
                    <a:pt x="774" y="25"/>
                  </a:lnTo>
                  <a:lnTo>
                    <a:pt x="803" y="12"/>
                  </a:lnTo>
                  <a:lnTo>
                    <a:pt x="835" y="3"/>
                  </a:lnTo>
                  <a:lnTo>
                    <a:pt x="867"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4" name="Freeform 56">
              <a:extLst>
                <a:ext uri="{FF2B5EF4-FFF2-40B4-BE49-F238E27FC236}">
                  <a16:creationId xmlns:a16="http://schemas.microsoft.com/office/drawing/2014/main" id="{1C6BD538-E102-4445-873D-8404015287B9}"/>
                </a:ext>
              </a:extLst>
            </p:cNvPr>
            <p:cNvSpPr>
              <a:spLocks noEditPoints="1"/>
            </p:cNvSpPr>
            <p:nvPr/>
          </p:nvSpPr>
          <p:spPr bwMode="auto">
            <a:xfrm>
              <a:off x="2722343" y="2632347"/>
              <a:ext cx="223889" cy="301456"/>
            </a:xfrm>
            <a:custGeom>
              <a:avLst/>
              <a:gdLst>
                <a:gd name="T0" fmla="*/ 95 w 885"/>
                <a:gd name="T1" fmla="*/ 758 h 1201"/>
                <a:gd name="T2" fmla="*/ 95 w 885"/>
                <a:gd name="T3" fmla="*/ 1044 h 1201"/>
                <a:gd name="T4" fmla="*/ 252 w 885"/>
                <a:gd name="T5" fmla="*/ 1044 h 1201"/>
                <a:gd name="T6" fmla="*/ 252 w 885"/>
                <a:gd name="T7" fmla="*/ 758 h 1201"/>
                <a:gd name="T8" fmla="*/ 95 w 885"/>
                <a:gd name="T9" fmla="*/ 758 h 1201"/>
                <a:gd name="T10" fmla="*/ 601 w 885"/>
                <a:gd name="T11" fmla="*/ 695 h 1201"/>
                <a:gd name="T12" fmla="*/ 601 w 885"/>
                <a:gd name="T13" fmla="*/ 1044 h 1201"/>
                <a:gd name="T14" fmla="*/ 758 w 885"/>
                <a:gd name="T15" fmla="*/ 1044 h 1201"/>
                <a:gd name="T16" fmla="*/ 758 w 885"/>
                <a:gd name="T17" fmla="*/ 695 h 1201"/>
                <a:gd name="T18" fmla="*/ 601 w 885"/>
                <a:gd name="T19" fmla="*/ 695 h 1201"/>
                <a:gd name="T20" fmla="*/ 347 w 885"/>
                <a:gd name="T21" fmla="*/ 538 h 1201"/>
                <a:gd name="T22" fmla="*/ 347 w 885"/>
                <a:gd name="T23" fmla="*/ 1044 h 1201"/>
                <a:gd name="T24" fmla="*/ 506 w 885"/>
                <a:gd name="T25" fmla="*/ 1044 h 1201"/>
                <a:gd name="T26" fmla="*/ 506 w 885"/>
                <a:gd name="T27" fmla="*/ 538 h 1201"/>
                <a:gd name="T28" fmla="*/ 347 w 885"/>
                <a:gd name="T29" fmla="*/ 538 h 1201"/>
                <a:gd name="T30" fmla="*/ 537 w 885"/>
                <a:gd name="T31" fmla="*/ 0 h 1201"/>
                <a:gd name="T32" fmla="*/ 885 w 885"/>
                <a:gd name="T33" fmla="*/ 347 h 1201"/>
                <a:gd name="T34" fmla="*/ 537 w 885"/>
                <a:gd name="T35" fmla="*/ 347 h 1201"/>
                <a:gd name="T36" fmla="*/ 537 w 885"/>
                <a:gd name="T37" fmla="*/ 0 h 1201"/>
                <a:gd name="T38" fmla="*/ 0 w 885"/>
                <a:gd name="T39" fmla="*/ 0 h 1201"/>
                <a:gd name="T40" fmla="*/ 442 w 885"/>
                <a:gd name="T41" fmla="*/ 0 h 1201"/>
                <a:gd name="T42" fmla="*/ 442 w 885"/>
                <a:gd name="T43" fmla="*/ 443 h 1201"/>
                <a:gd name="T44" fmla="*/ 885 w 885"/>
                <a:gd name="T45" fmla="*/ 443 h 1201"/>
                <a:gd name="T46" fmla="*/ 885 w 885"/>
                <a:gd name="T47" fmla="*/ 1201 h 1201"/>
                <a:gd name="T48" fmla="*/ 0 w 885"/>
                <a:gd name="T49" fmla="*/ 1201 h 1201"/>
                <a:gd name="T50" fmla="*/ 0 w 885"/>
                <a:gd name="T51" fmla="*/ 631 h 1201"/>
                <a:gd name="T52" fmla="*/ 33 w 885"/>
                <a:gd name="T53" fmla="*/ 626 h 1201"/>
                <a:gd name="T54" fmla="*/ 64 w 885"/>
                <a:gd name="T55" fmla="*/ 618 h 1201"/>
                <a:gd name="T56" fmla="*/ 95 w 885"/>
                <a:gd name="T57" fmla="*/ 604 h 1201"/>
                <a:gd name="T58" fmla="*/ 122 w 885"/>
                <a:gd name="T59" fmla="*/ 587 h 1201"/>
                <a:gd name="T60" fmla="*/ 147 w 885"/>
                <a:gd name="T61" fmla="*/ 565 h 1201"/>
                <a:gd name="T62" fmla="*/ 168 w 885"/>
                <a:gd name="T63" fmla="*/ 540 h 1201"/>
                <a:gd name="T64" fmla="*/ 186 w 885"/>
                <a:gd name="T65" fmla="*/ 511 h 1201"/>
                <a:gd name="T66" fmla="*/ 191 w 885"/>
                <a:gd name="T67" fmla="*/ 501 h 1201"/>
                <a:gd name="T68" fmla="*/ 202 w 885"/>
                <a:gd name="T69" fmla="*/ 471 h 1201"/>
                <a:gd name="T70" fmla="*/ 208 w 885"/>
                <a:gd name="T71" fmla="*/ 441 h 1201"/>
                <a:gd name="T72" fmla="*/ 210 w 885"/>
                <a:gd name="T73" fmla="*/ 411 h 1201"/>
                <a:gd name="T74" fmla="*/ 208 w 885"/>
                <a:gd name="T75" fmla="*/ 376 h 1201"/>
                <a:gd name="T76" fmla="*/ 199 w 885"/>
                <a:gd name="T77" fmla="*/ 343 h 1201"/>
                <a:gd name="T78" fmla="*/ 187 w 885"/>
                <a:gd name="T79" fmla="*/ 313 h 1201"/>
                <a:gd name="T80" fmla="*/ 170 w 885"/>
                <a:gd name="T81" fmla="*/ 284 h 1201"/>
                <a:gd name="T82" fmla="*/ 149 w 885"/>
                <a:gd name="T83" fmla="*/ 259 h 1201"/>
                <a:gd name="T84" fmla="*/ 124 w 885"/>
                <a:gd name="T85" fmla="*/ 238 h 1201"/>
                <a:gd name="T86" fmla="*/ 97 w 885"/>
                <a:gd name="T87" fmla="*/ 220 h 1201"/>
                <a:gd name="T88" fmla="*/ 66 w 885"/>
                <a:gd name="T89" fmla="*/ 205 h 1201"/>
                <a:gd name="T90" fmla="*/ 34 w 885"/>
                <a:gd name="T91" fmla="*/ 196 h 1201"/>
                <a:gd name="T92" fmla="*/ 0 w 885"/>
                <a:gd name="T93" fmla="*/ 192 h 1201"/>
                <a:gd name="T94" fmla="*/ 0 w 885"/>
                <a:gd name="T95" fmla="*/ 0 h 1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85" h="1201">
                  <a:moveTo>
                    <a:pt x="95" y="758"/>
                  </a:moveTo>
                  <a:lnTo>
                    <a:pt x="95" y="1044"/>
                  </a:lnTo>
                  <a:lnTo>
                    <a:pt x="252" y="1044"/>
                  </a:lnTo>
                  <a:lnTo>
                    <a:pt x="252" y="758"/>
                  </a:lnTo>
                  <a:lnTo>
                    <a:pt x="95" y="758"/>
                  </a:lnTo>
                  <a:close/>
                  <a:moveTo>
                    <a:pt x="601" y="695"/>
                  </a:moveTo>
                  <a:lnTo>
                    <a:pt x="601" y="1044"/>
                  </a:lnTo>
                  <a:lnTo>
                    <a:pt x="758" y="1044"/>
                  </a:lnTo>
                  <a:lnTo>
                    <a:pt x="758" y="695"/>
                  </a:lnTo>
                  <a:lnTo>
                    <a:pt x="601" y="695"/>
                  </a:lnTo>
                  <a:close/>
                  <a:moveTo>
                    <a:pt x="347" y="538"/>
                  </a:moveTo>
                  <a:lnTo>
                    <a:pt x="347" y="1044"/>
                  </a:lnTo>
                  <a:lnTo>
                    <a:pt x="506" y="1044"/>
                  </a:lnTo>
                  <a:lnTo>
                    <a:pt x="506" y="538"/>
                  </a:lnTo>
                  <a:lnTo>
                    <a:pt x="347" y="538"/>
                  </a:lnTo>
                  <a:close/>
                  <a:moveTo>
                    <a:pt x="537" y="0"/>
                  </a:moveTo>
                  <a:lnTo>
                    <a:pt x="885" y="347"/>
                  </a:lnTo>
                  <a:lnTo>
                    <a:pt x="537" y="347"/>
                  </a:lnTo>
                  <a:lnTo>
                    <a:pt x="537" y="0"/>
                  </a:lnTo>
                  <a:close/>
                  <a:moveTo>
                    <a:pt x="0" y="0"/>
                  </a:moveTo>
                  <a:lnTo>
                    <a:pt x="442" y="0"/>
                  </a:lnTo>
                  <a:lnTo>
                    <a:pt x="442" y="443"/>
                  </a:lnTo>
                  <a:lnTo>
                    <a:pt x="885" y="443"/>
                  </a:lnTo>
                  <a:lnTo>
                    <a:pt x="885" y="1201"/>
                  </a:lnTo>
                  <a:lnTo>
                    <a:pt x="0" y="1201"/>
                  </a:lnTo>
                  <a:lnTo>
                    <a:pt x="0" y="631"/>
                  </a:lnTo>
                  <a:lnTo>
                    <a:pt x="33" y="626"/>
                  </a:lnTo>
                  <a:lnTo>
                    <a:pt x="64" y="618"/>
                  </a:lnTo>
                  <a:lnTo>
                    <a:pt x="95" y="604"/>
                  </a:lnTo>
                  <a:lnTo>
                    <a:pt x="122" y="587"/>
                  </a:lnTo>
                  <a:lnTo>
                    <a:pt x="147" y="565"/>
                  </a:lnTo>
                  <a:lnTo>
                    <a:pt x="168" y="540"/>
                  </a:lnTo>
                  <a:lnTo>
                    <a:pt x="186" y="511"/>
                  </a:lnTo>
                  <a:lnTo>
                    <a:pt x="191" y="501"/>
                  </a:lnTo>
                  <a:lnTo>
                    <a:pt x="202" y="471"/>
                  </a:lnTo>
                  <a:lnTo>
                    <a:pt x="208" y="441"/>
                  </a:lnTo>
                  <a:lnTo>
                    <a:pt x="210" y="411"/>
                  </a:lnTo>
                  <a:lnTo>
                    <a:pt x="208" y="376"/>
                  </a:lnTo>
                  <a:lnTo>
                    <a:pt x="199" y="343"/>
                  </a:lnTo>
                  <a:lnTo>
                    <a:pt x="187" y="313"/>
                  </a:lnTo>
                  <a:lnTo>
                    <a:pt x="170" y="284"/>
                  </a:lnTo>
                  <a:lnTo>
                    <a:pt x="149" y="259"/>
                  </a:lnTo>
                  <a:lnTo>
                    <a:pt x="124" y="238"/>
                  </a:lnTo>
                  <a:lnTo>
                    <a:pt x="97" y="220"/>
                  </a:lnTo>
                  <a:lnTo>
                    <a:pt x="66" y="205"/>
                  </a:lnTo>
                  <a:lnTo>
                    <a:pt x="34" y="196"/>
                  </a:lnTo>
                  <a:lnTo>
                    <a:pt x="0" y="192"/>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5" name="Freeform 57">
              <a:extLst>
                <a:ext uri="{FF2B5EF4-FFF2-40B4-BE49-F238E27FC236}">
                  <a16:creationId xmlns:a16="http://schemas.microsoft.com/office/drawing/2014/main" id="{6DCD591A-E350-49AE-900F-6BB2AD04842A}"/>
                </a:ext>
              </a:extLst>
            </p:cNvPr>
            <p:cNvSpPr>
              <a:spLocks noEditPoints="1"/>
            </p:cNvSpPr>
            <p:nvPr/>
          </p:nvSpPr>
          <p:spPr bwMode="auto">
            <a:xfrm>
              <a:off x="2420886" y="2609429"/>
              <a:ext cx="326138" cy="225652"/>
            </a:xfrm>
            <a:custGeom>
              <a:avLst/>
              <a:gdLst>
                <a:gd name="T0" fmla="*/ 611 w 1293"/>
                <a:gd name="T1" fmla="*/ 485 h 898"/>
                <a:gd name="T2" fmla="*/ 600 w 1293"/>
                <a:gd name="T3" fmla="*/ 517 h 898"/>
                <a:gd name="T4" fmla="*/ 574 w 1293"/>
                <a:gd name="T5" fmla="*/ 536 h 898"/>
                <a:gd name="T6" fmla="*/ 449 w 1293"/>
                <a:gd name="T7" fmla="*/ 539 h 898"/>
                <a:gd name="T8" fmla="*/ 416 w 1293"/>
                <a:gd name="T9" fmla="*/ 527 h 898"/>
                <a:gd name="T10" fmla="*/ 216 w 1293"/>
                <a:gd name="T11" fmla="*/ 601 h 898"/>
                <a:gd name="T12" fmla="*/ 613 w 1293"/>
                <a:gd name="T13" fmla="*/ 722 h 898"/>
                <a:gd name="T14" fmla="*/ 632 w 1293"/>
                <a:gd name="T15" fmla="*/ 693 h 898"/>
                <a:gd name="T16" fmla="*/ 664 w 1293"/>
                <a:gd name="T17" fmla="*/ 683 h 898"/>
                <a:gd name="T18" fmla="*/ 784 w 1293"/>
                <a:gd name="T19" fmla="*/ 684 h 898"/>
                <a:gd name="T20" fmla="*/ 805 w 1293"/>
                <a:gd name="T21" fmla="*/ 694 h 898"/>
                <a:gd name="T22" fmla="*/ 611 w 1293"/>
                <a:gd name="T23" fmla="*/ 479 h 898"/>
                <a:gd name="T24" fmla="*/ 844 w 1293"/>
                <a:gd name="T25" fmla="*/ 216 h 898"/>
                <a:gd name="T26" fmla="*/ 610 w 1293"/>
                <a:gd name="T27" fmla="*/ 366 h 898"/>
                <a:gd name="T28" fmla="*/ 611 w 1293"/>
                <a:gd name="T29" fmla="*/ 377 h 898"/>
                <a:gd name="T30" fmla="*/ 1088 w 1293"/>
                <a:gd name="T31" fmla="*/ 456 h 898"/>
                <a:gd name="T32" fmla="*/ 736 w 1293"/>
                <a:gd name="T33" fmla="*/ 0 h 898"/>
                <a:gd name="T34" fmla="*/ 861 w 1293"/>
                <a:gd name="T35" fmla="*/ 2 h 898"/>
                <a:gd name="T36" fmla="*/ 887 w 1293"/>
                <a:gd name="T37" fmla="*/ 22 h 898"/>
                <a:gd name="T38" fmla="*/ 898 w 1293"/>
                <a:gd name="T39" fmla="*/ 54 h 898"/>
                <a:gd name="T40" fmla="*/ 898 w 1293"/>
                <a:gd name="T41" fmla="*/ 164 h 898"/>
                <a:gd name="T42" fmla="*/ 1161 w 1293"/>
                <a:gd name="T43" fmla="*/ 398 h 898"/>
                <a:gd name="T44" fmla="*/ 1210 w 1293"/>
                <a:gd name="T45" fmla="*/ 398 h 898"/>
                <a:gd name="T46" fmla="*/ 1253 w 1293"/>
                <a:gd name="T47" fmla="*/ 418 h 898"/>
                <a:gd name="T48" fmla="*/ 1282 w 1293"/>
                <a:gd name="T49" fmla="*/ 455 h 898"/>
                <a:gd name="T50" fmla="*/ 1293 w 1293"/>
                <a:gd name="T51" fmla="*/ 503 h 898"/>
                <a:gd name="T52" fmla="*/ 1282 w 1293"/>
                <a:gd name="T53" fmla="*/ 550 h 898"/>
                <a:gd name="T54" fmla="*/ 1253 w 1293"/>
                <a:gd name="T55" fmla="*/ 586 h 898"/>
                <a:gd name="T56" fmla="*/ 1210 w 1293"/>
                <a:gd name="T57" fmla="*/ 608 h 898"/>
                <a:gd name="T58" fmla="*/ 1161 w 1293"/>
                <a:gd name="T59" fmla="*/ 608 h 898"/>
                <a:gd name="T60" fmla="*/ 1118 w 1293"/>
                <a:gd name="T61" fmla="*/ 586 h 898"/>
                <a:gd name="T62" fmla="*/ 826 w 1293"/>
                <a:gd name="T63" fmla="*/ 844 h 898"/>
                <a:gd name="T64" fmla="*/ 816 w 1293"/>
                <a:gd name="T65" fmla="*/ 876 h 898"/>
                <a:gd name="T66" fmla="*/ 789 w 1293"/>
                <a:gd name="T67" fmla="*/ 895 h 898"/>
                <a:gd name="T68" fmla="*/ 664 w 1293"/>
                <a:gd name="T69" fmla="*/ 898 h 898"/>
                <a:gd name="T70" fmla="*/ 633 w 1293"/>
                <a:gd name="T71" fmla="*/ 887 h 898"/>
                <a:gd name="T72" fmla="*/ 613 w 1293"/>
                <a:gd name="T73" fmla="*/ 861 h 898"/>
                <a:gd name="T74" fmla="*/ 611 w 1293"/>
                <a:gd name="T75" fmla="*/ 796 h 898"/>
                <a:gd name="T76" fmla="*/ 206 w 1293"/>
                <a:gd name="T77" fmla="*/ 695 h 898"/>
                <a:gd name="T78" fmla="*/ 179 w 1293"/>
                <a:gd name="T79" fmla="*/ 715 h 898"/>
                <a:gd name="T80" fmla="*/ 54 w 1293"/>
                <a:gd name="T81" fmla="*/ 718 h 898"/>
                <a:gd name="T82" fmla="*/ 22 w 1293"/>
                <a:gd name="T83" fmla="*/ 708 h 898"/>
                <a:gd name="T84" fmla="*/ 2 w 1293"/>
                <a:gd name="T85" fmla="*/ 681 h 898"/>
                <a:gd name="T86" fmla="*/ 0 w 1293"/>
                <a:gd name="T87" fmla="*/ 557 h 898"/>
                <a:gd name="T88" fmla="*/ 11 w 1293"/>
                <a:gd name="T89" fmla="*/ 525 h 898"/>
                <a:gd name="T90" fmla="*/ 37 w 1293"/>
                <a:gd name="T91" fmla="*/ 505 h 898"/>
                <a:gd name="T92" fmla="*/ 162 w 1293"/>
                <a:gd name="T93" fmla="*/ 503 h 898"/>
                <a:gd name="T94" fmla="*/ 194 w 1293"/>
                <a:gd name="T95" fmla="*/ 513 h 898"/>
                <a:gd name="T96" fmla="*/ 395 w 1293"/>
                <a:gd name="T97" fmla="*/ 441 h 898"/>
                <a:gd name="T98" fmla="*/ 397 w 1293"/>
                <a:gd name="T99" fmla="*/ 360 h 898"/>
                <a:gd name="T100" fmla="*/ 417 w 1293"/>
                <a:gd name="T101" fmla="*/ 334 h 898"/>
                <a:gd name="T102" fmla="*/ 449 w 1293"/>
                <a:gd name="T103" fmla="*/ 323 h 898"/>
                <a:gd name="T104" fmla="*/ 683 w 1293"/>
                <a:gd name="T105" fmla="*/ 173 h 898"/>
                <a:gd name="T106" fmla="*/ 682 w 1293"/>
                <a:gd name="T107" fmla="*/ 162 h 898"/>
                <a:gd name="T108" fmla="*/ 685 w 1293"/>
                <a:gd name="T109" fmla="*/ 37 h 898"/>
                <a:gd name="T110" fmla="*/ 705 w 1293"/>
                <a:gd name="T111" fmla="*/ 11 h 898"/>
                <a:gd name="T112" fmla="*/ 736 w 1293"/>
                <a:gd name="T113" fmla="*/ 0 h 8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93" h="898">
                  <a:moveTo>
                    <a:pt x="611" y="479"/>
                  </a:moveTo>
                  <a:lnTo>
                    <a:pt x="611" y="485"/>
                  </a:lnTo>
                  <a:lnTo>
                    <a:pt x="607" y="502"/>
                  </a:lnTo>
                  <a:lnTo>
                    <a:pt x="600" y="517"/>
                  </a:lnTo>
                  <a:lnTo>
                    <a:pt x="588" y="528"/>
                  </a:lnTo>
                  <a:lnTo>
                    <a:pt x="574" y="536"/>
                  </a:lnTo>
                  <a:lnTo>
                    <a:pt x="557" y="539"/>
                  </a:lnTo>
                  <a:lnTo>
                    <a:pt x="449" y="539"/>
                  </a:lnTo>
                  <a:lnTo>
                    <a:pt x="431" y="536"/>
                  </a:lnTo>
                  <a:lnTo>
                    <a:pt x="416" y="527"/>
                  </a:lnTo>
                  <a:lnTo>
                    <a:pt x="405" y="516"/>
                  </a:lnTo>
                  <a:lnTo>
                    <a:pt x="216" y="601"/>
                  </a:lnTo>
                  <a:lnTo>
                    <a:pt x="216" y="604"/>
                  </a:lnTo>
                  <a:lnTo>
                    <a:pt x="613" y="722"/>
                  </a:lnTo>
                  <a:lnTo>
                    <a:pt x="620" y="706"/>
                  </a:lnTo>
                  <a:lnTo>
                    <a:pt x="632" y="693"/>
                  </a:lnTo>
                  <a:lnTo>
                    <a:pt x="647" y="686"/>
                  </a:lnTo>
                  <a:lnTo>
                    <a:pt x="664" y="683"/>
                  </a:lnTo>
                  <a:lnTo>
                    <a:pt x="772" y="683"/>
                  </a:lnTo>
                  <a:lnTo>
                    <a:pt x="784" y="684"/>
                  </a:lnTo>
                  <a:lnTo>
                    <a:pt x="795" y="688"/>
                  </a:lnTo>
                  <a:lnTo>
                    <a:pt x="805" y="694"/>
                  </a:lnTo>
                  <a:lnTo>
                    <a:pt x="1076" y="527"/>
                  </a:lnTo>
                  <a:lnTo>
                    <a:pt x="611" y="479"/>
                  </a:lnTo>
                  <a:close/>
                  <a:moveTo>
                    <a:pt x="846" y="216"/>
                  </a:moveTo>
                  <a:lnTo>
                    <a:pt x="844" y="216"/>
                  </a:lnTo>
                  <a:lnTo>
                    <a:pt x="743" y="216"/>
                  </a:lnTo>
                  <a:lnTo>
                    <a:pt x="610" y="366"/>
                  </a:lnTo>
                  <a:lnTo>
                    <a:pt x="610" y="371"/>
                  </a:lnTo>
                  <a:lnTo>
                    <a:pt x="611" y="377"/>
                  </a:lnTo>
                  <a:lnTo>
                    <a:pt x="611" y="406"/>
                  </a:lnTo>
                  <a:lnTo>
                    <a:pt x="1088" y="456"/>
                  </a:lnTo>
                  <a:lnTo>
                    <a:pt x="846" y="216"/>
                  </a:lnTo>
                  <a:close/>
                  <a:moveTo>
                    <a:pt x="736" y="0"/>
                  </a:moveTo>
                  <a:lnTo>
                    <a:pt x="844" y="0"/>
                  </a:lnTo>
                  <a:lnTo>
                    <a:pt x="861" y="2"/>
                  </a:lnTo>
                  <a:lnTo>
                    <a:pt x="876" y="11"/>
                  </a:lnTo>
                  <a:lnTo>
                    <a:pt x="887" y="22"/>
                  </a:lnTo>
                  <a:lnTo>
                    <a:pt x="895" y="37"/>
                  </a:lnTo>
                  <a:lnTo>
                    <a:pt x="898" y="54"/>
                  </a:lnTo>
                  <a:lnTo>
                    <a:pt x="898" y="162"/>
                  </a:lnTo>
                  <a:lnTo>
                    <a:pt x="898" y="164"/>
                  </a:lnTo>
                  <a:lnTo>
                    <a:pt x="1139" y="406"/>
                  </a:lnTo>
                  <a:lnTo>
                    <a:pt x="1161" y="398"/>
                  </a:lnTo>
                  <a:lnTo>
                    <a:pt x="1185" y="395"/>
                  </a:lnTo>
                  <a:lnTo>
                    <a:pt x="1210" y="398"/>
                  </a:lnTo>
                  <a:lnTo>
                    <a:pt x="1233" y="406"/>
                  </a:lnTo>
                  <a:lnTo>
                    <a:pt x="1253" y="418"/>
                  </a:lnTo>
                  <a:lnTo>
                    <a:pt x="1269" y="435"/>
                  </a:lnTo>
                  <a:lnTo>
                    <a:pt x="1282" y="455"/>
                  </a:lnTo>
                  <a:lnTo>
                    <a:pt x="1290" y="478"/>
                  </a:lnTo>
                  <a:lnTo>
                    <a:pt x="1293" y="503"/>
                  </a:lnTo>
                  <a:lnTo>
                    <a:pt x="1290" y="527"/>
                  </a:lnTo>
                  <a:lnTo>
                    <a:pt x="1282" y="550"/>
                  </a:lnTo>
                  <a:lnTo>
                    <a:pt x="1269" y="571"/>
                  </a:lnTo>
                  <a:lnTo>
                    <a:pt x="1253" y="586"/>
                  </a:lnTo>
                  <a:lnTo>
                    <a:pt x="1233" y="599"/>
                  </a:lnTo>
                  <a:lnTo>
                    <a:pt x="1210" y="608"/>
                  </a:lnTo>
                  <a:lnTo>
                    <a:pt x="1185" y="611"/>
                  </a:lnTo>
                  <a:lnTo>
                    <a:pt x="1161" y="608"/>
                  </a:lnTo>
                  <a:lnTo>
                    <a:pt x="1138" y="599"/>
                  </a:lnTo>
                  <a:lnTo>
                    <a:pt x="1118" y="586"/>
                  </a:lnTo>
                  <a:lnTo>
                    <a:pt x="826" y="766"/>
                  </a:lnTo>
                  <a:lnTo>
                    <a:pt x="826" y="844"/>
                  </a:lnTo>
                  <a:lnTo>
                    <a:pt x="823" y="861"/>
                  </a:lnTo>
                  <a:lnTo>
                    <a:pt x="816" y="876"/>
                  </a:lnTo>
                  <a:lnTo>
                    <a:pt x="804" y="887"/>
                  </a:lnTo>
                  <a:lnTo>
                    <a:pt x="789" y="895"/>
                  </a:lnTo>
                  <a:lnTo>
                    <a:pt x="772" y="898"/>
                  </a:lnTo>
                  <a:lnTo>
                    <a:pt x="664" y="898"/>
                  </a:lnTo>
                  <a:lnTo>
                    <a:pt x="648" y="895"/>
                  </a:lnTo>
                  <a:lnTo>
                    <a:pt x="633" y="887"/>
                  </a:lnTo>
                  <a:lnTo>
                    <a:pt x="621" y="876"/>
                  </a:lnTo>
                  <a:lnTo>
                    <a:pt x="613" y="861"/>
                  </a:lnTo>
                  <a:lnTo>
                    <a:pt x="611" y="844"/>
                  </a:lnTo>
                  <a:lnTo>
                    <a:pt x="611" y="796"/>
                  </a:lnTo>
                  <a:lnTo>
                    <a:pt x="213" y="679"/>
                  </a:lnTo>
                  <a:lnTo>
                    <a:pt x="206" y="695"/>
                  </a:lnTo>
                  <a:lnTo>
                    <a:pt x="194" y="707"/>
                  </a:lnTo>
                  <a:lnTo>
                    <a:pt x="179" y="715"/>
                  </a:lnTo>
                  <a:lnTo>
                    <a:pt x="162" y="718"/>
                  </a:lnTo>
                  <a:lnTo>
                    <a:pt x="54" y="718"/>
                  </a:lnTo>
                  <a:lnTo>
                    <a:pt x="37" y="715"/>
                  </a:lnTo>
                  <a:lnTo>
                    <a:pt x="22" y="708"/>
                  </a:lnTo>
                  <a:lnTo>
                    <a:pt x="11" y="696"/>
                  </a:lnTo>
                  <a:lnTo>
                    <a:pt x="2" y="681"/>
                  </a:lnTo>
                  <a:lnTo>
                    <a:pt x="0" y="665"/>
                  </a:lnTo>
                  <a:lnTo>
                    <a:pt x="0" y="557"/>
                  </a:lnTo>
                  <a:lnTo>
                    <a:pt x="2" y="540"/>
                  </a:lnTo>
                  <a:lnTo>
                    <a:pt x="11" y="525"/>
                  </a:lnTo>
                  <a:lnTo>
                    <a:pt x="22" y="513"/>
                  </a:lnTo>
                  <a:lnTo>
                    <a:pt x="37" y="505"/>
                  </a:lnTo>
                  <a:lnTo>
                    <a:pt x="54" y="503"/>
                  </a:lnTo>
                  <a:lnTo>
                    <a:pt x="162" y="503"/>
                  </a:lnTo>
                  <a:lnTo>
                    <a:pt x="179" y="506"/>
                  </a:lnTo>
                  <a:lnTo>
                    <a:pt x="194" y="513"/>
                  </a:lnTo>
                  <a:lnTo>
                    <a:pt x="206" y="526"/>
                  </a:lnTo>
                  <a:lnTo>
                    <a:pt x="395" y="441"/>
                  </a:lnTo>
                  <a:lnTo>
                    <a:pt x="395" y="377"/>
                  </a:lnTo>
                  <a:lnTo>
                    <a:pt x="397" y="360"/>
                  </a:lnTo>
                  <a:lnTo>
                    <a:pt x="406" y="346"/>
                  </a:lnTo>
                  <a:lnTo>
                    <a:pt x="417" y="334"/>
                  </a:lnTo>
                  <a:lnTo>
                    <a:pt x="432" y="325"/>
                  </a:lnTo>
                  <a:lnTo>
                    <a:pt x="449" y="323"/>
                  </a:lnTo>
                  <a:lnTo>
                    <a:pt x="550" y="323"/>
                  </a:lnTo>
                  <a:lnTo>
                    <a:pt x="683" y="173"/>
                  </a:lnTo>
                  <a:lnTo>
                    <a:pt x="682" y="167"/>
                  </a:lnTo>
                  <a:lnTo>
                    <a:pt x="682" y="162"/>
                  </a:lnTo>
                  <a:lnTo>
                    <a:pt x="682" y="54"/>
                  </a:lnTo>
                  <a:lnTo>
                    <a:pt x="685" y="37"/>
                  </a:lnTo>
                  <a:lnTo>
                    <a:pt x="693" y="22"/>
                  </a:lnTo>
                  <a:lnTo>
                    <a:pt x="705" y="11"/>
                  </a:lnTo>
                  <a:lnTo>
                    <a:pt x="719" y="2"/>
                  </a:lnTo>
                  <a:lnTo>
                    <a:pt x="736"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96" name="Group 195">
            <a:extLst>
              <a:ext uri="{FF2B5EF4-FFF2-40B4-BE49-F238E27FC236}">
                <a16:creationId xmlns:a16="http://schemas.microsoft.com/office/drawing/2014/main" id="{7563737A-955B-4FDF-8F71-ACCCFA02D362}"/>
              </a:ext>
            </a:extLst>
          </p:cNvPr>
          <p:cNvGrpSpPr>
            <a:grpSpLocks noChangeAspect="1"/>
          </p:cNvGrpSpPr>
          <p:nvPr/>
        </p:nvGrpSpPr>
        <p:grpSpPr>
          <a:xfrm>
            <a:off x="10421358" y="4184267"/>
            <a:ext cx="458355" cy="595862"/>
            <a:chOff x="10693275" y="2473685"/>
            <a:chExt cx="458355" cy="595862"/>
          </a:xfrm>
        </p:grpSpPr>
        <p:sp useBgFill="1">
          <p:nvSpPr>
            <p:cNvPr id="197" name="Freeform 62">
              <a:extLst>
                <a:ext uri="{FF2B5EF4-FFF2-40B4-BE49-F238E27FC236}">
                  <a16:creationId xmlns:a16="http://schemas.microsoft.com/office/drawing/2014/main" id="{9EE71AD2-6B58-45B4-BA0F-4E2F0AA063BC}"/>
                </a:ext>
              </a:extLst>
            </p:cNvPr>
            <p:cNvSpPr>
              <a:spLocks/>
            </p:cNvSpPr>
            <p:nvPr/>
          </p:nvSpPr>
          <p:spPr bwMode="auto">
            <a:xfrm>
              <a:off x="10693275" y="2473685"/>
              <a:ext cx="458355" cy="595862"/>
            </a:xfrm>
            <a:custGeom>
              <a:avLst/>
              <a:gdLst>
                <a:gd name="T0" fmla="*/ 1097 w 1826"/>
                <a:gd name="T1" fmla="*/ 23 h 2362"/>
                <a:gd name="T2" fmla="*/ 1178 w 1826"/>
                <a:gd name="T3" fmla="*/ 138 h 2362"/>
                <a:gd name="T4" fmla="*/ 1158 w 1826"/>
                <a:gd name="T5" fmla="*/ 423 h 2362"/>
                <a:gd name="T6" fmla="*/ 1042 w 1826"/>
                <a:gd name="T7" fmla="*/ 504 h 2362"/>
                <a:gd name="T8" fmla="*/ 1267 w 1826"/>
                <a:gd name="T9" fmla="*/ 678 h 2362"/>
                <a:gd name="T10" fmla="*/ 1382 w 1826"/>
                <a:gd name="T11" fmla="*/ 758 h 2362"/>
                <a:gd name="T12" fmla="*/ 1403 w 1826"/>
                <a:gd name="T13" fmla="*/ 1032 h 2362"/>
                <a:gd name="T14" fmla="*/ 1459 w 1826"/>
                <a:gd name="T15" fmla="*/ 1150 h 2362"/>
                <a:gd name="T16" fmla="*/ 1437 w 1826"/>
                <a:gd name="T17" fmla="*/ 1380 h 2362"/>
                <a:gd name="T18" fmla="*/ 1405 w 1826"/>
                <a:gd name="T19" fmla="*/ 1631 h 2362"/>
                <a:gd name="T20" fmla="*/ 1739 w 1826"/>
                <a:gd name="T21" fmla="*/ 1670 h 2362"/>
                <a:gd name="T22" fmla="*/ 1799 w 1826"/>
                <a:gd name="T23" fmla="*/ 1799 h 2362"/>
                <a:gd name="T24" fmla="*/ 1797 w 1826"/>
                <a:gd name="T25" fmla="*/ 2061 h 2362"/>
                <a:gd name="T26" fmla="*/ 1822 w 1826"/>
                <a:gd name="T27" fmla="*/ 2205 h 2362"/>
                <a:gd name="T28" fmla="*/ 1746 w 1826"/>
                <a:gd name="T29" fmla="*/ 2324 h 2362"/>
                <a:gd name="T30" fmla="*/ 1597 w 1826"/>
                <a:gd name="T31" fmla="*/ 2359 h 2362"/>
                <a:gd name="T32" fmla="*/ 1473 w 1826"/>
                <a:gd name="T33" fmla="*/ 2284 h 2362"/>
                <a:gd name="T34" fmla="*/ 1435 w 1826"/>
                <a:gd name="T35" fmla="*/ 2148 h 2362"/>
                <a:gd name="T36" fmla="*/ 1472 w 1826"/>
                <a:gd name="T37" fmla="*/ 2014 h 2362"/>
                <a:gd name="T38" fmla="*/ 1394 w 1826"/>
                <a:gd name="T39" fmla="*/ 2014 h 2362"/>
                <a:gd name="T40" fmla="*/ 1432 w 1826"/>
                <a:gd name="T41" fmla="*/ 2148 h 2362"/>
                <a:gd name="T42" fmla="*/ 1393 w 1826"/>
                <a:gd name="T43" fmla="*/ 2284 h 2362"/>
                <a:gd name="T44" fmla="*/ 1269 w 1826"/>
                <a:gd name="T45" fmla="*/ 2359 h 2362"/>
                <a:gd name="T46" fmla="*/ 1121 w 1826"/>
                <a:gd name="T47" fmla="*/ 2324 h 2362"/>
                <a:gd name="T48" fmla="*/ 1044 w 1826"/>
                <a:gd name="T49" fmla="*/ 2205 h 2362"/>
                <a:gd name="T50" fmla="*/ 1070 w 1826"/>
                <a:gd name="T51" fmla="*/ 2061 h 2362"/>
                <a:gd name="T52" fmla="*/ 1012 w 1826"/>
                <a:gd name="T53" fmla="*/ 1968 h 2362"/>
                <a:gd name="T54" fmla="*/ 1025 w 1826"/>
                <a:gd name="T55" fmla="*/ 2089 h 2362"/>
                <a:gd name="T56" fmla="*/ 1028 w 1826"/>
                <a:gd name="T57" fmla="*/ 2233 h 2362"/>
                <a:gd name="T58" fmla="*/ 934 w 1826"/>
                <a:gd name="T59" fmla="*/ 2340 h 2362"/>
                <a:gd name="T60" fmla="*/ 780 w 1826"/>
                <a:gd name="T61" fmla="*/ 2351 h 2362"/>
                <a:gd name="T62" fmla="*/ 671 w 1826"/>
                <a:gd name="T63" fmla="*/ 2260 h 2362"/>
                <a:gd name="T64" fmla="*/ 652 w 1826"/>
                <a:gd name="T65" fmla="*/ 2118 h 2362"/>
                <a:gd name="T66" fmla="*/ 677 w 1826"/>
                <a:gd name="T67" fmla="*/ 1992 h 2362"/>
                <a:gd name="T68" fmla="*/ 697 w 1826"/>
                <a:gd name="T69" fmla="*/ 1714 h 2362"/>
                <a:gd name="T70" fmla="*/ 812 w 1826"/>
                <a:gd name="T71" fmla="*/ 1633 h 2362"/>
                <a:gd name="T72" fmla="*/ 1075 w 1826"/>
                <a:gd name="T73" fmla="*/ 1424 h 2362"/>
                <a:gd name="T74" fmla="*/ 1012 w 1826"/>
                <a:gd name="T75" fmla="*/ 1293 h 2362"/>
                <a:gd name="T76" fmla="*/ 1053 w 1826"/>
                <a:gd name="T77" fmla="*/ 1071 h 2362"/>
                <a:gd name="T78" fmla="*/ 897 w 1826"/>
                <a:gd name="T79" fmla="*/ 1032 h 2362"/>
                <a:gd name="T80" fmla="*/ 953 w 1826"/>
                <a:gd name="T81" fmla="*/ 1150 h 2362"/>
                <a:gd name="T82" fmla="*/ 933 w 1826"/>
                <a:gd name="T83" fmla="*/ 1379 h 2362"/>
                <a:gd name="T84" fmla="*/ 817 w 1826"/>
                <a:gd name="T85" fmla="*/ 1460 h 2362"/>
                <a:gd name="T86" fmla="*/ 589 w 1826"/>
                <a:gd name="T87" fmla="*/ 1439 h 2362"/>
                <a:gd name="T88" fmla="*/ 508 w 1826"/>
                <a:gd name="T89" fmla="*/ 1324 h 2362"/>
                <a:gd name="T90" fmla="*/ 530 w 1826"/>
                <a:gd name="T91" fmla="*/ 1094 h 2362"/>
                <a:gd name="T92" fmla="*/ 393 w 1826"/>
                <a:gd name="T93" fmla="*/ 1012 h 2362"/>
                <a:gd name="T94" fmla="*/ 438 w 1826"/>
                <a:gd name="T95" fmla="*/ 1121 h 2362"/>
                <a:gd name="T96" fmla="*/ 438 w 1826"/>
                <a:gd name="T97" fmla="*/ 1352 h 2362"/>
                <a:gd name="T98" fmla="*/ 339 w 1826"/>
                <a:gd name="T99" fmla="*/ 1451 h 2362"/>
                <a:gd name="T100" fmla="*/ 110 w 1826"/>
                <a:gd name="T101" fmla="*/ 1451 h 2362"/>
                <a:gd name="T102" fmla="*/ 11 w 1826"/>
                <a:gd name="T103" fmla="*/ 1352 h 2362"/>
                <a:gd name="T104" fmla="*/ 11 w 1826"/>
                <a:gd name="T105" fmla="*/ 1121 h 2362"/>
                <a:gd name="T106" fmla="*/ 56 w 1826"/>
                <a:gd name="T107" fmla="*/ 1012 h 2362"/>
                <a:gd name="T108" fmla="*/ 95 w 1826"/>
                <a:gd name="T109" fmla="*/ 735 h 2362"/>
                <a:gd name="T110" fmla="*/ 225 w 1826"/>
                <a:gd name="T111" fmla="*/ 675 h 2362"/>
                <a:gd name="T112" fmla="*/ 391 w 1826"/>
                <a:gd name="T113" fmla="*/ 495 h 2362"/>
                <a:gd name="T114" fmla="*/ 292 w 1826"/>
                <a:gd name="T115" fmla="*/ 396 h 2362"/>
                <a:gd name="T116" fmla="*/ 292 w 1826"/>
                <a:gd name="T117" fmla="*/ 110 h 2362"/>
                <a:gd name="T118" fmla="*/ 391 w 1826"/>
                <a:gd name="T119" fmla="*/ 11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826" h="2362">
                  <a:moveTo>
                    <a:pt x="449" y="0"/>
                  </a:moveTo>
                  <a:lnTo>
                    <a:pt x="1012" y="0"/>
                  </a:lnTo>
                  <a:lnTo>
                    <a:pt x="1042" y="3"/>
                  </a:lnTo>
                  <a:lnTo>
                    <a:pt x="1070" y="11"/>
                  </a:lnTo>
                  <a:lnTo>
                    <a:pt x="1097" y="23"/>
                  </a:lnTo>
                  <a:lnTo>
                    <a:pt x="1120" y="40"/>
                  </a:lnTo>
                  <a:lnTo>
                    <a:pt x="1141" y="60"/>
                  </a:lnTo>
                  <a:lnTo>
                    <a:pt x="1158" y="83"/>
                  </a:lnTo>
                  <a:lnTo>
                    <a:pt x="1169" y="110"/>
                  </a:lnTo>
                  <a:lnTo>
                    <a:pt x="1178" y="138"/>
                  </a:lnTo>
                  <a:lnTo>
                    <a:pt x="1180" y="169"/>
                  </a:lnTo>
                  <a:lnTo>
                    <a:pt x="1180" y="338"/>
                  </a:lnTo>
                  <a:lnTo>
                    <a:pt x="1178" y="368"/>
                  </a:lnTo>
                  <a:lnTo>
                    <a:pt x="1169" y="396"/>
                  </a:lnTo>
                  <a:lnTo>
                    <a:pt x="1158" y="423"/>
                  </a:lnTo>
                  <a:lnTo>
                    <a:pt x="1141" y="446"/>
                  </a:lnTo>
                  <a:lnTo>
                    <a:pt x="1120" y="467"/>
                  </a:lnTo>
                  <a:lnTo>
                    <a:pt x="1097" y="483"/>
                  </a:lnTo>
                  <a:lnTo>
                    <a:pt x="1070" y="495"/>
                  </a:lnTo>
                  <a:lnTo>
                    <a:pt x="1042" y="504"/>
                  </a:lnTo>
                  <a:lnTo>
                    <a:pt x="1012" y="506"/>
                  </a:lnTo>
                  <a:lnTo>
                    <a:pt x="899" y="506"/>
                  </a:lnTo>
                  <a:lnTo>
                    <a:pt x="899" y="675"/>
                  </a:lnTo>
                  <a:lnTo>
                    <a:pt x="1237" y="675"/>
                  </a:lnTo>
                  <a:lnTo>
                    <a:pt x="1267" y="678"/>
                  </a:lnTo>
                  <a:lnTo>
                    <a:pt x="1295" y="686"/>
                  </a:lnTo>
                  <a:lnTo>
                    <a:pt x="1322" y="698"/>
                  </a:lnTo>
                  <a:lnTo>
                    <a:pt x="1345" y="715"/>
                  </a:lnTo>
                  <a:lnTo>
                    <a:pt x="1366" y="735"/>
                  </a:lnTo>
                  <a:lnTo>
                    <a:pt x="1382" y="758"/>
                  </a:lnTo>
                  <a:lnTo>
                    <a:pt x="1394" y="785"/>
                  </a:lnTo>
                  <a:lnTo>
                    <a:pt x="1403" y="813"/>
                  </a:lnTo>
                  <a:lnTo>
                    <a:pt x="1405" y="844"/>
                  </a:lnTo>
                  <a:lnTo>
                    <a:pt x="1405" y="1012"/>
                  </a:lnTo>
                  <a:lnTo>
                    <a:pt x="1403" y="1032"/>
                  </a:lnTo>
                  <a:lnTo>
                    <a:pt x="1399" y="1050"/>
                  </a:lnTo>
                  <a:lnTo>
                    <a:pt x="1420" y="1071"/>
                  </a:lnTo>
                  <a:lnTo>
                    <a:pt x="1437" y="1094"/>
                  </a:lnTo>
                  <a:lnTo>
                    <a:pt x="1450" y="1121"/>
                  </a:lnTo>
                  <a:lnTo>
                    <a:pt x="1459" y="1150"/>
                  </a:lnTo>
                  <a:lnTo>
                    <a:pt x="1461" y="1181"/>
                  </a:lnTo>
                  <a:lnTo>
                    <a:pt x="1461" y="1293"/>
                  </a:lnTo>
                  <a:lnTo>
                    <a:pt x="1459" y="1325"/>
                  </a:lnTo>
                  <a:lnTo>
                    <a:pt x="1450" y="1353"/>
                  </a:lnTo>
                  <a:lnTo>
                    <a:pt x="1437" y="1380"/>
                  </a:lnTo>
                  <a:lnTo>
                    <a:pt x="1420" y="1404"/>
                  </a:lnTo>
                  <a:lnTo>
                    <a:pt x="1399" y="1424"/>
                  </a:lnTo>
                  <a:lnTo>
                    <a:pt x="1403" y="1443"/>
                  </a:lnTo>
                  <a:lnTo>
                    <a:pt x="1405" y="1462"/>
                  </a:lnTo>
                  <a:lnTo>
                    <a:pt x="1405" y="1631"/>
                  </a:lnTo>
                  <a:lnTo>
                    <a:pt x="1630" y="1631"/>
                  </a:lnTo>
                  <a:lnTo>
                    <a:pt x="1661" y="1633"/>
                  </a:lnTo>
                  <a:lnTo>
                    <a:pt x="1689" y="1642"/>
                  </a:lnTo>
                  <a:lnTo>
                    <a:pt x="1716" y="1654"/>
                  </a:lnTo>
                  <a:lnTo>
                    <a:pt x="1739" y="1670"/>
                  </a:lnTo>
                  <a:lnTo>
                    <a:pt x="1759" y="1691"/>
                  </a:lnTo>
                  <a:lnTo>
                    <a:pt x="1776" y="1714"/>
                  </a:lnTo>
                  <a:lnTo>
                    <a:pt x="1788" y="1741"/>
                  </a:lnTo>
                  <a:lnTo>
                    <a:pt x="1796" y="1769"/>
                  </a:lnTo>
                  <a:lnTo>
                    <a:pt x="1799" y="1799"/>
                  </a:lnTo>
                  <a:lnTo>
                    <a:pt x="1799" y="1968"/>
                  </a:lnTo>
                  <a:lnTo>
                    <a:pt x="1796" y="1992"/>
                  </a:lnTo>
                  <a:lnTo>
                    <a:pt x="1788" y="2014"/>
                  </a:lnTo>
                  <a:lnTo>
                    <a:pt x="1777" y="2035"/>
                  </a:lnTo>
                  <a:lnTo>
                    <a:pt x="1797" y="2061"/>
                  </a:lnTo>
                  <a:lnTo>
                    <a:pt x="1812" y="2089"/>
                  </a:lnTo>
                  <a:lnTo>
                    <a:pt x="1821" y="2118"/>
                  </a:lnTo>
                  <a:lnTo>
                    <a:pt x="1826" y="2148"/>
                  </a:lnTo>
                  <a:lnTo>
                    <a:pt x="1826" y="2176"/>
                  </a:lnTo>
                  <a:lnTo>
                    <a:pt x="1822" y="2205"/>
                  </a:lnTo>
                  <a:lnTo>
                    <a:pt x="1815" y="2233"/>
                  </a:lnTo>
                  <a:lnTo>
                    <a:pt x="1803" y="2260"/>
                  </a:lnTo>
                  <a:lnTo>
                    <a:pt x="1787" y="2284"/>
                  </a:lnTo>
                  <a:lnTo>
                    <a:pt x="1768" y="2305"/>
                  </a:lnTo>
                  <a:lnTo>
                    <a:pt x="1746" y="2324"/>
                  </a:lnTo>
                  <a:lnTo>
                    <a:pt x="1721" y="2340"/>
                  </a:lnTo>
                  <a:lnTo>
                    <a:pt x="1693" y="2351"/>
                  </a:lnTo>
                  <a:lnTo>
                    <a:pt x="1663" y="2359"/>
                  </a:lnTo>
                  <a:lnTo>
                    <a:pt x="1630" y="2362"/>
                  </a:lnTo>
                  <a:lnTo>
                    <a:pt x="1597" y="2359"/>
                  </a:lnTo>
                  <a:lnTo>
                    <a:pt x="1568" y="2351"/>
                  </a:lnTo>
                  <a:lnTo>
                    <a:pt x="1539" y="2340"/>
                  </a:lnTo>
                  <a:lnTo>
                    <a:pt x="1514" y="2324"/>
                  </a:lnTo>
                  <a:lnTo>
                    <a:pt x="1492" y="2305"/>
                  </a:lnTo>
                  <a:lnTo>
                    <a:pt x="1473" y="2284"/>
                  </a:lnTo>
                  <a:lnTo>
                    <a:pt x="1458" y="2260"/>
                  </a:lnTo>
                  <a:lnTo>
                    <a:pt x="1446" y="2233"/>
                  </a:lnTo>
                  <a:lnTo>
                    <a:pt x="1438" y="2205"/>
                  </a:lnTo>
                  <a:lnTo>
                    <a:pt x="1434" y="2176"/>
                  </a:lnTo>
                  <a:lnTo>
                    <a:pt x="1435" y="2148"/>
                  </a:lnTo>
                  <a:lnTo>
                    <a:pt x="1439" y="2118"/>
                  </a:lnTo>
                  <a:lnTo>
                    <a:pt x="1449" y="2089"/>
                  </a:lnTo>
                  <a:lnTo>
                    <a:pt x="1464" y="2061"/>
                  </a:lnTo>
                  <a:lnTo>
                    <a:pt x="1484" y="2035"/>
                  </a:lnTo>
                  <a:lnTo>
                    <a:pt x="1472" y="2014"/>
                  </a:lnTo>
                  <a:lnTo>
                    <a:pt x="1464" y="1992"/>
                  </a:lnTo>
                  <a:lnTo>
                    <a:pt x="1461" y="1968"/>
                  </a:lnTo>
                  <a:lnTo>
                    <a:pt x="1405" y="1968"/>
                  </a:lnTo>
                  <a:lnTo>
                    <a:pt x="1403" y="1992"/>
                  </a:lnTo>
                  <a:lnTo>
                    <a:pt x="1394" y="2014"/>
                  </a:lnTo>
                  <a:lnTo>
                    <a:pt x="1383" y="2035"/>
                  </a:lnTo>
                  <a:lnTo>
                    <a:pt x="1403" y="2061"/>
                  </a:lnTo>
                  <a:lnTo>
                    <a:pt x="1418" y="2089"/>
                  </a:lnTo>
                  <a:lnTo>
                    <a:pt x="1427" y="2118"/>
                  </a:lnTo>
                  <a:lnTo>
                    <a:pt x="1432" y="2148"/>
                  </a:lnTo>
                  <a:lnTo>
                    <a:pt x="1434" y="2176"/>
                  </a:lnTo>
                  <a:lnTo>
                    <a:pt x="1429" y="2205"/>
                  </a:lnTo>
                  <a:lnTo>
                    <a:pt x="1421" y="2233"/>
                  </a:lnTo>
                  <a:lnTo>
                    <a:pt x="1409" y="2260"/>
                  </a:lnTo>
                  <a:lnTo>
                    <a:pt x="1393" y="2284"/>
                  </a:lnTo>
                  <a:lnTo>
                    <a:pt x="1374" y="2305"/>
                  </a:lnTo>
                  <a:lnTo>
                    <a:pt x="1352" y="2324"/>
                  </a:lnTo>
                  <a:lnTo>
                    <a:pt x="1328" y="2340"/>
                  </a:lnTo>
                  <a:lnTo>
                    <a:pt x="1299" y="2351"/>
                  </a:lnTo>
                  <a:lnTo>
                    <a:pt x="1269" y="2359"/>
                  </a:lnTo>
                  <a:lnTo>
                    <a:pt x="1237" y="2362"/>
                  </a:lnTo>
                  <a:lnTo>
                    <a:pt x="1204" y="2359"/>
                  </a:lnTo>
                  <a:lnTo>
                    <a:pt x="1174" y="2351"/>
                  </a:lnTo>
                  <a:lnTo>
                    <a:pt x="1146" y="2340"/>
                  </a:lnTo>
                  <a:lnTo>
                    <a:pt x="1121" y="2324"/>
                  </a:lnTo>
                  <a:lnTo>
                    <a:pt x="1099" y="2305"/>
                  </a:lnTo>
                  <a:lnTo>
                    <a:pt x="1080" y="2284"/>
                  </a:lnTo>
                  <a:lnTo>
                    <a:pt x="1064" y="2260"/>
                  </a:lnTo>
                  <a:lnTo>
                    <a:pt x="1052" y="2233"/>
                  </a:lnTo>
                  <a:lnTo>
                    <a:pt x="1044" y="2205"/>
                  </a:lnTo>
                  <a:lnTo>
                    <a:pt x="1041" y="2176"/>
                  </a:lnTo>
                  <a:lnTo>
                    <a:pt x="1041" y="2148"/>
                  </a:lnTo>
                  <a:lnTo>
                    <a:pt x="1046" y="2118"/>
                  </a:lnTo>
                  <a:lnTo>
                    <a:pt x="1055" y="2089"/>
                  </a:lnTo>
                  <a:lnTo>
                    <a:pt x="1070" y="2061"/>
                  </a:lnTo>
                  <a:lnTo>
                    <a:pt x="1090" y="2035"/>
                  </a:lnTo>
                  <a:lnTo>
                    <a:pt x="1079" y="2014"/>
                  </a:lnTo>
                  <a:lnTo>
                    <a:pt x="1070" y="1992"/>
                  </a:lnTo>
                  <a:lnTo>
                    <a:pt x="1068" y="1968"/>
                  </a:lnTo>
                  <a:lnTo>
                    <a:pt x="1012" y="1968"/>
                  </a:lnTo>
                  <a:lnTo>
                    <a:pt x="1009" y="1992"/>
                  </a:lnTo>
                  <a:lnTo>
                    <a:pt x="1001" y="2014"/>
                  </a:lnTo>
                  <a:lnTo>
                    <a:pt x="990" y="2035"/>
                  </a:lnTo>
                  <a:lnTo>
                    <a:pt x="1010" y="2061"/>
                  </a:lnTo>
                  <a:lnTo>
                    <a:pt x="1025" y="2089"/>
                  </a:lnTo>
                  <a:lnTo>
                    <a:pt x="1034" y="2118"/>
                  </a:lnTo>
                  <a:lnTo>
                    <a:pt x="1039" y="2148"/>
                  </a:lnTo>
                  <a:lnTo>
                    <a:pt x="1039" y="2176"/>
                  </a:lnTo>
                  <a:lnTo>
                    <a:pt x="1035" y="2205"/>
                  </a:lnTo>
                  <a:lnTo>
                    <a:pt x="1028" y="2233"/>
                  </a:lnTo>
                  <a:lnTo>
                    <a:pt x="1015" y="2260"/>
                  </a:lnTo>
                  <a:lnTo>
                    <a:pt x="1000" y="2284"/>
                  </a:lnTo>
                  <a:lnTo>
                    <a:pt x="981" y="2305"/>
                  </a:lnTo>
                  <a:lnTo>
                    <a:pt x="959" y="2324"/>
                  </a:lnTo>
                  <a:lnTo>
                    <a:pt x="934" y="2340"/>
                  </a:lnTo>
                  <a:lnTo>
                    <a:pt x="906" y="2351"/>
                  </a:lnTo>
                  <a:lnTo>
                    <a:pt x="876" y="2359"/>
                  </a:lnTo>
                  <a:lnTo>
                    <a:pt x="843" y="2362"/>
                  </a:lnTo>
                  <a:lnTo>
                    <a:pt x="810" y="2359"/>
                  </a:lnTo>
                  <a:lnTo>
                    <a:pt x="780" y="2351"/>
                  </a:lnTo>
                  <a:lnTo>
                    <a:pt x="752" y="2340"/>
                  </a:lnTo>
                  <a:lnTo>
                    <a:pt x="727" y="2324"/>
                  </a:lnTo>
                  <a:lnTo>
                    <a:pt x="705" y="2305"/>
                  </a:lnTo>
                  <a:lnTo>
                    <a:pt x="686" y="2284"/>
                  </a:lnTo>
                  <a:lnTo>
                    <a:pt x="671" y="2260"/>
                  </a:lnTo>
                  <a:lnTo>
                    <a:pt x="658" y="2233"/>
                  </a:lnTo>
                  <a:lnTo>
                    <a:pt x="651" y="2205"/>
                  </a:lnTo>
                  <a:lnTo>
                    <a:pt x="647" y="2176"/>
                  </a:lnTo>
                  <a:lnTo>
                    <a:pt x="647" y="2148"/>
                  </a:lnTo>
                  <a:lnTo>
                    <a:pt x="652" y="2118"/>
                  </a:lnTo>
                  <a:lnTo>
                    <a:pt x="661" y="2089"/>
                  </a:lnTo>
                  <a:lnTo>
                    <a:pt x="676" y="2061"/>
                  </a:lnTo>
                  <a:lnTo>
                    <a:pt x="696" y="2035"/>
                  </a:lnTo>
                  <a:lnTo>
                    <a:pt x="685" y="2014"/>
                  </a:lnTo>
                  <a:lnTo>
                    <a:pt x="677" y="1992"/>
                  </a:lnTo>
                  <a:lnTo>
                    <a:pt x="674" y="1968"/>
                  </a:lnTo>
                  <a:lnTo>
                    <a:pt x="674" y="1799"/>
                  </a:lnTo>
                  <a:lnTo>
                    <a:pt x="677" y="1769"/>
                  </a:lnTo>
                  <a:lnTo>
                    <a:pt x="685" y="1741"/>
                  </a:lnTo>
                  <a:lnTo>
                    <a:pt x="697" y="1714"/>
                  </a:lnTo>
                  <a:lnTo>
                    <a:pt x="714" y="1691"/>
                  </a:lnTo>
                  <a:lnTo>
                    <a:pt x="734" y="1670"/>
                  </a:lnTo>
                  <a:lnTo>
                    <a:pt x="757" y="1654"/>
                  </a:lnTo>
                  <a:lnTo>
                    <a:pt x="784" y="1642"/>
                  </a:lnTo>
                  <a:lnTo>
                    <a:pt x="812" y="1633"/>
                  </a:lnTo>
                  <a:lnTo>
                    <a:pt x="843" y="1631"/>
                  </a:lnTo>
                  <a:lnTo>
                    <a:pt x="1068" y="1631"/>
                  </a:lnTo>
                  <a:lnTo>
                    <a:pt x="1068" y="1462"/>
                  </a:lnTo>
                  <a:lnTo>
                    <a:pt x="1070" y="1443"/>
                  </a:lnTo>
                  <a:lnTo>
                    <a:pt x="1075" y="1424"/>
                  </a:lnTo>
                  <a:lnTo>
                    <a:pt x="1053" y="1404"/>
                  </a:lnTo>
                  <a:lnTo>
                    <a:pt x="1036" y="1380"/>
                  </a:lnTo>
                  <a:lnTo>
                    <a:pt x="1023" y="1353"/>
                  </a:lnTo>
                  <a:lnTo>
                    <a:pt x="1014" y="1325"/>
                  </a:lnTo>
                  <a:lnTo>
                    <a:pt x="1012" y="1293"/>
                  </a:lnTo>
                  <a:lnTo>
                    <a:pt x="1012" y="1181"/>
                  </a:lnTo>
                  <a:lnTo>
                    <a:pt x="1014" y="1150"/>
                  </a:lnTo>
                  <a:lnTo>
                    <a:pt x="1023" y="1121"/>
                  </a:lnTo>
                  <a:lnTo>
                    <a:pt x="1036" y="1094"/>
                  </a:lnTo>
                  <a:lnTo>
                    <a:pt x="1053" y="1071"/>
                  </a:lnTo>
                  <a:lnTo>
                    <a:pt x="1075" y="1050"/>
                  </a:lnTo>
                  <a:lnTo>
                    <a:pt x="1070" y="1032"/>
                  </a:lnTo>
                  <a:lnTo>
                    <a:pt x="1068" y="1012"/>
                  </a:lnTo>
                  <a:lnTo>
                    <a:pt x="899" y="1012"/>
                  </a:lnTo>
                  <a:lnTo>
                    <a:pt x="897" y="1032"/>
                  </a:lnTo>
                  <a:lnTo>
                    <a:pt x="893" y="1050"/>
                  </a:lnTo>
                  <a:lnTo>
                    <a:pt x="914" y="1071"/>
                  </a:lnTo>
                  <a:lnTo>
                    <a:pt x="931" y="1094"/>
                  </a:lnTo>
                  <a:lnTo>
                    <a:pt x="944" y="1121"/>
                  </a:lnTo>
                  <a:lnTo>
                    <a:pt x="953" y="1150"/>
                  </a:lnTo>
                  <a:lnTo>
                    <a:pt x="955" y="1181"/>
                  </a:lnTo>
                  <a:lnTo>
                    <a:pt x="955" y="1293"/>
                  </a:lnTo>
                  <a:lnTo>
                    <a:pt x="953" y="1324"/>
                  </a:lnTo>
                  <a:lnTo>
                    <a:pt x="944" y="1352"/>
                  </a:lnTo>
                  <a:lnTo>
                    <a:pt x="933" y="1379"/>
                  </a:lnTo>
                  <a:lnTo>
                    <a:pt x="916" y="1402"/>
                  </a:lnTo>
                  <a:lnTo>
                    <a:pt x="896" y="1423"/>
                  </a:lnTo>
                  <a:lnTo>
                    <a:pt x="872" y="1439"/>
                  </a:lnTo>
                  <a:lnTo>
                    <a:pt x="845" y="1451"/>
                  </a:lnTo>
                  <a:lnTo>
                    <a:pt x="817" y="1460"/>
                  </a:lnTo>
                  <a:lnTo>
                    <a:pt x="787" y="1462"/>
                  </a:lnTo>
                  <a:lnTo>
                    <a:pt x="674" y="1462"/>
                  </a:lnTo>
                  <a:lnTo>
                    <a:pt x="644" y="1460"/>
                  </a:lnTo>
                  <a:lnTo>
                    <a:pt x="616" y="1451"/>
                  </a:lnTo>
                  <a:lnTo>
                    <a:pt x="589" y="1439"/>
                  </a:lnTo>
                  <a:lnTo>
                    <a:pt x="566" y="1423"/>
                  </a:lnTo>
                  <a:lnTo>
                    <a:pt x="545" y="1402"/>
                  </a:lnTo>
                  <a:lnTo>
                    <a:pt x="528" y="1379"/>
                  </a:lnTo>
                  <a:lnTo>
                    <a:pt x="517" y="1352"/>
                  </a:lnTo>
                  <a:lnTo>
                    <a:pt x="508" y="1324"/>
                  </a:lnTo>
                  <a:lnTo>
                    <a:pt x="506" y="1293"/>
                  </a:lnTo>
                  <a:lnTo>
                    <a:pt x="506" y="1181"/>
                  </a:lnTo>
                  <a:lnTo>
                    <a:pt x="508" y="1150"/>
                  </a:lnTo>
                  <a:lnTo>
                    <a:pt x="517" y="1121"/>
                  </a:lnTo>
                  <a:lnTo>
                    <a:pt x="530" y="1094"/>
                  </a:lnTo>
                  <a:lnTo>
                    <a:pt x="547" y="1071"/>
                  </a:lnTo>
                  <a:lnTo>
                    <a:pt x="569" y="1050"/>
                  </a:lnTo>
                  <a:lnTo>
                    <a:pt x="564" y="1032"/>
                  </a:lnTo>
                  <a:lnTo>
                    <a:pt x="562" y="1012"/>
                  </a:lnTo>
                  <a:lnTo>
                    <a:pt x="393" y="1012"/>
                  </a:lnTo>
                  <a:lnTo>
                    <a:pt x="391" y="1032"/>
                  </a:lnTo>
                  <a:lnTo>
                    <a:pt x="387" y="1050"/>
                  </a:lnTo>
                  <a:lnTo>
                    <a:pt x="408" y="1071"/>
                  </a:lnTo>
                  <a:lnTo>
                    <a:pt x="425" y="1094"/>
                  </a:lnTo>
                  <a:lnTo>
                    <a:pt x="438" y="1121"/>
                  </a:lnTo>
                  <a:lnTo>
                    <a:pt x="447" y="1150"/>
                  </a:lnTo>
                  <a:lnTo>
                    <a:pt x="449" y="1181"/>
                  </a:lnTo>
                  <a:lnTo>
                    <a:pt x="449" y="1293"/>
                  </a:lnTo>
                  <a:lnTo>
                    <a:pt x="447" y="1324"/>
                  </a:lnTo>
                  <a:lnTo>
                    <a:pt x="438" y="1352"/>
                  </a:lnTo>
                  <a:lnTo>
                    <a:pt x="427" y="1379"/>
                  </a:lnTo>
                  <a:lnTo>
                    <a:pt x="410" y="1402"/>
                  </a:lnTo>
                  <a:lnTo>
                    <a:pt x="390" y="1423"/>
                  </a:lnTo>
                  <a:lnTo>
                    <a:pt x="366" y="1439"/>
                  </a:lnTo>
                  <a:lnTo>
                    <a:pt x="339" y="1451"/>
                  </a:lnTo>
                  <a:lnTo>
                    <a:pt x="311" y="1460"/>
                  </a:lnTo>
                  <a:lnTo>
                    <a:pt x="281" y="1462"/>
                  </a:lnTo>
                  <a:lnTo>
                    <a:pt x="168" y="1462"/>
                  </a:lnTo>
                  <a:lnTo>
                    <a:pt x="138" y="1460"/>
                  </a:lnTo>
                  <a:lnTo>
                    <a:pt x="110" y="1451"/>
                  </a:lnTo>
                  <a:lnTo>
                    <a:pt x="83" y="1439"/>
                  </a:lnTo>
                  <a:lnTo>
                    <a:pt x="59" y="1423"/>
                  </a:lnTo>
                  <a:lnTo>
                    <a:pt x="39" y="1402"/>
                  </a:lnTo>
                  <a:lnTo>
                    <a:pt x="22" y="1379"/>
                  </a:lnTo>
                  <a:lnTo>
                    <a:pt x="11" y="1352"/>
                  </a:lnTo>
                  <a:lnTo>
                    <a:pt x="2" y="1324"/>
                  </a:lnTo>
                  <a:lnTo>
                    <a:pt x="0" y="1293"/>
                  </a:lnTo>
                  <a:lnTo>
                    <a:pt x="0" y="1181"/>
                  </a:lnTo>
                  <a:lnTo>
                    <a:pt x="2" y="1150"/>
                  </a:lnTo>
                  <a:lnTo>
                    <a:pt x="11" y="1121"/>
                  </a:lnTo>
                  <a:lnTo>
                    <a:pt x="24" y="1094"/>
                  </a:lnTo>
                  <a:lnTo>
                    <a:pt x="41" y="1071"/>
                  </a:lnTo>
                  <a:lnTo>
                    <a:pt x="63" y="1050"/>
                  </a:lnTo>
                  <a:lnTo>
                    <a:pt x="58" y="1032"/>
                  </a:lnTo>
                  <a:lnTo>
                    <a:pt x="56" y="1012"/>
                  </a:lnTo>
                  <a:lnTo>
                    <a:pt x="56" y="844"/>
                  </a:lnTo>
                  <a:lnTo>
                    <a:pt x="58" y="813"/>
                  </a:lnTo>
                  <a:lnTo>
                    <a:pt x="67" y="785"/>
                  </a:lnTo>
                  <a:lnTo>
                    <a:pt x="79" y="758"/>
                  </a:lnTo>
                  <a:lnTo>
                    <a:pt x="95" y="735"/>
                  </a:lnTo>
                  <a:lnTo>
                    <a:pt x="116" y="715"/>
                  </a:lnTo>
                  <a:lnTo>
                    <a:pt x="139" y="698"/>
                  </a:lnTo>
                  <a:lnTo>
                    <a:pt x="166" y="686"/>
                  </a:lnTo>
                  <a:lnTo>
                    <a:pt x="194" y="678"/>
                  </a:lnTo>
                  <a:lnTo>
                    <a:pt x="225" y="675"/>
                  </a:lnTo>
                  <a:lnTo>
                    <a:pt x="562" y="675"/>
                  </a:lnTo>
                  <a:lnTo>
                    <a:pt x="562" y="506"/>
                  </a:lnTo>
                  <a:lnTo>
                    <a:pt x="449" y="506"/>
                  </a:lnTo>
                  <a:lnTo>
                    <a:pt x="419" y="504"/>
                  </a:lnTo>
                  <a:lnTo>
                    <a:pt x="391" y="495"/>
                  </a:lnTo>
                  <a:lnTo>
                    <a:pt x="364" y="483"/>
                  </a:lnTo>
                  <a:lnTo>
                    <a:pt x="341" y="467"/>
                  </a:lnTo>
                  <a:lnTo>
                    <a:pt x="320" y="446"/>
                  </a:lnTo>
                  <a:lnTo>
                    <a:pt x="304" y="423"/>
                  </a:lnTo>
                  <a:lnTo>
                    <a:pt x="292" y="396"/>
                  </a:lnTo>
                  <a:lnTo>
                    <a:pt x="283" y="368"/>
                  </a:lnTo>
                  <a:lnTo>
                    <a:pt x="281" y="338"/>
                  </a:lnTo>
                  <a:lnTo>
                    <a:pt x="281" y="169"/>
                  </a:lnTo>
                  <a:lnTo>
                    <a:pt x="283" y="138"/>
                  </a:lnTo>
                  <a:lnTo>
                    <a:pt x="292" y="110"/>
                  </a:lnTo>
                  <a:lnTo>
                    <a:pt x="304" y="83"/>
                  </a:lnTo>
                  <a:lnTo>
                    <a:pt x="320" y="60"/>
                  </a:lnTo>
                  <a:lnTo>
                    <a:pt x="341" y="40"/>
                  </a:lnTo>
                  <a:lnTo>
                    <a:pt x="364" y="23"/>
                  </a:lnTo>
                  <a:lnTo>
                    <a:pt x="391" y="11"/>
                  </a:lnTo>
                  <a:lnTo>
                    <a:pt x="419" y="3"/>
                  </a:lnTo>
                  <a:lnTo>
                    <a:pt x="449"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8" name="Freeform 63">
              <a:extLst>
                <a:ext uri="{FF2B5EF4-FFF2-40B4-BE49-F238E27FC236}">
                  <a16:creationId xmlns:a16="http://schemas.microsoft.com/office/drawing/2014/main" id="{5CF3BE3C-93C9-4399-8560-F931ADD6A4B4}"/>
                </a:ext>
              </a:extLst>
            </p:cNvPr>
            <p:cNvSpPr>
              <a:spLocks noEditPoints="1"/>
            </p:cNvSpPr>
            <p:nvPr/>
          </p:nvSpPr>
          <p:spPr bwMode="auto">
            <a:xfrm>
              <a:off x="10735585" y="2602377"/>
              <a:ext cx="380787" cy="366684"/>
            </a:xfrm>
            <a:custGeom>
              <a:avLst/>
              <a:gdLst>
                <a:gd name="T0" fmla="*/ 1125 w 1518"/>
                <a:gd name="T1" fmla="*/ 956 h 1462"/>
                <a:gd name="T2" fmla="*/ 1462 w 1518"/>
                <a:gd name="T3" fmla="*/ 1237 h 1462"/>
                <a:gd name="T4" fmla="*/ 1496 w 1518"/>
                <a:gd name="T5" fmla="*/ 1249 h 1462"/>
                <a:gd name="T6" fmla="*/ 1516 w 1518"/>
                <a:gd name="T7" fmla="*/ 1276 h 1462"/>
                <a:gd name="T8" fmla="*/ 1518 w 1518"/>
                <a:gd name="T9" fmla="*/ 1462 h 1462"/>
                <a:gd name="T10" fmla="*/ 1406 w 1518"/>
                <a:gd name="T11" fmla="*/ 1350 h 1462"/>
                <a:gd name="T12" fmla="*/ 1125 w 1518"/>
                <a:gd name="T13" fmla="*/ 1462 h 1462"/>
                <a:gd name="T14" fmla="*/ 1012 w 1518"/>
                <a:gd name="T15" fmla="*/ 1350 h 1462"/>
                <a:gd name="T16" fmla="*/ 731 w 1518"/>
                <a:gd name="T17" fmla="*/ 1462 h 1462"/>
                <a:gd name="T18" fmla="*/ 619 w 1518"/>
                <a:gd name="T19" fmla="*/ 1404 h 1462"/>
                <a:gd name="T20" fmla="*/ 619 w 1518"/>
                <a:gd name="T21" fmla="*/ 1293 h 1462"/>
                <a:gd name="T22" fmla="*/ 630 w 1518"/>
                <a:gd name="T23" fmla="*/ 1260 h 1462"/>
                <a:gd name="T24" fmla="*/ 657 w 1518"/>
                <a:gd name="T25" fmla="*/ 1240 h 1462"/>
                <a:gd name="T26" fmla="*/ 1012 w 1518"/>
                <a:gd name="T27" fmla="*/ 1237 h 1462"/>
                <a:gd name="T28" fmla="*/ 506 w 1518"/>
                <a:gd name="T29" fmla="*/ 0 h 1462"/>
                <a:gd name="T30" fmla="*/ 619 w 1518"/>
                <a:gd name="T31" fmla="*/ 281 h 1462"/>
                <a:gd name="T32" fmla="*/ 745 w 1518"/>
                <a:gd name="T33" fmla="*/ 281 h 1462"/>
                <a:gd name="T34" fmla="*/ 1069 w 1518"/>
                <a:gd name="T35" fmla="*/ 281 h 1462"/>
                <a:gd name="T36" fmla="*/ 1102 w 1518"/>
                <a:gd name="T37" fmla="*/ 293 h 1462"/>
                <a:gd name="T38" fmla="*/ 1122 w 1518"/>
                <a:gd name="T39" fmla="*/ 320 h 1462"/>
                <a:gd name="T40" fmla="*/ 1125 w 1518"/>
                <a:gd name="T41" fmla="*/ 506 h 1462"/>
                <a:gd name="T42" fmla="*/ 1012 w 1518"/>
                <a:gd name="T43" fmla="*/ 394 h 1462"/>
                <a:gd name="T44" fmla="*/ 619 w 1518"/>
                <a:gd name="T45" fmla="*/ 506 h 1462"/>
                <a:gd name="T46" fmla="*/ 506 w 1518"/>
                <a:gd name="T47" fmla="*/ 394 h 1462"/>
                <a:gd name="T48" fmla="*/ 113 w 1518"/>
                <a:gd name="T49" fmla="*/ 506 h 1462"/>
                <a:gd name="T50" fmla="*/ 0 w 1518"/>
                <a:gd name="T51" fmla="*/ 502 h 1462"/>
                <a:gd name="T52" fmla="*/ 0 w 1518"/>
                <a:gd name="T53" fmla="*/ 460 h 1462"/>
                <a:gd name="T54" fmla="*/ 0 w 1518"/>
                <a:gd name="T55" fmla="*/ 418 h 1462"/>
                <a:gd name="T56" fmla="*/ 0 w 1518"/>
                <a:gd name="T57" fmla="*/ 361 h 1462"/>
                <a:gd name="T58" fmla="*/ 0 w 1518"/>
                <a:gd name="T59" fmla="*/ 340 h 1462"/>
                <a:gd name="T60" fmla="*/ 3 w 1518"/>
                <a:gd name="T61" fmla="*/ 320 h 1462"/>
                <a:gd name="T62" fmla="*/ 23 w 1518"/>
                <a:gd name="T63" fmla="*/ 293 h 1462"/>
                <a:gd name="T64" fmla="*/ 57 w 1518"/>
                <a:gd name="T65" fmla="*/ 281 h 1462"/>
                <a:gd name="T66" fmla="*/ 506 w 1518"/>
                <a:gd name="T67" fmla="*/ 0 h 1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18" h="1462">
                  <a:moveTo>
                    <a:pt x="1012" y="956"/>
                  </a:moveTo>
                  <a:lnTo>
                    <a:pt x="1125" y="956"/>
                  </a:lnTo>
                  <a:lnTo>
                    <a:pt x="1125" y="1237"/>
                  </a:lnTo>
                  <a:lnTo>
                    <a:pt x="1462" y="1237"/>
                  </a:lnTo>
                  <a:lnTo>
                    <a:pt x="1480" y="1240"/>
                  </a:lnTo>
                  <a:lnTo>
                    <a:pt x="1496" y="1249"/>
                  </a:lnTo>
                  <a:lnTo>
                    <a:pt x="1507" y="1260"/>
                  </a:lnTo>
                  <a:lnTo>
                    <a:pt x="1516" y="1276"/>
                  </a:lnTo>
                  <a:lnTo>
                    <a:pt x="1518" y="1293"/>
                  </a:lnTo>
                  <a:lnTo>
                    <a:pt x="1518" y="1462"/>
                  </a:lnTo>
                  <a:lnTo>
                    <a:pt x="1406" y="1462"/>
                  </a:lnTo>
                  <a:lnTo>
                    <a:pt x="1406" y="1350"/>
                  </a:lnTo>
                  <a:lnTo>
                    <a:pt x="1125" y="1350"/>
                  </a:lnTo>
                  <a:lnTo>
                    <a:pt x="1125" y="1462"/>
                  </a:lnTo>
                  <a:lnTo>
                    <a:pt x="1012" y="1462"/>
                  </a:lnTo>
                  <a:lnTo>
                    <a:pt x="1012" y="1350"/>
                  </a:lnTo>
                  <a:lnTo>
                    <a:pt x="731" y="1350"/>
                  </a:lnTo>
                  <a:lnTo>
                    <a:pt x="731" y="1462"/>
                  </a:lnTo>
                  <a:lnTo>
                    <a:pt x="619" y="1462"/>
                  </a:lnTo>
                  <a:lnTo>
                    <a:pt x="619" y="1404"/>
                  </a:lnTo>
                  <a:lnTo>
                    <a:pt x="619" y="1349"/>
                  </a:lnTo>
                  <a:lnTo>
                    <a:pt x="619" y="1293"/>
                  </a:lnTo>
                  <a:lnTo>
                    <a:pt x="621" y="1276"/>
                  </a:lnTo>
                  <a:lnTo>
                    <a:pt x="630" y="1260"/>
                  </a:lnTo>
                  <a:lnTo>
                    <a:pt x="642" y="1249"/>
                  </a:lnTo>
                  <a:lnTo>
                    <a:pt x="657" y="1240"/>
                  </a:lnTo>
                  <a:lnTo>
                    <a:pt x="675" y="1237"/>
                  </a:lnTo>
                  <a:lnTo>
                    <a:pt x="1012" y="1237"/>
                  </a:lnTo>
                  <a:lnTo>
                    <a:pt x="1012" y="956"/>
                  </a:lnTo>
                  <a:close/>
                  <a:moveTo>
                    <a:pt x="506" y="0"/>
                  </a:moveTo>
                  <a:lnTo>
                    <a:pt x="619" y="0"/>
                  </a:lnTo>
                  <a:lnTo>
                    <a:pt x="619" y="281"/>
                  </a:lnTo>
                  <a:lnTo>
                    <a:pt x="705" y="281"/>
                  </a:lnTo>
                  <a:lnTo>
                    <a:pt x="745" y="281"/>
                  </a:lnTo>
                  <a:lnTo>
                    <a:pt x="783" y="281"/>
                  </a:lnTo>
                  <a:lnTo>
                    <a:pt x="1069" y="281"/>
                  </a:lnTo>
                  <a:lnTo>
                    <a:pt x="1086" y="284"/>
                  </a:lnTo>
                  <a:lnTo>
                    <a:pt x="1102" y="293"/>
                  </a:lnTo>
                  <a:lnTo>
                    <a:pt x="1114" y="304"/>
                  </a:lnTo>
                  <a:lnTo>
                    <a:pt x="1122" y="320"/>
                  </a:lnTo>
                  <a:lnTo>
                    <a:pt x="1125" y="338"/>
                  </a:lnTo>
                  <a:lnTo>
                    <a:pt x="1125" y="506"/>
                  </a:lnTo>
                  <a:lnTo>
                    <a:pt x="1012" y="506"/>
                  </a:lnTo>
                  <a:lnTo>
                    <a:pt x="1012" y="394"/>
                  </a:lnTo>
                  <a:lnTo>
                    <a:pt x="619" y="394"/>
                  </a:lnTo>
                  <a:lnTo>
                    <a:pt x="619" y="506"/>
                  </a:lnTo>
                  <a:lnTo>
                    <a:pt x="506" y="506"/>
                  </a:lnTo>
                  <a:lnTo>
                    <a:pt x="506" y="394"/>
                  </a:lnTo>
                  <a:lnTo>
                    <a:pt x="113" y="394"/>
                  </a:lnTo>
                  <a:lnTo>
                    <a:pt x="113" y="506"/>
                  </a:lnTo>
                  <a:lnTo>
                    <a:pt x="0" y="506"/>
                  </a:lnTo>
                  <a:lnTo>
                    <a:pt x="0" y="502"/>
                  </a:lnTo>
                  <a:lnTo>
                    <a:pt x="0" y="492"/>
                  </a:lnTo>
                  <a:lnTo>
                    <a:pt x="0" y="460"/>
                  </a:lnTo>
                  <a:lnTo>
                    <a:pt x="0" y="439"/>
                  </a:lnTo>
                  <a:lnTo>
                    <a:pt x="0" y="418"/>
                  </a:lnTo>
                  <a:lnTo>
                    <a:pt x="0" y="378"/>
                  </a:lnTo>
                  <a:lnTo>
                    <a:pt x="0" y="361"/>
                  </a:lnTo>
                  <a:lnTo>
                    <a:pt x="0" y="349"/>
                  </a:lnTo>
                  <a:lnTo>
                    <a:pt x="0" y="340"/>
                  </a:lnTo>
                  <a:lnTo>
                    <a:pt x="0" y="338"/>
                  </a:lnTo>
                  <a:lnTo>
                    <a:pt x="3" y="320"/>
                  </a:lnTo>
                  <a:lnTo>
                    <a:pt x="12" y="304"/>
                  </a:lnTo>
                  <a:lnTo>
                    <a:pt x="23" y="293"/>
                  </a:lnTo>
                  <a:lnTo>
                    <a:pt x="39" y="284"/>
                  </a:lnTo>
                  <a:lnTo>
                    <a:pt x="57" y="281"/>
                  </a:lnTo>
                  <a:lnTo>
                    <a:pt x="506" y="281"/>
                  </a:lnTo>
                  <a:lnTo>
                    <a:pt x="506"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9" name="Freeform 64">
              <a:extLst>
                <a:ext uri="{FF2B5EF4-FFF2-40B4-BE49-F238E27FC236}">
                  <a16:creationId xmlns:a16="http://schemas.microsoft.com/office/drawing/2014/main" id="{E515D9F2-C8B9-4F2B-8EE3-C74FF727861E}"/>
                </a:ext>
              </a:extLst>
            </p:cNvPr>
            <p:cNvSpPr>
              <a:spLocks noEditPoints="1"/>
            </p:cNvSpPr>
            <p:nvPr/>
          </p:nvSpPr>
          <p:spPr bwMode="auto">
            <a:xfrm>
              <a:off x="10721481" y="2501891"/>
              <a:ext cx="403705" cy="539449"/>
            </a:xfrm>
            <a:custGeom>
              <a:avLst/>
              <a:gdLst>
                <a:gd name="T0" fmla="*/ 1560 w 1603"/>
                <a:gd name="T1" fmla="*/ 1980 h 2136"/>
                <a:gd name="T2" fmla="*/ 1599 w 1603"/>
                <a:gd name="T3" fmla="*/ 2029 h 2136"/>
                <a:gd name="T4" fmla="*/ 1591 w 1603"/>
                <a:gd name="T5" fmla="*/ 2095 h 2136"/>
                <a:gd name="T6" fmla="*/ 1540 w 1603"/>
                <a:gd name="T7" fmla="*/ 2133 h 2136"/>
                <a:gd name="T8" fmla="*/ 1476 w 1603"/>
                <a:gd name="T9" fmla="*/ 2124 h 2136"/>
                <a:gd name="T10" fmla="*/ 1437 w 1603"/>
                <a:gd name="T11" fmla="*/ 2075 h 2136"/>
                <a:gd name="T12" fmla="*/ 1445 w 1603"/>
                <a:gd name="T13" fmla="*/ 2009 h 2136"/>
                <a:gd name="T14" fmla="*/ 1496 w 1603"/>
                <a:gd name="T15" fmla="*/ 1970 h 2136"/>
                <a:gd name="T16" fmla="*/ 1147 w 1603"/>
                <a:gd name="T17" fmla="*/ 1970 h 2136"/>
                <a:gd name="T18" fmla="*/ 1198 w 1603"/>
                <a:gd name="T19" fmla="*/ 2009 h 2136"/>
                <a:gd name="T20" fmla="*/ 1206 w 1603"/>
                <a:gd name="T21" fmla="*/ 2075 h 2136"/>
                <a:gd name="T22" fmla="*/ 1167 w 1603"/>
                <a:gd name="T23" fmla="*/ 2124 h 2136"/>
                <a:gd name="T24" fmla="*/ 1102 w 1603"/>
                <a:gd name="T25" fmla="*/ 2133 h 2136"/>
                <a:gd name="T26" fmla="*/ 1052 w 1603"/>
                <a:gd name="T27" fmla="*/ 2095 h 2136"/>
                <a:gd name="T28" fmla="*/ 1044 w 1603"/>
                <a:gd name="T29" fmla="*/ 2029 h 2136"/>
                <a:gd name="T30" fmla="*/ 1082 w 1603"/>
                <a:gd name="T31" fmla="*/ 1980 h 2136"/>
                <a:gd name="T32" fmla="*/ 731 w 1603"/>
                <a:gd name="T33" fmla="*/ 1968 h 2136"/>
                <a:gd name="T34" fmla="*/ 790 w 1603"/>
                <a:gd name="T35" fmla="*/ 1992 h 2136"/>
                <a:gd name="T36" fmla="*/ 816 w 1603"/>
                <a:gd name="T37" fmla="*/ 2051 h 2136"/>
                <a:gd name="T38" fmla="*/ 790 w 1603"/>
                <a:gd name="T39" fmla="*/ 2112 h 2136"/>
                <a:gd name="T40" fmla="*/ 731 w 1603"/>
                <a:gd name="T41" fmla="*/ 2136 h 2136"/>
                <a:gd name="T42" fmla="*/ 672 w 1603"/>
                <a:gd name="T43" fmla="*/ 2112 h 2136"/>
                <a:gd name="T44" fmla="*/ 646 w 1603"/>
                <a:gd name="T45" fmla="*/ 2051 h 2136"/>
                <a:gd name="T46" fmla="*/ 672 w 1603"/>
                <a:gd name="T47" fmla="*/ 1992 h 2136"/>
                <a:gd name="T48" fmla="*/ 731 w 1603"/>
                <a:gd name="T49" fmla="*/ 1968 h 2136"/>
                <a:gd name="T50" fmla="*/ 1199 w 1603"/>
                <a:gd name="T51" fmla="*/ 1014 h 2136"/>
                <a:gd name="T52" fmla="*/ 1234 w 1603"/>
                <a:gd name="T53" fmla="*/ 1050 h 2136"/>
                <a:gd name="T54" fmla="*/ 1234 w 1603"/>
                <a:gd name="T55" fmla="*/ 1198 h 2136"/>
                <a:gd name="T56" fmla="*/ 1199 w 1603"/>
                <a:gd name="T57" fmla="*/ 1234 h 2136"/>
                <a:gd name="T58" fmla="*/ 1051 w 1603"/>
                <a:gd name="T59" fmla="*/ 1234 h 2136"/>
                <a:gd name="T60" fmla="*/ 1015 w 1603"/>
                <a:gd name="T61" fmla="*/ 1198 h 2136"/>
                <a:gd name="T62" fmla="*/ 1015 w 1603"/>
                <a:gd name="T63" fmla="*/ 1050 h 2136"/>
                <a:gd name="T64" fmla="*/ 1051 w 1603"/>
                <a:gd name="T65" fmla="*/ 1014 h 2136"/>
                <a:gd name="T66" fmla="*/ 675 w 1603"/>
                <a:gd name="T67" fmla="*/ 1012 h 2136"/>
                <a:gd name="T68" fmla="*/ 720 w 1603"/>
                <a:gd name="T69" fmla="*/ 1035 h 2136"/>
                <a:gd name="T70" fmla="*/ 731 w 1603"/>
                <a:gd name="T71" fmla="*/ 1180 h 2136"/>
                <a:gd name="T72" fmla="*/ 708 w 1603"/>
                <a:gd name="T73" fmla="*/ 1225 h 2136"/>
                <a:gd name="T74" fmla="*/ 562 w 1603"/>
                <a:gd name="T75" fmla="*/ 1237 h 2136"/>
                <a:gd name="T76" fmla="*/ 517 w 1603"/>
                <a:gd name="T77" fmla="*/ 1214 h 2136"/>
                <a:gd name="T78" fmla="*/ 506 w 1603"/>
                <a:gd name="T79" fmla="*/ 1068 h 2136"/>
                <a:gd name="T80" fmla="*/ 529 w 1603"/>
                <a:gd name="T81" fmla="*/ 1023 h 2136"/>
                <a:gd name="T82" fmla="*/ 56 w 1603"/>
                <a:gd name="T83" fmla="*/ 1012 h 2136"/>
                <a:gd name="T84" fmla="*/ 202 w 1603"/>
                <a:gd name="T85" fmla="*/ 1023 h 2136"/>
                <a:gd name="T86" fmla="*/ 225 w 1603"/>
                <a:gd name="T87" fmla="*/ 1068 h 2136"/>
                <a:gd name="T88" fmla="*/ 214 w 1603"/>
                <a:gd name="T89" fmla="*/ 1214 h 2136"/>
                <a:gd name="T90" fmla="*/ 169 w 1603"/>
                <a:gd name="T91" fmla="*/ 1237 h 2136"/>
                <a:gd name="T92" fmla="*/ 23 w 1603"/>
                <a:gd name="T93" fmla="*/ 1225 h 2136"/>
                <a:gd name="T94" fmla="*/ 0 w 1603"/>
                <a:gd name="T95" fmla="*/ 1180 h 2136"/>
                <a:gd name="T96" fmla="*/ 11 w 1603"/>
                <a:gd name="T97" fmla="*/ 1035 h 2136"/>
                <a:gd name="T98" fmla="*/ 56 w 1603"/>
                <a:gd name="T99" fmla="*/ 1012 h 2136"/>
                <a:gd name="T100" fmla="*/ 917 w 1603"/>
                <a:gd name="T101" fmla="*/ 2 h 2136"/>
                <a:gd name="T102" fmla="*/ 953 w 1603"/>
                <a:gd name="T103" fmla="*/ 38 h 2136"/>
                <a:gd name="T104" fmla="*/ 953 w 1603"/>
                <a:gd name="T105" fmla="*/ 242 h 2136"/>
                <a:gd name="T106" fmla="*/ 917 w 1603"/>
                <a:gd name="T107" fmla="*/ 278 h 2136"/>
                <a:gd name="T108" fmla="*/ 320 w 1603"/>
                <a:gd name="T109" fmla="*/ 278 h 2136"/>
                <a:gd name="T110" fmla="*/ 284 w 1603"/>
                <a:gd name="T111" fmla="*/ 242 h 2136"/>
                <a:gd name="T112" fmla="*/ 284 w 1603"/>
                <a:gd name="T113" fmla="*/ 38 h 2136"/>
                <a:gd name="T114" fmla="*/ 320 w 1603"/>
                <a:gd name="T115" fmla="*/ 2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603" h="2136">
                  <a:moveTo>
                    <a:pt x="1518" y="1968"/>
                  </a:moveTo>
                  <a:lnTo>
                    <a:pt x="1540" y="1970"/>
                  </a:lnTo>
                  <a:lnTo>
                    <a:pt x="1560" y="1980"/>
                  </a:lnTo>
                  <a:lnTo>
                    <a:pt x="1578" y="1992"/>
                  </a:lnTo>
                  <a:lnTo>
                    <a:pt x="1591" y="2009"/>
                  </a:lnTo>
                  <a:lnTo>
                    <a:pt x="1599" y="2029"/>
                  </a:lnTo>
                  <a:lnTo>
                    <a:pt x="1603" y="2051"/>
                  </a:lnTo>
                  <a:lnTo>
                    <a:pt x="1599" y="2075"/>
                  </a:lnTo>
                  <a:lnTo>
                    <a:pt x="1591" y="2095"/>
                  </a:lnTo>
                  <a:lnTo>
                    <a:pt x="1578" y="2112"/>
                  </a:lnTo>
                  <a:lnTo>
                    <a:pt x="1560" y="2124"/>
                  </a:lnTo>
                  <a:lnTo>
                    <a:pt x="1540" y="2133"/>
                  </a:lnTo>
                  <a:lnTo>
                    <a:pt x="1518" y="2136"/>
                  </a:lnTo>
                  <a:lnTo>
                    <a:pt x="1496" y="2133"/>
                  </a:lnTo>
                  <a:lnTo>
                    <a:pt x="1476" y="2124"/>
                  </a:lnTo>
                  <a:lnTo>
                    <a:pt x="1459" y="2112"/>
                  </a:lnTo>
                  <a:lnTo>
                    <a:pt x="1445" y="2095"/>
                  </a:lnTo>
                  <a:lnTo>
                    <a:pt x="1437" y="2075"/>
                  </a:lnTo>
                  <a:lnTo>
                    <a:pt x="1433" y="2051"/>
                  </a:lnTo>
                  <a:lnTo>
                    <a:pt x="1437" y="2029"/>
                  </a:lnTo>
                  <a:lnTo>
                    <a:pt x="1445" y="2009"/>
                  </a:lnTo>
                  <a:lnTo>
                    <a:pt x="1459" y="1992"/>
                  </a:lnTo>
                  <a:lnTo>
                    <a:pt x="1476" y="1980"/>
                  </a:lnTo>
                  <a:lnTo>
                    <a:pt x="1496" y="1970"/>
                  </a:lnTo>
                  <a:lnTo>
                    <a:pt x="1518" y="1968"/>
                  </a:lnTo>
                  <a:close/>
                  <a:moveTo>
                    <a:pt x="1125" y="1968"/>
                  </a:moveTo>
                  <a:lnTo>
                    <a:pt x="1147" y="1970"/>
                  </a:lnTo>
                  <a:lnTo>
                    <a:pt x="1167" y="1980"/>
                  </a:lnTo>
                  <a:lnTo>
                    <a:pt x="1184" y="1992"/>
                  </a:lnTo>
                  <a:lnTo>
                    <a:pt x="1198" y="2009"/>
                  </a:lnTo>
                  <a:lnTo>
                    <a:pt x="1206" y="2029"/>
                  </a:lnTo>
                  <a:lnTo>
                    <a:pt x="1208" y="2051"/>
                  </a:lnTo>
                  <a:lnTo>
                    <a:pt x="1206" y="2075"/>
                  </a:lnTo>
                  <a:lnTo>
                    <a:pt x="1198" y="2095"/>
                  </a:lnTo>
                  <a:lnTo>
                    <a:pt x="1184" y="2112"/>
                  </a:lnTo>
                  <a:lnTo>
                    <a:pt x="1167" y="2124"/>
                  </a:lnTo>
                  <a:lnTo>
                    <a:pt x="1147" y="2133"/>
                  </a:lnTo>
                  <a:lnTo>
                    <a:pt x="1125" y="2136"/>
                  </a:lnTo>
                  <a:lnTo>
                    <a:pt x="1102" y="2133"/>
                  </a:lnTo>
                  <a:lnTo>
                    <a:pt x="1082" y="2124"/>
                  </a:lnTo>
                  <a:lnTo>
                    <a:pt x="1065" y="2112"/>
                  </a:lnTo>
                  <a:lnTo>
                    <a:pt x="1052" y="2095"/>
                  </a:lnTo>
                  <a:lnTo>
                    <a:pt x="1044" y="2075"/>
                  </a:lnTo>
                  <a:lnTo>
                    <a:pt x="1041" y="2051"/>
                  </a:lnTo>
                  <a:lnTo>
                    <a:pt x="1044" y="2029"/>
                  </a:lnTo>
                  <a:lnTo>
                    <a:pt x="1052" y="2009"/>
                  </a:lnTo>
                  <a:lnTo>
                    <a:pt x="1065" y="1992"/>
                  </a:lnTo>
                  <a:lnTo>
                    <a:pt x="1082" y="1980"/>
                  </a:lnTo>
                  <a:lnTo>
                    <a:pt x="1102" y="1970"/>
                  </a:lnTo>
                  <a:lnTo>
                    <a:pt x="1125" y="1968"/>
                  </a:lnTo>
                  <a:close/>
                  <a:moveTo>
                    <a:pt x="731" y="1968"/>
                  </a:moveTo>
                  <a:lnTo>
                    <a:pt x="753" y="1970"/>
                  </a:lnTo>
                  <a:lnTo>
                    <a:pt x="773" y="1980"/>
                  </a:lnTo>
                  <a:lnTo>
                    <a:pt x="790" y="1992"/>
                  </a:lnTo>
                  <a:lnTo>
                    <a:pt x="804" y="2009"/>
                  </a:lnTo>
                  <a:lnTo>
                    <a:pt x="812" y="2029"/>
                  </a:lnTo>
                  <a:lnTo>
                    <a:pt x="816" y="2051"/>
                  </a:lnTo>
                  <a:lnTo>
                    <a:pt x="812" y="2075"/>
                  </a:lnTo>
                  <a:lnTo>
                    <a:pt x="804" y="2095"/>
                  </a:lnTo>
                  <a:lnTo>
                    <a:pt x="790" y="2112"/>
                  </a:lnTo>
                  <a:lnTo>
                    <a:pt x="773" y="2124"/>
                  </a:lnTo>
                  <a:lnTo>
                    <a:pt x="753" y="2133"/>
                  </a:lnTo>
                  <a:lnTo>
                    <a:pt x="731" y="2136"/>
                  </a:lnTo>
                  <a:lnTo>
                    <a:pt x="709" y="2133"/>
                  </a:lnTo>
                  <a:lnTo>
                    <a:pt x="689" y="2124"/>
                  </a:lnTo>
                  <a:lnTo>
                    <a:pt x="672" y="2112"/>
                  </a:lnTo>
                  <a:lnTo>
                    <a:pt x="658" y="2095"/>
                  </a:lnTo>
                  <a:lnTo>
                    <a:pt x="650" y="2075"/>
                  </a:lnTo>
                  <a:lnTo>
                    <a:pt x="646" y="2051"/>
                  </a:lnTo>
                  <a:lnTo>
                    <a:pt x="650" y="2029"/>
                  </a:lnTo>
                  <a:lnTo>
                    <a:pt x="658" y="2009"/>
                  </a:lnTo>
                  <a:lnTo>
                    <a:pt x="672" y="1992"/>
                  </a:lnTo>
                  <a:lnTo>
                    <a:pt x="689" y="1980"/>
                  </a:lnTo>
                  <a:lnTo>
                    <a:pt x="709" y="1970"/>
                  </a:lnTo>
                  <a:lnTo>
                    <a:pt x="731" y="1968"/>
                  </a:lnTo>
                  <a:close/>
                  <a:moveTo>
                    <a:pt x="1068" y="1012"/>
                  </a:moveTo>
                  <a:lnTo>
                    <a:pt x="1181" y="1012"/>
                  </a:lnTo>
                  <a:lnTo>
                    <a:pt x="1199" y="1014"/>
                  </a:lnTo>
                  <a:lnTo>
                    <a:pt x="1214" y="1023"/>
                  </a:lnTo>
                  <a:lnTo>
                    <a:pt x="1226" y="1035"/>
                  </a:lnTo>
                  <a:lnTo>
                    <a:pt x="1234" y="1050"/>
                  </a:lnTo>
                  <a:lnTo>
                    <a:pt x="1237" y="1068"/>
                  </a:lnTo>
                  <a:lnTo>
                    <a:pt x="1237" y="1180"/>
                  </a:lnTo>
                  <a:lnTo>
                    <a:pt x="1234" y="1198"/>
                  </a:lnTo>
                  <a:lnTo>
                    <a:pt x="1226" y="1214"/>
                  </a:lnTo>
                  <a:lnTo>
                    <a:pt x="1214" y="1225"/>
                  </a:lnTo>
                  <a:lnTo>
                    <a:pt x="1199" y="1234"/>
                  </a:lnTo>
                  <a:lnTo>
                    <a:pt x="1181" y="1237"/>
                  </a:lnTo>
                  <a:lnTo>
                    <a:pt x="1068" y="1237"/>
                  </a:lnTo>
                  <a:lnTo>
                    <a:pt x="1051" y="1234"/>
                  </a:lnTo>
                  <a:lnTo>
                    <a:pt x="1035" y="1225"/>
                  </a:lnTo>
                  <a:lnTo>
                    <a:pt x="1023" y="1214"/>
                  </a:lnTo>
                  <a:lnTo>
                    <a:pt x="1015" y="1198"/>
                  </a:lnTo>
                  <a:lnTo>
                    <a:pt x="1012" y="1180"/>
                  </a:lnTo>
                  <a:lnTo>
                    <a:pt x="1012" y="1068"/>
                  </a:lnTo>
                  <a:lnTo>
                    <a:pt x="1015" y="1050"/>
                  </a:lnTo>
                  <a:lnTo>
                    <a:pt x="1023" y="1035"/>
                  </a:lnTo>
                  <a:lnTo>
                    <a:pt x="1035" y="1023"/>
                  </a:lnTo>
                  <a:lnTo>
                    <a:pt x="1051" y="1014"/>
                  </a:lnTo>
                  <a:lnTo>
                    <a:pt x="1068" y="1012"/>
                  </a:lnTo>
                  <a:close/>
                  <a:moveTo>
                    <a:pt x="562" y="1012"/>
                  </a:moveTo>
                  <a:lnTo>
                    <a:pt x="675" y="1012"/>
                  </a:lnTo>
                  <a:lnTo>
                    <a:pt x="693" y="1014"/>
                  </a:lnTo>
                  <a:lnTo>
                    <a:pt x="708" y="1023"/>
                  </a:lnTo>
                  <a:lnTo>
                    <a:pt x="720" y="1035"/>
                  </a:lnTo>
                  <a:lnTo>
                    <a:pt x="728" y="1050"/>
                  </a:lnTo>
                  <a:lnTo>
                    <a:pt x="731" y="1068"/>
                  </a:lnTo>
                  <a:lnTo>
                    <a:pt x="731" y="1180"/>
                  </a:lnTo>
                  <a:lnTo>
                    <a:pt x="728" y="1198"/>
                  </a:lnTo>
                  <a:lnTo>
                    <a:pt x="720" y="1214"/>
                  </a:lnTo>
                  <a:lnTo>
                    <a:pt x="708" y="1225"/>
                  </a:lnTo>
                  <a:lnTo>
                    <a:pt x="693" y="1234"/>
                  </a:lnTo>
                  <a:lnTo>
                    <a:pt x="675" y="1237"/>
                  </a:lnTo>
                  <a:lnTo>
                    <a:pt x="562" y="1237"/>
                  </a:lnTo>
                  <a:lnTo>
                    <a:pt x="545" y="1234"/>
                  </a:lnTo>
                  <a:lnTo>
                    <a:pt x="529" y="1225"/>
                  </a:lnTo>
                  <a:lnTo>
                    <a:pt x="517" y="1214"/>
                  </a:lnTo>
                  <a:lnTo>
                    <a:pt x="509" y="1198"/>
                  </a:lnTo>
                  <a:lnTo>
                    <a:pt x="506" y="1180"/>
                  </a:lnTo>
                  <a:lnTo>
                    <a:pt x="506" y="1068"/>
                  </a:lnTo>
                  <a:lnTo>
                    <a:pt x="509" y="1050"/>
                  </a:lnTo>
                  <a:lnTo>
                    <a:pt x="517" y="1035"/>
                  </a:lnTo>
                  <a:lnTo>
                    <a:pt x="529" y="1023"/>
                  </a:lnTo>
                  <a:lnTo>
                    <a:pt x="545" y="1014"/>
                  </a:lnTo>
                  <a:lnTo>
                    <a:pt x="562" y="1012"/>
                  </a:lnTo>
                  <a:close/>
                  <a:moveTo>
                    <a:pt x="56" y="1012"/>
                  </a:moveTo>
                  <a:lnTo>
                    <a:pt x="169" y="1012"/>
                  </a:lnTo>
                  <a:lnTo>
                    <a:pt x="187" y="1014"/>
                  </a:lnTo>
                  <a:lnTo>
                    <a:pt x="202" y="1023"/>
                  </a:lnTo>
                  <a:lnTo>
                    <a:pt x="214" y="1035"/>
                  </a:lnTo>
                  <a:lnTo>
                    <a:pt x="222" y="1050"/>
                  </a:lnTo>
                  <a:lnTo>
                    <a:pt x="225" y="1068"/>
                  </a:lnTo>
                  <a:lnTo>
                    <a:pt x="225" y="1180"/>
                  </a:lnTo>
                  <a:lnTo>
                    <a:pt x="222" y="1198"/>
                  </a:lnTo>
                  <a:lnTo>
                    <a:pt x="214" y="1214"/>
                  </a:lnTo>
                  <a:lnTo>
                    <a:pt x="202" y="1225"/>
                  </a:lnTo>
                  <a:lnTo>
                    <a:pt x="187" y="1234"/>
                  </a:lnTo>
                  <a:lnTo>
                    <a:pt x="169" y="1237"/>
                  </a:lnTo>
                  <a:lnTo>
                    <a:pt x="56" y="1237"/>
                  </a:lnTo>
                  <a:lnTo>
                    <a:pt x="38" y="1234"/>
                  </a:lnTo>
                  <a:lnTo>
                    <a:pt x="23" y="1225"/>
                  </a:lnTo>
                  <a:lnTo>
                    <a:pt x="11" y="1214"/>
                  </a:lnTo>
                  <a:lnTo>
                    <a:pt x="3" y="1198"/>
                  </a:lnTo>
                  <a:lnTo>
                    <a:pt x="0" y="1180"/>
                  </a:lnTo>
                  <a:lnTo>
                    <a:pt x="0" y="1068"/>
                  </a:lnTo>
                  <a:lnTo>
                    <a:pt x="3" y="1050"/>
                  </a:lnTo>
                  <a:lnTo>
                    <a:pt x="11" y="1035"/>
                  </a:lnTo>
                  <a:lnTo>
                    <a:pt x="23" y="1023"/>
                  </a:lnTo>
                  <a:lnTo>
                    <a:pt x="38" y="1014"/>
                  </a:lnTo>
                  <a:lnTo>
                    <a:pt x="56" y="1012"/>
                  </a:lnTo>
                  <a:close/>
                  <a:moveTo>
                    <a:pt x="337" y="0"/>
                  </a:moveTo>
                  <a:lnTo>
                    <a:pt x="900" y="0"/>
                  </a:lnTo>
                  <a:lnTo>
                    <a:pt x="917" y="2"/>
                  </a:lnTo>
                  <a:lnTo>
                    <a:pt x="933" y="11"/>
                  </a:lnTo>
                  <a:lnTo>
                    <a:pt x="945" y="23"/>
                  </a:lnTo>
                  <a:lnTo>
                    <a:pt x="953" y="38"/>
                  </a:lnTo>
                  <a:lnTo>
                    <a:pt x="956" y="56"/>
                  </a:lnTo>
                  <a:lnTo>
                    <a:pt x="956" y="225"/>
                  </a:lnTo>
                  <a:lnTo>
                    <a:pt x="953" y="242"/>
                  </a:lnTo>
                  <a:lnTo>
                    <a:pt x="945" y="258"/>
                  </a:lnTo>
                  <a:lnTo>
                    <a:pt x="933" y="270"/>
                  </a:lnTo>
                  <a:lnTo>
                    <a:pt x="917" y="278"/>
                  </a:lnTo>
                  <a:lnTo>
                    <a:pt x="900" y="281"/>
                  </a:lnTo>
                  <a:lnTo>
                    <a:pt x="337" y="281"/>
                  </a:lnTo>
                  <a:lnTo>
                    <a:pt x="320" y="278"/>
                  </a:lnTo>
                  <a:lnTo>
                    <a:pt x="304" y="270"/>
                  </a:lnTo>
                  <a:lnTo>
                    <a:pt x="292" y="258"/>
                  </a:lnTo>
                  <a:lnTo>
                    <a:pt x="284" y="242"/>
                  </a:lnTo>
                  <a:lnTo>
                    <a:pt x="281" y="225"/>
                  </a:lnTo>
                  <a:lnTo>
                    <a:pt x="281" y="56"/>
                  </a:lnTo>
                  <a:lnTo>
                    <a:pt x="284" y="38"/>
                  </a:lnTo>
                  <a:lnTo>
                    <a:pt x="292" y="23"/>
                  </a:lnTo>
                  <a:lnTo>
                    <a:pt x="304" y="11"/>
                  </a:lnTo>
                  <a:lnTo>
                    <a:pt x="320" y="2"/>
                  </a:lnTo>
                  <a:lnTo>
                    <a:pt x="337"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200" name="TextBox 199">
            <a:extLst>
              <a:ext uri="{FF2B5EF4-FFF2-40B4-BE49-F238E27FC236}">
                <a16:creationId xmlns:a16="http://schemas.microsoft.com/office/drawing/2014/main" id="{15C775F3-B991-4A7D-A4E4-BA077B57DC1D}"/>
              </a:ext>
            </a:extLst>
          </p:cNvPr>
          <p:cNvSpPr txBox="1">
            <a:spLocks/>
          </p:cNvSpPr>
          <p:nvPr/>
        </p:nvSpPr>
        <p:spPr>
          <a:xfrm>
            <a:off x="10167483" y="3745374"/>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Flow </a:t>
            </a:r>
          </a:p>
          <a:p>
            <a:r>
              <a:rPr lang="en-US" dirty="0">
                <a:solidFill>
                  <a:schemeClr val="bg1"/>
                </a:solidFill>
              </a:rPr>
              <a:t>Object Model</a:t>
            </a:r>
          </a:p>
        </p:txBody>
      </p:sp>
      <p:sp>
        <p:nvSpPr>
          <p:cNvPr id="201" name="TextBox 200">
            <a:extLst>
              <a:ext uri="{FF2B5EF4-FFF2-40B4-BE49-F238E27FC236}">
                <a16:creationId xmlns:a16="http://schemas.microsoft.com/office/drawing/2014/main" id="{CA079EEE-C063-4C10-8E6A-558699C6920D}"/>
              </a:ext>
            </a:extLst>
          </p:cNvPr>
          <p:cNvSpPr txBox="1">
            <a:spLocks/>
          </p:cNvSpPr>
          <p:nvPr/>
        </p:nvSpPr>
        <p:spPr>
          <a:xfrm>
            <a:off x="9041623" y="3745374"/>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Firewall</a:t>
            </a:r>
          </a:p>
        </p:txBody>
      </p:sp>
      <p:sp>
        <p:nvSpPr>
          <p:cNvPr id="202" name="TextBox 201">
            <a:extLst>
              <a:ext uri="{FF2B5EF4-FFF2-40B4-BE49-F238E27FC236}">
                <a16:creationId xmlns:a16="http://schemas.microsoft.com/office/drawing/2014/main" id="{0BB9A93A-55C5-408F-AE6A-98787B5DC899}"/>
              </a:ext>
            </a:extLst>
          </p:cNvPr>
          <p:cNvSpPr txBox="1">
            <a:spLocks/>
          </p:cNvSpPr>
          <p:nvPr/>
        </p:nvSpPr>
        <p:spPr>
          <a:xfrm>
            <a:off x="1551551" y="3745374"/>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Analysis Models</a:t>
            </a:r>
          </a:p>
        </p:txBody>
      </p:sp>
      <p:sp>
        <p:nvSpPr>
          <p:cNvPr id="203" name="TextBox 202">
            <a:extLst>
              <a:ext uri="{FF2B5EF4-FFF2-40B4-BE49-F238E27FC236}">
                <a16:creationId xmlns:a16="http://schemas.microsoft.com/office/drawing/2014/main" id="{972F370F-C7A0-4653-BF9E-2F60E1CDF5D6}"/>
              </a:ext>
            </a:extLst>
          </p:cNvPr>
          <p:cNvSpPr txBox="1">
            <a:spLocks/>
          </p:cNvSpPr>
          <p:nvPr/>
        </p:nvSpPr>
        <p:spPr>
          <a:xfrm>
            <a:off x="6338482" y="3745374"/>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Access</a:t>
            </a:r>
          </a:p>
        </p:txBody>
      </p:sp>
      <p:sp>
        <p:nvSpPr>
          <p:cNvPr id="204" name="TextBox 203">
            <a:extLst>
              <a:ext uri="{FF2B5EF4-FFF2-40B4-BE49-F238E27FC236}">
                <a16:creationId xmlns:a16="http://schemas.microsoft.com/office/drawing/2014/main" id="{3BF505FD-D9AF-4D09-9283-5AAEEDA0D150}"/>
              </a:ext>
            </a:extLst>
          </p:cNvPr>
          <p:cNvSpPr txBox="1">
            <a:spLocks/>
          </p:cNvSpPr>
          <p:nvPr/>
        </p:nvSpPr>
        <p:spPr>
          <a:xfrm>
            <a:off x="4989742" y="3745374"/>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Network</a:t>
            </a:r>
          </a:p>
        </p:txBody>
      </p:sp>
      <p:sp>
        <p:nvSpPr>
          <p:cNvPr id="205" name="TextBox 204">
            <a:extLst>
              <a:ext uri="{FF2B5EF4-FFF2-40B4-BE49-F238E27FC236}">
                <a16:creationId xmlns:a16="http://schemas.microsoft.com/office/drawing/2014/main" id="{07B5B5A6-2014-415D-8B39-4A76D6D572F6}"/>
              </a:ext>
            </a:extLst>
          </p:cNvPr>
          <p:cNvSpPr txBox="1">
            <a:spLocks/>
          </p:cNvSpPr>
          <p:nvPr/>
        </p:nvSpPr>
        <p:spPr>
          <a:xfrm>
            <a:off x="7741887" y="3745374"/>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a:solidFill>
                  <a:schemeClr val="bg1"/>
                </a:solidFill>
              </a:rPr>
              <a:t>Security</a:t>
            </a:r>
            <a:endParaRPr lang="en-US" dirty="0">
              <a:solidFill>
                <a:schemeClr val="bg1"/>
              </a:solidFill>
            </a:endParaRPr>
          </a:p>
        </p:txBody>
      </p:sp>
      <p:sp>
        <p:nvSpPr>
          <p:cNvPr id="206" name="TextBox 205">
            <a:extLst>
              <a:ext uri="{FF2B5EF4-FFF2-40B4-BE49-F238E27FC236}">
                <a16:creationId xmlns:a16="http://schemas.microsoft.com/office/drawing/2014/main" id="{8C51D59E-AC5B-41F8-B47A-BA9FF6C7F6AF}"/>
              </a:ext>
            </a:extLst>
          </p:cNvPr>
          <p:cNvSpPr txBox="1">
            <a:spLocks/>
          </p:cNvSpPr>
          <p:nvPr/>
        </p:nvSpPr>
        <p:spPr>
          <a:xfrm>
            <a:off x="3618142" y="3745374"/>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Online Content and Services</a:t>
            </a:r>
          </a:p>
        </p:txBody>
      </p:sp>
      <p:cxnSp>
        <p:nvCxnSpPr>
          <p:cNvPr id="207" name="Straight Connector 206">
            <a:extLst>
              <a:ext uri="{FF2B5EF4-FFF2-40B4-BE49-F238E27FC236}">
                <a16:creationId xmlns:a16="http://schemas.microsoft.com/office/drawing/2014/main" id="{A8B3E636-2859-4BBD-BC17-1A6CFACE6B5F}"/>
              </a:ext>
            </a:extLst>
          </p:cNvPr>
          <p:cNvCxnSpPr/>
          <p:nvPr/>
        </p:nvCxnSpPr>
        <p:spPr bwMode="auto">
          <a:xfrm>
            <a:off x="965677" y="3924554"/>
            <a:ext cx="585874" cy="0"/>
          </a:xfrm>
          <a:prstGeom prst="line">
            <a:avLst/>
          </a:prstGeom>
          <a:noFill/>
          <a:ln w="9525" cap="flat" cmpd="sng" algn="ctr">
            <a:solidFill>
              <a:srgbClr val="BFBFBF"/>
            </a:solidFill>
            <a:prstDash val="solid"/>
            <a:round/>
            <a:headEnd type="none" w="med" len="med"/>
            <a:tailEnd type="none" w="med" len="med"/>
          </a:ln>
          <a:effectLst/>
        </p:spPr>
      </p:cxnSp>
      <p:cxnSp>
        <p:nvCxnSpPr>
          <p:cNvPr id="208" name="Straight Connector 207">
            <a:extLst>
              <a:ext uri="{FF2B5EF4-FFF2-40B4-BE49-F238E27FC236}">
                <a16:creationId xmlns:a16="http://schemas.microsoft.com/office/drawing/2014/main" id="{E93B69A9-183B-45EC-B550-4766067424F0}"/>
              </a:ext>
            </a:extLst>
          </p:cNvPr>
          <p:cNvCxnSpPr/>
          <p:nvPr/>
        </p:nvCxnSpPr>
        <p:spPr bwMode="auto">
          <a:xfrm>
            <a:off x="2470719" y="3924554"/>
            <a:ext cx="585874" cy="0"/>
          </a:xfrm>
          <a:prstGeom prst="line">
            <a:avLst/>
          </a:prstGeom>
          <a:noFill/>
          <a:ln w="9525" cap="flat" cmpd="sng" algn="ctr">
            <a:solidFill>
              <a:srgbClr val="BFBFBF"/>
            </a:solidFill>
            <a:prstDash val="solid"/>
            <a:round/>
            <a:headEnd type="none" w="med" len="med"/>
            <a:tailEnd type="none" w="med" len="med"/>
          </a:ln>
          <a:effectLst/>
        </p:spPr>
      </p:cxnSp>
      <p:grpSp>
        <p:nvGrpSpPr>
          <p:cNvPr id="209" name="Group 208">
            <a:extLst>
              <a:ext uri="{FF2B5EF4-FFF2-40B4-BE49-F238E27FC236}">
                <a16:creationId xmlns:a16="http://schemas.microsoft.com/office/drawing/2014/main" id="{06FC2258-1EFE-44DC-85B2-5C5C372D0549}"/>
              </a:ext>
            </a:extLst>
          </p:cNvPr>
          <p:cNvGrpSpPr>
            <a:grpSpLocks noChangeAspect="1"/>
          </p:cNvGrpSpPr>
          <p:nvPr/>
        </p:nvGrpSpPr>
        <p:grpSpPr>
          <a:xfrm>
            <a:off x="1037854" y="5794870"/>
            <a:ext cx="548423" cy="496501"/>
            <a:chOff x="3769426" y="2481860"/>
            <a:chExt cx="548423" cy="496501"/>
          </a:xfrm>
        </p:grpSpPr>
        <p:sp useBgFill="1">
          <p:nvSpPr>
            <p:cNvPr id="210" name="Freeform 20">
              <a:extLst>
                <a:ext uri="{FF2B5EF4-FFF2-40B4-BE49-F238E27FC236}">
                  <a16:creationId xmlns:a16="http://schemas.microsoft.com/office/drawing/2014/main" id="{478FB1CF-A4DB-4DAB-8809-679D1C7ECA1A}"/>
                </a:ext>
              </a:extLst>
            </p:cNvPr>
            <p:cNvSpPr>
              <a:spLocks/>
            </p:cNvSpPr>
            <p:nvPr/>
          </p:nvSpPr>
          <p:spPr bwMode="auto">
            <a:xfrm>
              <a:off x="3769426" y="2481860"/>
              <a:ext cx="548423" cy="496501"/>
            </a:xfrm>
            <a:custGeom>
              <a:avLst/>
              <a:gdLst>
                <a:gd name="T0" fmla="*/ 2081 w 2362"/>
                <a:gd name="T1" fmla="*/ 0 h 2136"/>
                <a:gd name="T2" fmla="*/ 2161 w 2362"/>
                <a:gd name="T3" fmla="*/ 12 h 2136"/>
                <a:gd name="T4" fmla="*/ 2233 w 2362"/>
                <a:gd name="T5" fmla="*/ 45 h 2136"/>
                <a:gd name="T6" fmla="*/ 2292 w 2362"/>
                <a:gd name="T7" fmla="*/ 96 h 2136"/>
                <a:gd name="T8" fmla="*/ 2336 w 2362"/>
                <a:gd name="T9" fmla="*/ 163 h 2136"/>
                <a:gd name="T10" fmla="*/ 2359 w 2362"/>
                <a:gd name="T11" fmla="*/ 240 h 2136"/>
                <a:gd name="T12" fmla="*/ 2362 w 2362"/>
                <a:gd name="T13" fmla="*/ 1462 h 2136"/>
                <a:gd name="T14" fmla="*/ 2349 w 2362"/>
                <a:gd name="T15" fmla="*/ 1542 h 2136"/>
                <a:gd name="T16" fmla="*/ 2317 w 2362"/>
                <a:gd name="T17" fmla="*/ 1614 h 2136"/>
                <a:gd name="T18" fmla="*/ 2265 w 2362"/>
                <a:gd name="T19" fmla="*/ 1673 h 2136"/>
                <a:gd name="T20" fmla="*/ 2199 w 2362"/>
                <a:gd name="T21" fmla="*/ 1717 h 2136"/>
                <a:gd name="T22" fmla="*/ 2122 w 2362"/>
                <a:gd name="T23" fmla="*/ 1740 h 2136"/>
                <a:gd name="T24" fmla="*/ 1518 w 2362"/>
                <a:gd name="T25" fmla="*/ 1743 h 2136"/>
                <a:gd name="T26" fmla="*/ 1555 w 2362"/>
                <a:gd name="T27" fmla="*/ 1802 h 2136"/>
                <a:gd name="T28" fmla="*/ 1622 w 2362"/>
                <a:gd name="T29" fmla="*/ 1824 h 2136"/>
                <a:gd name="T30" fmla="*/ 1677 w 2362"/>
                <a:gd name="T31" fmla="*/ 1864 h 2136"/>
                <a:gd name="T32" fmla="*/ 1718 w 2362"/>
                <a:gd name="T33" fmla="*/ 1920 h 2136"/>
                <a:gd name="T34" fmla="*/ 1740 w 2362"/>
                <a:gd name="T35" fmla="*/ 1987 h 2136"/>
                <a:gd name="T36" fmla="*/ 1740 w 2362"/>
                <a:gd name="T37" fmla="*/ 2049 h 2136"/>
                <a:gd name="T38" fmla="*/ 1719 w 2362"/>
                <a:gd name="T39" fmla="*/ 2094 h 2136"/>
                <a:gd name="T40" fmla="*/ 1681 w 2362"/>
                <a:gd name="T41" fmla="*/ 2124 h 2136"/>
                <a:gd name="T42" fmla="*/ 1631 w 2362"/>
                <a:gd name="T43" fmla="*/ 2136 h 2136"/>
                <a:gd name="T44" fmla="*/ 706 w 2362"/>
                <a:gd name="T45" fmla="*/ 2133 h 2136"/>
                <a:gd name="T46" fmla="*/ 661 w 2362"/>
                <a:gd name="T47" fmla="*/ 2112 h 2136"/>
                <a:gd name="T48" fmla="*/ 631 w 2362"/>
                <a:gd name="T49" fmla="*/ 2074 h 2136"/>
                <a:gd name="T50" fmla="*/ 619 w 2362"/>
                <a:gd name="T51" fmla="*/ 2024 h 2136"/>
                <a:gd name="T52" fmla="*/ 631 w 2362"/>
                <a:gd name="T53" fmla="*/ 1953 h 2136"/>
                <a:gd name="T54" fmla="*/ 662 w 2362"/>
                <a:gd name="T55" fmla="*/ 1891 h 2136"/>
                <a:gd name="T56" fmla="*/ 711 w 2362"/>
                <a:gd name="T57" fmla="*/ 1842 h 2136"/>
                <a:gd name="T58" fmla="*/ 772 w 2362"/>
                <a:gd name="T59" fmla="*/ 1811 h 2136"/>
                <a:gd name="T60" fmla="*/ 844 w 2362"/>
                <a:gd name="T61" fmla="*/ 1799 h 2136"/>
                <a:gd name="T62" fmla="*/ 281 w 2362"/>
                <a:gd name="T63" fmla="*/ 1743 h 2136"/>
                <a:gd name="T64" fmla="*/ 201 w 2362"/>
                <a:gd name="T65" fmla="*/ 1730 h 2136"/>
                <a:gd name="T66" fmla="*/ 129 w 2362"/>
                <a:gd name="T67" fmla="*/ 1698 h 2136"/>
                <a:gd name="T68" fmla="*/ 70 w 2362"/>
                <a:gd name="T69" fmla="*/ 1646 h 2136"/>
                <a:gd name="T70" fmla="*/ 26 w 2362"/>
                <a:gd name="T71" fmla="*/ 1580 h 2136"/>
                <a:gd name="T72" fmla="*/ 3 w 2362"/>
                <a:gd name="T73" fmla="*/ 1503 h 2136"/>
                <a:gd name="T74" fmla="*/ 0 w 2362"/>
                <a:gd name="T75" fmla="*/ 281 h 2136"/>
                <a:gd name="T76" fmla="*/ 13 w 2362"/>
                <a:gd name="T77" fmla="*/ 200 h 2136"/>
                <a:gd name="T78" fmla="*/ 45 w 2362"/>
                <a:gd name="T79" fmla="*/ 128 h 2136"/>
                <a:gd name="T80" fmla="*/ 97 w 2362"/>
                <a:gd name="T81" fmla="*/ 69 h 2136"/>
                <a:gd name="T82" fmla="*/ 163 w 2362"/>
                <a:gd name="T83" fmla="*/ 25 h 2136"/>
                <a:gd name="T84" fmla="*/ 240 w 2362"/>
                <a:gd name="T85" fmla="*/ 3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62" h="2136">
                  <a:moveTo>
                    <a:pt x="281" y="0"/>
                  </a:moveTo>
                  <a:lnTo>
                    <a:pt x="2081" y="0"/>
                  </a:lnTo>
                  <a:lnTo>
                    <a:pt x="2122" y="3"/>
                  </a:lnTo>
                  <a:lnTo>
                    <a:pt x="2161" y="12"/>
                  </a:lnTo>
                  <a:lnTo>
                    <a:pt x="2199" y="25"/>
                  </a:lnTo>
                  <a:lnTo>
                    <a:pt x="2233" y="45"/>
                  </a:lnTo>
                  <a:lnTo>
                    <a:pt x="2265" y="69"/>
                  </a:lnTo>
                  <a:lnTo>
                    <a:pt x="2292" y="96"/>
                  </a:lnTo>
                  <a:lnTo>
                    <a:pt x="2317" y="128"/>
                  </a:lnTo>
                  <a:lnTo>
                    <a:pt x="2336" y="163"/>
                  </a:lnTo>
                  <a:lnTo>
                    <a:pt x="2349" y="200"/>
                  </a:lnTo>
                  <a:lnTo>
                    <a:pt x="2359" y="240"/>
                  </a:lnTo>
                  <a:lnTo>
                    <a:pt x="2362" y="281"/>
                  </a:lnTo>
                  <a:lnTo>
                    <a:pt x="2362" y="1462"/>
                  </a:lnTo>
                  <a:lnTo>
                    <a:pt x="2359" y="1503"/>
                  </a:lnTo>
                  <a:lnTo>
                    <a:pt x="2349" y="1542"/>
                  </a:lnTo>
                  <a:lnTo>
                    <a:pt x="2336" y="1580"/>
                  </a:lnTo>
                  <a:lnTo>
                    <a:pt x="2317" y="1614"/>
                  </a:lnTo>
                  <a:lnTo>
                    <a:pt x="2292" y="1646"/>
                  </a:lnTo>
                  <a:lnTo>
                    <a:pt x="2265" y="1673"/>
                  </a:lnTo>
                  <a:lnTo>
                    <a:pt x="2233" y="1698"/>
                  </a:lnTo>
                  <a:lnTo>
                    <a:pt x="2199" y="1717"/>
                  </a:lnTo>
                  <a:lnTo>
                    <a:pt x="2161" y="1730"/>
                  </a:lnTo>
                  <a:lnTo>
                    <a:pt x="2122" y="1740"/>
                  </a:lnTo>
                  <a:lnTo>
                    <a:pt x="2081" y="1743"/>
                  </a:lnTo>
                  <a:lnTo>
                    <a:pt x="1518" y="1743"/>
                  </a:lnTo>
                  <a:lnTo>
                    <a:pt x="1518" y="1799"/>
                  </a:lnTo>
                  <a:lnTo>
                    <a:pt x="1555" y="1802"/>
                  </a:lnTo>
                  <a:lnTo>
                    <a:pt x="1590" y="1811"/>
                  </a:lnTo>
                  <a:lnTo>
                    <a:pt x="1622" y="1824"/>
                  </a:lnTo>
                  <a:lnTo>
                    <a:pt x="1651" y="1842"/>
                  </a:lnTo>
                  <a:lnTo>
                    <a:pt x="1677" y="1864"/>
                  </a:lnTo>
                  <a:lnTo>
                    <a:pt x="1700" y="1891"/>
                  </a:lnTo>
                  <a:lnTo>
                    <a:pt x="1718" y="1920"/>
                  </a:lnTo>
                  <a:lnTo>
                    <a:pt x="1731" y="1953"/>
                  </a:lnTo>
                  <a:lnTo>
                    <a:pt x="1740" y="1987"/>
                  </a:lnTo>
                  <a:lnTo>
                    <a:pt x="1743" y="2024"/>
                  </a:lnTo>
                  <a:lnTo>
                    <a:pt x="1740" y="2049"/>
                  </a:lnTo>
                  <a:lnTo>
                    <a:pt x="1731" y="2074"/>
                  </a:lnTo>
                  <a:lnTo>
                    <a:pt x="1719" y="2094"/>
                  </a:lnTo>
                  <a:lnTo>
                    <a:pt x="1701" y="2112"/>
                  </a:lnTo>
                  <a:lnTo>
                    <a:pt x="1681" y="2124"/>
                  </a:lnTo>
                  <a:lnTo>
                    <a:pt x="1656" y="2133"/>
                  </a:lnTo>
                  <a:lnTo>
                    <a:pt x="1631" y="2136"/>
                  </a:lnTo>
                  <a:lnTo>
                    <a:pt x="731" y="2136"/>
                  </a:lnTo>
                  <a:lnTo>
                    <a:pt x="706" y="2133"/>
                  </a:lnTo>
                  <a:lnTo>
                    <a:pt x="681" y="2124"/>
                  </a:lnTo>
                  <a:lnTo>
                    <a:pt x="661" y="2112"/>
                  </a:lnTo>
                  <a:lnTo>
                    <a:pt x="643" y="2094"/>
                  </a:lnTo>
                  <a:lnTo>
                    <a:pt x="631" y="2074"/>
                  </a:lnTo>
                  <a:lnTo>
                    <a:pt x="622" y="2049"/>
                  </a:lnTo>
                  <a:lnTo>
                    <a:pt x="619" y="2024"/>
                  </a:lnTo>
                  <a:lnTo>
                    <a:pt x="622" y="1987"/>
                  </a:lnTo>
                  <a:lnTo>
                    <a:pt x="631" y="1953"/>
                  </a:lnTo>
                  <a:lnTo>
                    <a:pt x="644" y="1920"/>
                  </a:lnTo>
                  <a:lnTo>
                    <a:pt x="662" y="1891"/>
                  </a:lnTo>
                  <a:lnTo>
                    <a:pt x="685" y="1864"/>
                  </a:lnTo>
                  <a:lnTo>
                    <a:pt x="711" y="1842"/>
                  </a:lnTo>
                  <a:lnTo>
                    <a:pt x="740" y="1824"/>
                  </a:lnTo>
                  <a:lnTo>
                    <a:pt x="772" y="1811"/>
                  </a:lnTo>
                  <a:lnTo>
                    <a:pt x="807" y="1802"/>
                  </a:lnTo>
                  <a:lnTo>
                    <a:pt x="844" y="1799"/>
                  </a:lnTo>
                  <a:lnTo>
                    <a:pt x="844" y="1743"/>
                  </a:lnTo>
                  <a:lnTo>
                    <a:pt x="281" y="1743"/>
                  </a:lnTo>
                  <a:lnTo>
                    <a:pt x="240" y="1740"/>
                  </a:lnTo>
                  <a:lnTo>
                    <a:pt x="201" y="1730"/>
                  </a:lnTo>
                  <a:lnTo>
                    <a:pt x="163" y="1717"/>
                  </a:lnTo>
                  <a:lnTo>
                    <a:pt x="129" y="1698"/>
                  </a:lnTo>
                  <a:lnTo>
                    <a:pt x="97" y="1673"/>
                  </a:lnTo>
                  <a:lnTo>
                    <a:pt x="70" y="1646"/>
                  </a:lnTo>
                  <a:lnTo>
                    <a:pt x="45" y="1614"/>
                  </a:lnTo>
                  <a:lnTo>
                    <a:pt x="26" y="1580"/>
                  </a:lnTo>
                  <a:lnTo>
                    <a:pt x="13" y="1542"/>
                  </a:lnTo>
                  <a:lnTo>
                    <a:pt x="3" y="1503"/>
                  </a:lnTo>
                  <a:lnTo>
                    <a:pt x="0" y="1462"/>
                  </a:lnTo>
                  <a:lnTo>
                    <a:pt x="0" y="281"/>
                  </a:lnTo>
                  <a:lnTo>
                    <a:pt x="3" y="240"/>
                  </a:lnTo>
                  <a:lnTo>
                    <a:pt x="13" y="200"/>
                  </a:lnTo>
                  <a:lnTo>
                    <a:pt x="26" y="163"/>
                  </a:lnTo>
                  <a:lnTo>
                    <a:pt x="45" y="128"/>
                  </a:lnTo>
                  <a:lnTo>
                    <a:pt x="70" y="96"/>
                  </a:lnTo>
                  <a:lnTo>
                    <a:pt x="97" y="69"/>
                  </a:lnTo>
                  <a:lnTo>
                    <a:pt x="129" y="45"/>
                  </a:lnTo>
                  <a:lnTo>
                    <a:pt x="163" y="25"/>
                  </a:lnTo>
                  <a:lnTo>
                    <a:pt x="201" y="12"/>
                  </a:lnTo>
                  <a:lnTo>
                    <a:pt x="240" y="3"/>
                  </a:lnTo>
                  <a:lnTo>
                    <a:pt x="281"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11" name="Freeform 21">
              <a:extLst>
                <a:ext uri="{FF2B5EF4-FFF2-40B4-BE49-F238E27FC236}">
                  <a16:creationId xmlns:a16="http://schemas.microsoft.com/office/drawing/2014/main" id="{3EFA9DCD-0949-4E8E-AF88-26071C5A12DE}"/>
                </a:ext>
              </a:extLst>
            </p:cNvPr>
            <p:cNvSpPr>
              <a:spLocks noEditPoints="1"/>
            </p:cNvSpPr>
            <p:nvPr/>
          </p:nvSpPr>
          <p:spPr bwMode="auto">
            <a:xfrm>
              <a:off x="3795387" y="2507821"/>
              <a:ext cx="496501" cy="444579"/>
            </a:xfrm>
            <a:custGeom>
              <a:avLst/>
              <a:gdLst>
                <a:gd name="T0" fmla="*/ 1293 w 2136"/>
                <a:gd name="T1" fmla="*/ 1631 h 1912"/>
                <a:gd name="T2" fmla="*/ 1405 w 2136"/>
                <a:gd name="T3" fmla="*/ 1799 h 1912"/>
                <a:gd name="T4" fmla="*/ 1455 w 2136"/>
                <a:gd name="T5" fmla="*/ 1811 h 1912"/>
                <a:gd name="T6" fmla="*/ 1493 w 2136"/>
                <a:gd name="T7" fmla="*/ 1841 h 1912"/>
                <a:gd name="T8" fmla="*/ 1515 w 2136"/>
                <a:gd name="T9" fmla="*/ 1886 h 1912"/>
                <a:gd name="T10" fmla="*/ 618 w 2136"/>
                <a:gd name="T11" fmla="*/ 1912 h 1912"/>
                <a:gd name="T12" fmla="*/ 630 w 2136"/>
                <a:gd name="T13" fmla="*/ 1862 h 1912"/>
                <a:gd name="T14" fmla="*/ 660 w 2136"/>
                <a:gd name="T15" fmla="*/ 1824 h 1912"/>
                <a:gd name="T16" fmla="*/ 705 w 2136"/>
                <a:gd name="T17" fmla="*/ 1802 h 1912"/>
                <a:gd name="T18" fmla="*/ 843 w 2136"/>
                <a:gd name="T19" fmla="*/ 1799 h 1912"/>
                <a:gd name="T20" fmla="*/ 168 w 2136"/>
                <a:gd name="T21" fmla="*/ 169 h 1912"/>
                <a:gd name="T22" fmla="*/ 1968 w 2136"/>
                <a:gd name="T23" fmla="*/ 1293 h 1912"/>
                <a:gd name="T24" fmla="*/ 168 w 2136"/>
                <a:gd name="T25" fmla="*/ 169 h 1912"/>
                <a:gd name="T26" fmla="*/ 483 w 2136"/>
                <a:gd name="T27" fmla="*/ 0 h 1912"/>
                <a:gd name="T28" fmla="*/ 663 w 2136"/>
                <a:gd name="T29" fmla="*/ 0 h 1912"/>
                <a:gd name="T30" fmla="*/ 829 w 2136"/>
                <a:gd name="T31" fmla="*/ 0 h 1912"/>
                <a:gd name="T32" fmla="*/ 989 w 2136"/>
                <a:gd name="T33" fmla="*/ 0 h 1912"/>
                <a:gd name="T34" fmla="*/ 1226 w 2136"/>
                <a:gd name="T35" fmla="*/ 0 h 1912"/>
                <a:gd name="T36" fmla="*/ 1389 w 2136"/>
                <a:gd name="T37" fmla="*/ 0 h 1912"/>
                <a:gd name="T38" fmla="*/ 1561 w 2136"/>
                <a:gd name="T39" fmla="*/ 0 h 1912"/>
                <a:gd name="T40" fmla="*/ 1751 w 2136"/>
                <a:gd name="T41" fmla="*/ 0 h 1912"/>
                <a:gd name="T42" fmla="*/ 1968 w 2136"/>
                <a:gd name="T43" fmla="*/ 0 h 1912"/>
                <a:gd name="T44" fmla="*/ 2026 w 2136"/>
                <a:gd name="T45" fmla="*/ 11 h 1912"/>
                <a:gd name="T46" fmla="*/ 2076 w 2136"/>
                <a:gd name="T47" fmla="*/ 40 h 1912"/>
                <a:gd name="T48" fmla="*/ 2113 w 2136"/>
                <a:gd name="T49" fmla="*/ 83 h 1912"/>
                <a:gd name="T50" fmla="*/ 2134 w 2136"/>
                <a:gd name="T51" fmla="*/ 138 h 1912"/>
                <a:gd name="T52" fmla="*/ 2136 w 2136"/>
                <a:gd name="T53" fmla="*/ 570 h 1912"/>
                <a:gd name="T54" fmla="*/ 2136 w 2136"/>
                <a:gd name="T55" fmla="*/ 822 h 1912"/>
                <a:gd name="T56" fmla="*/ 2134 w 2136"/>
                <a:gd name="T57" fmla="*/ 1380 h 1912"/>
                <a:gd name="T58" fmla="*/ 2113 w 2136"/>
                <a:gd name="T59" fmla="*/ 1435 h 1912"/>
                <a:gd name="T60" fmla="*/ 2076 w 2136"/>
                <a:gd name="T61" fmla="*/ 1479 h 1912"/>
                <a:gd name="T62" fmla="*/ 2026 w 2136"/>
                <a:gd name="T63" fmla="*/ 1507 h 1912"/>
                <a:gd name="T64" fmla="*/ 1968 w 2136"/>
                <a:gd name="T65" fmla="*/ 1518 h 1912"/>
                <a:gd name="T66" fmla="*/ 138 w 2136"/>
                <a:gd name="T67" fmla="*/ 1516 h 1912"/>
                <a:gd name="T68" fmla="*/ 83 w 2136"/>
                <a:gd name="T69" fmla="*/ 1495 h 1912"/>
                <a:gd name="T70" fmla="*/ 39 w 2136"/>
                <a:gd name="T71" fmla="*/ 1458 h 1912"/>
                <a:gd name="T72" fmla="*/ 11 w 2136"/>
                <a:gd name="T73" fmla="*/ 1408 h 1912"/>
                <a:gd name="T74" fmla="*/ 0 w 2136"/>
                <a:gd name="T75" fmla="*/ 1350 h 1912"/>
                <a:gd name="T76" fmla="*/ 0 w 2136"/>
                <a:gd name="T77" fmla="*/ 822 h 1912"/>
                <a:gd name="T78" fmla="*/ 0 w 2136"/>
                <a:gd name="T79" fmla="*/ 169 h 1912"/>
                <a:gd name="T80" fmla="*/ 11 w 2136"/>
                <a:gd name="T81" fmla="*/ 110 h 1912"/>
                <a:gd name="T82" fmla="*/ 39 w 2136"/>
                <a:gd name="T83" fmla="*/ 60 h 1912"/>
                <a:gd name="T84" fmla="*/ 83 w 2136"/>
                <a:gd name="T85" fmla="*/ 23 h 1912"/>
                <a:gd name="T86" fmla="*/ 138 w 2136"/>
                <a:gd name="T87" fmla="*/ 3 h 1912"/>
                <a:gd name="T88" fmla="*/ 280 w 2136"/>
                <a:gd name="T89" fmla="*/ 0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136" h="1912">
                  <a:moveTo>
                    <a:pt x="843" y="1631"/>
                  </a:moveTo>
                  <a:lnTo>
                    <a:pt x="1293" y="1631"/>
                  </a:lnTo>
                  <a:lnTo>
                    <a:pt x="1293" y="1799"/>
                  </a:lnTo>
                  <a:lnTo>
                    <a:pt x="1405" y="1799"/>
                  </a:lnTo>
                  <a:lnTo>
                    <a:pt x="1431" y="1802"/>
                  </a:lnTo>
                  <a:lnTo>
                    <a:pt x="1455" y="1811"/>
                  </a:lnTo>
                  <a:lnTo>
                    <a:pt x="1476" y="1824"/>
                  </a:lnTo>
                  <a:lnTo>
                    <a:pt x="1493" y="1841"/>
                  </a:lnTo>
                  <a:lnTo>
                    <a:pt x="1506" y="1862"/>
                  </a:lnTo>
                  <a:lnTo>
                    <a:pt x="1515" y="1886"/>
                  </a:lnTo>
                  <a:lnTo>
                    <a:pt x="1518" y="1912"/>
                  </a:lnTo>
                  <a:lnTo>
                    <a:pt x="618" y="1912"/>
                  </a:lnTo>
                  <a:lnTo>
                    <a:pt x="621" y="1886"/>
                  </a:lnTo>
                  <a:lnTo>
                    <a:pt x="630" y="1862"/>
                  </a:lnTo>
                  <a:lnTo>
                    <a:pt x="643" y="1841"/>
                  </a:lnTo>
                  <a:lnTo>
                    <a:pt x="660" y="1824"/>
                  </a:lnTo>
                  <a:lnTo>
                    <a:pt x="681" y="1811"/>
                  </a:lnTo>
                  <a:lnTo>
                    <a:pt x="705" y="1802"/>
                  </a:lnTo>
                  <a:lnTo>
                    <a:pt x="731" y="1799"/>
                  </a:lnTo>
                  <a:lnTo>
                    <a:pt x="843" y="1799"/>
                  </a:lnTo>
                  <a:lnTo>
                    <a:pt x="843" y="1631"/>
                  </a:lnTo>
                  <a:close/>
                  <a:moveTo>
                    <a:pt x="168" y="169"/>
                  </a:moveTo>
                  <a:lnTo>
                    <a:pt x="168" y="1293"/>
                  </a:lnTo>
                  <a:lnTo>
                    <a:pt x="1968" y="1293"/>
                  </a:lnTo>
                  <a:lnTo>
                    <a:pt x="1968" y="169"/>
                  </a:lnTo>
                  <a:lnTo>
                    <a:pt x="168" y="169"/>
                  </a:lnTo>
                  <a:close/>
                  <a:moveTo>
                    <a:pt x="385" y="0"/>
                  </a:moveTo>
                  <a:lnTo>
                    <a:pt x="483" y="0"/>
                  </a:lnTo>
                  <a:lnTo>
                    <a:pt x="575" y="0"/>
                  </a:lnTo>
                  <a:lnTo>
                    <a:pt x="663" y="0"/>
                  </a:lnTo>
                  <a:lnTo>
                    <a:pt x="747" y="0"/>
                  </a:lnTo>
                  <a:lnTo>
                    <a:pt x="829" y="0"/>
                  </a:lnTo>
                  <a:lnTo>
                    <a:pt x="910" y="0"/>
                  </a:lnTo>
                  <a:lnTo>
                    <a:pt x="989" y="0"/>
                  </a:lnTo>
                  <a:lnTo>
                    <a:pt x="1147" y="0"/>
                  </a:lnTo>
                  <a:lnTo>
                    <a:pt x="1226" y="0"/>
                  </a:lnTo>
                  <a:lnTo>
                    <a:pt x="1307" y="0"/>
                  </a:lnTo>
                  <a:lnTo>
                    <a:pt x="1389" y="0"/>
                  </a:lnTo>
                  <a:lnTo>
                    <a:pt x="1473" y="0"/>
                  </a:lnTo>
                  <a:lnTo>
                    <a:pt x="1561" y="0"/>
                  </a:lnTo>
                  <a:lnTo>
                    <a:pt x="1653" y="0"/>
                  </a:lnTo>
                  <a:lnTo>
                    <a:pt x="1751" y="0"/>
                  </a:lnTo>
                  <a:lnTo>
                    <a:pt x="1856" y="0"/>
                  </a:lnTo>
                  <a:lnTo>
                    <a:pt x="1968" y="0"/>
                  </a:lnTo>
                  <a:lnTo>
                    <a:pt x="1998" y="3"/>
                  </a:lnTo>
                  <a:lnTo>
                    <a:pt x="2026" y="11"/>
                  </a:lnTo>
                  <a:lnTo>
                    <a:pt x="2053" y="23"/>
                  </a:lnTo>
                  <a:lnTo>
                    <a:pt x="2076" y="40"/>
                  </a:lnTo>
                  <a:lnTo>
                    <a:pt x="2097" y="60"/>
                  </a:lnTo>
                  <a:lnTo>
                    <a:pt x="2113" y="83"/>
                  </a:lnTo>
                  <a:lnTo>
                    <a:pt x="2125" y="110"/>
                  </a:lnTo>
                  <a:lnTo>
                    <a:pt x="2134" y="138"/>
                  </a:lnTo>
                  <a:lnTo>
                    <a:pt x="2136" y="169"/>
                  </a:lnTo>
                  <a:lnTo>
                    <a:pt x="2136" y="570"/>
                  </a:lnTo>
                  <a:lnTo>
                    <a:pt x="2136" y="696"/>
                  </a:lnTo>
                  <a:lnTo>
                    <a:pt x="2136" y="822"/>
                  </a:lnTo>
                  <a:lnTo>
                    <a:pt x="2136" y="1350"/>
                  </a:lnTo>
                  <a:lnTo>
                    <a:pt x="2134" y="1380"/>
                  </a:lnTo>
                  <a:lnTo>
                    <a:pt x="2125" y="1408"/>
                  </a:lnTo>
                  <a:lnTo>
                    <a:pt x="2113" y="1435"/>
                  </a:lnTo>
                  <a:lnTo>
                    <a:pt x="2097" y="1458"/>
                  </a:lnTo>
                  <a:lnTo>
                    <a:pt x="2076" y="1479"/>
                  </a:lnTo>
                  <a:lnTo>
                    <a:pt x="2053" y="1495"/>
                  </a:lnTo>
                  <a:lnTo>
                    <a:pt x="2026" y="1507"/>
                  </a:lnTo>
                  <a:lnTo>
                    <a:pt x="1998" y="1516"/>
                  </a:lnTo>
                  <a:lnTo>
                    <a:pt x="1968" y="1518"/>
                  </a:lnTo>
                  <a:lnTo>
                    <a:pt x="168" y="1518"/>
                  </a:lnTo>
                  <a:lnTo>
                    <a:pt x="138" y="1516"/>
                  </a:lnTo>
                  <a:lnTo>
                    <a:pt x="110" y="1507"/>
                  </a:lnTo>
                  <a:lnTo>
                    <a:pt x="83" y="1495"/>
                  </a:lnTo>
                  <a:lnTo>
                    <a:pt x="60" y="1479"/>
                  </a:lnTo>
                  <a:lnTo>
                    <a:pt x="39" y="1458"/>
                  </a:lnTo>
                  <a:lnTo>
                    <a:pt x="23" y="1435"/>
                  </a:lnTo>
                  <a:lnTo>
                    <a:pt x="11" y="1408"/>
                  </a:lnTo>
                  <a:lnTo>
                    <a:pt x="2" y="1380"/>
                  </a:lnTo>
                  <a:lnTo>
                    <a:pt x="0" y="1350"/>
                  </a:lnTo>
                  <a:lnTo>
                    <a:pt x="0" y="948"/>
                  </a:lnTo>
                  <a:lnTo>
                    <a:pt x="0" y="822"/>
                  </a:lnTo>
                  <a:lnTo>
                    <a:pt x="0" y="696"/>
                  </a:lnTo>
                  <a:lnTo>
                    <a:pt x="0" y="169"/>
                  </a:lnTo>
                  <a:lnTo>
                    <a:pt x="2" y="138"/>
                  </a:lnTo>
                  <a:lnTo>
                    <a:pt x="11" y="110"/>
                  </a:lnTo>
                  <a:lnTo>
                    <a:pt x="23" y="83"/>
                  </a:lnTo>
                  <a:lnTo>
                    <a:pt x="39" y="60"/>
                  </a:lnTo>
                  <a:lnTo>
                    <a:pt x="60" y="40"/>
                  </a:lnTo>
                  <a:lnTo>
                    <a:pt x="83" y="23"/>
                  </a:lnTo>
                  <a:lnTo>
                    <a:pt x="110" y="11"/>
                  </a:lnTo>
                  <a:lnTo>
                    <a:pt x="138" y="3"/>
                  </a:lnTo>
                  <a:lnTo>
                    <a:pt x="168" y="0"/>
                  </a:lnTo>
                  <a:lnTo>
                    <a:pt x="280" y="0"/>
                  </a:lnTo>
                  <a:lnTo>
                    <a:pt x="38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212" name="Group 211">
            <a:extLst>
              <a:ext uri="{FF2B5EF4-FFF2-40B4-BE49-F238E27FC236}">
                <a16:creationId xmlns:a16="http://schemas.microsoft.com/office/drawing/2014/main" id="{5F1BEF28-AABF-4A03-894F-50FDA084CD5D}"/>
              </a:ext>
            </a:extLst>
          </p:cNvPr>
          <p:cNvGrpSpPr>
            <a:grpSpLocks noChangeAspect="1"/>
          </p:cNvGrpSpPr>
          <p:nvPr/>
        </p:nvGrpSpPr>
        <p:grpSpPr>
          <a:xfrm>
            <a:off x="2398075" y="5815706"/>
            <a:ext cx="571181" cy="454829"/>
            <a:chOff x="5129647" y="2502696"/>
            <a:chExt cx="571181" cy="454829"/>
          </a:xfrm>
        </p:grpSpPr>
        <p:sp useBgFill="1">
          <p:nvSpPr>
            <p:cNvPr id="213" name="Freeform 13">
              <a:extLst>
                <a:ext uri="{FF2B5EF4-FFF2-40B4-BE49-F238E27FC236}">
                  <a16:creationId xmlns:a16="http://schemas.microsoft.com/office/drawing/2014/main" id="{7A3286EB-F2A7-423E-A347-4A8634A035E6}"/>
                </a:ext>
              </a:extLst>
            </p:cNvPr>
            <p:cNvSpPr>
              <a:spLocks/>
            </p:cNvSpPr>
            <p:nvPr/>
          </p:nvSpPr>
          <p:spPr bwMode="auto">
            <a:xfrm>
              <a:off x="5129647" y="2502696"/>
              <a:ext cx="571181" cy="454829"/>
            </a:xfrm>
            <a:custGeom>
              <a:avLst/>
              <a:gdLst>
                <a:gd name="T0" fmla="*/ 2014 w 2266"/>
                <a:gd name="T1" fmla="*/ 0 h 1800"/>
                <a:gd name="T2" fmla="*/ 2094 w 2266"/>
                <a:gd name="T3" fmla="*/ 14 h 1800"/>
                <a:gd name="T4" fmla="*/ 2163 w 2266"/>
                <a:gd name="T5" fmla="*/ 49 h 1800"/>
                <a:gd name="T6" fmla="*/ 2217 w 2266"/>
                <a:gd name="T7" fmla="*/ 104 h 1800"/>
                <a:gd name="T8" fmla="*/ 2253 w 2266"/>
                <a:gd name="T9" fmla="*/ 172 h 1800"/>
                <a:gd name="T10" fmla="*/ 2266 w 2266"/>
                <a:gd name="T11" fmla="*/ 251 h 1800"/>
                <a:gd name="T12" fmla="*/ 2263 w 2266"/>
                <a:gd name="T13" fmla="*/ 1264 h 1800"/>
                <a:gd name="T14" fmla="*/ 2238 w 2266"/>
                <a:gd name="T15" fmla="*/ 1339 h 1800"/>
                <a:gd name="T16" fmla="*/ 2192 w 2266"/>
                <a:gd name="T17" fmla="*/ 1402 h 1800"/>
                <a:gd name="T18" fmla="*/ 2130 w 2266"/>
                <a:gd name="T19" fmla="*/ 1447 h 1800"/>
                <a:gd name="T20" fmla="*/ 2056 w 2266"/>
                <a:gd name="T21" fmla="*/ 1473 h 1800"/>
                <a:gd name="T22" fmla="*/ 1572 w 2266"/>
                <a:gd name="T23" fmla="*/ 1476 h 1800"/>
                <a:gd name="T24" fmla="*/ 1606 w 2266"/>
                <a:gd name="T25" fmla="*/ 1489 h 1800"/>
                <a:gd name="T26" fmla="*/ 1666 w 2266"/>
                <a:gd name="T27" fmla="*/ 1517 h 1800"/>
                <a:gd name="T28" fmla="*/ 1713 w 2266"/>
                <a:gd name="T29" fmla="*/ 1561 h 1800"/>
                <a:gd name="T30" fmla="*/ 1745 w 2266"/>
                <a:gd name="T31" fmla="*/ 1619 h 1800"/>
                <a:gd name="T32" fmla="*/ 1757 w 2266"/>
                <a:gd name="T33" fmla="*/ 1687 h 1800"/>
                <a:gd name="T34" fmla="*/ 1745 w 2266"/>
                <a:gd name="T35" fmla="*/ 1737 h 1800"/>
                <a:gd name="T36" fmla="*/ 1714 w 2266"/>
                <a:gd name="T37" fmla="*/ 1775 h 1800"/>
                <a:gd name="T38" fmla="*/ 1670 w 2266"/>
                <a:gd name="T39" fmla="*/ 1797 h 1800"/>
                <a:gd name="T40" fmla="*/ 903 w 2266"/>
                <a:gd name="T41" fmla="*/ 1800 h 1800"/>
                <a:gd name="T42" fmla="*/ 855 w 2266"/>
                <a:gd name="T43" fmla="*/ 1788 h 1800"/>
                <a:gd name="T44" fmla="*/ 818 w 2266"/>
                <a:gd name="T45" fmla="*/ 1759 h 1800"/>
                <a:gd name="T46" fmla="*/ 784 w 2266"/>
                <a:gd name="T47" fmla="*/ 1759 h 1800"/>
                <a:gd name="T48" fmla="*/ 734 w 2266"/>
                <a:gd name="T49" fmla="*/ 1788 h 1800"/>
                <a:gd name="T50" fmla="*/ 675 w 2266"/>
                <a:gd name="T51" fmla="*/ 1800 h 1800"/>
                <a:gd name="T52" fmla="*/ 138 w 2266"/>
                <a:gd name="T53" fmla="*/ 1797 h 1800"/>
                <a:gd name="T54" fmla="*/ 84 w 2266"/>
                <a:gd name="T55" fmla="*/ 1777 h 1800"/>
                <a:gd name="T56" fmla="*/ 40 w 2266"/>
                <a:gd name="T57" fmla="*/ 1740 h 1800"/>
                <a:gd name="T58" fmla="*/ 11 w 2266"/>
                <a:gd name="T59" fmla="*/ 1690 h 1800"/>
                <a:gd name="T60" fmla="*/ 0 w 2266"/>
                <a:gd name="T61" fmla="*/ 1631 h 1800"/>
                <a:gd name="T62" fmla="*/ 3 w 2266"/>
                <a:gd name="T63" fmla="*/ 644 h 1800"/>
                <a:gd name="T64" fmla="*/ 23 w 2266"/>
                <a:gd name="T65" fmla="*/ 590 h 1800"/>
                <a:gd name="T66" fmla="*/ 60 w 2266"/>
                <a:gd name="T67" fmla="*/ 546 h 1800"/>
                <a:gd name="T68" fmla="*/ 110 w 2266"/>
                <a:gd name="T69" fmla="*/ 517 h 1800"/>
                <a:gd name="T70" fmla="*/ 169 w 2266"/>
                <a:gd name="T71" fmla="*/ 506 h 1800"/>
                <a:gd name="T72" fmla="*/ 282 w 2266"/>
                <a:gd name="T73" fmla="*/ 251 h 1800"/>
                <a:gd name="T74" fmla="*/ 295 w 2266"/>
                <a:gd name="T75" fmla="*/ 172 h 1800"/>
                <a:gd name="T76" fmla="*/ 331 w 2266"/>
                <a:gd name="T77" fmla="*/ 104 h 1800"/>
                <a:gd name="T78" fmla="*/ 384 w 2266"/>
                <a:gd name="T79" fmla="*/ 49 h 1800"/>
                <a:gd name="T80" fmla="*/ 453 w 2266"/>
                <a:gd name="T81" fmla="*/ 14 h 1800"/>
                <a:gd name="T82" fmla="*/ 533 w 2266"/>
                <a:gd name="T83" fmla="*/ 0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66" h="1800">
                  <a:moveTo>
                    <a:pt x="533" y="0"/>
                  </a:moveTo>
                  <a:lnTo>
                    <a:pt x="2014" y="0"/>
                  </a:lnTo>
                  <a:lnTo>
                    <a:pt x="2056" y="4"/>
                  </a:lnTo>
                  <a:lnTo>
                    <a:pt x="2094" y="14"/>
                  </a:lnTo>
                  <a:lnTo>
                    <a:pt x="2130" y="29"/>
                  </a:lnTo>
                  <a:lnTo>
                    <a:pt x="2163" y="49"/>
                  </a:lnTo>
                  <a:lnTo>
                    <a:pt x="2192" y="74"/>
                  </a:lnTo>
                  <a:lnTo>
                    <a:pt x="2217" y="104"/>
                  </a:lnTo>
                  <a:lnTo>
                    <a:pt x="2238" y="136"/>
                  </a:lnTo>
                  <a:lnTo>
                    <a:pt x="2253" y="172"/>
                  </a:lnTo>
                  <a:lnTo>
                    <a:pt x="2263" y="211"/>
                  </a:lnTo>
                  <a:lnTo>
                    <a:pt x="2266" y="251"/>
                  </a:lnTo>
                  <a:lnTo>
                    <a:pt x="2266" y="1224"/>
                  </a:lnTo>
                  <a:lnTo>
                    <a:pt x="2263" y="1264"/>
                  </a:lnTo>
                  <a:lnTo>
                    <a:pt x="2253" y="1304"/>
                  </a:lnTo>
                  <a:lnTo>
                    <a:pt x="2238" y="1339"/>
                  </a:lnTo>
                  <a:lnTo>
                    <a:pt x="2217" y="1372"/>
                  </a:lnTo>
                  <a:lnTo>
                    <a:pt x="2192" y="1402"/>
                  </a:lnTo>
                  <a:lnTo>
                    <a:pt x="2163" y="1427"/>
                  </a:lnTo>
                  <a:lnTo>
                    <a:pt x="2130" y="1447"/>
                  </a:lnTo>
                  <a:lnTo>
                    <a:pt x="2094" y="1463"/>
                  </a:lnTo>
                  <a:lnTo>
                    <a:pt x="2056" y="1473"/>
                  </a:lnTo>
                  <a:lnTo>
                    <a:pt x="2014" y="1476"/>
                  </a:lnTo>
                  <a:lnTo>
                    <a:pt x="1572" y="1476"/>
                  </a:lnTo>
                  <a:lnTo>
                    <a:pt x="1572" y="1483"/>
                  </a:lnTo>
                  <a:lnTo>
                    <a:pt x="1606" y="1489"/>
                  </a:lnTo>
                  <a:lnTo>
                    <a:pt x="1636" y="1501"/>
                  </a:lnTo>
                  <a:lnTo>
                    <a:pt x="1666" y="1517"/>
                  </a:lnTo>
                  <a:lnTo>
                    <a:pt x="1691" y="1537"/>
                  </a:lnTo>
                  <a:lnTo>
                    <a:pt x="1713" y="1561"/>
                  </a:lnTo>
                  <a:lnTo>
                    <a:pt x="1731" y="1589"/>
                  </a:lnTo>
                  <a:lnTo>
                    <a:pt x="1745" y="1619"/>
                  </a:lnTo>
                  <a:lnTo>
                    <a:pt x="1754" y="1652"/>
                  </a:lnTo>
                  <a:lnTo>
                    <a:pt x="1757" y="1687"/>
                  </a:lnTo>
                  <a:lnTo>
                    <a:pt x="1754" y="1713"/>
                  </a:lnTo>
                  <a:lnTo>
                    <a:pt x="1745" y="1737"/>
                  </a:lnTo>
                  <a:lnTo>
                    <a:pt x="1732" y="1758"/>
                  </a:lnTo>
                  <a:lnTo>
                    <a:pt x="1714" y="1775"/>
                  </a:lnTo>
                  <a:lnTo>
                    <a:pt x="1693" y="1788"/>
                  </a:lnTo>
                  <a:lnTo>
                    <a:pt x="1670" y="1797"/>
                  </a:lnTo>
                  <a:lnTo>
                    <a:pt x="1645" y="1800"/>
                  </a:lnTo>
                  <a:lnTo>
                    <a:pt x="903" y="1800"/>
                  </a:lnTo>
                  <a:lnTo>
                    <a:pt x="878" y="1797"/>
                  </a:lnTo>
                  <a:lnTo>
                    <a:pt x="855" y="1788"/>
                  </a:lnTo>
                  <a:lnTo>
                    <a:pt x="835" y="1776"/>
                  </a:lnTo>
                  <a:lnTo>
                    <a:pt x="818" y="1759"/>
                  </a:lnTo>
                  <a:lnTo>
                    <a:pt x="804" y="1739"/>
                  </a:lnTo>
                  <a:lnTo>
                    <a:pt x="784" y="1759"/>
                  </a:lnTo>
                  <a:lnTo>
                    <a:pt x="761" y="1776"/>
                  </a:lnTo>
                  <a:lnTo>
                    <a:pt x="734" y="1788"/>
                  </a:lnTo>
                  <a:lnTo>
                    <a:pt x="706" y="1797"/>
                  </a:lnTo>
                  <a:lnTo>
                    <a:pt x="675" y="1800"/>
                  </a:lnTo>
                  <a:lnTo>
                    <a:pt x="169" y="1800"/>
                  </a:lnTo>
                  <a:lnTo>
                    <a:pt x="138" y="1797"/>
                  </a:lnTo>
                  <a:lnTo>
                    <a:pt x="110" y="1789"/>
                  </a:lnTo>
                  <a:lnTo>
                    <a:pt x="84" y="1777"/>
                  </a:lnTo>
                  <a:lnTo>
                    <a:pt x="60" y="1760"/>
                  </a:lnTo>
                  <a:lnTo>
                    <a:pt x="40" y="1740"/>
                  </a:lnTo>
                  <a:lnTo>
                    <a:pt x="23" y="1716"/>
                  </a:lnTo>
                  <a:lnTo>
                    <a:pt x="11" y="1690"/>
                  </a:lnTo>
                  <a:lnTo>
                    <a:pt x="3" y="1662"/>
                  </a:lnTo>
                  <a:lnTo>
                    <a:pt x="0" y="1631"/>
                  </a:lnTo>
                  <a:lnTo>
                    <a:pt x="0" y="675"/>
                  </a:lnTo>
                  <a:lnTo>
                    <a:pt x="3" y="644"/>
                  </a:lnTo>
                  <a:lnTo>
                    <a:pt x="11" y="616"/>
                  </a:lnTo>
                  <a:lnTo>
                    <a:pt x="23" y="590"/>
                  </a:lnTo>
                  <a:lnTo>
                    <a:pt x="40" y="566"/>
                  </a:lnTo>
                  <a:lnTo>
                    <a:pt x="60" y="546"/>
                  </a:lnTo>
                  <a:lnTo>
                    <a:pt x="84" y="529"/>
                  </a:lnTo>
                  <a:lnTo>
                    <a:pt x="110" y="517"/>
                  </a:lnTo>
                  <a:lnTo>
                    <a:pt x="138" y="509"/>
                  </a:lnTo>
                  <a:lnTo>
                    <a:pt x="169" y="506"/>
                  </a:lnTo>
                  <a:lnTo>
                    <a:pt x="282" y="506"/>
                  </a:lnTo>
                  <a:lnTo>
                    <a:pt x="282" y="251"/>
                  </a:lnTo>
                  <a:lnTo>
                    <a:pt x="285" y="211"/>
                  </a:lnTo>
                  <a:lnTo>
                    <a:pt x="295" y="172"/>
                  </a:lnTo>
                  <a:lnTo>
                    <a:pt x="309" y="136"/>
                  </a:lnTo>
                  <a:lnTo>
                    <a:pt x="331" y="104"/>
                  </a:lnTo>
                  <a:lnTo>
                    <a:pt x="355" y="74"/>
                  </a:lnTo>
                  <a:lnTo>
                    <a:pt x="384" y="49"/>
                  </a:lnTo>
                  <a:lnTo>
                    <a:pt x="417" y="29"/>
                  </a:lnTo>
                  <a:lnTo>
                    <a:pt x="453" y="14"/>
                  </a:lnTo>
                  <a:lnTo>
                    <a:pt x="492" y="4"/>
                  </a:lnTo>
                  <a:lnTo>
                    <a:pt x="53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14" name="Freeform 14">
              <a:extLst>
                <a:ext uri="{FF2B5EF4-FFF2-40B4-BE49-F238E27FC236}">
                  <a16:creationId xmlns:a16="http://schemas.microsoft.com/office/drawing/2014/main" id="{8037995A-BEA9-449F-B16F-1CA9EF36D530}"/>
                </a:ext>
              </a:extLst>
            </p:cNvPr>
            <p:cNvSpPr>
              <a:spLocks noEditPoints="1"/>
            </p:cNvSpPr>
            <p:nvPr/>
          </p:nvSpPr>
          <p:spPr bwMode="auto">
            <a:xfrm>
              <a:off x="5230133" y="2532665"/>
              <a:ext cx="442489" cy="394890"/>
            </a:xfrm>
            <a:custGeom>
              <a:avLst/>
              <a:gdLst>
                <a:gd name="T0" fmla="*/ 1065 w 1760"/>
                <a:gd name="T1" fmla="*/ 1343 h 1574"/>
                <a:gd name="T2" fmla="*/ 1158 w 1760"/>
                <a:gd name="T3" fmla="*/ 1481 h 1574"/>
                <a:gd name="T4" fmla="*/ 1198 w 1760"/>
                <a:gd name="T5" fmla="*/ 1491 h 1574"/>
                <a:gd name="T6" fmla="*/ 1230 w 1760"/>
                <a:gd name="T7" fmla="*/ 1516 h 1574"/>
                <a:gd name="T8" fmla="*/ 1248 w 1760"/>
                <a:gd name="T9" fmla="*/ 1553 h 1574"/>
                <a:gd name="T10" fmla="*/ 509 w 1760"/>
                <a:gd name="T11" fmla="*/ 1574 h 1574"/>
                <a:gd name="T12" fmla="*/ 519 w 1760"/>
                <a:gd name="T13" fmla="*/ 1534 h 1574"/>
                <a:gd name="T14" fmla="*/ 544 w 1760"/>
                <a:gd name="T15" fmla="*/ 1502 h 1574"/>
                <a:gd name="T16" fmla="*/ 581 w 1760"/>
                <a:gd name="T17" fmla="*/ 1484 h 1574"/>
                <a:gd name="T18" fmla="*/ 695 w 1760"/>
                <a:gd name="T19" fmla="*/ 1481 h 1574"/>
                <a:gd name="T20" fmla="*/ 241 w 1760"/>
                <a:gd name="T21" fmla="*/ 0 h 1574"/>
                <a:gd name="T22" fmla="*/ 585 w 1760"/>
                <a:gd name="T23" fmla="*/ 0 h 1574"/>
                <a:gd name="T24" fmla="*/ 734 w 1760"/>
                <a:gd name="T25" fmla="*/ 0 h 1574"/>
                <a:gd name="T26" fmla="*/ 953 w 1760"/>
                <a:gd name="T27" fmla="*/ 0 h 1574"/>
                <a:gd name="T28" fmla="*/ 1253 w 1760"/>
                <a:gd name="T29" fmla="*/ 0 h 1574"/>
                <a:gd name="T30" fmla="*/ 1424 w 1760"/>
                <a:gd name="T31" fmla="*/ 0 h 1574"/>
                <a:gd name="T32" fmla="*/ 1649 w 1760"/>
                <a:gd name="T33" fmla="*/ 3 h 1574"/>
                <a:gd name="T34" fmla="*/ 1699 w 1760"/>
                <a:gd name="T35" fmla="*/ 23 h 1574"/>
                <a:gd name="T36" fmla="*/ 1736 w 1760"/>
                <a:gd name="T37" fmla="*/ 61 h 1574"/>
                <a:gd name="T38" fmla="*/ 1757 w 1760"/>
                <a:gd name="T39" fmla="*/ 111 h 1574"/>
                <a:gd name="T40" fmla="*/ 1760 w 1760"/>
                <a:gd name="T41" fmla="*/ 1111 h 1574"/>
                <a:gd name="T42" fmla="*/ 1748 w 1760"/>
                <a:gd name="T43" fmla="*/ 1165 h 1574"/>
                <a:gd name="T44" fmla="*/ 1719 w 1760"/>
                <a:gd name="T45" fmla="*/ 1210 h 1574"/>
                <a:gd name="T46" fmla="*/ 1674 w 1760"/>
                <a:gd name="T47" fmla="*/ 1239 h 1574"/>
                <a:gd name="T48" fmla="*/ 1620 w 1760"/>
                <a:gd name="T49" fmla="*/ 1250 h 1574"/>
                <a:gd name="T50" fmla="*/ 450 w 1760"/>
                <a:gd name="T51" fmla="*/ 1065 h 1574"/>
                <a:gd name="T52" fmla="*/ 1620 w 1760"/>
                <a:gd name="T53" fmla="*/ 138 h 1574"/>
                <a:gd name="T54" fmla="*/ 139 w 1760"/>
                <a:gd name="T55" fmla="*/ 393 h 1574"/>
                <a:gd name="T56" fmla="*/ 0 w 1760"/>
                <a:gd name="T57" fmla="*/ 138 h 1574"/>
                <a:gd name="T58" fmla="*/ 11 w 1760"/>
                <a:gd name="T59" fmla="*/ 85 h 1574"/>
                <a:gd name="T60" fmla="*/ 41 w 1760"/>
                <a:gd name="T61" fmla="*/ 40 h 1574"/>
                <a:gd name="T62" fmla="*/ 85 w 1760"/>
                <a:gd name="T63" fmla="*/ 11 h 1574"/>
                <a:gd name="T64" fmla="*/ 139 w 1760"/>
                <a:gd name="T65" fmla="*/ 0 h 1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60" h="1574">
                  <a:moveTo>
                    <a:pt x="695" y="1343"/>
                  </a:moveTo>
                  <a:lnTo>
                    <a:pt x="1065" y="1343"/>
                  </a:lnTo>
                  <a:lnTo>
                    <a:pt x="1065" y="1481"/>
                  </a:lnTo>
                  <a:lnTo>
                    <a:pt x="1158" y="1481"/>
                  </a:lnTo>
                  <a:lnTo>
                    <a:pt x="1179" y="1484"/>
                  </a:lnTo>
                  <a:lnTo>
                    <a:pt x="1198" y="1491"/>
                  </a:lnTo>
                  <a:lnTo>
                    <a:pt x="1216" y="1502"/>
                  </a:lnTo>
                  <a:lnTo>
                    <a:pt x="1230" y="1516"/>
                  </a:lnTo>
                  <a:lnTo>
                    <a:pt x="1241" y="1534"/>
                  </a:lnTo>
                  <a:lnTo>
                    <a:pt x="1248" y="1553"/>
                  </a:lnTo>
                  <a:lnTo>
                    <a:pt x="1251" y="1574"/>
                  </a:lnTo>
                  <a:lnTo>
                    <a:pt x="509" y="1574"/>
                  </a:lnTo>
                  <a:lnTo>
                    <a:pt x="512" y="1553"/>
                  </a:lnTo>
                  <a:lnTo>
                    <a:pt x="519" y="1534"/>
                  </a:lnTo>
                  <a:lnTo>
                    <a:pt x="529" y="1516"/>
                  </a:lnTo>
                  <a:lnTo>
                    <a:pt x="544" y="1502"/>
                  </a:lnTo>
                  <a:lnTo>
                    <a:pt x="561" y="1491"/>
                  </a:lnTo>
                  <a:lnTo>
                    <a:pt x="581" y="1484"/>
                  </a:lnTo>
                  <a:lnTo>
                    <a:pt x="602" y="1481"/>
                  </a:lnTo>
                  <a:lnTo>
                    <a:pt x="695" y="1481"/>
                  </a:lnTo>
                  <a:lnTo>
                    <a:pt x="695" y="1343"/>
                  </a:lnTo>
                  <a:close/>
                  <a:moveTo>
                    <a:pt x="241" y="0"/>
                  </a:moveTo>
                  <a:lnTo>
                    <a:pt x="335" y="0"/>
                  </a:lnTo>
                  <a:lnTo>
                    <a:pt x="585" y="0"/>
                  </a:lnTo>
                  <a:lnTo>
                    <a:pt x="661" y="0"/>
                  </a:lnTo>
                  <a:lnTo>
                    <a:pt x="734" y="0"/>
                  </a:lnTo>
                  <a:lnTo>
                    <a:pt x="880" y="0"/>
                  </a:lnTo>
                  <a:lnTo>
                    <a:pt x="953" y="0"/>
                  </a:lnTo>
                  <a:lnTo>
                    <a:pt x="1025" y="0"/>
                  </a:lnTo>
                  <a:lnTo>
                    <a:pt x="1253" y="0"/>
                  </a:lnTo>
                  <a:lnTo>
                    <a:pt x="1336" y="0"/>
                  </a:lnTo>
                  <a:lnTo>
                    <a:pt x="1424" y="0"/>
                  </a:lnTo>
                  <a:lnTo>
                    <a:pt x="1620" y="0"/>
                  </a:lnTo>
                  <a:lnTo>
                    <a:pt x="1649" y="3"/>
                  </a:lnTo>
                  <a:lnTo>
                    <a:pt x="1674" y="11"/>
                  </a:lnTo>
                  <a:lnTo>
                    <a:pt x="1699" y="23"/>
                  </a:lnTo>
                  <a:lnTo>
                    <a:pt x="1719" y="40"/>
                  </a:lnTo>
                  <a:lnTo>
                    <a:pt x="1736" y="61"/>
                  </a:lnTo>
                  <a:lnTo>
                    <a:pt x="1748" y="85"/>
                  </a:lnTo>
                  <a:lnTo>
                    <a:pt x="1757" y="111"/>
                  </a:lnTo>
                  <a:lnTo>
                    <a:pt x="1760" y="138"/>
                  </a:lnTo>
                  <a:lnTo>
                    <a:pt x="1760" y="1111"/>
                  </a:lnTo>
                  <a:lnTo>
                    <a:pt x="1757" y="1139"/>
                  </a:lnTo>
                  <a:lnTo>
                    <a:pt x="1748" y="1165"/>
                  </a:lnTo>
                  <a:lnTo>
                    <a:pt x="1736" y="1188"/>
                  </a:lnTo>
                  <a:lnTo>
                    <a:pt x="1719" y="1210"/>
                  </a:lnTo>
                  <a:lnTo>
                    <a:pt x="1699" y="1226"/>
                  </a:lnTo>
                  <a:lnTo>
                    <a:pt x="1674" y="1239"/>
                  </a:lnTo>
                  <a:lnTo>
                    <a:pt x="1649" y="1248"/>
                  </a:lnTo>
                  <a:lnTo>
                    <a:pt x="1620" y="1250"/>
                  </a:lnTo>
                  <a:lnTo>
                    <a:pt x="450" y="1250"/>
                  </a:lnTo>
                  <a:lnTo>
                    <a:pt x="450" y="1065"/>
                  </a:lnTo>
                  <a:lnTo>
                    <a:pt x="1620" y="1065"/>
                  </a:lnTo>
                  <a:lnTo>
                    <a:pt x="1620" y="138"/>
                  </a:lnTo>
                  <a:lnTo>
                    <a:pt x="139" y="138"/>
                  </a:lnTo>
                  <a:lnTo>
                    <a:pt x="139" y="393"/>
                  </a:lnTo>
                  <a:lnTo>
                    <a:pt x="0" y="393"/>
                  </a:lnTo>
                  <a:lnTo>
                    <a:pt x="0" y="138"/>
                  </a:lnTo>
                  <a:lnTo>
                    <a:pt x="3" y="111"/>
                  </a:lnTo>
                  <a:lnTo>
                    <a:pt x="11" y="85"/>
                  </a:lnTo>
                  <a:lnTo>
                    <a:pt x="24" y="61"/>
                  </a:lnTo>
                  <a:lnTo>
                    <a:pt x="41" y="40"/>
                  </a:lnTo>
                  <a:lnTo>
                    <a:pt x="61" y="23"/>
                  </a:lnTo>
                  <a:lnTo>
                    <a:pt x="85" y="11"/>
                  </a:lnTo>
                  <a:lnTo>
                    <a:pt x="111" y="3"/>
                  </a:lnTo>
                  <a:lnTo>
                    <a:pt x="139" y="0"/>
                  </a:lnTo>
                  <a:lnTo>
                    <a:pt x="241"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15" name="Freeform 15">
              <a:extLst>
                <a:ext uri="{FF2B5EF4-FFF2-40B4-BE49-F238E27FC236}">
                  <a16:creationId xmlns:a16="http://schemas.microsoft.com/office/drawing/2014/main" id="{14DB4E5B-D5D9-4792-9027-FAD65F4F2E46}"/>
                </a:ext>
              </a:extLst>
            </p:cNvPr>
            <p:cNvSpPr>
              <a:spLocks noEditPoints="1"/>
            </p:cNvSpPr>
            <p:nvPr/>
          </p:nvSpPr>
          <p:spPr bwMode="auto">
            <a:xfrm>
              <a:off x="5157853" y="2659594"/>
              <a:ext cx="156898" cy="267961"/>
            </a:xfrm>
            <a:custGeom>
              <a:avLst/>
              <a:gdLst>
                <a:gd name="T0" fmla="*/ 450 w 618"/>
                <a:gd name="T1" fmla="*/ 843 h 1068"/>
                <a:gd name="T2" fmla="*/ 432 w 618"/>
                <a:gd name="T3" fmla="*/ 846 h 1068"/>
                <a:gd name="T4" fmla="*/ 416 w 618"/>
                <a:gd name="T5" fmla="*/ 855 h 1068"/>
                <a:gd name="T6" fmla="*/ 405 w 618"/>
                <a:gd name="T7" fmla="*/ 866 h 1068"/>
                <a:gd name="T8" fmla="*/ 396 w 618"/>
                <a:gd name="T9" fmla="*/ 882 h 1068"/>
                <a:gd name="T10" fmla="*/ 394 w 618"/>
                <a:gd name="T11" fmla="*/ 899 h 1068"/>
                <a:gd name="T12" fmla="*/ 396 w 618"/>
                <a:gd name="T13" fmla="*/ 917 h 1068"/>
                <a:gd name="T14" fmla="*/ 405 w 618"/>
                <a:gd name="T15" fmla="*/ 933 h 1068"/>
                <a:gd name="T16" fmla="*/ 416 w 618"/>
                <a:gd name="T17" fmla="*/ 944 h 1068"/>
                <a:gd name="T18" fmla="*/ 432 w 618"/>
                <a:gd name="T19" fmla="*/ 953 h 1068"/>
                <a:gd name="T20" fmla="*/ 450 w 618"/>
                <a:gd name="T21" fmla="*/ 956 h 1068"/>
                <a:gd name="T22" fmla="*/ 468 w 618"/>
                <a:gd name="T23" fmla="*/ 953 h 1068"/>
                <a:gd name="T24" fmla="*/ 483 w 618"/>
                <a:gd name="T25" fmla="*/ 944 h 1068"/>
                <a:gd name="T26" fmla="*/ 495 w 618"/>
                <a:gd name="T27" fmla="*/ 933 h 1068"/>
                <a:gd name="T28" fmla="*/ 503 w 618"/>
                <a:gd name="T29" fmla="*/ 917 h 1068"/>
                <a:gd name="T30" fmla="*/ 506 w 618"/>
                <a:gd name="T31" fmla="*/ 899 h 1068"/>
                <a:gd name="T32" fmla="*/ 503 w 618"/>
                <a:gd name="T33" fmla="*/ 882 h 1068"/>
                <a:gd name="T34" fmla="*/ 495 w 618"/>
                <a:gd name="T35" fmla="*/ 866 h 1068"/>
                <a:gd name="T36" fmla="*/ 483 w 618"/>
                <a:gd name="T37" fmla="*/ 855 h 1068"/>
                <a:gd name="T38" fmla="*/ 468 w 618"/>
                <a:gd name="T39" fmla="*/ 846 h 1068"/>
                <a:gd name="T40" fmla="*/ 450 w 618"/>
                <a:gd name="T41" fmla="*/ 843 h 1068"/>
                <a:gd name="T42" fmla="*/ 112 w 618"/>
                <a:gd name="T43" fmla="*/ 618 h 1068"/>
                <a:gd name="T44" fmla="*/ 112 w 618"/>
                <a:gd name="T45" fmla="*/ 731 h 1068"/>
                <a:gd name="T46" fmla="*/ 506 w 618"/>
                <a:gd name="T47" fmla="*/ 731 h 1068"/>
                <a:gd name="T48" fmla="*/ 506 w 618"/>
                <a:gd name="T49" fmla="*/ 618 h 1068"/>
                <a:gd name="T50" fmla="*/ 112 w 618"/>
                <a:gd name="T51" fmla="*/ 618 h 1068"/>
                <a:gd name="T52" fmla="*/ 112 w 618"/>
                <a:gd name="T53" fmla="*/ 393 h 1068"/>
                <a:gd name="T54" fmla="*/ 112 w 618"/>
                <a:gd name="T55" fmla="*/ 506 h 1068"/>
                <a:gd name="T56" fmla="*/ 506 w 618"/>
                <a:gd name="T57" fmla="*/ 506 h 1068"/>
                <a:gd name="T58" fmla="*/ 506 w 618"/>
                <a:gd name="T59" fmla="*/ 393 h 1068"/>
                <a:gd name="T60" fmla="*/ 112 w 618"/>
                <a:gd name="T61" fmla="*/ 393 h 1068"/>
                <a:gd name="T62" fmla="*/ 112 w 618"/>
                <a:gd name="T63" fmla="*/ 169 h 1068"/>
                <a:gd name="T64" fmla="*/ 112 w 618"/>
                <a:gd name="T65" fmla="*/ 281 h 1068"/>
                <a:gd name="T66" fmla="*/ 506 w 618"/>
                <a:gd name="T67" fmla="*/ 281 h 1068"/>
                <a:gd name="T68" fmla="*/ 506 w 618"/>
                <a:gd name="T69" fmla="*/ 169 h 1068"/>
                <a:gd name="T70" fmla="*/ 112 w 618"/>
                <a:gd name="T71" fmla="*/ 169 h 1068"/>
                <a:gd name="T72" fmla="*/ 56 w 618"/>
                <a:gd name="T73" fmla="*/ 0 h 1068"/>
                <a:gd name="T74" fmla="*/ 562 w 618"/>
                <a:gd name="T75" fmla="*/ 0 h 1068"/>
                <a:gd name="T76" fmla="*/ 580 w 618"/>
                <a:gd name="T77" fmla="*/ 3 h 1068"/>
                <a:gd name="T78" fmla="*/ 596 w 618"/>
                <a:gd name="T79" fmla="*/ 11 h 1068"/>
                <a:gd name="T80" fmla="*/ 607 w 618"/>
                <a:gd name="T81" fmla="*/ 23 h 1068"/>
                <a:gd name="T82" fmla="*/ 616 w 618"/>
                <a:gd name="T83" fmla="*/ 38 h 1068"/>
                <a:gd name="T84" fmla="*/ 618 w 618"/>
                <a:gd name="T85" fmla="*/ 56 h 1068"/>
                <a:gd name="T86" fmla="*/ 618 w 618"/>
                <a:gd name="T87" fmla="*/ 1012 h 1068"/>
                <a:gd name="T88" fmla="*/ 616 w 618"/>
                <a:gd name="T89" fmla="*/ 1030 h 1068"/>
                <a:gd name="T90" fmla="*/ 607 w 618"/>
                <a:gd name="T91" fmla="*/ 1045 h 1068"/>
                <a:gd name="T92" fmla="*/ 596 w 618"/>
                <a:gd name="T93" fmla="*/ 1057 h 1068"/>
                <a:gd name="T94" fmla="*/ 580 w 618"/>
                <a:gd name="T95" fmla="*/ 1065 h 1068"/>
                <a:gd name="T96" fmla="*/ 562 w 618"/>
                <a:gd name="T97" fmla="*/ 1068 h 1068"/>
                <a:gd name="T98" fmla="*/ 56 w 618"/>
                <a:gd name="T99" fmla="*/ 1068 h 1068"/>
                <a:gd name="T100" fmla="*/ 38 w 618"/>
                <a:gd name="T101" fmla="*/ 1065 h 1068"/>
                <a:gd name="T102" fmla="*/ 23 w 618"/>
                <a:gd name="T103" fmla="*/ 1057 h 1068"/>
                <a:gd name="T104" fmla="*/ 11 w 618"/>
                <a:gd name="T105" fmla="*/ 1045 h 1068"/>
                <a:gd name="T106" fmla="*/ 3 w 618"/>
                <a:gd name="T107" fmla="*/ 1030 h 1068"/>
                <a:gd name="T108" fmla="*/ 0 w 618"/>
                <a:gd name="T109" fmla="*/ 1012 h 1068"/>
                <a:gd name="T110" fmla="*/ 0 w 618"/>
                <a:gd name="T111" fmla="*/ 56 h 1068"/>
                <a:gd name="T112" fmla="*/ 3 w 618"/>
                <a:gd name="T113" fmla="*/ 38 h 1068"/>
                <a:gd name="T114" fmla="*/ 11 w 618"/>
                <a:gd name="T115" fmla="*/ 23 h 1068"/>
                <a:gd name="T116" fmla="*/ 23 w 618"/>
                <a:gd name="T117" fmla="*/ 11 h 1068"/>
                <a:gd name="T118" fmla="*/ 38 w 618"/>
                <a:gd name="T119" fmla="*/ 3 h 1068"/>
                <a:gd name="T120" fmla="*/ 56 w 618"/>
                <a:gd name="T121" fmla="*/ 0 h 10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18" h="1068">
                  <a:moveTo>
                    <a:pt x="450" y="843"/>
                  </a:moveTo>
                  <a:lnTo>
                    <a:pt x="432" y="846"/>
                  </a:lnTo>
                  <a:lnTo>
                    <a:pt x="416" y="855"/>
                  </a:lnTo>
                  <a:lnTo>
                    <a:pt x="405" y="866"/>
                  </a:lnTo>
                  <a:lnTo>
                    <a:pt x="396" y="882"/>
                  </a:lnTo>
                  <a:lnTo>
                    <a:pt x="394" y="899"/>
                  </a:lnTo>
                  <a:lnTo>
                    <a:pt x="396" y="917"/>
                  </a:lnTo>
                  <a:lnTo>
                    <a:pt x="405" y="933"/>
                  </a:lnTo>
                  <a:lnTo>
                    <a:pt x="416" y="944"/>
                  </a:lnTo>
                  <a:lnTo>
                    <a:pt x="432" y="953"/>
                  </a:lnTo>
                  <a:lnTo>
                    <a:pt x="450" y="956"/>
                  </a:lnTo>
                  <a:lnTo>
                    <a:pt x="468" y="953"/>
                  </a:lnTo>
                  <a:lnTo>
                    <a:pt x="483" y="944"/>
                  </a:lnTo>
                  <a:lnTo>
                    <a:pt x="495" y="933"/>
                  </a:lnTo>
                  <a:lnTo>
                    <a:pt x="503" y="917"/>
                  </a:lnTo>
                  <a:lnTo>
                    <a:pt x="506" y="899"/>
                  </a:lnTo>
                  <a:lnTo>
                    <a:pt x="503" y="882"/>
                  </a:lnTo>
                  <a:lnTo>
                    <a:pt x="495" y="866"/>
                  </a:lnTo>
                  <a:lnTo>
                    <a:pt x="483" y="855"/>
                  </a:lnTo>
                  <a:lnTo>
                    <a:pt x="468" y="846"/>
                  </a:lnTo>
                  <a:lnTo>
                    <a:pt x="450" y="843"/>
                  </a:lnTo>
                  <a:close/>
                  <a:moveTo>
                    <a:pt x="112" y="618"/>
                  </a:moveTo>
                  <a:lnTo>
                    <a:pt x="112" y="731"/>
                  </a:lnTo>
                  <a:lnTo>
                    <a:pt x="506" y="731"/>
                  </a:lnTo>
                  <a:lnTo>
                    <a:pt x="506" y="618"/>
                  </a:lnTo>
                  <a:lnTo>
                    <a:pt x="112" y="618"/>
                  </a:lnTo>
                  <a:close/>
                  <a:moveTo>
                    <a:pt x="112" y="393"/>
                  </a:moveTo>
                  <a:lnTo>
                    <a:pt x="112" y="506"/>
                  </a:lnTo>
                  <a:lnTo>
                    <a:pt x="506" y="506"/>
                  </a:lnTo>
                  <a:lnTo>
                    <a:pt x="506" y="393"/>
                  </a:lnTo>
                  <a:lnTo>
                    <a:pt x="112" y="393"/>
                  </a:lnTo>
                  <a:close/>
                  <a:moveTo>
                    <a:pt x="112" y="169"/>
                  </a:moveTo>
                  <a:lnTo>
                    <a:pt x="112" y="281"/>
                  </a:lnTo>
                  <a:lnTo>
                    <a:pt x="506" y="281"/>
                  </a:lnTo>
                  <a:lnTo>
                    <a:pt x="506" y="169"/>
                  </a:lnTo>
                  <a:lnTo>
                    <a:pt x="112" y="169"/>
                  </a:lnTo>
                  <a:close/>
                  <a:moveTo>
                    <a:pt x="56" y="0"/>
                  </a:moveTo>
                  <a:lnTo>
                    <a:pt x="562" y="0"/>
                  </a:lnTo>
                  <a:lnTo>
                    <a:pt x="580" y="3"/>
                  </a:lnTo>
                  <a:lnTo>
                    <a:pt x="596" y="11"/>
                  </a:lnTo>
                  <a:lnTo>
                    <a:pt x="607" y="23"/>
                  </a:lnTo>
                  <a:lnTo>
                    <a:pt x="616" y="38"/>
                  </a:lnTo>
                  <a:lnTo>
                    <a:pt x="618" y="56"/>
                  </a:lnTo>
                  <a:lnTo>
                    <a:pt x="618" y="1012"/>
                  </a:lnTo>
                  <a:lnTo>
                    <a:pt x="616" y="1030"/>
                  </a:lnTo>
                  <a:lnTo>
                    <a:pt x="607" y="1045"/>
                  </a:lnTo>
                  <a:lnTo>
                    <a:pt x="596" y="1057"/>
                  </a:lnTo>
                  <a:lnTo>
                    <a:pt x="580" y="1065"/>
                  </a:lnTo>
                  <a:lnTo>
                    <a:pt x="562" y="1068"/>
                  </a:lnTo>
                  <a:lnTo>
                    <a:pt x="56" y="1068"/>
                  </a:lnTo>
                  <a:lnTo>
                    <a:pt x="38" y="1065"/>
                  </a:lnTo>
                  <a:lnTo>
                    <a:pt x="23" y="1057"/>
                  </a:lnTo>
                  <a:lnTo>
                    <a:pt x="11" y="1045"/>
                  </a:lnTo>
                  <a:lnTo>
                    <a:pt x="3" y="1030"/>
                  </a:lnTo>
                  <a:lnTo>
                    <a:pt x="0" y="1012"/>
                  </a:lnTo>
                  <a:lnTo>
                    <a:pt x="0" y="56"/>
                  </a:lnTo>
                  <a:lnTo>
                    <a:pt x="3" y="38"/>
                  </a:lnTo>
                  <a:lnTo>
                    <a:pt x="11" y="23"/>
                  </a:lnTo>
                  <a:lnTo>
                    <a:pt x="23" y="11"/>
                  </a:lnTo>
                  <a:lnTo>
                    <a:pt x="38" y="3"/>
                  </a:lnTo>
                  <a:lnTo>
                    <a:pt x="56"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216" name="Group 215">
            <a:extLst>
              <a:ext uri="{FF2B5EF4-FFF2-40B4-BE49-F238E27FC236}">
                <a16:creationId xmlns:a16="http://schemas.microsoft.com/office/drawing/2014/main" id="{3E9ED809-5C18-41E9-8E9E-B6B7BB878857}"/>
              </a:ext>
            </a:extLst>
          </p:cNvPr>
          <p:cNvGrpSpPr>
            <a:grpSpLocks noChangeAspect="1"/>
          </p:cNvGrpSpPr>
          <p:nvPr/>
        </p:nvGrpSpPr>
        <p:grpSpPr>
          <a:xfrm>
            <a:off x="3745930" y="5815705"/>
            <a:ext cx="567656" cy="454830"/>
            <a:chOff x="6477502" y="2502695"/>
            <a:chExt cx="567656" cy="454830"/>
          </a:xfrm>
        </p:grpSpPr>
        <p:sp useBgFill="1">
          <p:nvSpPr>
            <p:cNvPr id="217" name="Freeform 20">
              <a:extLst>
                <a:ext uri="{FF2B5EF4-FFF2-40B4-BE49-F238E27FC236}">
                  <a16:creationId xmlns:a16="http://schemas.microsoft.com/office/drawing/2014/main" id="{10BF5583-F5FF-4846-A6EA-43417233E7E6}"/>
                </a:ext>
              </a:extLst>
            </p:cNvPr>
            <p:cNvSpPr>
              <a:spLocks/>
            </p:cNvSpPr>
            <p:nvPr/>
          </p:nvSpPr>
          <p:spPr bwMode="auto">
            <a:xfrm>
              <a:off x="6477502" y="2502695"/>
              <a:ext cx="567656" cy="454830"/>
            </a:xfrm>
            <a:custGeom>
              <a:avLst/>
              <a:gdLst>
                <a:gd name="T0" fmla="*/ 507 w 2250"/>
                <a:gd name="T1" fmla="*/ 0 h 1800"/>
                <a:gd name="T2" fmla="*/ 2137 w 2250"/>
                <a:gd name="T3" fmla="*/ 0 h 1800"/>
                <a:gd name="T4" fmla="*/ 2162 w 2250"/>
                <a:gd name="T5" fmla="*/ 3 h 1800"/>
                <a:gd name="T6" fmla="*/ 2187 w 2250"/>
                <a:gd name="T7" fmla="*/ 12 h 1800"/>
                <a:gd name="T8" fmla="*/ 2208 w 2250"/>
                <a:gd name="T9" fmla="*/ 25 h 1800"/>
                <a:gd name="T10" fmla="*/ 2225 w 2250"/>
                <a:gd name="T11" fmla="*/ 42 h 1800"/>
                <a:gd name="T12" fmla="*/ 2238 w 2250"/>
                <a:gd name="T13" fmla="*/ 63 h 1800"/>
                <a:gd name="T14" fmla="*/ 2247 w 2250"/>
                <a:gd name="T15" fmla="*/ 87 h 1800"/>
                <a:gd name="T16" fmla="*/ 2250 w 2250"/>
                <a:gd name="T17" fmla="*/ 113 h 1800"/>
                <a:gd name="T18" fmla="*/ 2250 w 2250"/>
                <a:gd name="T19" fmla="*/ 1294 h 1800"/>
                <a:gd name="T20" fmla="*/ 2247 w 2250"/>
                <a:gd name="T21" fmla="*/ 1319 h 1800"/>
                <a:gd name="T22" fmla="*/ 2238 w 2250"/>
                <a:gd name="T23" fmla="*/ 1343 h 1800"/>
                <a:gd name="T24" fmla="*/ 2225 w 2250"/>
                <a:gd name="T25" fmla="*/ 1364 h 1800"/>
                <a:gd name="T26" fmla="*/ 2208 w 2250"/>
                <a:gd name="T27" fmla="*/ 1382 h 1800"/>
                <a:gd name="T28" fmla="*/ 2187 w 2250"/>
                <a:gd name="T29" fmla="*/ 1394 h 1800"/>
                <a:gd name="T30" fmla="*/ 2162 w 2250"/>
                <a:gd name="T31" fmla="*/ 1403 h 1800"/>
                <a:gd name="T32" fmla="*/ 2137 w 2250"/>
                <a:gd name="T33" fmla="*/ 1406 h 1800"/>
                <a:gd name="T34" fmla="*/ 1856 w 2250"/>
                <a:gd name="T35" fmla="*/ 1406 h 1800"/>
                <a:gd name="T36" fmla="*/ 1856 w 2250"/>
                <a:gd name="T37" fmla="*/ 1687 h 1800"/>
                <a:gd name="T38" fmla="*/ 1853 w 2250"/>
                <a:gd name="T39" fmla="*/ 1713 h 1800"/>
                <a:gd name="T40" fmla="*/ 1844 w 2250"/>
                <a:gd name="T41" fmla="*/ 1737 h 1800"/>
                <a:gd name="T42" fmla="*/ 1832 w 2250"/>
                <a:gd name="T43" fmla="*/ 1758 h 1800"/>
                <a:gd name="T44" fmla="*/ 1814 w 2250"/>
                <a:gd name="T45" fmla="*/ 1775 h 1800"/>
                <a:gd name="T46" fmla="*/ 1793 w 2250"/>
                <a:gd name="T47" fmla="*/ 1788 h 1800"/>
                <a:gd name="T48" fmla="*/ 1769 w 2250"/>
                <a:gd name="T49" fmla="*/ 1797 h 1800"/>
                <a:gd name="T50" fmla="*/ 1743 w 2250"/>
                <a:gd name="T51" fmla="*/ 1800 h 1800"/>
                <a:gd name="T52" fmla="*/ 113 w 2250"/>
                <a:gd name="T53" fmla="*/ 1800 h 1800"/>
                <a:gd name="T54" fmla="*/ 88 w 2250"/>
                <a:gd name="T55" fmla="*/ 1797 h 1800"/>
                <a:gd name="T56" fmla="*/ 63 w 2250"/>
                <a:gd name="T57" fmla="*/ 1788 h 1800"/>
                <a:gd name="T58" fmla="*/ 42 w 2250"/>
                <a:gd name="T59" fmla="*/ 1775 h 1800"/>
                <a:gd name="T60" fmla="*/ 25 w 2250"/>
                <a:gd name="T61" fmla="*/ 1758 h 1800"/>
                <a:gd name="T62" fmla="*/ 12 w 2250"/>
                <a:gd name="T63" fmla="*/ 1737 h 1800"/>
                <a:gd name="T64" fmla="*/ 3 w 2250"/>
                <a:gd name="T65" fmla="*/ 1713 h 1800"/>
                <a:gd name="T66" fmla="*/ 0 w 2250"/>
                <a:gd name="T67" fmla="*/ 1687 h 1800"/>
                <a:gd name="T68" fmla="*/ 0 w 2250"/>
                <a:gd name="T69" fmla="*/ 506 h 1800"/>
                <a:gd name="T70" fmla="*/ 3 w 2250"/>
                <a:gd name="T71" fmla="*/ 481 h 1800"/>
                <a:gd name="T72" fmla="*/ 12 w 2250"/>
                <a:gd name="T73" fmla="*/ 457 h 1800"/>
                <a:gd name="T74" fmla="*/ 25 w 2250"/>
                <a:gd name="T75" fmla="*/ 436 h 1800"/>
                <a:gd name="T76" fmla="*/ 42 w 2250"/>
                <a:gd name="T77" fmla="*/ 418 h 1800"/>
                <a:gd name="T78" fmla="*/ 63 w 2250"/>
                <a:gd name="T79" fmla="*/ 406 h 1800"/>
                <a:gd name="T80" fmla="*/ 88 w 2250"/>
                <a:gd name="T81" fmla="*/ 397 h 1800"/>
                <a:gd name="T82" fmla="*/ 113 w 2250"/>
                <a:gd name="T83" fmla="*/ 394 h 1800"/>
                <a:gd name="T84" fmla="*/ 394 w 2250"/>
                <a:gd name="T85" fmla="*/ 394 h 1800"/>
                <a:gd name="T86" fmla="*/ 394 w 2250"/>
                <a:gd name="T87" fmla="*/ 113 h 1800"/>
                <a:gd name="T88" fmla="*/ 397 w 2250"/>
                <a:gd name="T89" fmla="*/ 87 h 1800"/>
                <a:gd name="T90" fmla="*/ 406 w 2250"/>
                <a:gd name="T91" fmla="*/ 63 h 1800"/>
                <a:gd name="T92" fmla="*/ 418 w 2250"/>
                <a:gd name="T93" fmla="*/ 42 h 1800"/>
                <a:gd name="T94" fmla="*/ 436 w 2250"/>
                <a:gd name="T95" fmla="*/ 25 h 1800"/>
                <a:gd name="T96" fmla="*/ 457 w 2250"/>
                <a:gd name="T97" fmla="*/ 12 h 1800"/>
                <a:gd name="T98" fmla="*/ 481 w 2250"/>
                <a:gd name="T99" fmla="*/ 3 h 1800"/>
                <a:gd name="T100" fmla="*/ 507 w 2250"/>
                <a:gd name="T101" fmla="*/ 0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250" h="1800">
                  <a:moveTo>
                    <a:pt x="507" y="0"/>
                  </a:moveTo>
                  <a:lnTo>
                    <a:pt x="2137" y="0"/>
                  </a:lnTo>
                  <a:lnTo>
                    <a:pt x="2162" y="3"/>
                  </a:lnTo>
                  <a:lnTo>
                    <a:pt x="2187" y="12"/>
                  </a:lnTo>
                  <a:lnTo>
                    <a:pt x="2208" y="25"/>
                  </a:lnTo>
                  <a:lnTo>
                    <a:pt x="2225" y="42"/>
                  </a:lnTo>
                  <a:lnTo>
                    <a:pt x="2238" y="63"/>
                  </a:lnTo>
                  <a:lnTo>
                    <a:pt x="2247" y="87"/>
                  </a:lnTo>
                  <a:lnTo>
                    <a:pt x="2250" y="113"/>
                  </a:lnTo>
                  <a:lnTo>
                    <a:pt x="2250" y="1294"/>
                  </a:lnTo>
                  <a:lnTo>
                    <a:pt x="2247" y="1319"/>
                  </a:lnTo>
                  <a:lnTo>
                    <a:pt x="2238" y="1343"/>
                  </a:lnTo>
                  <a:lnTo>
                    <a:pt x="2225" y="1364"/>
                  </a:lnTo>
                  <a:lnTo>
                    <a:pt x="2208" y="1382"/>
                  </a:lnTo>
                  <a:lnTo>
                    <a:pt x="2187" y="1394"/>
                  </a:lnTo>
                  <a:lnTo>
                    <a:pt x="2162" y="1403"/>
                  </a:lnTo>
                  <a:lnTo>
                    <a:pt x="2137" y="1406"/>
                  </a:lnTo>
                  <a:lnTo>
                    <a:pt x="1856" y="1406"/>
                  </a:lnTo>
                  <a:lnTo>
                    <a:pt x="1856" y="1687"/>
                  </a:lnTo>
                  <a:lnTo>
                    <a:pt x="1853" y="1713"/>
                  </a:lnTo>
                  <a:lnTo>
                    <a:pt x="1844" y="1737"/>
                  </a:lnTo>
                  <a:lnTo>
                    <a:pt x="1832" y="1758"/>
                  </a:lnTo>
                  <a:lnTo>
                    <a:pt x="1814" y="1775"/>
                  </a:lnTo>
                  <a:lnTo>
                    <a:pt x="1793" y="1788"/>
                  </a:lnTo>
                  <a:lnTo>
                    <a:pt x="1769" y="1797"/>
                  </a:lnTo>
                  <a:lnTo>
                    <a:pt x="1743" y="1800"/>
                  </a:lnTo>
                  <a:lnTo>
                    <a:pt x="113" y="1800"/>
                  </a:lnTo>
                  <a:lnTo>
                    <a:pt x="88" y="1797"/>
                  </a:lnTo>
                  <a:lnTo>
                    <a:pt x="63" y="1788"/>
                  </a:lnTo>
                  <a:lnTo>
                    <a:pt x="42" y="1775"/>
                  </a:lnTo>
                  <a:lnTo>
                    <a:pt x="25" y="1758"/>
                  </a:lnTo>
                  <a:lnTo>
                    <a:pt x="12" y="1737"/>
                  </a:lnTo>
                  <a:lnTo>
                    <a:pt x="3" y="1713"/>
                  </a:lnTo>
                  <a:lnTo>
                    <a:pt x="0" y="1687"/>
                  </a:lnTo>
                  <a:lnTo>
                    <a:pt x="0" y="506"/>
                  </a:lnTo>
                  <a:lnTo>
                    <a:pt x="3" y="481"/>
                  </a:lnTo>
                  <a:lnTo>
                    <a:pt x="12" y="457"/>
                  </a:lnTo>
                  <a:lnTo>
                    <a:pt x="25" y="436"/>
                  </a:lnTo>
                  <a:lnTo>
                    <a:pt x="42" y="418"/>
                  </a:lnTo>
                  <a:lnTo>
                    <a:pt x="63" y="406"/>
                  </a:lnTo>
                  <a:lnTo>
                    <a:pt x="88" y="397"/>
                  </a:lnTo>
                  <a:lnTo>
                    <a:pt x="113" y="394"/>
                  </a:lnTo>
                  <a:lnTo>
                    <a:pt x="394" y="394"/>
                  </a:lnTo>
                  <a:lnTo>
                    <a:pt x="394" y="113"/>
                  </a:lnTo>
                  <a:lnTo>
                    <a:pt x="397" y="87"/>
                  </a:lnTo>
                  <a:lnTo>
                    <a:pt x="406" y="63"/>
                  </a:lnTo>
                  <a:lnTo>
                    <a:pt x="418" y="42"/>
                  </a:lnTo>
                  <a:lnTo>
                    <a:pt x="436" y="25"/>
                  </a:lnTo>
                  <a:lnTo>
                    <a:pt x="457" y="12"/>
                  </a:lnTo>
                  <a:lnTo>
                    <a:pt x="481" y="3"/>
                  </a:lnTo>
                  <a:lnTo>
                    <a:pt x="507"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18" name="Freeform 21">
              <a:extLst>
                <a:ext uri="{FF2B5EF4-FFF2-40B4-BE49-F238E27FC236}">
                  <a16:creationId xmlns:a16="http://schemas.microsoft.com/office/drawing/2014/main" id="{C769DBDC-963B-4678-97F0-BA9CD5E0763B}"/>
                </a:ext>
              </a:extLst>
            </p:cNvPr>
            <p:cNvSpPr>
              <a:spLocks/>
            </p:cNvSpPr>
            <p:nvPr/>
          </p:nvSpPr>
          <p:spPr bwMode="auto">
            <a:xfrm>
              <a:off x="6606194" y="2532664"/>
              <a:ext cx="410757" cy="296168"/>
            </a:xfrm>
            <a:custGeom>
              <a:avLst/>
              <a:gdLst>
                <a:gd name="T0" fmla="*/ 0 w 1630"/>
                <a:gd name="T1" fmla="*/ 0 h 1181"/>
                <a:gd name="T2" fmla="*/ 1630 w 1630"/>
                <a:gd name="T3" fmla="*/ 0 h 1181"/>
                <a:gd name="T4" fmla="*/ 1630 w 1630"/>
                <a:gd name="T5" fmla="*/ 1181 h 1181"/>
                <a:gd name="T6" fmla="*/ 1349 w 1630"/>
                <a:gd name="T7" fmla="*/ 1181 h 1181"/>
                <a:gd name="T8" fmla="*/ 1349 w 1630"/>
                <a:gd name="T9" fmla="*/ 1012 h 1181"/>
                <a:gd name="T10" fmla="*/ 1461 w 1630"/>
                <a:gd name="T11" fmla="*/ 1012 h 1181"/>
                <a:gd name="T12" fmla="*/ 1461 w 1630"/>
                <a:gd name="T13" fmla="*/ 169 h 1181"/>
                <a:gd name="T14" fmla="*/ 674 w 1630"/>
                <a:gd name="T15" fmla="*/ 169 h 1181"/>
                <a:gd name="T16" fmla="*/ 674 w 1630"/>
                <a:gd name="T17" fmla="*/ 281 h 1181"/>
                <a:gd name="T18" fmla="*/ 562 w 1630"/>
                <a:gd name="T19" fmla="*/ 281 h 1181"/>
                <a:gd name="T20" fmla="*/ 562 w 1630"/>
                <a:gd name="T21" fmla="*/ 169 h 1181"/>
                <a:gd name="T22" fmla="*/ 168 w 1630"/>
                <a:gd name="T23" fmla="*/ 169 h 1181"/>
                <a:gd name="T24" fmla="*/ 168 w 1630"/>
                <a:gd name="T25" fmla="*/ 281 h 1181"/>
                <a:gd name="T26" fmla="*/ 0 w 1630"/>
                <a:gd name="T27" fmla="*/ 281 h 1181"/>
                <a:gd name="T28" fmla="*/ 0 w 1630"/>
                <a:gd name="T29" fmla="*/ 0 h 1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30" h="1181">
                  <a:moveTo>
                    <a:pt x="0" y="0"/>
                  </a:moveTo>
                  <a:lnTo>
                    <a:pt x="1630" y="0"/>
                  </a:lnTo>
                  <a:lnTo>
                    <a:pt x="1630" y="1181"/>
                  </a:lnTo>
                  <a:lnTo>
                    <a:pt x="1349" y="1181"/>
                  </a:lnTo>
                  <a:lnTo>
                    <a:pt x="1349" y="1012"/>
                  </a:lnTo>
                  <a:lnTo>
                    <a:pt x="1461" y="1012"/>
                  </a:lnTo>
                  <a:lnTo>
                    <a:pt x="1461" y="169"/>
                  </a:lnTo>
                  <a:lnTo>
                    <a:pt x="674" y="169"/>
                  </a:lnTo>
                  <a:lnTo>
                    <a:pt x="674" y="281"/>
                  </a:lnTo>
                  <a:lnTo>
                    <a:pt x="562" y="281"/>
                  </a:lnTo>
                  <a:lnTo>
                    <a:pt x="562" y="169"/>
                  </a:lnTo>
                  <a:lnTo>
                    <a:pt x="168" y="169"/>
                  </a:lnTo>
                  <a:lnTo>
                    <a:pt x="168" y="281"/>
                  </a:lnTo>
                  <a:lnTo>
                    <a:pt x="0" y="281"/>
                  </a:lnTo>
                  <a:lnTo>
                    <a:pt x="0"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19" name="Freeform 22">
              <a:extLst>
                <a:ext uri="{FF2B5EF4-FFF2-40B4-BE49-F238E27FC236}">
                  <a16:creationId xmlns:a16="http://schemas.microsoft.com/office/drawing/2014/main" id="{A7F07A37-CD2E-4E2A-9087-81C2CD9AC012}"/>
                </a:ext>
              </a:extLst>
            </p:cNvPr>
            <p:cNvSpPr>
              <a:spLocks noEditPoints="1"/>
            </p:cNvSpPr>
            <p:nvPr/>
          </p:nvSpPr>
          <p:spPr bwMode="auto">
            <a:xfrm>
              <a:off x="6505709" y="2631387"/>
              <a:ext cx="410757" cy="296168"/>
            </a:xfrm>
            <a:custGeom>
              <a:avLst/>
              <a:gdLst>
                <a:gd name="T0" fmla="*/ 281 w 1630"/>
                <a:gd name="T1" fmla="*/ 506 h 1181"/>
                <a:gd name="T2" fmla="*/ 450 w 1630"/>
                <a:gd name="T3" fmla="*/ 506 h 1181"/>
                <a:gd name="T4" fmla="*/ 450 w 1630"/>
                <a:gd name="T5" fmla="*/ 619 h 1181"/>
                <a:gd name="T6" fmla="*/ 281 w 1630"/>
                <a:gd name="T7" fmla="*/ 619 h 1181"/>
                <a:gd name="T8" fmla="*/ 281 w 1630"/>
                <a:gd name="T9" fmla="*/ 506 h 1181"/>
                <a:gd name="T10" fmla="*/ 281 w 1630"/>
                <a:gd name="T11" fmla="*/ 282 h 1181"/>
                <a:gd name="T12" fmla="*/ 450 w 1630"/>
                <a:gd name="T13" fmla="*/ 282 h 1181"/>
                <a:gd name="T14" fmla="*/ 450 w 1630"/>
                <a:gd name="T15" fmla="*/ 394 h 1181"/>
                <a:gd name="T16" fmla="*/ 281 w 1630"/>
                <a:gd name="T17" fmla="*/ 394 h 1181"/>
                <a:gd name="T18" fmla="*/ 281 w 1630"/>
                <a:gd name="T19" fmla="*/ 282 h 1181"/>
                <a:gd name="T20" fmla="*/ 675 w 1630"/>
                <a:gd name="T21" fmla="*/ 169 h 1181"/>
                <a:gd name="T22" fmla="*/ 675 w 1630"/>
                <a:gd name="T23" fmla="*/ 1012 h 1181"/>
                <a:gd name="T24" fmla="*/ 1462 w 1630"/>
                <a:gd name="T25" fmla="*/ 1012 h 1181"/>
                <a:gd name="T26" fmla="*/ 1462 w 1630"/>
                <a:gd name="T27" fmla="*/ 169 h 1181"/>
                <a:gd name="T28" fmla="*/ 675 w 1630"/>
                <a:gd name="T29" fmla="*/ 169 h 1181"/>
                <a:gd name="T30" fmla="*/ 169 w 1630"/>
                <a:gd name="T31" fmla="*/ 169 h 1181"/>
                <a:gd name="T32" fmla="*/ 169 w 1630"/>
                <a:gd name="T33" fmla="*/ 1012 h 1181"/>
                <a:gd name="T34" fmla="*/ 562 w 1630"/>
                <a:gd name="T35" fmla="*/ 1012 h 1181"/>
                <a:gd name="T36" fmla="*/ 562 w 1630"/>
                <a:gd name="T37" fmla="*/ 169 h 1181"/>
                <a:gd name="T38" fmla="*/ 169 w 1630"/>
                <a:gd name="T39" fmla="*/ 169 h 1181"/>
                <a:gd name="T40" fmla="*/ 0 w 1630"/>
                <a:gd name="T41" fmla="*/ 0 h 1181"/>
                <a:gd name="T42" fmla="*/ 1630 w 1630"/>
                <a:gd name="T43" fmla="*/ 0 h 1181"/>
                <a:gd name="T44" fmla="*/ 1630 w 1630"/>
                <a:gd name="T45" fmla="*/ 1181 h 1181"/>
                <a:gd name="T46" fmla="*/ 0 w 1630"/>
                <a:gd name="T47" fmla="*/ 1181 h 1181"/>
                <a:gd name="T48" fmla="*/ 0 w 1630"/>
                <a:gd name="T49" fmla="*/ 0 h 1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30" h="1181">
                  <a:moveTo>
                    <a:pt x="281" y="506"/>
                  </a:moveTo>
                  <a:lnTo>
                    <a:pt x="450" y="506"/>
                  </a:lnTo>
                  <a:lnTo>
                    <a:pt x="450" y="619"/>
                  </a:lnTo>
                  <a:lnTo>
                    <a:pt x="281" y="619"/>
                  </a:lnTo>
                  <a:lnTo>
                    <a:pt x="281" y="506"/>
                  </a:lnTo>
                  <a:close/>
                  <a:moveTo>
                    <a:pt x="281" y="282"/>
                  </a:moveTo>
                  <a:lnTo>
                    <a:pt x="450" y="282"/>
                  </a:lnTo>
                  <a:lnTo>
                    <a:pt x="450" y="394"/>
                  </a:lnTo>
                  <a:lnTo>
                    <a:pt x="281" y="394"/>
                  </a:lnTo>
                  <a:lnTo>
                    <a:pt x="281" y="282"/>
                  </a:lnTo>
                  <a:close/>
                  <a:moveTo>
                    <a:pt x="675" y="169"/>
                  </a:moveTo>
                  <a:lnTo>
                    <a:pt x="675" y="1012"/>
                  </a:lnTo>
                  <a:lnTo>
                    <a:pt x="1462" y="1012"/>
                  </a:lnTo>
                  <a:lnTo>
                    <a:pt x="1462" y="169"/>
                  </a:lnTo>
                  <a:lnTo>
                    <a:pt x="675" y="169"/>
                  </a:lnTo>
                  <a:close/>
                  <a:moveTo>
                    <a:pt x="169" y="169"/>
                  </a:moveTo>
                  <a:lnTo>
                    <a:pt x="169" y="1012"/>
                  </a:lnTo>
                  <a:lnTo>
                    <a:pt x="562" y="1012"/>
                  </a:lnTo>
                  <a:lnTo>
                    <a:pt x="562" y="169"/>
                  </a:lnTo>
                  <a:lnTo>
                    <a:pt x="169" y="169"/>
                  </a:lnTo>
                  <a:close/>
                  <a:moveTo>
                    <a:pt x="0" y="0"/>
                  </a:moveTo>
                  <a:lnTo>
                    <a:pt x="1630" y="0"/>
                  </a:lnTo>
                  <a:lnTo>
                    <a:pt x="1630" y="1181"/>
                  </a:lnTo>
                  <a:lnTo>
                    <a:pt x="0" y="1181"/>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220" name="Group 219">
            <a:extLst>
              <a:ext uri="{FF2B5EF4-FFF2-40B4-BE49-F238E27FC236}">
                <a16:creationId xmlns:a16="http://schemas.microsoft.com/office/drawing/2014/main" id="{D9486939-5E61-412C-9486-E329658AF9D7}"/>
              </a:ext>
            </a:extLst>
          </p:cNvPr>
          <p:cNvGrpSpPr>
            <a:grpSpLocks noChangeAspect="1"/>
          </p:cNvGrpSpPr>
          <p:nvPr/>
        </p:nvGrpSpPr>
        <p:grpSpPr>
          <a:xfrm>
            <a:off x="5143037" y="5801602"/>
            <a:ext cx="567656" cy="483036"/>
            <a:chOff x="7874609" y="2488592"/>
            <a:chExt cx="567656" cy="483036"/>
          </a:xfrm>
        </p:grpSpPr>
        <p:sp useBgFill="1">
          <p:nvSpPr>
            <p:cNvPr id="221" name="Freeform 27">
              <a:extLst>
                <a:ext uri="{FF2B5EF4-FFF2-40B4-BE49-F238E27FC236}">
                  <a16:creationId xmlns:a16="http://schemas.microsoft.com/office/drawing/2014/main" id="{0DBB3CC3-7ED4-4AF5-B560-6ECCC03D266B}"/>
                </a:ext>
              </a:extLst>
            </p:cNvPr>
            <p:cNvSpPr>
              <a:spLocks/>
            </p:cNvSpPr>
            <p:nvPr/>
          </p:nvSpPr>
          <p:spPr bwMode="auto">
            <a:xfrm>
              <a:off x="7874609" y="2488592"/>
              <a:ext cx="567656" cy="483036"/>
            </a:xfrm>
            <a:custGeom>
              <a:avLst/>
              <a:gdLst>
                <a:gd name="T0" fmla="*/ 2025 w 2250"/>
                <a:gd name="T1" fmla="*/ 0 h 1912"/>
                <a:gd name="T2" fmla="*/ 2096 w 2250"/>
                <a:gd name="T3" fmla="*/ 12 h 1912"/>
                <a:gd name="T4" fmla="*/ 2157 w 2250"/>
                <a:gd name="T5" fmla="*/ 43 h 1912"/>
                <a:gd name="T6" fmla="*/ 2206 w 2250"/>
                <a:gd name="T7" fmla="*/ 92 h 1912"/>
                <a:gd name="T8" fmla="*/ 2238 w 2250"/>
                <a:gd name="T9" fmla="*/ 154 h 1912"/>
                <a:gd name="T10" fmla="*/ 2250 w 2250"/>
                <a:gd name="T11" fmla="*/ 225 h 1912"/>
                <a:gd name="T12" fmla="*/ 2247 w 2250"/>
                <a:gd name="T13" fmla="*/ 1386 h 1912"/>
                <a:gd name="T14" fmla="*/ 2225 w 2250"/>
                <a:gd name="T15" fmla="*/ 1452 h 1912"/>
                <a:gd name="T16" fmla="*/ 2183 w 2250"/>
                <a:gd name="T17" fmla="*/ 1508 h 1912"/>
                <a:gd name="T18" fmla="*/ 2127 w 2250"/>
                <a:gd name="T19" fmla="*/ 1550 h 1912"/>
                <a:gd name="T20" fmla="*/ 2061 w 2250"/>
                <a:gd name="T21" fmla="*/ 1572 h 1912"/>
                <a:gd name="T22" fmla="*/ 1013 w 2250"/>
                <a:gd name="T23" fmla="*/ 1574 h 1912"/>
                <a:gd name="T24" fmla="*/ 1010 w 2250"/>
                <a:gd name="T25" fmla="*/ 1723 h 1912"/>
                <a:gd name="T26" fmla="*/ 988 w 2250"/>
                <a:gd name="T27" fmla="*/ 1791 h 1912"/>
                <a:gd name="T28" fmla="*/ 946 w 2250"/>
                <a:gd name="T29" fmla="*/ 1845 h 1912"/>
                <a:gd name="T30" fmla="*/ 890 w 2250"/>
                <a:gd name="T31" fmla="*/ 1887 h 1912"/>
                <a:gd name="T32" fmla="*/ 824 w 2250"/>
                <a:gd name="T33" fmla="*/ 1909 h 1912"/>
                <a:gd name="T34" fmla="*/ 225 w 2250"/>
                <a:gd name="T35" fmla="*/ 1912 h 1912"/>
                <a:gd name="T36" fmla="*/ 154 w 2250"/>
                <a:gd name="T37" fmla="*/ 1900 h 1912"/>
                <a:gd name="T38" fmla="*/ 93 w 2250"/>
                <a:gd name="T39" fmla="*/ 1869 h 1912"/>
                <a:gd name="T40" fmla="*/ 44 w 2250"/>
                <a:gd name="T41" fmla="*/ 1820 h 1912"/>
                <a:gd name="T42" fmla="*/ 12 w 2250"/>
                <a:gd name="T43" fmla="*/ 1758 h 1912"/>
                <a:gd name="T44" fmla="*/ 0 w 2250"/>
                <a:gd name="T45" fmla="*/ 1687 h 1912"/>
                <a:gd name="T46" fmla="*/ 3 w 2250"/>
                <a:gd name="T47" fmla="*/ 582 h 1912"/>
                <a:gd name="T48" fmla="*/ 25 w 2250"/>
                <a:gd name="T49" fmla="*/ 515 h 1912"/>
                <a:gd name="T50" fmla="*/ 67 w 2250"/>
                <a:gd name="T51" fmla="*/ 460 h 1912"/>
                <a:gd name="T52" fmla="*/ 123 w 2250"/>
                <a:gd name="T53" fmla="*/ 419 h 1912"/>
                <a:gd name="T54" fmla="*/ 189 w 2250"/>
                <a:gd name="T55" fmla="*/ 397 h 1912"/>
                <a:gd name="T56" fmla="*/ 450 w 2250"/>
                <a:gd name="T57" fmla="*/ 394 h 1912"/>
                <a:gd name="T58" fmla="*/ 453 w 2250"/>
                <a:gd name="T59" fmla="*/ 189 h 1912"/>
                <a:gd name="T60" fmla="*/ 475 w 2250"/>
                <a:gd name="T61" fmla="*/ 121 h 1912"/>
                <a:gd name="T62" fmla="*/ 517 w 2250"/>
                <a:gd name="T63" fmla="*/ 67 h 1912"/>
                <a:gd name="T64" fmla="*/ 571 w 2250"/>
                <a:gd name="T65" fmla="*/ 25 h 1912"/>
                <a:gd name="T66" fmla="*/ 639 w 2250"/>
                <a:gd name="T67" fmla="*/ 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50" h="1912">
                  <a:moveTo>
                    <a:pt x="675" y="0"/>
                  </a:moveTo>
                  <a:lnTo>
                    <a:pt x="2025" y="0"/>
                  </a:lnTo>
                  <a:lnTo>
                    <a:pt x="2061" y="3"/>
                  </a:lnTo>
                  <a:lnTo>
                    <a:pt x="2096" y="12"/>
                  </a:lnTo>
                  <a:lnTo>
                    <a:pt x="2127" y="25"/>
                  </a:lnTo>
                  <a:lnTo>
                    <a:pt x="2157" y="43"/>
                  </a:lnTo>
                  <a:lnTo>
                    <a:pt x="2183" y="67"/>
                  </a:lnTo>
                  <a:lnTo>
                    <a:pt x="2206" y="92"/>
                  </a:lnTo>
                  <a:lnTo>
                    <a:pt x="2225" y="121"/>
                  </a:lnTo>
                  <a:lnTo>
                    <a:pt x="2238" y="154"/>
                  </a:lnTo>
                  <a:lnTo>
                    <a:pt x="2247" y="189"/>
                  </a:lnTo>
                  <a:lnTo>
                    <a:pt x="2250" y="225"/>
                  </a:lnTo>
                  <a:lnTo>
                    <a:pt x="2250" y="1350"/>
                  </a:lnTo>
                  <a:lnTo>
                    <a:pt x="2247" y="1386"/>
                  </a:lnTo>
                  <a:lnTo>
                    <a:pt x="2238" y="1421"/>
                  </a:lnTo>
                  <a:lnTo>
                    <a:pt x="2225" y="1452"/>
                  </a:lnTo>
                  <a:lnTo>
                    <a:pt x="2206" y="1482"/>
                  </a:lnTo>
                  <a:lnTo>
                    <a:pt x="2183" y="1508"/>
                  </a:lnTo>
                  <a:lnTo>
                    <a:pt x="2157" y="1531"/>
                  </a:lnTo>
                  <a:lnTo>
                    <a:pt x="2127" y="1550"/>
                  </a:lnTo>
                  <a:lnTo>
                    <a:pt x="2096" y="1563"/>
                  </a:lnTo>
                  <a:lnTo>
                    <a:pt x="2061" y="1572"/>
                  </a:lnTo>
                  <a:lnTo>
                    <a:pt x="2025" y="1574"/>
                  </a:lnTo>
                  <a:lnTo>
                    <a:pt x="1013" y="1574"/>
                  </a:lnTo>
                  <a:lnTo>
                    <a:pt x="1013" y="1687"/>
                  </a:lnTo>
                  <a:lnTo>
                    <a:pt x="1010" y="1723"/>
                  </a:lnTo>
                  <a:lnTo>
                    <a:pt x="1001" y="1758"/>
                  </a:lnTo>
                  <a:lnTo>
                    <a:pt x="988" y="1791"/>
                  </a:lnTo>
                  <a:lnTo>
                    <a:pt x="969" y="1820"/>
                  </a:lnTo>
                  <a:lnTo>
                    <a:pt x="946" y="1845"/>
                  </a:lnTo>
                  <a:lnTo>
                    <a:pt x="920" y="1869"/>
                  </a:lnTo>
                  <a:lnTo>
                    <a:pt x="890" y="1887"/>
                  </a:lnTo>
                  <a:lnTo>
                    <a:pt x="859" y="1900"/>
                  </a:lnTo>
                  <a:lnTo>
                    <a:pt x="824" y="1909"/>
                  </a:lnTo>
                  <a:lnTo>
                    <a:pt x="788" y="1912"/>
                  </a:lnTo>
                  <a:lnTo>
                    <a:pt x="225" y="1912"/>
                  </a:lnTo>
                  <a:lnTo>
                    <a:pt x="189" y="1909"/>
                  </a:lnTo>
                  <a:lnTo>
                    <a:pt x="154" y="1900"/>
                  </a:lnTo>
                  <a:lnTo>
                    <a:pt x="123" y="1887"/>
                  </a:lnTo>
                  <a:lnTo>
                    <a:pt x="93" y="1869"/>
                  </a:lnTo>
                  <a:lnTo>
                    <a:pt x="67" y="1845"/>
                  </a:lnTo>
                  <a:lnTo>
                    <a:pt x="44" y="1820"/>
                  </a:lnTo>
                  <a:lnTo>
                    <a:pt x="25" y="1791"/>
                  </a:lnTo>
                  <a:lnTo>
                    <a:pt x="12" y="1758"/>
                  </a:lnTo>
                  <a:lnTo>
                    <a:pt x="3" y="1723"/>
                  </a:lnTo>
                  <a:lnTo>
                    <a:pt x="0" y="1687"/>
                  </a:lnTo>
                  <a:lnTo>
                    <a:pt x="0" y="619"/>
                  </a:lnTo>
                  <a:lnTo>
                    <a:pt x="3" y="582"/>
                  </a:lnTo>
                  <a:lnTo>
                    <a:pt x="12" y="547"/>
                  </a:lnTo>
                  <a:lnTo>
                    <a:pt x="25" y="515"/>
                  </a:lnTo>
                  <a:lnTo>
                    <a:pt x="44" y="486"/>
                  </a:lnTo>
                  <a:lnTo>
                    <a:pt x="67" y="460"/>
                  </a:lnTo>
                  <a:lnTo>
                    <a:pt x="93" y="437"/>
                  </a:lnTo>
                  <a:lnTo>
                    <a:pt x="123" y="419"/>
                  </a:lnTo>
                  <a:lnTo>
                    <a:pt x="154" y="406"/>
                  </a:lnTo>
                  <a:lnTo>
                    <a:pt x="189" y="397"/>
                  </a:lnTo>
                  <a:lnTo>
                    <a:pt x="225" y="394"/>
                  </a:lnTo>
                  <a:lnTo>
                    <a:pt x="450" y="394"/>
                  </a:lnTo>
                  <a:lnTo>
                    <a:pt x="450" y="225"/>
                  </a:lnTo>
                  <a:lnTo>
                    <a:pt x="453" y="189"/>
                  </a:lnTo>
                  <a:lnTo>
                    <a:pt x="462" y="154"/>
                  </a:lnTo>
                  <a:lnTo>
                    <a:pt x="475" y="121"/>
                  </a:lnTo>
                  <a:lnTo>
                    <a:pt x="493" y="92"/>
                  </a:lnTo>
                  <a:lnTo>
                    <a:pt x="517" y="67"/>
                  </a:lnTo>
                  <a:lnTo>
                    <a:pt x="543" y="43"/>
                  </a:lnTo>
                  <a:lnTo>
                    <a:pt x="571" y="25"/>
                  </a:lnTo>
                  <a:lnTo>
                    <a:pt x="604" y="12"/>
                  </a:lnTo>
                  <a:lnTo>
                    <a:pt x="639" y="3"/>
                  </a:lnTo>
                  <a:lnTo>
                    <a:pt x="675"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22" name="Freeform 28">
              <a:extLst>
                <a:ext uri="{FF2B5EF4-FFF2-40B4-BE49-F238E27FC236}">
                  <a16:creationId xmlns:a16="http://schemas.microsoft.com/office/drawing/2014/main" id="{C0E80176-105B-4D06-8723-6D710B75BCA6}"/>
                </a:ext>
              </a:extLst>
            </p:cNvPr>
            <p:cNvSpPr>
              <a:spLocks noEditPoints="1"/>
            </p:cNvSpPr>
            <p:nvPr/>
          </p:nvSpPr>
          <p:spPr bwMode="auto">
            <a:xfrm>
              <a:off x="8017404" y="2518561"/>
              <a:ext cx="396654" cy="338478"/>
            </a:xfrm>
            <a:custGeom>
              <a:avLst/>
              <a:gdLst>
                <a:gd name="T0" fmla="*/ 938 w 1574"/>
                <a:gd name="T1" fmla="*/ 1183 h 1349"/>
                <a:gd name="T2" fmla="*/ 911 w 1574"/>
                <a:gd name="T3" fmla="*/ 1203 h 1349"/>
                <a:gd name="T4" fmla="*/ 899 w 1574"/>
                <a:gd name="T5" fmla="*/ 1237 h 1349"/>
                <a:gd name="T6" fmla="*/ 911 w 1574"/>
                <a:gd name="T7" fmla="*/ 1270 h 1349"/>
                <a:gd name="T8" fmla="*/ 938 w 1574"/>
                <a:gd name="T9" fmla="*/ 1290 h 1349"/>
                <a:gd name="T10" fmla="*/ 973 w 1574"/>
                <a:gd name="T11" fmla="*/ 1290 h 1349"/>
                <a:gd name="T12" fmla="*/ 1001 w 1574"/>
                <a:gd name="T13" fmla="*/ 1270 h 1349"/>
                <a:gd name="T14" fmla="*/ 1012 w 1574"/>
                <a:gd name="T15" fmla="*/ 1237 h 1349"/>
                <a:gd name="T16" fmla="*/ 1001 w 1574"/>
                <a:gd name="T17" fmla="*/ 1203 h 1349"/>
                <a:gd name="T18" fmla="*/ 973 w 1574"/>
                <a:gd name="T19" fmla="*/ 1183 h 1349"/>
                <a:gd name="T20" fmla="*/ 787 w 1574"/>
                <a:gd name="T21" fmla="*/ 1180 h 1349"/>
                <a:gd name="T22" fmla="*/ 753 w 1574"/>
                <a:gd name="T23" fmla="*/ 1192 h 1349"/>
                <a:gd name="T24" fmla="*/ 733 w 1574"/>
                <a:gd name="T25" fmla="*/ 1219 h 1349"/>
                <a:gd name="T26" fmla="*/ 733 w 1574"/>
                <a:gd name="T27" fmla="*/ 1254 h 1349"/>
                <a:gd name="T28" fmla="*/ 753 w 1574"/>
                <a:gd name="T29" fmla="*/ 1282 h 1349"/>
                <a:gd name="T30" fmla="*/ 787 w 1574"/>
                <a:gd name="T31" fmla="*/ 1293 h 1349"/>
                <a:gd name="T32" fmla="*/ 820 w 1574"/>
                <a:gd name="T33" fmla="*/ 1282 h 1349"/>
                <a:gd name="T34" fmla="*/ 840 w 1574"/>
                <a:gd name="T35" fmla="*/ 1254 h 1349"/>
                <a:gd name="T36" fmla="*/ 840 w 1574"/>
                <a:gd name="T37" fmla="*/ 1219 h 1349"/>
                <a:gd name="T38" fmla="*/ 820 w 1574"/>
                <a:gd name="T39" fmla="*/ 1192 h 1349"/>
                <a:gd name="T40" fmla="*/ 787 w 1574"/>
                <a:gd name="T41" fmla="*/ 1180 h 1349"/>
                <a:gd name="T42" fmla="*/ 600 w 1574"/>
                <a:gd name="T43" fmla="*/ 1183 h 1349"/>
                <a:gd name="T44" fmla="*/ 573 w 1574"/>
                <a:gd name="T45" fmla="*/ 1203 h 1349"/>
                <a:gd name="T46" fmla="*/ 562 w 1574"/>
                <a:gd name="T47" fmla="*/ 1237 h 1349"/>
                <a:gd name="T48" fmla="*/ 573 w 1574"/>
                <a:gd name="T49" fmla="*/ 1270 h 1349"/>
                <a:gd name="T50" fmla="*/ 600 w 1574"/>
                <a:gd name="T51" fmla="*/ 1290 h 1349"/>
                <a:gd name="T52" fmla="*/ 636 w 1574"/>
                <a:gd name="T53" fmla="*/ 1290 h 1349"/>
                <a:gd name="T54" fmla="*/ 663 w 1574"/>
                <a:gd name="T55" fmla="*/ 1270 h 1349"/>
                <a:gd name="T56" fmla="*/ 674 w 1574"/>
                <a:gd name="T57" fmla="*/ 1237 h 1349"/>
                <a:gd name="T58" fmla="*/ 663 w 1574"/>
                <a:gd name="T59" fmla="*/ 1203 h 1349"/>
                <a:gd name="T60" fmla="*/ 636 w 1574"/>
                <a:gd name="T61" fmla="*/ 1183 h 1349"/>
                <a:gd name="T62" fmla="*/ 112 w 1574"/>
                <a:gd name="T63" fmla="*/ 0 h 1349"/>
                <a:gd name="T64" fmla="*/ 1487 w 1574"/>
                <a:gd name="T65" fmla="*/ 2 h 1349"/>
                <a:gd name="T66" fmla="*/ 1532 w 1574"/>
                <a:gd name="T67" fmla="*/ 24 h 1349"/>
                <a:gd name="T68" fmla="*/ 1562 w 1574"/>
                <a:gd name="T69" fmla="*/ 62 h 1349"/>
                <a:gd name="T70" fmla="*/ 1574 w 1574"/>
                <a:gd name="T71" fmla="*/ 112 h 1349"/>
                <a:gd name="T72" fmla="*/ 1571 w 1574"/>
                <a:gd name="T73" fmla="*/ 1262 h 1349"/>
                <a:gd name="T74" fmla="*/ 1550 w 1574"/>
                <a:gd name="T75" fmla="*/ 1307 h 1349"/>
                <a:gd name="T76" fmla="*/ 1511 w 1574"/>
                <a:gd name="T77" fmla="*/ 1337 h 1349"/>
                <a:gd name="T78" fmla="*/ 1462 w 1574"/>
                <a:gd name="T79" fmla="*/ 1349 h 1349"/>
                <a:gd name="T80" fmla="*/ 450 w 1574"/>
                <a:gd name="T81" fmla="*/ 1124 h 1349"/>
                <a:gd name="T82" fmla="*/ 1462 w 1574"/>
                <a:gd name="T83" fmla="*/ 168 h 1349"/>
                <a:gd name="T84" fmla="*/ 112 w 1574"/>
                <a:gd name="T85" fmla="*/ 281 h 1349"/>
                <a:gd name="T86" fmla="*/ 0 w 1574"/>
                <a:gd name="T87" fmla="*/ 112 h 1349"/>
                <a:gd name="T88" fmla="*/ 12 w 1574"/>
                <a:gd name="T89" fmla="*/ 62 h 1349"/>
                <a:gd name="T90" fmla="*/ 42 w 1574"/>
                <a:gd name="T91" fmla="*/ 24 h 1349"/>
                <a:gd name="T92" fmla="*/ 87 w 1574"/>
                <a:gd name="T93" fmla="*/ 2 h 1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74" h="1349">
                  <a:moveTo>
                    <a:pt x="956" y="1180"/>
                  </a:moveTo>
                  <a:lnTo>
                    <a:pt x="938" y="1183"/>
                  </a:lnTo>
                  <a:lnTo>
                    <a:pt x="922" y="1192"/>
                  </a:lnTo>
                  <a:lnTo>
                    <a:pt x="911" y="1203"/>
                  </a:lnTo>
                  <a:lnTo>
                    <a:pt x="902" y="1219"/>
                  </a:lnTo>
                  <a:lnTo>
                    <a:pt x="899" y="1237"/>
                  </a:lnTo>
                  <a:lnTo>
                    <a:pt x="902" y="1254"/>
                  </a:lnTo>
                  <a:lnTo>
                    <a:pt x="911" y="1270"/>
                  </a:lnTo>
                  <a:lnTo>
                    <a:pt x="922" y="1282"/>
                  </a:lnTo>
                  <a:lnTo>
                    <a:pt x="938" y="1290"/>
                  </a:lnTo>
                  <a:lnTo>
                    <a:pt x="956" y="1293"/>
                  </a:lnTo>
                  <a:lnTo>
                    <a:pt x="973" y="1290"/>
                  </a:lnTo>
                  <a:lnTo>
                    <a:pt x="989" y="1282"/>
                  </a:lnTo>
                  <a:lnTo>
                    <a:pt x="1001" y="1270"/>
                  </a:lnTo>
                  <a:lnTo>
                    <a:pt x="1009" y="1254"/>
                  </a:lnTo>
                  <a:lnTo>
                    <a:pt x="1012" y="1237"/>
                  </a:lnTo>
                  <a:lnTo>
                    <a:pt x="1009" y="1219"/>
                  </a:lnTo>
                  <a:lnTo>
                    <a:pt x="1001" y="1203"/>
                  </a:lnTo>
                  <a:lnTo>
                    <a:pt x="989" y="1192"/>
                  </a:lnTo>
                  <a:lnTo>
                    <a:pt x="973" y="1183"/>
                  </a:lnTo>
                  <a:lnTo>
                    <a:pt x="956" y="1180"/>
                  </a:lnTo>
                  <a:close/>
                  <a:moveTo>
                    <a:pt x="787" y="1180"/>
                  </a:moveTo>
                  <a:lnTo>
                    <a:pt x="769" y="1183"/>
                  </a:lnTo>
                  <a:lnTo>
                    <a:pt x="753" y="1192"/>
                  </a:lnTo>
                  <a:lnTo>
                    <a:pt x="742" y="1203"/>
                  </a:lnTo>
                  <a:lnTo>
                    <a:pt x="733" y="1219"/>
                  </a:lnTo>
                  <a:lnTo>
                    <a:pt x="731" y="1237"/>
                  </a:lnTo>
                  <a:lnTo>
                    <a:pt x="733" y="1254"/>
                  </a:lnTo>
                  <a:lnTo>
                    <a:pt x="742" y="1270"/>
                  </a:lnTo>
                  <a:lnTo>
                    <a:pt x="753" y="1282"/>
                  </a:lnTo>
                  <a:lnTo>
                    <a:pt x="769" y="1290"/>
                  </a:lnTo>
                  <a:lnTo>
                    <a:pt x="787" y="1293"/>
                  </a:lnTo>
                  <a:lnTo>
                    <a:pt x="805" y="1290"/>
                  </a:lnTo>
                  <a:lnTo>
                    <a:pt x="820" y="1282"/>
                  </a:lnTo>
                  <a:lnTo>
                    <a:pt x="832" y="1270"/>
                  </a:lnTo>
                  <a:lnTo>
                    <a:pt x="840" y="1254"/>
                  </a:lnTo>
                  <a:lnTo>
                    <a:pt x="843" y="1237"/>
                  </a:lnTo>
                  <a:lnTo>
                    <a:pt x="840" y="1219"/>
                  </a:lnTo>
                  <a:lnTo>
                    <a:pt x="832" y="1203"/>
                  </a:lnTo>
                  <a:lnTo>
                    <a:pt x="820" y="1192"/>
                  </a:lnTo>
                  <a:lnTo>
                    <a:pt x="805" y="1183"/>
                  </a:lnTo>
                  <a:lnTo>
                    <a:pt x="787" y="1180"/>
                  </a:lnTo>
                  <a:close/>
                  <a:moveTo>
                    <a:pt x="618" y="1180"/>
                  </a:moveTo>
                  <a:lnTo>
                    <a:pt x="600" y="1183"/>
                  </a:lnTo>
                  <a:lnTo>
                    <a:pt x="585" y="1192"/>
                  </a:lnTo>
                  <a:lnTo>
                    <a:pt x="573" y="1203"/>
                  </a:lnTo>
                  <a:lnTo>
                    <a:pt x="565" y="1219"/>
                  </a:lnTo>
                  <a:lnTo>
                    <a:pt x="562" y="1237"/>
                  </a:lnTo>
                  <a:lnTo>
                    <a:pt x="565" y="1254"/>
                  </a:lnTo>
                  <a:lnTo>
                    <a:pt x="573" y="1270"/>
                  </a:lnTo>
                  <a:lnTo>
                    <a:pt x="585" y="1282"/>
                  </a:lnTo>
                  <a:lnTo>
                    <a:pt x="600" y="1290"/>
                  </a:lnTo>
                  <a:lnTo>
                    <a:pt x="618" y="1293"/>
                  </a:lnTo>
                  <a:lnTo>
                    <a:pt x="636" y="1290"/>
                  </a:lnTo>
                  <a:lnTo>
                    <a:pt x="652" y="1282"/>
                  </a:lnTo>
                  <a:lnTo>
                    <a:pt x="663" y="1270"/>
                  </a:lnTo>
                  <a:lnTo>
                    <a:pt x="672" y="1254"/>
                  </a:lnTo>
                  <a:lnTo>
                    <a:pt x="674" y="1237"/>
                  </a:lnTo>
                  <a:lnTo>
                    <a:pt x="672" y="1219"/>
                  </a:lnTo>
                  <a:lnTo>
                    <a:pt x="663" y="1203"/>
                  </a:lnTo>
                  <a:lnTo>
                    <a:pt x="652" y="1192"/>
                  </a:lnTo>
                  <a:lnTo>
                    <a:pt x="636" y="1183"/>
                  </a:lnTo>
                  <a:lnTo>
                    <a:pt x="618" y="1180"/>
                  </a:lnTo>
                  <a:close/>
                  <a:moveTo>
                    <a:pt x="112" y="0"/>
                  </a:moveTo>
                  <a:lnTo>
                    <a:pt x="1462" y="0"/>
                  </a:lnTo>
                  <a:lnTo>
                    <a:pt x="1487" y="2"/>
                  </a:lnTo>
                  <a:lnTo>
                    <a:pt x="1511" y="11"/>
                  </a:lnTo>
                  <a:lnTo>
                    <a:pt x="1532" y="24"/>
                  </a:lnTo>
                  <a:lnTo>
                    <a:pt x="1550" y="41"/>
                  </a:lnTo>
                  <a:lnTo>
                    <a:pt x="1562" y="62"/>
                  </a:lnTo>
                  <a:lnTo>
                    <a:pt x="1571" y="87"/>
                  </a:lnTo>
                  <a:lnTo>
                    <a:pt x="1574" y="112"/>
                  </a:lnTo>
                  <a:lnTo>
                    <a:pt x="1574" y="1237"/>
                  </a:lnTo>
                  <a:lnTo>
                    <a:pt x="1571" y="1262"/>
                  </a:lnTo>
                  <a:lnTo>
                    <a:pt x="1562" y="1286"/>
                  </a:lnTo>
                  <a:lnTo>
                    <a:pt x="1550" y="1307"/>
                  </a:lnTo>
                  <a:lnTo>
                    <a:pt x="1532" y="1325"/>
                  </a:lnTo>
                  <a:lnTo>
                    <a:pt x="1511" y="1337"/>
                  </a:lnTo>
                  <a:lnTo>
                    <a:pt x="1487" y="1346"/>
                  </a:lnTo>
                  <a:lnTo>
                    <a:pt x="1462" y="1349"/>
                  </a:lnTo>
                  <a:lnTo>
                    <a:pt x="450" y="1349"/>
                  </a:lnTo>
                  <a:lnTo>
                    <a:pt x="450" y="1124"/>
                  </a:lnTo>
                  <a:lnTo>
                    <a:pt x="1462" y="1124"/>
                  </a:lnTo>
                  <a:lnTo>
                    <a:pt x="1462" y="168"/>
                  </a:lnTo>
                  <a:lnTo>
                    <a:pt x="112" y="168"/>
                  </a:lnTo>
                  <a:lnTo>
                    <a:pt x="112" y="281"/>
                  </a:lnTo>
                  <a:lnTo>
                    <a:pt x="0" y="281"/>
                  </a:lnTo>
                  <a:lnTo>
                    <a:pt x="0" y="112"/>
                  </a:lnTo>
                  <a:lnTo>
                    <a:pt x="3" y="87"/>
                  </a:lnTo>
                  <a:lnTo>
                    <a:pt x="12" y="62"/>
                  </a:lnTo>
                  <a:lnTo>
                    <a:pt x="24" y="41"/>
                  </a:lnTo>
                  <a:lnTo>
                    <a:pt x="42" y="24"/>
                  </a:lnTo>
                  <a:lnTo>
                    <a:pt x="62" y="11"/>
                  </a:lnTo>
                  <a:lnTo>
                    <a:pt x="87" y="2"/>
                  </a:lnTo>
                  <a:lnTo>
                    <a:pt x="112"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23" name="Freeform 29">
              <a:extLst>
                <a:ext uri="{FF2B5EF4-FFF2-40B4-BE49-F238E27FC236}">
                  <a16:creationId xmlns:a16="http://schemas.microsoft.com/office/drawing/2014/main" id="{E1386955-77DB-4201-A2A9-CB7AC8759AD4}"/>
                </a:ext>
              </a:extLst>
            </p:cNvPr>
            <p:cNvSpPr>
              <a:spLocks noEditPoints="1"/>
            </p:cNvSpPr>
            <p:nvPr/>
          </p:nvSpPr>
          <p:spPr bwMode="auto">
            <a:xfrm>
              <a:off x="7902816" y="2617284"/>
              <a:ext cx="199208" cy="324375"/>
            </a:xfrm>
            <a:custGeom>
              <a:avLst/>
              <a:gdLst>
                <a:gd name="T0" fmla="*/ 394 w 787"/>
                <a:gd name="T1" fmla="*/ 1125 h 1293"/>
                <a:gd name="T2" fmla="*/ 376 w 787"/>
                <a:gd name="T3" fmla="*/ 1127 h 1293"/>
                <a:gd name="T4" fmla="*/ 360 w 787"/>
                <a:gd name="T5" fmla="*/ 1136 h 1293"/>
                <a:gd name="T6" fmla="*/ 349 w 787"/>
                <a:gd name="T7" fmla="*/ 1148 h 1293"/>
                <a:gd name="T8" fmla="*/ 340 w 787"/>
                <a:gd name="T9" fmla="*/ 1163 h 1293"/>
                <a:gd name="T10" fmla="*/ 337 w 787"/>
                <a:gd name="T11" fmla="*/ 1181 h 1293"/>
                <a:gd name="T12" fmla="*/ 340 w 787"/>
                <a:gd name="T13" fmla="*/ 1199 h 1293"/>
                <a:gd name="T14" fmla="*/ 349 w 787"/>
                <a:gd name="T15" fmla="*/ 1214 h 1293"/>
                <a:gd name="T16" fmla="*/ 360 w 787"/>
                <a:gd name="T17" fmla="*/ 1226 h 1293"/>
                <a:gd name="T18" fmla="*/ 376 w 787"/>
                <a:gd name="T19" fmla="*/ 1234 h 1293"/>
                <a:gd name="T20" fmla="*/ 394 w 787"/>
                <a:gd name="T21" fmla="*/ 1237 h 1293"/>
                <a:gd name="T22" fmla="*/ 411 w 787"/>
                <a:gd name="T23" fmla="*/ 1234 h 1293"/>
                <a:gd name="T24" fmla="*/ 427 w 787"/>
                <a:gd name="T25" fmla="*/ 1226 h 1293"/>
                <a:gd name="T26" fmla="*/ 438 w 787"/>
                <a:gd name="T27" fmla="*/ 1214 h 1293"/>
                <a:gd name="T28" fmla="*/ 447 w 787"/>
                <a:gd name="T29" fmla="*/ 1199 h 1293"/>
                <a:gd name="T30" fmla="*/ 450 w 787"/>
                <a:gd name="T31" fmla="*/ 1181 h 1293"/>
                <a:gd name="T32" fmla="*/ 447 w 787"/>
                <a:gd name="T33" fmla="*/ 1163 h 1293"/>
                <a:gd name="T34" fmla="*/ 438 w 787"/>
                <a:gd name="T35" fmla="*/ 1148 h 1293"/>
                <a:gd name="T36" fmla="*/ 427 w 787"/>
                <a:gd name="T37" fmla="*/ 1136 h 1293"/>
                <a:gd name="T38" fmla="*/ 411 w 787"/>
                <a:gd name="T39" fmla="*/ 1127 h 1293"/>
                <a:gd name="T40" fmla="*/ 394 w 787"/>
                <a:gd name="T41" fmla="*/ 1125 h 1293"/>
                <a:gd name="T42" fmla="*/ 112 w 787"/>
                <a:gd name="T43" fmla="*/ 169 h 1293"/>
                <a:gd name="T44" fmla="*/ 112 w 787"/>
                <a:gd name="T45" fmla="*/ 1068 h 1293"/>
                <a:gd name="T46" fmla="*/ 675 w 787"/>
                <a:gd name="T47" fmla="*/ 1068 h 1293"/>
                <a:gd name="T48" fmla="*/ 675 w 787"/>
                <a:gd name="T49" fmla="*/ 169 h 1293"/>
                <a:gd name="T50" fmla="*/ 112 w 787"/>
                <a:gd name="T51" fmla="*/ 169 h 1293"/>
                <a:gd name="T52" fmla="*/ 112 w 787"/>
                <a:gd name="T53" fmla="*/ 0 h 1293"/>
                <a:gd name="T54" fmla="*/ 675 w 787"/>
                <a:gd name="T55" fmla="*/ 0 h 1293"/>
                <a:gd name="T56" fmla="*/ 700 w 787"/>
                <a:gd name="T57" fmla="*/ 3 h 1293"/>
                <a:gd name="T58" fmla="*/ 724 w 787"/>
                <a:gd name="T59" fmla="*/ 12 h 1293"/>
                <a:gd name="T60" fmla="*/ 745 w 787"/>
                <a:gd name="T61" fmla="*/ 25 h 1293"/>
                <a:gd name="T62" fmla="*/ 763 w 787"/>
                <a:gd name="T63" fmla="*/ 42 h 1293"/>
                <a:gd name="T64" fmla="*/ 775 w 787"/>
                <a:gd name="T65" fmla="*/ 63 h 1293"/>
                <a:gd name="T66" fmla="*/ 784 w 787"/>
                <a:gd name="T67" fmla="*/ 87 h 1293"/>
                <a:gd name="T68" fmla="*/ 787 w 787"/>
                <a:gd name="T69" fmla="*/ 113 h 1293"/>
                <a:gd name="T70" fmla="*/ 787 w 787"/>
                <a:gd name="T71" fmla="*/ 1181 h 1293"/>
                <a:gd name="T72" fmla="*/ 784 w 787"/>
                <a:gd name="T73" fmla="*/ 1206 h 1293"/>
                <a:gd name="T74" fmla="*/ 775 w 787"/>
                <a:gd name="T75" fmla="*/ 1231 h 1293"/>
                <a:gd name="T76" fmla="*/ 763 w 787"/>
                <a:gd name="T77" fmla="*/ 1252 h 1293"/>
                <a:gd name="T78" fmla="*/ 745 w 787"/>
                <a:gd name="T79" fmla="*/ 1269 h 1293"/>
                <a:gd name="T80" fmla="*/ 724 w 787"/>
                <a:gd name="T81" fmla="*/ 1282 h 1293"/>
                <a:gd name="T82" fmla="*/ 700 w 787"/>
                <a:gd name="T83" fmla="*/ 1291 h 1293"/>
                <a:gd name="T84" fmla="*/ 675 w 787"/>
                <a:gd name="T85" fmla="*/ 1293 h 1293"/>
                <a:gd name="T86" fmla="*/ 112 w 787"/>
                <a:gd name="T87" fmla="*/ 1293 h 1293"/>
                <a:gd name="T88" fmla="*/ 87 w 787"/>
                <a:gd name="T89" fmla="*/ 1291 h 1293"/>
                <a:gd name="T90" fmla="*/ 63 w 787"/>
                <a:gd name="T91" fmla="*/ 1282 h 1293"/>
                <a:gd name="T92" fmla="*/ 42 w 787"/>
                <a:gd name="T93" fmla="*/ 1269 h 1293"/>
                <a:gd name="T94" fmla="*/ 24 w 787"/>
                <a:gd name="T95" fmla="*/ 1252 h 1293"/>
                <a:gd name="T96" fmla="*/ 12 w 787"/>
                <a:gd name="T97" fmla="*/ 1231 h 1293"/>
                <a:gd name="T98" fmla="*/ 3 w 787"/>
                <a:gd name="T99" fmla="*/ 1206 h 1293"/>
                <a:gd name="T100" fmla="*/ 0 w 787"/>
                <a:gd name="T101" fmla="*/ 1181 h 1293"/>
                <a:gd name="T102" fmla="*/ 0 w 787"/>
                <a:gd name="T103" fmla="*/ 113 h 1293"/>
                <a:gd name="T104" fmla="*/ 3 w 787"/>
                <a:gd name="T105" fmla="*/ 87 h 1293"/>
                <a:gd name="T106" fmla="*/ 12 w 787"/>
                <a:gd name="T107" fmla="*/ 63 h 1293"/>
                <a:gd name="T108" fmla="*/ 24 w 787"/>
                <a:gd name="T109" fmla="*/ 42 h 1293"/>
                <a:gd name="T110" fmla="*/ 42 w 787"/>
                <a:gd name="T111" fmla="*/ 25 h 1293"/>
                <a:gd name="T112" fmla="*/ 63 w 787"/>
                <a:gd name="T113" fmla="*/ 12 h 1293"/>
                <a:gd name="T114" fmla="*/ 87 w 787"/>
                <a:gd name="T115" fmla="*/ 3 h 1293"/>
                <a:gd name="T116" fmla="*/ 112 w 787"/>
                <a:gd name="T117" fmla="*/ 0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87" h="1293">
                  <a:moveTo>
                    <a:pt x="394" y="1125"/>
                  </a:moveTo>
                  <a:lnTo>
                    <a:pt x="376" y="1127"/>
                  </a:lnTo>
                  <a:lnTo>
                    <a:pt x="360" y="1136"/>
                  </a:lnTo>
                  <a:lnTo>
                    <a:pt x="349" y="1148"/>
                  </a:lnTo>
                  <a:lnTo>
                    <a:pt x="340" y="1163"/>
                  </a:lnTo>
                  <a:lnTo>
                    <a:pt x="337" y="1181"/>
                  </a:lnTo>
                  <a:lnTo>
                    <a:pt x="340" y="1199"/>
                  </a:lnTo>
                  <a:lnTo>
                    <a:pt x="349" y="1214"/>
                  </a:lnTo>
                  <a:lnTo>
                    <a:pt x="360" y="1226"/>
                  </a:lnTo>
                  <a:lnTo>
                    <a:pt x="376" y="1234"/>
                  </a:lnTo>
                  <a:lnTo>
                    <a:pt x="394" y="1237"/>
                  </a:lnTo>
                  <a:lnTo>
                    <a:pt x="411" y="1234"/>
                  </a:lnTo>
                  <a:lnTo>
                    <a:pt x="427" y="1226"/>
                  </a:lnTo>
                  <a:lnTo>
                    <a:pt x="438" y="1214"/>
                  </a:lnTo>
                  <a:lnTo>
                    <a:pt x="447" y="1199"/>
                  </a:lnTo>
                  <a:lnTo>
                    <a:pt x="450" y="1181"/>
                  </a:lnTo>
                  <a:lnTo>
                    <a:pt x="447" y="1163"/>
                  </a:lnTo>
                  <a:lnTo>
                    <a:pt x="438" y="1148"/>
                  </a:lnTo>
                  <a:lnTo>
                    <a:pt x="427" y="1136"/>
                  </a:lnTo>
                  <a:lnTo>
                    <a:pt x="411" y="1127"/>
                  </a:lnTo>
                  <a:lnTo>
                    <a:pt x="394" y="1125"/>
                  </a:lnTo>
                  <a:close/>
                  <a:moveTo>
                    <a:pt x="112" y="169"/>
                  </a:moveTo>
                  <a:lnTo>
                    <a:pt x="112" y="1068"/>
                  </a:lnTo>
                  <a:lnTo>
                    <a:pt x="675" y="1068"/>
                  </a:lnTo>
                  <a:lnTo>
                    <a:pt x="675" y="169"/>
                  </a:lnTo>
                  <a:lnTo>
                    <a:pt x="112" y="169"/>
                  </a:lnTo>
                  <a:close/>
                  <a:moveTo>
                    <a:pt x="112" y="0"/>
                  </a:moveTo>
                  <a:lnTo>
                    <a:pt x="675" y="0"/>
                  </a:lnTo>
                  <a:lnTo>
                    <a:pt x="700" y="3"/>
                  </a:lnTo>
                  <a:lnTo>
                    <a:pt x="724" y="12"/>
                  </a:lnTo>
                  <a:lnTo>
                    <a:pt x="745" y="25"/>
                  </a:lnTo>
                  <a:lnTo>
                    <a:pt x="763" y="42"/>
                  </a:lnTo>
                  <a:lnTo>
                    <a:pt x="775" y="63"/>
                  </a:lnTo>
                  <a:lnTo>
                    <a:pt x="784" y="87"/>
                  </a:lnTo>
                  <a:lnTo>
                    <a:pt x="787" y="113"/>
                  </a:lnTo>
                  <a:lnTo>
                    <a:pt x="787" y="1181"/>
                  </a:lnTo>
                  <a:lnTo>
                    <a:pt x="784" y="1206"/>
                  </a:lnTo>
                  <a:lnTo>
                    <a:pt x="775" y="1231"/>
                  </a:lnTo>
                  <a:lnTo>
                    <a:pt x="763" y="1252"/>
                  </a:lnTo>
                  <a:lnTo>
                    <a:pt x="745" y="1269"/>
                  </a:lnTo>
                  <a:lnTo>
                    <a:pt x="724" y="1282"/>
                  </a:lnTo>
                  <a:lnTo>
                    <a:pt x="700" y="1291"/>
                  </a:lnTo>
                  <a:lnTo>
                    <a:pt x="675" y="1293"/>
                  </a:lnTo>
                  <a:lnTo>
                    <a:pt x="112" y="1293"/>
                  </a:lnTo>
                  <a:lnTo>
                    <a:pt x="87" y="1291"/>
                  </a:lnTo>
                  <a:lnTo>
                    <a:pt x="63" y="1282"/>
                  </a:lnTo>
                  <a:lnTo>
                    <a:pt x="42" y="1269"/>
                  </a:lnTo>
                  <a:lnTo>
                    <a:pt x="24" y="1252"/>
                  </a:lnTo>
                  <a:lnTo>
                    <a:pt x="12" y="1231"/>
                  </a:lnTo>
                  <a:lnTo>
                    <a:pt x="3" y="1206"/>
                  </a:lnTo>
                  <a:lnTo>
                    <a:pt x="0" y="1181"/>
                  </a:lnTo>
                  <a:lnTo>
                    <a:pt x="0" y="113"/>
                  </a:lnTo>
                  <a:lnTo>
                    <a:pt x="3" y="87"/>
                  </a:lnTo>
                  <a:lnTo>
                    <a:pt x="12" y="63"/>
                  </a:lnTo>
                  <a:lnTo>
                    <a:pt x="24" y="42"/>
                  </a:lnTo>
                  <a:lnTo>
                    <a:pt x="42" y="25"/>
                  </a:lnTo>
                  <a:lnTo>
                    <a:pt x="63" y="12"/>
                  </a:lnTo>
                  <a:lnTo>
                    <a:pt x="87" y="3"/>
                  </a:lnTo>
                  <a:lnTo>
                    <a:pt x="112"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227" name="Group 226">
            <a:extLst>
              <a:ext uri="{FF2B5EF4-FFF2-40B4-BE49-F238E27FC236}">
                <a16:creationId xmlns:a16="http://schemas.microsoft.com/office/drawing/2014/main" id="{F59EBCEA-5706-4862-9634-7BD5F80EC46B}"/>
              </a:ext>
            </a:extLst>
          </p:cNvPr>
          <p:cNvGrpSpPr>
            <a:grpSpLocks noChangeAspect="1"/>
          </p:cNvGrpSpPr>
          <p:nvPr/>
        </p:nvGrpSpPr>
        <p:grpSpPr>
          <a:xfrm>
            <a:off x="6562601" y="5830690"/>
            <a:ext cx="567656" cy="424861"/>
            <a:chOff x="9294173" y="2517680"/>
            <a:chExt cx="567656" cy="424861"/>
          </a:xfrm>
        </p:grpSpPr>
        <p:sp useBgFill="1">
          <p:nvSpPr>
            <p:cNvPr id="228" name="Freeform 34">
              <a:extLst>
                <a:ext uri="{FF2B5EF4-FFF2-40B4-BE49-F238E27FC236}">
                  <a16:creationId xmlns:a16="http://schemas.microsoft.com/office/drawing/2014/main" id="{C42F2991-2D98-4BD5-963E-A421F70C3496}"/>
                </a:ext>
              </a:extLst>
            </p:cNvPr>
            <p:cNvSpPr>
              <a:spLocks/>
            </p:cNvSpPr>
            <p:nvPr/>
          </p:nvSpPr>
          <p:spPr bwMode="auto">
            <a:xfrm>
              <a:off x="9294173" y="2517680"/>
              <a:ext cx="567656" cy="424861"/>
            </a:xfrm>
            <a:custGeom>
              <a:avLst/>
              <a:gdLst>
                <a:gd name="T0" fmla="*/ 113 w 2250"/>
                <a:gd name="T1" fmla="*/ 0 h 1687"/>
                <a:gd name="T2" fmla="*/ 2137 w 2250"/>
                <a:gd name="T3" fmla="*/ 0 h 1687"/>
                <a:gd name="T4" fmla="*/ 2162 w 2250"/>
                <a:gd name="T5" fmla="*/ 3 h 1687"/>
                <a:gd name="T6" fmla="*/ 2187 w 2250"/>
                <a:gd name="T7" fmla="*/ 12 h 1687"/>
                <a:gd name="T8" fmla="*/ 2208 w 2250"/>
                <a:gd name="T9" fmla="*/ 25 h 1687"/>
                <a:gd name="T10" fmla="*/ 2225 w 2250"/>
                <a:gd name="T11" fmla="*/ 42 h 1687"/>
                <a:gd name="T12" fmla="*/ 2238 w 2250"/>
                <a:gd name="T13" fmla="*/ 63 h 1687"/>
                <a:gd name="T14" fmla="*/ 2247 w 2250"/>
                <a:gd name="T15" fmla="*/ 87 h 1687"/>
                <a:gd name="T16" fmla="*/ 2250 w 2250"/>
                <a:gd name="T17" fmla="*/ 113 h 1687"/>
                <a:gd name="T18" fmla="*/ 2250 w 2250"/>
                <a:gd name="T19" fmla="*/ 1575 h 1687"/>
                <a:gd name="T20" fmla="*/ 2247 w 2250"/>
                <a:gd name="T21" fmla="*/ 1600 h 1687"/>
                <a:gd name="T22" fmla="*/ 2238 w 2250"/>
                <a:gd name="T23" fmla="*/ 1625 h 1687"/>
                <a:gd name="T24" fmla="*/ 2225 w 2250"/>
                <a:gd name="T25" fmla="*/ 1645 h 1687"/>
                <a:gd name="T26" fmla="*/ 2208 w 2250"/>
                <a:gd name="T27" fmla="*/ 1663 h 1687"/>
                <a:gd name="T28" fmla="*/ 2187 w 2250"/>
                <a:gd name="T29" fmla="*/ 1675 h 1687"/>
                <a:gd name="T30" fmla="*/ 2162 w 2250"/>
                <a:gd name="T31" fmla="*/ 1684 h 1687"/>
                <a:gd name="T32" fmla="*/ 2137 w 2250"/>
                <a:gd name="T33" fmla="*/ 1687 h 1687"/>
                <a:gd name="T34" fmla="*/ 113 w 2250"/>
                <a:gd name="T35" fmla="*/ 1687 h 1687"/>
                <a:gd name="T36" fmla="*/ 88 w 2250"/>
                <a:gd name="T37" fmla="*/ 1684 h 1687"/>
                <a:gd name="T38" fmla="*/ 63 w 2250"/>
                <a:gd name="T39" fmla="*/ 1675 h 1687"/>
                <a:gd name="T40" fmla="*/ 42 w 2250"/>
                <a:gd name="T41" fmla="*/ 1663 h 1687"/>
                <a:gd name="T42" fmla="*/ 25 w 2250"/>
                <a:gd name="T43" fmla="*/ 1645 h 1687"/>
                <a:gd name="T44" fmla="*/ 12 w 2250"/>
                <a:gd name="T45" fmla="*/ 1625 h 1687"/>
                <a:gd name="T46" fmla="*/ 3 w 2250"/>
                <a:gd name="T47" fmla="*/ 1600 h 1687"/>
                <a:gd name="T48" fmla="*/ 0 w 2250"/>
                <a:gd name="T49" fmla="*/ 1575 h 1687"/>
                <a:gd name="T50" fmla="*/ 0 w 2250"/>
                <a:gd name="T51" fmla="*/ 113 h 1687"/>
                <a:gd name="T52" fmla="*/ 3 w 2250"/>
                <a:gd name="T53" fmla="*/ 87 h 1687"/>
                <a:gd name="T54" fmla="*/ 12 w 2250"/>
                <a:gd name="T55" fmla="*/ 63 h 1687"/>
                <a:gd name="T56" fmla="*/ 25 w 2250"/>
                <a:gd name="T57" fmla="*/ 42 h 1687"/>
                <a:gd name="T58" fmla="*/ 42 w 2250"/>
                <a:gd name="T59" fmla="*/ 25 h 1687"/>
                <a:gd name="T60" fmla="*/ 63 w 2250"/>
                <a:gd name="T61" fmla="*/ 12 h 1687"/>
                <a:gd name="T62" fmla="*/ 88 w 2250"/>
                <a:gd name="T63" fmla="*/ 3 h 1687"/>
                <a:gd name="T64" fmla="*/ 113 w 2250"/>
                <a:gd name="T65" fmla="*/ 0 h 1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50" h="1687">
                  <a:moveTo>
                    <a:pt x="113" y="0"/>
                  </a:moveTo>
                  <a:lnTo>
                    <a:pt x="2137" y="0"/>
                  </a:lnTo>
                  <a:lnTo>
                    <a:pt x="2162" y="3"/>
                  </a:lnTo>
                  <a:lnTo>
                    <a:pt x="2187" y="12"/>
                  </a:lnTo>
                  <a:lnTo>
                    <a:pt x="2208" y="25"/>
                  </a:lnTo>
                  <a:lnTo>
                    <a:pt x="2225" y="42"/>
                  </a:lnTo>
                  <a:lnTo>
                    <a:pt x="2238" y="63"/>
                  </a:lnTo>
                  <a:lnTo>
                    <a:pt x="2247" y="87"/>
                  </a:lnTo>
                  <a:lnTo>
                    <a:pt x="2250" y="113"/>
                  </a:lnTo>
                  <a:lnTo>
                    <a:pt x="2250" y="1575"/>
                  </a:lnTo>
                  <a:lnTo>
                    <a:pt x="2247" y="1600"/>
                  </a:lnTo>
                  <a:lnTo>
                    <a:pt x="2238" y="1625"/>
                  </a:lnTo>
                  <a:lnTo>
                    <a:pt x="2225" y="1645"/>
                  </a:lnTo>
                  <a:lnTo>
                    <a:pt x="2208" y="1663"/>
                  </a:lnTo>
                  <a:lnTo>
                    <a:pt x="2187" y="1675"/>
                  </a:lnTo>
                  <a:lnTo>
                    <a:pt x="2162" y="1684"/>
                  </a:lnTo>
                  <a:lnTo>
                    <a:pt x="2137" y="1687"/>
                  </a:lnTo>
                  <a:lnTo>
                    <a:pt x="113" y="1687"/>
                  </a:lnTo>
                  <a:lnTo>
                    <a:pt x="88" y="1684"/>
                  </a:lnTo>
                  <a:lnTo>
                    <a:pt x="63" y="1675"/>
                  </a:lnTo>
                  <a:lnTo>
                    <a:pt x="42" y="1663"/>
                  </a:lnTo>
                  <a:lnTo>
                    <a:pt x="25" y="1645"/>
                  </a:lnTo>
                  <a:lnTo>
                    <a:pt x="12" y="1625"/>
                  </a:lnTo>
                  <a:lnTo>
                    <a:pt x="3" y="1600"/>
                  </a:lnTo>
                  <a:lnTo>
                    <a:pt x="0" y="1575"/>
                  </a:lnTo>
                  <a:lnTo>
                    <a:pt x="0" y="113"/>
                  </a:lnTo>
                  <a:lnTo>
                    <a:pt x="3" y="87"/>
                  </a:lnTo>
                  <a:lnTo>
                    <a:pt x="12" y="63"/>
                  </a:lnTo>
                  <a:lnTo>
                    <a:pt x="25" y="42"/>
                  </a:lnTo>
                  <a:lnTo>
                    <a:pt x="42" y="25"/>
                  </a:lnTo>
                  <a:lnTo>
                    <a:pt x="63" y="12"/>
                  </a:lnTo>
                  <a:lnTo>
                    <a:pt x="88"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35" name="Freeform 35">
              <a:extLst>
                <a:ext uri="{FF2B5EF4-FFF2-40B4-BE49-F238E27FC236}">
                  <a16:creationId xmlns:a16="http://schemas.microsoft.com/office/drawing/2014/main" id="{1F752D93-2096-46B2-8FED-A0ED31C69709}"/>
                </a:ext>
              </a:extLst>
            </p:cNvPr>
            <p:cNvSpPr>
              <a:spLocks noEditPoints="1"/>
            </p:cNvSpPr>
            <p:nvPr/>
          </p:nvSpPr>
          <p:spPr bwMode="auto">
            <a:xfrm>
              <a:off x="9322380" y="2547649"/>
              <a:ext cx="511243" cy="366685"/>
            </a:xfrm>
            <a:custGeom>
              <a:avLst/>
              <a:gdLst>
                <a:gd name="T0" fmla="*/ 169 w 2024"/>
                <a:gd name="T1" fmla="*/ 169 h 1462"/>
                <a:gd name="T2" fmla="*/ 169 w 2024"/>
                <a:gd name="T3" fmla="*/ 1293 h 1462"/>
                <a:gd name="T4" fmla="*/ 1855 w 2024"/>
                <a:gd name="T5" fmla="*/ 1293 h 1462"/>
                <a:gd name="T6" fmla="*/ 1855 w 2024"/>
                <a:gd name="T7" fmla="*/ 169 h 1462"/>
                <a:gd name="T8" fmla="*/ 169 w 2024"/>
                <a:gd name="T9" fmla="*/ 169 h 1462"/>
                <a:gd name="T10" fmla="*/ 0 w 2024"/>
                <a:gd name="T11" fmla="*/ 0 h 1462"/>
                <a:gd name="T12" fmla="*/ 2024 w 2024"/>
                <a:gd name="T13" fmla="*/ 0 h 1462"/>
                <a:gd name="T14" fmla="*/ 2024 w 2024"/>
                <a:gd name="T15" fmla="*/ 1462 h 1462"/>
                <a:gd name="T16" fmla="*/ 0 w 2024"/>
                <a:gd name="T17" fmla="*/ 1462 h 1462"/>
                <a:gd name="T18" fmla="*/ 0 w 2024"/>
                <a:gd name="T19" fmla="*/ 0 h 1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24" h="1462">
                  <a:moveTo>
                    <a:pt x="169" y="169"/>
                  </a:moveTo>
                  <a:lnTo>
                    <a:pt x="169" y="1293"/>
                  </a:lnTo>
                  <a:lnTo>
                    <a:pt x="1855" y="1293"/>
                  </a:lnTo>
                  <a:lnTo>
                    <a:pt x="1855" y="169"/>
                  </a:lnTo>
                  <a:lnTo>
                    <a:pt x="169" y="169"/>
                  </a:lnTo>
                  <a:close/>
                  <a:moveTo>
                    <a:pt x="0" y="0"/>
                  </a:moveTo>
                  <a:lnTo>
                    <a:pt x="2024" y="0"/>
                  </a:lnTo>
                  <a:lnTo>
                    <a:pt x="2024" y="1462"/>
                  </a:lnTo>
                  <a:lnTo>
                    <a:pt x="0" y="1462"/>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36" name="Freeform 36">
              <a:extLst>
                <a:ext uri="{FF2B5EF4-FFF2-40B4-BE49-F238E27FC236}">
                  <a16:creationId xmlns:a16="http://schemas.microsoft.com/office/drawing/2014/main" id="{B852ECAD-2070-4BCB-BE18-EF089B43656B}"/>
                </a:ext>
              </a:extLst>
            </p:cNvPr>
            <p:cNvSpPr>
              <a:spLocks noEditPoints="1"/>
            </p:cNvSpPr>
            <p:nvPr/>
          </p:nvSpPr>
          <p:spPr bwMode="auto">
            <a:xfrm>
              <a:off x="9408762" y="2646372"/>
              <a:ext cx="338478" cy="183343"/>
            </a:xfrm>
            <a:custGeom>
              <a:avLst/>
              <a:gdLst>
                <a:gd name="T0" fmla="*/ 506 w 1350"/>
                <a:gd name="T1" fmla="*/ 563 h 731"/>
                <a:gd name="T2" fmla="*/ 0 w 1350"/>
                <a:gd name="T3" fmla="*/ 675 h 731"/>
                <a:gd name="T4" fmla="*/ 0 w 1350"/>
                <a:gd name="T5" fmla="*/ 282 h 731"/>
                <a:gd name="T6" fmla="*/ 506 w 1350"/>
                <a:gd name="T7" fmla="*/ 394 h 731"/>
                <a:gd name="T8" fmla="*/ 0 w 1350"/>
                <a:gd name="T9" fmla="*/ 282 h 731"/>
                <a:gd name="T10" fmla="*/ 715 w 1350"/>
                <a:gd name="T11" fmla="*/ 292 h 731"/>
                <a:gd name="T12" fmla="*/ 806 w 1350"/>
                <a:gd name="T13" fmla="*/ 318 h 731"/>
                <a:gd name="T14" fmla="*/ 907 w 1350"/>
                <a:gd name="T15" fmla="*/ 333 h 731"/>
                <a:gd name="T16" fmla="*/ 1012 w 1350"/>
                <a:gd name="T17" fmla="*/ 338 h 731"/>
                <a:gd name="T18" fmla="*/ 1118 w 1350"/>
                <a:gd name="T19" fmla="*/ 333 h 731"/>
                <a:gd name="T20" fmla="*/ 1219 w 1350"/>
                <a:gd name="T21" fmla="*/ 318 h 731"/>
                <a:gd name="T22" fmla="*/ 1310 w 1350"/>
                <a:gd name="T23" fmla="*/ 292 h 731"/>
                <a:gd name="T24" fmla="*/ 1350 w 1350"/>
                <a:gd name="T25" fmla="*/ 619 h 731"/>
                <a:gd name="T26" fmla="*/ 1335 w 1350"/>
                <a:gd name="T27" fmla="*/ 652 h 731"/>
                <a:gd name="T28" fmla="*/ 1295 w 1350"/>
                <a:gd name="T29" fmla="*/ 680 h 731"/>
                <a:gd name="T30" fmla="*/ 1234 w 1350"/>
                <a:gd name="T31" fmla="*/ 704 h 731"/>
                <a:gd name="T32" fmla="*/ 1155 w 1350"/>
                <a:gd name="T33" fmla="*/ 720 h 731"/>
                <a:gd name="T34" fmla="*/ 1063 w 1350"/>
                <a:gd name="T35" fmla="*/ 730 h 731"/>
                <a:gd name="T36" fmla="*/ 962 w 1350"/>
                <a:gd name="T37" fmla="*/ 730 h 731"/>
                <a:gd name="T38" fmla="*/ 870 w 1350"/>
                <a:gd name="T39" fmla="*/ 720 h 731"/>
                <a:gd name="T40" fmla="*/ 791 w 1350"/>
                <a:gd name="T41" fmla="*/ 704 h 731"/>
                <a:gd name="T42" fmla="*/ 729 w 1350"/>
                <a:gd name="T43" fmla="*/ 680 h 731"/>
                <a:gd name="T44" fmla="*/ 690 w 1350"/>
                <a:gd name="T45" fmla="*/ 652 h 731"/>
                <a:gd name="T46" fmla="*/ 675 w 1350"/>
                <a:gd name="T47" fmla="*/ 619 h 731"/>
                <a:gd name="T48" fmla="*/ 1012 w 1350"/>
                <a:gd name="T49" fmla="*/ 0 h 731"/>
                <a:gd name="T50" fmla="*/ 1110 w 1350"/>
                <a:gd name="T51" fmla="*/ 5 h 731"/>
                <a:gd name="T52" fmla="*/ 1196 w 1350"/>
                <a:gd name="T53" fmla="*/ 19 h 731"/>
                <a:gd name="T54" fmla="*/ 1267 w 1350"/>
                <a:gd name="T55" fmla="*/ 39 h 731"/>
                <a:gd name="T56" fmla="*/ 1318 w 1350"/>
                <a:gd name="T57" fmla="*/ 65 h 731"/>
                <a:gd name="T58" fmla="*/ 1346 w 1350"/>
                <a:gd name="T59" fmla="*/ 96 h 731"/>
                <a:gd name="T60" fmla="*/ 1346 w 1350"/>
                <a:gd name="T61" fmla="*/ 130 h 731"/>
                <a:gd name="T62" fmla="*/ 1318 w 1350"/>
                <a:gd name="T63" fmla="*/ 161 h 731"/>
                <a:gd name="T64" fmla="*/ 1267 w 1350"/>
                <a:gd name="T65" fmla="*/ 187 h 731"/>
                <a:gd name="T66" fmla="*/ 1196 w 1350"/>
                <a:gd name="T67" fmla="*/ 207 h 731"/>
                <a:gd name="T68" fmla="*/ 1110 w 1350"/>
                <a:gd name="T69" fmla="*/ 221 h 731"/>
                <a:gd name="T70" fmla="*/ 1012 w 1350"/>
                <a:gd name="T71" fmla="*/ 225 h 731"/>
                <a:gd name="T72" fmla="*/ 915 w 1350"/>
                <a:gd name="T73" fmla="*/ 221 h 731"/>
                <a:gd name="T74" fmla="*/ 828 w 1350"/>
                <a:gd name="T75" fmla="*/ 207 h 731"/>
                <a:gd name="T76" fmla="*/ 757 w 1350"/>
                <a:gd name="T77" fmla="*/ 187 h 731"/>
                <a:gd name="T78" fmla="*/ 707 w 1350"/>
                <a:gd name="T79" fmla="*/ 161 h 731"/>
                <a:gd name="T80" fmla="*/ 678 w 1350"/>
                <a:gd name="T81" fmla="*/ 130 h 731"/>
                <a:gd name="T82" fmla="*/ 678 w 1350"/>
                <a:gd name="T83" fmla="*/ 96 h 731"/>
                <a:gd name="T84" fmla="*/ 707 w 1350"/>
                <a:gd name="T85" fmla="*/ 65 h 731"/>
                <a:gd name="T86" fmla="*/ 757 w 1350"/>
                <a:gd name="T87" fmla="*/ 39 h 731"/>
                <a:gd name="T88" fmla="*/ 828 w 1350"/>
                <a:gd name="T89" fmla="*/ 19 h 731"/>
                <a:gd name="T90" fmla="*/ 915 w 1350"/>
                <a:gd name="T91" fmla="*/ 5 h 731"/>
                <a:gd name="T92" fmla="*/ 1012 w 1350"/>
                <a:gd name="T93" fmla="*/ 0 h 731"/>
                <a:gd name="T94" fmla="*/ 506 w 1350"/>
                <a:gd name="T95" fmla="*/ 0 h 731"/>
                <a:gd name="T96" fmla="*/ 0 w 1350"/>
                <a:gd name="T97" fmla="*/ 113 h 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50" h="731">
                  <a:moveTo>
                    <a:pt x="0" y="563"/>
                  </a:moveTo>
                  <a:lnTo>
                    <a:pt x="506" y="563"/>
                  </a:lnTo>
                  <a:lnTo>
                    <a:pt x="506" y="675"/>
                  </a:lnTo>
                  <a:lnTo>
                    <a:pt x="0" y="675"/>
                  </a:lnTo>
                  <a:lnTo>
                    <a:pt x="0" y="563"/>
                  </a:lnTo>
                  <a:close/>
                  <a:moveTo>
                    <a:pt x="0" y="282"/>
                  </a:moveTo>
                  <a:lnTo>
                    <a:pt x="506" y="282"/>
                  </a:lnTo>
                  <a:lnTo>
                    <a:pt x="506" y="394"/>
                  </a:lnTo>
                  <a:lnTo>
                    <a:pt x="0" y="394"/>
                  </a:lnTo>
                  <a:lnTo>
                    <a:pt x="0" y="282"/>
                  </a:lnTo>
                  <a:close/>
                  <a:moveTo>
                    <a:pt x="675" y="274"/>
                  </a:moveTo>
                  <a:lnTo>
                    <a:pt x="715" y="292"/>
                  </a:lnTo>
                  <a:lnTo>
                    <a:pt x="758" y="306"/>
                  </a:lnTo>
                  <a:lnTo>
                    <a:pt x="806" y="318"/>
                  </a:lnTo>
                  <a:lnTo>
                    <a:pt x="856" y="326"/>
                  </a:lnTo>
                  <a:lnTo>
                    <a:pt x="907" y="333"/>
                  </a:lnTo>
                  <a:lnTo>
                    <a:pt x="960" y="337"/>
                  </a:lnTo>
                  <a:lnTo>
                    <a:pt x="1012" y="338"/>
                  </a:lnTo>
                  <a:lnTo>
                    <a:pt x="1065" y="337"/>
                  </a:lnTo>
                  <a:lnTo>
                    <a:pt x="1118" y="333"/>
                  </a:lnTo>
                  <a:lnTo>
                    <a:pt x="1169" y="326"/>
                  </a:lnTo>
                  <a:lnTo>
                    <a:pt x="1219" y="318"/>
                  </a:lnTo>
                  <a:lnTo>
                    <a:pt x="1266" y="306"/>
                  </a:lnTo>
                  <a:lnTo>
                    <a:pt x="1310" y="292"/>
                  </a:lnTo>
                  <a:lnTo>
                    <a:pt x="1350" y="274"/>
                  </a:lnTo>
                  <a:lnTo>
                    <a:pt x="1350" y="619"/>
                  </a:lnTo>
                  <a:lnTo>
                    <a:pt x="1346" y="636"/>
                  </a:lnTo>
                  <a:lnTo>
                    <a:pt x="1335" y="652"/>
                  </a:lnTo>
                  <a:lnTo>
                    <a:pt x="1318" y="667"/>
                  </a:lnTo>
                  <a:lnTo>
                    <a:pt x="1295" y="680"/>
                  </a:lnTo>
                  <a:lnTo>
                    <a:pt x="1267" y="693"/>
                  </a:lnTo>
                  <a:lnTo>
                    <a:pt x="1234" y="704"/>
                  </a:lnTo>
                  <a:lnTo>
                    <a:pt x="1196" y="713"/>
                  </a:lnTo>
                  <a:lnTo>
                    <a:pt x="1155" y="720"/>
                  </a:lnTo>
                  <a:lnTo>
                    <a:pt x="1110" y="727"/>
                  </a:lnTo>
                  <a:lnTo>
                    <a:pt x="1063" y="730"/>
                  </a:lnTo>
                  <a:lnTo>
                    <a:pt x="1012" y="731"/>
                  </a:lnTo>
                  <a:lnTo>
                    <a:pt x="962" y="730"/>
                  </a:lnTo>
                  <a:lnTo>
                    <a:pt x="915" y="727"/>
                  </a:lnTo>
                  <a:lnTo>
                    <a:pt x="870" y="720"/>
                  </a:lnTo>
                  <a:lnTo>
                    <a:pt x="828" y="713"/>
                  </a:lnTo>
                  <a:lnTo>
                    <a:pt x="791" y="704"/>
                  </a:lnTo>
                  <a:lnTo>
                    <a:pt x="757" y="693"/>
                  </a:lnTo>
                  <a:lnTo>
                    <a:pt x="729" y="680"/>
                  </a:lnTo>
                  <a:lnTo>
                    <a:pt x="707" y="667"/>
                  </a:lnTo>
                  <a:lnTo>
                    <a:pt x="690" y="652"/>
                  </a:lnTo>
                  <a:lnTo>
                    <a:pt x="678" y="636"/>
                  </a:lnTo>
                  <a:lnTo>
                    <a:pt x="675" y="619"/>
                  </a:lnTo>
                  <a:lnTo>
                    <a:pt x="675" y="274"/>
                  </a:lnTo>
                  <a:close/>
                  <a:moveTo>
                    <a:pt x="1012" y="0"/>
                  </a:moveTo>
                  <a:lnTo>
                    <a:pt x="1063" y="2"/>
                  </a:lnTo>
                  <a:lnTo>
                    <a:pt x="1110" y="5"/>
                  </a:lnTo>
                  <a:lnTo>
                    <a:pt x="1155" y="11"/>
                  </a:lnTo>
                  <a:lnTo>
                    <a:pt x="1196" y="19"/>
                  </a:lnTo>
                  <a:lnTo>
                    <a:pt x="1234" y="28"/>
                  </a:lnTo>
                  <a:lnTo>
                    <a:pt x="1267" y="39"/>
                  </a:lnTo>
                  <a:lnTo>
                    <a:pt x="1295" y="52"/>
                  </a:lnTo>
                  <a:lnTo>
                    <a:pt x="1318" y="65"/>
                  </a:lnTo>
                  <a:lnTo>
                    <a:pt x="1335" y="80"/>
                  </a:lnTo>
                  <a:lnTo>
                    <a:pt x="1346" y="96"/>
                  </a:lnTo>
                  <a:lnTo>
                    <a:pt x="1350" y="113"/>
                  </a:lnTo>
                  <a:lnTo>
                    <a:pt x="1346" y="130"/>
                  </a:lnTo>
                  <a:lnTo>
                    <a:pt x="1335" y="146"/>
                  </a:lnTo>
                  <a:lnTo>
                    <a:pt x="1318" y="161"/>
                  </a:lnTo>
                  <a:lnTo>
                    <a:pt x="1295" y="174"/>
                  </a:lnTo>
                  <a:lnTo>
                    <a:pt x="1267" y="187"/>
                  </a:lnTo>
                  <a:lnTo>
                    <a:pt x="1234" y="198"/>
                  </a:lnTo>
                  <a:lnTo>
                    <a:pt x="1196" y="207"/>
                  </a:lnTo>
                  <a:lnTo>
                    <a:pt x="1155" y="214"/>
                  </a:lnTo>
                  <a:lnTo>
                    <a:pt x="1110" y="221"/>
                  </a:lnTo>
                  <a:lnTo>
                    <a:pt x="1063" y="224"/>
                  </a:lnTo>
                  <a:lnTo>
                    <a:pt x="1012" y="225"/>
                  </a:lnTo>
                  <a:lnTo>
                    <a:pt x="962" y="224"/>
                  </a:lnTo>
                  <a:lnTo>
                    <a:pt x="915" y="221"/>
                  </a:lnTo>
                  <a:lnTo>
                    <a:pt x="870" y="214"/>
                  </a:lnTo>
                  <a:lnTo>
                    <a:pt x="828" y="207"/>
                  </a:lnTo>
                  <a:lnTo>
                    <a:pt x="791" y="198"/>
                  </a:lnTo>
                  <a:lnTo>
                    <a:pt x="757" y="187"/>
                  </a:lnTo>
                  <a:lnTo>
                    <a:pt x="729" y="174"/>
                  </a:lnTo>
                  <a:lnTo>
                    <a:pt x="707" y="161"/>
                  </a:lnTo>
                  <a:lnTo>
                    <a:pt x="690" y="146"/>
                  </a:lnTo>
                  <a:lnTo>
                    <a:pt x="678" y="130"/>
                  </a:lnTo>
                  <a:lnTo>
                    <a:pt x="675" y="113"/>
                  </a:lnTo>
                  <a:lnTo>
                    <a:pt x="678" y="96"/>
                  </a:lnTo>
                  <a:lnTo>
                    <a:pt x="690" y="80"/>
                  </a:lnTo>
                  <a:lnTo>
                    <a:pt x="707" y="65"/>
                  </a:lnTo>
                  <a:lnTo>
                    <a:pt x="729" y="52"/>
                  </a:lnTo>
                  <a:lnTo>
                    <a:pt x="757" y="39"/>
                  </a:lnTo>
                  <a:lnTo>
                    <a:pt x="791" y="28"/>
                  </a:lnTo>
                  <a:lnTo>
                    <a:pt x="828" y="19"/>
                  </a:lnTo>
                  <a:lnTo>
                    <a:pt x="870" y="11"/>
                  </a:lnTo>
                  <a:lnTo>
                    <a:pt x="915" y="5"/>
                  </a:lnTo>
                  <a:lnTo>
                    <a:pt x="962" y="2"/>
                  </a:lnTo>
                  <a:lnTo>
                    <a:pt x="1012" y="0"/>
                  </a:lnTo>
                  <a:close/>
                  <a:moveTo>
                    <a:pt x="0" y="0"/>
                  </a:moveTo>
                  <a:lnTo>
                    <a:pt x="506" y="0"/>
                  </a:lnTo>
                  <a:lnTo>
                    <a:pt x="506" y="113"/>
                  </a:lnTo>
                  <a:lnTo>
                    <a:pt x="0" y="113"/>
                  </a:lnTo>
                  <a:lnTo>
                    <a:pt x="0"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237" name="TextBox 236">
            <a:extLst>
              <a:ext uri="{FF2B5EF4-FFF2-40B4-BE49-F238E27FC236}">
                <a16:creationId xmlns:a16="http://schemas.microsoft.com/office/drawing/2014/main" id="{343F3761-6863-4B12-98E7-20132338F9F1}"/>
              </a:ext>
            </a:extLst>
          </p:cNvPr>
          <p:cNvSpPr txBox="1">
            <a:spLocks/>
          </p:cNvSpPr>
          <p:nvPr/>
        </p:nvSpPr>
        <p:spPr>
          <a:xfrm>
            <a:off x="6373836" y="5357810"/>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Server</a:t>
            </a:r>
          </a:p>
        </p:txBody>
      </p:sp>
      <p:sp>
        <p:nvSpPr>
          <p:cNvPr id="238" name="TextBox 237">
            <a:extLst>
              <a:ext uri="{FF2B5EF4-FFF2-40B4-BE49-F238E27FC236}">
                <a16:creationId xmlns:a16="http://schemas.microsoft.com/office/drawing/2014/main" id="{D66FD063-323B-41C5-9D6B-708064E43187}"/>
              </a:ext>
            </a:extLst>
          </p:cNvPr>
          <p:cNvSpPr txBox="1">
            <a:spLocks/>
          </p:cNvSpPr>
          <p:nvPr/>
        </p:nvSpPr>
        <p:spPr>
          <a:xfrm>
            <a:off x="3596676" y="5357810"/>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Web</a:t>
            </a:r>
          </a:p>
        </p:txBody>
      </p:sp>
      <p:sp>
        <p:nvSpPr>
          <p:cNvPr id="239" name="TextBox 238">
            <a:extLst>
              <a:ext uri="{FF2B5EF4-FFF2-40B4-BE49-F238E27FC236}">
                <a16:creationId xmlns:a16="http://schemas.microsoft.com/office/drawing/2014/main" id="{D68AF22F-E133-472D-AF1C-A2063B785658}"/>
              </a:ext>
            </a:extLst>
          </p:cNvPr>
          <p:cNvSpPr txBox="1">
            <a:spLocks/>
          </p:cNvSpPr>
          <p:nvPr/>
        </p:nvSpPr>
        <p:spPr>
          <a:xfrm>
            <a:off x="2262605" y="5357810"/>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Desktop</a:t>
            </a:r>
          </a:p>
        </p:txBody>
      </p:sp>
      <p:sp>
        <p:nvSpPr>
          <p:cNvPr id="240" name="TextBox 239">
            <a:extLst>
              <a:ext uri="{FF2B5EF4-FFF2-40B4-BE49-F238E27FC236}">
                <a16:creationId xmlns:a16="http://schemas.microsoft.com/office/drawing/2014/main" id="{C2C406ED-B927-4181-95C3-BAA1C3511FE8}"/>
              </a:ext>
            </a:extLst>
          </p:cNvPr>
          <p:cNvSpPr txBox="1">
            <a:spLocks/>
          </p:cNvSpPr>
          <p:nvPr/>
        </p:nvSpPr>
        <p:spPr>
          <a:xfrm>
            <a:off x="5026959" y="5357810"/>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Devices</a:t>
            </a:r>
          </a:p>
        </p:txBody>
      </p:sp>
      <p:sp>
        <p:nvSpPr>
          <p:cNvPr id="241" name="TextBox 240">
            <a:extLst>
              <a:ext uri="{FF2B5EF4-FFF2-40B4-BE49-F238E27FC236}">
                <a16:creationId xmlns:a16="http://schemas.microsoft.com/office/drawing/2014/main" id="{2FA7A9B1-45DF-4DFB-B9AD-4712F728FED1}"/>
              </a:ext>
            </a:extLst>
          </p:cNvPr>
          <p:cNvSpPr txBox="1">
            <a:spLocks/>
          </p:cNvSpPr>
          <p:nvPr/>
        </p:nvSpPr>
        <p:spPr>
          <a:xfrm>
            <a:off x="854865" y="5357810"/>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Monitor</a:t>
            </a:r>
          </a:p>
        </p:txBody>
      </p:sp>
      <p:cxnSp>
        <p:nvCxnSpPr>
          <p:cNvPr id="242" name="Straight Connector 241">
            <a:extLst>
              <a:ext uri="{FF2B5EF4-FFF2-40B4-BE49-F238E27FC236}">
                <a16:creationId xmlns:a16="http://schemas.microsoft.com/office/drawing/2014/main" id="{1DE03CF4-BFC0-41A0-9E9C-CCF612C4FF6B}"/>
              </a:ext>
            </a:extLst>
          </p:cNvPr>
          <p:cNvCxnSpPr/>
          <p:nvPr/>
        </p:nvCxnSpPr>
        <p:spPr bwMode="auto">
          <a:xfrm flipV="1">
            <a:off x="778496" y="3332752"/>
            <a:ext cx="10607040" cy="1"/>
          </a:xfrm>
          <a:prstGeom prst="line">
            <a:avLst/>
          </a:prstGeom>
          <a:noFill/>
          <a:ln w="9525" cap="flat" cmpd="sng" algn="ctr">
            <a:solidFill>
              <a:srgbClr val="BFBFBF"/>
            </a:solidFill>
            <a:prstDash val="solid"/>
            <a:round/>
            <a:headEnd type="none" w="med" len="med"/>
            <a:tailEnd type="none" w="med" len="med"/>
          </a:ln>
          <a:effectLst/>
        </p:spPr>
      </p:cxnSp>
      <p:cxnSp>
        <p:nvCxnSpPr>
          <p:cNvPr id="243" name="Straight Connector 242">
            <a:extLst>
              <a:ext uri="{FF2B5EF4-FFF2-40B4-BE49-F238E27FC236}">
                <a16:creationId xmlns:a16="http://schemas.microsoft.com/office/drawing/2014/main" id="{96E6884B-CC52-40BD-AB26-3EA8722B8542}"/>
              </a:ext>
            </a:extLst>
          </p:cNvPr>
          <p:cNvCxnSpPr/>
          <p:nvPr/>
        </p:nvCxnSpPr>
        <p:spPr bwMode="auto">
          <a:xfrm flipV="1">
            <a:off x="778496" y="5136553"/>
            <a:ext cx="10607040" cy="1"/>
          </a:xfrm>
          <a:prstGeom prst="line">
            <a:avLst/>
          </a:prstGeom>
          <a:noFill/>
          <a:ln w="9525" cap="flat" cmpd="sng" algn="ctr">
            <a:solidFill>
              <a:srgbClr val="BFBFBF"/>
            </a:solidFill>
            <a:prstDash val="solid"/>
            <a:round/>
            <a:headEnd type="none" w="med" len="med"/>
            <a:tailEnd type="none" w="med" len="med"/>
          </a:ln>
          <a:effectLst/>
        </p:spPr>
      </p:cxnSp>
    </p:spTree>
    <p:extLst>
      <p:ext uri="{BB962C8B-B14F-4D97-AF65-F5344CB8AC3E}">
        <p14:creationId xmlns:p14="http://schemas.microsoft.com/office/powerpoint/2010/main" val="794561321"/>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Devices</a:t>
            </a:r>
          </a:p>
        </p:txBody>
      </p:sp>
      <p:sp>
        <p:nvSpPr>
          <p:cNvPr id="15" name="TextBox 14"/>
          <p:cNvSpPr txBox="1">
            <a:spLocks noChangeAspect="1"/>
          </p:cNvSpPr>
          <p:nvPr/>
        </p:nvSpPr>
        <p:spPr>
          <a:xfrm>
            <a:off x="1439140" y="1483965"/>
            <a:ext cx="590180" cy="431140"/>
          </a:xfrm>
          <a:prstGeom prst="rect">
            <a:avLst/>
          </a:prstGeom>
          <a:noFill/>
          <a:ln>
            <a:noFill/>
          </a:ln>
          <a:effectLst/>
        </p:spPr>
        <p:txBody>
          <a:bodyPr wrap="square" lIns="0" tIns="0" rIns="0" bIns="0" rtlCol="0" anchor="b">
            <a:noAutofit/>
          </a:bodyPr>
          <a:lstStyle>
            <a:defPPr>
              <a:defRPr lang="en-US"/>
            </a:defPPr>
            <a:lvl1pPr algn="ctr" eaLnBrk="0" hangingPunct="0">
              <a:defRPr sz="1200"/>
            </a:lvl1pPr>
          </a:lstStyle>
          <a:p>
            <a:r>
              <a:rPr lang="en-US" dirty="0">
                <a:solidFill>
                  <a:schemeClr val="bg1"/>
                </a:solidFill>
              </a:rPr>
              <a:t>iOS</a:t>
            </a:r>
          </a:p>
        </p:txBody>
      </p:sp>
      <p:sp>
        <p:nvSpPr>
          <p:cNvPr id="16" name="TextBox 15"/>
          <p:cNvSpPr txBox="1">
            <a:spLocks noChangeAspect="1"/>
          </p:cNvSpPr>
          <p:nvPr/>
        </p:nvSpPr>
        <p:spPr>
          <a:xfrm>
            <a:off x="2232455" y="1483965"/>
            <a:ext cx="985683" cy="431140"/>
          </a:xfrm>
          <a:prstGeom prst="rect">
            <a:avLst/>
          </a:prstGeom>
          <a:noFill/>
          <a:ln>
            <a:noFill/>
          </a:ln>
          <a:effectLst/>
        </p:spPr>
        <p:txBody>
          <a:bodyPr wrap="square" lIns="0" tIns="0" rIns="0" bIns="0" rtlCol="0" anchor="b">
            <a:noAutofit/>
          </a:bodyPr>
          <a:lstStyle>
            <a:defPPr>
              <a:defRPr lang="en-US"/>
            </a:defPPr>
            <a:lvl1pPr algn="ctr" eaLnBrk="0" hangingPunct="0">
              <a:defRPr sz="1200"/>
            </a:lvl1pPr>
          </a:lstStyle>
          <a:p>
            <a:r>
              <a:rPr lang="en-US" dirty="0">
                <a:solidFill>
                  <a:schemeClr val="bg1"/>
                </a:solidFill>
              </a:rPr>
              <a:t>Android</a:t>
            </a:r>
          </a:p>
        </p:txBody>
      </p:sp>
      <p:sp>
        <p:nvSpPr>
          <p:cNvPr id="18" name="TextBox 17"/>
          <p:cNvSpPr txBox="1">
            <a:spLocks noChangeAspect="1"/>
          </p:cNvSpPr>
          <p:nvPr/>
        </p:nvSpPr>
        <p:spPr>
          <a:xfrm>
            <a:off x="3459880" y="1483965"/>
            <a:ext cx="922615" cy="431140"/>
          </a:xfrm>
          <a:prstGeom prst="rect">
            <a:avLst/>
          </a:prstGeom>
          <a:noFill/>
          <a:ln>
            <a:noFill/>
          </a:ln>
          <a:effectLst/>
        </p:spPr>
        <p:txBody>
          <a:bodyPr wrap="square" lIns="0" tIns="0" rIns="0" bIns="0" rtlCol="0" anchor="b">
            <a:noAutofit/>
          </a:bodyPr>
          <a:lstStyle>
            <a:defPPr>
              <a:defRPr lang="en-US"/>
            </a:defPPr>
            <a:lvl1pPr algn="ctr" eaLnBrk="0" hangingPunct="0">
              <a:defRPr sz="1200"/>
            </a:lvl1pPr>
          </a:lstStyle>
          <a:p>
            <a:r>
              <a:rPr lang="en-US" dirty="0">
                <a:solidFill>
                  <a:schemeClr val="bg1"/>
                </a:solidFill>
              </a:rPr>
              <a:t>iPad</a:t>
            </a:r>
          </a:p>
        </p:txBody>
      </p:sp>
      <p:sp>
        <p:nvSpPr>
          <p:cNvPr id="19" name="TextBox 18"/>
          <p:cNvSpPr txBox="1">
            <a:spLocks noChangeAspect="1"/>
          </p:cNvSpPr>
          <p:nvPr/>
        </p:nvSpPr>
        <p:spPr>
          <a:xfrm>
            <a:off x="4731361" y="1483965"/>
            <a:ext cx="563208" cy="431140"/>
          </a:xfrm>
          <a:prstGeom prst="rect">
            <a:avLst/>
          </a:prstGeom>
          <a:noFill/>
          <a:ln>
            <a:noFill/>
          </a:ln>
          <a:effectLst/>
        </p:spPr>
        <p:txBody>
          <a:bodyPr wrap="square" lIns="0" tIns="0" rIns="0" bIns="0" rtlCol="0" anchor="b">
            <a:noAutofit/>
          </a:bodyPr>
          <a:lstStyle>
            <a:defPPr>
              <a:defRPr lang="en-US"/>
            </a:defPPr>
            <a:lvl1pPr algn="ctr" eaLnBrk="0" hangingPunct="0">
              <a:defRPr sz="1200"/>
            </a:lvl1pPr>
          </a:lstStyle>
          <a:p>
            <a:r>
              <a:rPr lang="en-US" dirty="0">
                <a:solidFill>
                  <a:schemeClr val="bg1"/>
                </a:solidFill>
              </a:rPr>
              <a:t>Tablet</a:t>
            </a:r>
          </a:p>
        </p:txBody>
      </p:sp>
      <p:sp>
        <p:nvSpPr>
          <p:cNvPr id="131" name="TextBox 130"/>
          <p:cNvSpPr txBox="1">
            <a:spLocks noChangeAspect="1"/>
          </p:cNvSpPr>
          <p:nvPr/>
        </p:nvSpPr>
        <p:spPr>
          <a:xfrm>
            <a:off x="5502129" y="1483965"/>
            <a:ext cx="1187742" cy="431140"/>
          </a:xfrm>
          <a:prstGeom prst="rect">
            <a:avLst/>
          </a:prstGeom>
          <a:noFill/>
          <a:ln>
            <a:noFill/>
          </a:ln>
          <a:effectLst/>
        </p:spPr>
        <p:txBody>
          <a:bodyPr wrap="square" lIns="0" tIns="0" rIns="0" bIns="0" rtlCol="0" anchor="b">
            <a:noAutofit/>
          </a:bodyPr>
          <a:lstStyle>
            <a:defPPr>
              <a:defRPr lang="en-US"/>
            </a:defPPr>
            <a:lvl1pPr algn="ctr" eaLnBrk="0" hangingPunct="0">
              <a:defRPr sz="1200"/>
            </a:lvl1pPr>
          </a:lstStyle>
          <a:p>
            <a:r>
              <a:rPr lang="en-US" dirty="0">
                <a:solidFill>
                  <a:schemeClr val="bg1"/>
                </a:solidFill>
              </a:rPr>
              <a:t>Desktop</a:t>
            </a:r>
          </a:p>
        </p:txBody>
      </p:sp>
      <p:sp>
        <p:nvSpPr>
          <p:cNvPr id="132" name="TextBox 131"/>
          <p:cNvSpPr txBox="1">
            <a:spLocks noChangeAspect="1"/>
          </p:cNvSpPr>
          <p:nvPr/>
        </p:nvSpPr>
        <p:spPr>
          <a:xfrm>
            <a:off x="6720866" y="1483965"/>
            <a:ext cx="1187742" cy="431140"/>
          </a:xfrm>
          <a:prstGeom prst="rect">
            <a:avLst/>
          </a:prstGeom>
          <a:noFill/>
          <a:ln>
            <a:noFill/>
          </a:ln>
          <a:effectLst/>
        </p:spPr>
        <p:txBody>
          <a:bodyPr wrap="square" lIns="0" tIns="0" rIns="0" bIns="0" rtlCol="0" anchor="b">
            <a:noAutofit/>
          </a:bodyPr>
          <a:lstStyle>
            <a:defPPr>
              <a:defRPr lang="en-US"/>
            </a:defPPr>
            <a:lvl1pPr algn="ctr" eaLnBrk="0" hangingPunct="0">
              <a:defRPr sz="1200"/>
            </a:lvl1pPr>
          </a:lstStyle>
          <a:p>
            <a:r>
              <a:rPr lang="en-US" dirty="0" err="1">
                <a:solidFill>
                  <a:schemeClr val="bg1"/>
                </a:solidFill>
              </a:rPr>
              <a:t>Webmap</a:t>
            </a:r>
            <a:endParaRPr lang="en-US" dirty="0">
              <a:solidFill>
                <a:schemeClr val="bg1"/>
              </a:solidFill>
            </a:endParaRPr>
          </a:p>
        </p:txBody>
      </p:sp>
      <p:sp>
        <p:nvSpPr>
          <p:cNvPr id="135" name="TextBox 134"/>
          <p:cNvSpPr txBox="1">
            <a:spLocks noChangeAspect="1"/>
          </p:cNvSpPr>
          <p:nvPr/>
        </p:nvSpPr>
        <p:spPr>
          <a:xfrm>
            <a:off x="8112614" y="1483965"/>
            <a:ext cx="1187742" cy="431140"/>
          </a:xfrm>
          <a:prstGeom prst="rect">
            <a:avLst/>
          </a:prstGeom>
          <a:noFill/>
          <a:ln>
            <a:noFill/>
          </a:ln>
          <a:effectLst/>
        </p:spPr>
        <p:txBody>
          <a:bodyPr wrap="square" lIns="0" tIns="0" rIns="0" bIns="0" rtlCol="0" anchor="b">
            <a:noAutofit/>
          </a:bodyPr>
          <a:lstStyle>
            <a:defPPr>
              <a:defRPr lang="en-US"/>
            </a:defPPr>
            <a:lvl1pPr algn="ctr" eaLnBrk="0" hangingPunct="0">
              <a:defRPr sz="1200"/>
            </a:lvl1pPr>
          </a:lstStyle>
          <a:p>
            <a:r>
              <a:rPr lang="en-US" dirty="0">
                <a:solidFill>
                  <a:schemeClr val="bg1"/>
                </a:solidFill>
              </a:rPr>
              <a:t>Dashboard</a:t>
            </a:r>
          </a:p>
        </p:txBody>
      </p:sp>
      <p:grpSp>
        <p:nvGrpSpPr>
          <p:cNvPr id="414" name="Group 4"/>
          <p:cNvGrpSpPr>
            <a:grpSpLocks noChangeAspect="1"/>
          </p:cNvGrpSpPr>
          <p:nvPr/>
        </p:nvGrpSpPr>
        <p:grpSpPr bwMode="auto">
          <a:xfrm>
            <a:off x="1551667" y="2124045"/>
            <a:ext cx="330200" cy="536575"/>
            <a:chOff x="702" y="1240"/>
            <a:chExt cx="208" cy="338"/>
          </a:xfrm>
        </p:grpSpPr>
        <p:sp useBgFill="1">
          <p:nvSpPr>
            <p:cNvPr id="417" name="Freeform 6"/>
            <p:cNvSpPr>
              <a:spLocks/>
            </p:cNvSpPr>
            <p:nvPr/>
          </p:nvSpPr>
          <p:spPr bwMode="auto">
            <a:xfrm>
              <a:off x="702" y="1240"/>
              <a:ext cx="208" cy="338"/>
            </a:xfrm>
            <a:custGeom>
              <a:avLst/>
              <a:gdLst>
                <a:gd name="T0" fmla="*/ 281 w 1462"/>
                <a:gd name="T1" fmla="*/ 0 h 2362"/>
                <a:gd name="T2" fmla="*/ 1181 w 1462"/>
                <a:gd name="T3" fmla="*/ 0 h 2362"/>
                <a:gd name="T4" fmla="*/ 1222 w 1462"/>
                <a:gd name="T5" fmla="*/ 3 h 2362"/>
                <a:gd name="T6" fmla="*/ 1262 w 1462"/>
                <a:gd name="T7" fmla="*/ 13 h 2362"/>
                <a:gd name="T8" fmla="*/ 1299 w 1462"/>
                <a:gd name="T9" fmla="*/ 26 h 2362"/>
                <a:gd name="T10" fmla="*/ 1334 w 1462"/>
                <a:gd name="T11" fmla="*/ 45 h 2362"/>
                <a:gd name="T12" fmla="*/ 1365 w 1462"/>
                <a:gd name="T13" fmla="*/ 70 h 2362"/>
                <a:gd name="T14" fmla="*/ 1393 w 1462"/>
                <a:gd name="T15" fmla="*/ 97 h 2362"/>
                <a:gd name="T16" fmla="*/ 1417 w 1462"/>
                <a:gd name="T17" fmla="*/ 129 h 2362"/>
                <a:gd name="T18" fmla="*/ 1436 w 1462"/>
                <a:gd name="T19" fmla="*/ 163 h 2362"/>
                <a:gd name="T20" fmla="*/ 1450 w 1462"/>
                <a:gd name="T21" fmla="*/ 201 h 2362"/>
                <a:gd name="T22" fmla="*/ 1459 w 1462"/>
                <a:gd name="T23" fmla="*/ 240 h 2362"/>
                <a:gd name="T24" fmla="*/ 1462 w 1462"/>
                <a:gd name="T25" fmla="*/ 281 h 2362"/>
                <a:gd name="T26" fmla="*/ 1462 w 1462"/>
                <a:gd name="T27" fmla="*/ 2081 h 2362"/>
                <a:gd name="T28" fmla="*/ 1459 w 1462"/>
                <a:gd name="T29" fmla="*/ 2122 h 2362"/>
                <a:gd name="T30" fmla="*/ 1450 w 1462"/>
                <a:gd name="T31" fmla="*/ 2161 h 2362"/>
                <a:gd name="T32" fmla="*/ 1436 w 1462"/>
                <a:gd name="T33" fmla="*/ 2199 h 2362"/>
                <a:gd name="T34" fmla="*/ 1417 w 1462"/>
                <a:gd name="T35" fmla="*/ 2233 h 2362"/>
                <a:gd name="T36" fmla="*/ 1393 w 1462"/>
                <a:gd name="T37" fmla="*/ 2265 h 2362"/>
                <a:gd name="T38" fmla="*/ 1365 w 1462"/>
                <a:gd name="T39" fmla="*/ 2292 h 2362"/>
                <a:gd name="T40" fmla="*/ 1334 w 1462"/>
                <a:gd name="T41" fmla="*/ 2317 h 2362"/>
                <a:gd name="T42" fmla="*/ 1299 w 1462"/>
                <a:gd name="T43" fmla="*/ 2336 h 2362"/>
                <a:gd name="T44" fmla="*/ 1262 w 1462"/>
                <a:gd name="T45" fmla="*/ 2349 h 2362"/>
                <a:gd name="T46" fmla="*/ 1222 w 1462"/>
                <a:gd name="T47" fmla="*/ 2359 h 2362"/>
                <a:gd name="T48" fmla="*/ 1181 w 1462"/>
                <a:gd name="T49" fmla="*/ 2362 h 2362"/>
                <a:gd name="T50" fmla="*/ 281 w 1462"/>
                <a:gd name="T51" fmla="*/ 2362 h 2362"/>
                <a:gd name="T52" fmla="*/ 240 w 1462"/>
                <a:gd name="T53" fmla="*/ 2359 h 2362"/>
                <a:gd name="T54" fmla="*/ 200 w 1462"/>
                <a:gd name="T55" fmla="*/ 2349 h 2362"/>
                <a:gd name="T56" fmla="*/ 163 w 1462"/>
                <a:gd name="T57" fmla="*/ 2336 h 2362"/>
                <a:gd name="T58" fmla="*/ 128 w 1462"/>
                <a:gd name="T59" fmla="*/ 2317 h 2362"/>
                <a:gd name="T60" fmla="*/ 97 w 1462"/>
                <a:gd name="T61" fmla="*/ 2292 h 2362"/>
                <a:gd name="T62" fmla="*/ 69 w 1462"/>
                <a:gd name="T63" fmla="*/ 2265 h 2362"/>
                <a:gd name="T64" fmla="*/ 45 w 1462"/>
                <a:gd name="T65" fmla="*/ 2233 h 2362"/>
                <a:gd name="T66" fmla="*/ 26 w 1462"/>
                <a:gd name="T67" fmla="*/ 2199 h 2362"/>
                <a:gd name="T68" fmla="*/ 12 w 1462"/>
                <a:gd name="T69" fmla="*/ 2161 h 2362"/>
                <a:gd name="T70" fmla="*/ 3 w 1462"/>
                <a:gd name="T71" fmla="*/ 2122 h 2362"/>
                <a:gd name="T72" fmla="*/ 0 w 1462"/>
                <a:gd name="T73" fmla="*/ 2081 h 2362"/>
                <a:gd name="T74" fmla="*/ 0 w 1462"/>
                <a:gd name="T75" fmla="*/ 281 h 2362"/>
                <a:gd name="T76" fmla="*/ 3 w 1462"/>
                <a:gd name="T77" fmla="*/ 240 h 2362"/>
                <a:gd name="T78" fmla="*/ 12 w 1462"/>
                <a:gd name="T79" fmla="*/ 201 h 2362"/>
                <a:gd name="T80" fmla="*/ 26 w 1462"/>
                <a:gd name="T81" fmla="*/ 163 h 2362"/>
                <a:gd name="T82" fmla="*/ 45 w 1462"/>
                <a:gd name="T83" fmla="*/ 129 h 2362"/>
                <a:gd name="T84" fmla="*/ 69 w 1462"/>
                <a:gd name="T85" fmla="*/ 97 h 2362"/>
                <a:gd name="T86" fmla="*/ 97 w 1462"/>
                <a:gd name="T87" fmla="*/ 70 h 2362"/>
                <a:gd name="T88" fmla="*/ 128 w 1462"/>
                <a:gd name="T89" fmla="*/ 45 h 2362"/>
                <a:gd name="T90" fmla="*/ 163 w 1462"/>
                <a:gd name="T91" fmla="*/ 26 h 2362"/>
                <a:gd name="T92" fmla="*/ 200 w 1462"/>
                <a:gd name="T93" fmla="*/ 13 h 2362"/>
                <a:gd name="T94" fmla="*/ 240 w 1462"/>
                <a:gd name="T95" fmla="*/ 3 h 2362"/>
                <a:gd name="T96" fmla="*/ 281 w 1462"/>
                <a:gd name="T97" fmla="*/ 0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62" h="2362">
                  <a:moveTo>
                    <a:pt x="281" y="0"/>
                  </a:moveTo>
                  <a:lnTo>
                    <a:pt x="1181" y="0"/>
                  </a:lnTo>
                  <a:lnTo>
                    <a:pt x="1222" y="3"/>
                  </a:lnTo>
                  <a:lnTo>
                    <a:pt x="1262" y="13"/>
                  </a:lnTo>
                  <a:lnTo>
                    <a:pt x="1299" y="26"/>
                  </a:lnTo>
                  <a:lnTo>
                    <a:pt x="1334" y="45"/>
                  </a:lnTo>
                  <a:lnTo>
                    <a:pt x="1365" y="70"/>
                  </a:lnTo>
                  <a:lnTo>
                    <a:pt x="1393" y="97"/>
                  </a:lnTo>
                  <a:lnTo>
                    <a:pt x="1417" y="129"/>
                  </a:lnTo>
                  <a:lnTo>
                    <a:pt x="1436" y="163"/>
                  </a:lnTo>
                  <a:lnTo>
                    <a:pt x="1450" y="201"/>
                  </a:lnTo>
                  <a:lnTo>
                    <a:pt x="1459" y="240"/>
                  </a:lnTo>
                  <a:lnTo>
                    <a:pt x="1462" y="281"/>
                  </a:lnTo>
                  <a:lnTo>
                    <a:pt x="1462" y="2081"/>
                  </a:lnTo>
                  <a:lnTo>
                    <a:pt x="1459" y="2122"/>
                  </a:lnTo>
                  <a:lnTo>
                    <a:pt x="1450" y="2161"/>
                  </a:lnTo>
                  <a:lnTo>
                    <a:pt x="1436" y="2199"/>
                  </a:lnTo>
                  <a:lnTo>
                    <a:pt x="1417" y="2233"/>
                  </a:lnTo>
                  <a:lnTo>
                    <a:pt x="1393" y="2265"/>
                  </a:lnTo>
                  <a:lnTo>
                    <a:pt x="1365" y="2292"/>
                  </a:lnTo>
                  <a:lnTo>
                    <a:pt x="1334" y="2317"/>
                  </a:lnTo>
                  <a:lnTo>
                    <a:pt x="1299" y="2336"/>
                  </a:lnTo>
                  <a:lnTo>
                    <a:pt x="1262" y="2349"/>
                  </a:lnTo>
                  <a:lnTo>
                    <a:pt x="1222" y="2359"/>
                  </a:lnTo>
                  <a:lnTo>
                    <a:pt x="1181" y="2362"/>
                  </a:lnTo>
                  <a:lnTo>
                    <a:pt x="281" y="2362"/>
                  </a:lnTo>
                  <a:lnTo>
                    <a:pt x="240" y="2359"/>
                  </a:lnTo>
                  <a:lnTo>
                    <a:pt x="200" y="2349"/>
                  </a:lnTo>
                  <a:lnTo>
                    <a:pt x="163" y="2336"/>
                  </a:lnTo>
                  <a:lnTo>
                    <a:pt x="128" y="2317"/>
                  </a:lnTo>
                  <a:lnTo>
                    <a:pt x="97" y="2292"/>
                  </a:lnTo>
                  <a:lnTo>
                    <a:pt x="69" y="2265"/>
                  </a:lnTo>
                  <a:lnTo>
                    <a:pt x="45" y="2233"/>
                  </a:lnTo>
                  <a:lnTo>
                    <a:pt x="26" y="2199"/>
                  </a:lnTo>
                  <a:lnTo>
                    <a:pt x="12" y="2161"/>
                  </a:lnTo>
                  <a:lnTo>
                    <a:pt x="3" y="2122"/>
                  </a:lnTo>
                  <a:lnTo>
                    <a:pt x="0" y="2081"/>
                  </a:lnTo>
                  <a:lnTo>
                    <a:pt x="0" y="281"/>
                  </a:lnTo>
                  <a:lnTo>
                    <a:pt x="3" y="240"/>
                  </a:lnTo>
                  <a:lnTo>
                    <a:pt x="12" y="201"/>
                  </a:lnTo>
                  <a:lnTo>
                    <a:pt x="26" y="163"/>
                  </a:lnTo>
                  <a:lnTo>
                    <a:pt x="45" y="129"/>
                  </a:lnTo>
                  <a:lnTo>
                    <a:pt x="69" y="97"/>
                  </a:lnTo>
                  <a:lnTo>
                    <a:pt x="97" y="70"/>
                  </a:lnTo>
                  <a:lnTo>
                    <a:pt x="128" y="45"/>
                  </a:lnTo>
                  <a:lnTo>
                    <a:pt x="163" y="26"/>
                  </a:lnTo>
                  <a:lnTo>
                    <a:pt x="200" y="13"/>
                  </a:lnTo>
                  <a:lnTo>
                    <a:pt x="240" y="3"/>
                  </a:lnTo>
                  <a:lnTo>
                    <a:pt x="281"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19" name="Freeform 7"/>
            <p:cNvSpPr>
              <a:spLocks noEditPoints="1"/>
            </p:cNvSpPr>
            <p:nvPr/>
          </p:nvSpPr>
          <p:spPr bwMode="auto">
            <a:xfrm>
              <a:off x="718" y="1256"/>
              <a:ext cx="176" cy="306"/>
            </a:xfrm>
            <a:custGeom>
              <a:avLst/>
              <a:gdLst>
                <a:gd name="T0" fmla="*/ 596 w 1236"/>
                <a:gd name="T1" fmla="*/ 1858 h 2136"/>
                <a:gd name="T2" fmla="*/ 559 w 1236"/>
                <a:gd name="T3" fmla="*/ 1880 h 2136"/>
                <a:gd name="T4" fmla="*/ 537 w 1236"/>
                <a:gd name="T5" fmla="*/ 1917 h 2136"/>
                <a:gd name="T6" fmla="*/ 537 w 1236"/>
                <a:gd name="T7" fmla="*/ 1962 h 2136"/>
                <a:gd name="T8" fmla="*/ 559 w 1236"/>
                <a:gd name="T9" fmla="*/ 1999 h 2136"/>
                <a:gd name="T10" fmla="*/ 596 w 1236"/>
                <a:gd name="T11" fmla="*/ 2021 h 2136"/>
                <a:gd name="T12" fmla="*/ 640 w 1236"/>
                <a:gd name="T13" fmla="*/ 2021 h 2136"/>
                <a:gd name="T14" fmla="*/ 677 w 1236"/>
                <a:gd name="T15" fmla="*/ 1999 h 2136"/>
                <a:gd name="T16" fmla="*/ 699 w 1236"/>
                <a:gd name="T17" fmla="*/ 1962 h 2136"/>
                <a:gd name="T18" fmla="*/ 699 w 1236"/>
                <a:gd name="T19" fmla="*/ 1917 h 2136"/>
                <a:gd name="T20" fmla="*/ 677 w 1236"/>
                <a:gd name="T21" fmla="*/ 1880 h 2136"/>
                <a:gd name="T22" fmla="*/ 640 w 1236"/>
                <a:gd name="T23" fmla="*/ 1858 h 2136"/>
                <a:gd name="T24" fmla="*/ 112 w 1236"/>
                <a:gd name="T25" fmla="*/ 225 h 2136"/>
                <a:gd name="T26" fmla="*/ 1124 w 1236"/>
                <a:gd name="T27" fmla="*/ 1743 h 2136"/>
                <a:gd name="T28" fmla="*/ 112 w 1236"/>
                <a:gd name="T29" fmla="*/ 225 h 2136"/>
                <a:gd name="T30" fmla="*/ 1068 w 1236"/>
                <a:gd name="T31" fmla="*/ 0 h 2136"/>
                <a:gd name="T32" fmla="*/ 1127 w 1236"/>
                <a:gd name="T33" fmla="*/ 11 h 2136"/>
                <a:gd name="T34" fmla="*/ 1177 w 1236"/>
                <a:gd name="T35" fmla="*/ 39 h 2136"/>
                <a:gd name="T36" fmla="*/ 1214 w 1236"/>
                <a:gd name="T37" fmla="*/ 83 h 2136"/>
                <a:gd name="T38" fmla="*/ 1234 w 1236"/>
                <a:gd name="T39" fmla="*/ 138 h 2136"/>
                <a:gd name="T40" fmla="*/ 1236 w 1236"/>
                <a:gd name="T41" fmla="*/ 1968 h 2136"/>
                <a:gd name="T42" fmla="*/ 1225 w 1236"/>
                <a:gd name="T43" fmla="*/ 2026 h 2136"/>
                <a:gd name="T44" fmla="*/ 1197 w 1236"/>
                <a:gd name="T45" fmla="*/ 2076 h 2136"/>
                <a:gd name="T46" fmla="*/ 1153 w 1236"/>
                <a:gd name="T47" fmla="*/ 2113 h 2136"/>
                <a:gd name="T48" fmla="*/ 1099 w 1236"/>
                <a:gd name="T49" fmla="*/ 2134 h 2136"/>
                <a:gd name="T50" fmla="*/ 168 w 1236"/>
                <a:gd name="T51" fmla="*/ 2136 h 2136"/>
                <a:gd name="T52" fmla="*/ 109 w 1236"/>
                <a:gd name="T53" fmla="*/ 2125 h 2136"/>
                <a:gd name="T54" fmla="*/ 59 w 1236"/>
                <a:gd name="T55" fmla="*/ 2097 h 2136"/>
                <a:gd name="T56" fmla="*/ 22 w 1236"/>
                <a:gd name="T57" fmla="*/ 2053 h 2136"/>
                <a:gd name="T58" fmla="*/ 2 w 1236"/>
                <a:gd name="T59" fmla="*/ 1998 h 2136"/>
                <a:gd name="T60" fmla="*/ 0 w 1236"/>
                <a:gd name="T61" fmla="*/ 168 h 2136"/>
                <a:gd name="T62" fmla="*/ 11 w 1236"/>
                <a:gd name="T63" fmla="*/ 110 h 2136"/>
                <a:gd name="T64" fmla="*/ 39 w 1236"/>
                <a:gd name="T65" fmla="*/ 60 h 2136"/>
                <a:gd name="T66" fmla="*/ 83 w 1236"/>
                <a:gd name="T67" fmla="*/ 23 h 2136"/>
                <a:gd name="T68" fmla="*/ 137 w 1236"/>
                <a:gd name="T69" fmla="*/ 2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36" h="2136">
                  <a:moveTo>
                    <a:pt x="618" y="1855"/>
                  </a:moveTo>
                  <a:lnTo>
                    <a:pt x="596" y="1858"/>
                  </a:lnTo>
                  <a:lnTo>
                    <a:pt x="576" y="1867"/>
                  </a:lnTo>
                  <a:lnTo>
                    <a:pt x="559" y="1880"/>
                  </a:lnTo>
                  <a:lnTo>
                    <a:pt x="545" y="1897"/>
                  </a:lnTo>
                  <a:lnTo>
                    <a:pt x="537" y="1917"/>
                  </a:lnTo>
                  <a:lnTo>
                    <a:pt x="533" y="1940"/>
                  </a:lnTo>
                  <a:lnTo>
                    <a:pt x="537" y="1962"/>
                  </a:lnTo>
                  <a:lnTo>
                    <a:pt x="545" y="1982"/>
                  </a:lnTo>
                  <a:lnTo>
                    <a:pt x="559" y="1999"/>
                  </a:lnTo>
                  <a:lnTo>
                    <a:pt x="576" y="2012"/>
                  </a:lnTo>
                  <a:lnTo>
                    <a:pt x="596" y="2021"/>
                  </a:lnTo>
                  <a:lnTo>
                    <a:pt x="618" y="2024"/>
                  </a:lnTo>
                  <a:lnTo>
                    <a:pt x="640" y="2021"/>
                  </a:lnTo>
                  <a:lnTo>
                    <a:pt x="660" y="2012"/>
                  </a:lnTo>
                  <a:lnTo>
                    <a:pt x="677" y="1999"/>
                  </a:lnTo>
                  <a:lnTo>
                    <a:pt x="691" y="1982"/>
                  </a:lnTo>
                  <a:lnTo>
                    <a:pt x="699" y="1962"/>
                  </a:lnTo>
                  <a:lnTo>
                    <a:pt x="703" y="1940"/>
                  </a:lnTo>
                  <a:lnTo>
                    <a:pt x="699" y="1917"/>
                  </a:lnTo>
                  <a:lnTo>
                    <a:pt x="691" y="1897"/>
                  </a:lnTo>
                  <a:lnTo>
                    <a:pt x="677" y="1880"/>
                  </a:lnTo>
                  <a:lnTo>
                    <a:pt x="660" y="1867"/>
                  </a:lnTo>
                  <a:lnTo>
                    <a:pt x="640" y="1858"/>
                  </a:lnTo>
                  <a:lnTo>
                    <a:pt x="618" y="1855"/>
                  </a:lnTo>
                  <a:close/>
                  <a:moveTo>
                    <a:pt x="112" y="225"/>
                  </a:moveTo>
                  <a:lnTo>
                    <a:pt x="112" y="1743"/>
                  </a:lnTo>
                  <a:lnTo>
                    <a:pt x="1124" y="1743"/>
                  </a:lnTo>
                  <a:lnTo>
                    <a:pt x="1124" y="225"/>
                  </a:lnTo>
                  <a:lnTo>
                    <a:pt x="112" y="225"/>
                  </a:lnTo>
                  <a:close/>
                  <a:moveTo>
                    <a:pt x="168" y="0"/>
                  </a:moveTo>
                  <a:lnTo>
                    <a:pt x="1068" y="0"/>
                  </a:lnTo>
                  <a:lnTo>
                    <a:pt x="1099" y="2"/>
                  </a:lnTo>
                  <a:lnTo>
                    <a:pt x="1127" y="11"/>
                  </a:lnTo>
                  <a:lnTo>
                    <a:pt x="1153" y="23"/>
                  </a:lnTo>
                  <a:lnTo>
                    <a:pt x="1177" y="39"/>
                  </a:lnTo>
                  <a:lnTo>
                    <a:pt x="1197" y="60"/>
                  </a:lnTo>
                  <a:lnTo>
                    <a:pt x="1214" y="83"/>
                  </a:lnTo>
                  <a:lnTo>
                    <a:pt x="1225" y="110"/>
                  </a:lnTo>
                  <a:lnTo>
                    <a:pt x="1234" y="138"/>
                  </a:lnTo>
                  <a:lnTo>
                    <a:pt x="1236" y="168"/>
                  </a:lnTo>
                  <a:lnTo>
                    <a:pt x="1236" y="1968"/>
                  </a:lnTo>
                  <a:lnTo>
                    <a:pt x="1234" y="1998"/>
                  </a:lnTo>
                  <a:lnTo>
                    <a:pt x="1225" y="2026"/>
                  </a:lnTo>
                  <a:lnTo>
                    <a:pt x="1214" y="2053"/>
                  </a:lnTo>
                  <a:lnTo>
                    <a:pt x="1197" y="2076"/>
                  </a:lnTo>
                  <a:lnTo>
                    <a:pt x="1177" y="2097"/>
                  </a:lnTo>
                  <a:lnTo>
                    <a:pt x="1153" y="2113"/>
                  </a:lnTo>
                  <a:lnTo>
                    <a:pt x="1127" y="2125"/>
                  </a:lnTo>
                  <a:lnTo>
                    <a:pt x="1099" y="2134"/>
                  </a:lnTo>
                  <a:lnTo>
                    <a:pt x="1068" y="2136"/>
                  </a:lnTo>
                  <a:lnTo>
                    <a:pt x="168" y="2136"/>
                  </a:lnTo>
                  <a:lnTo>
                    <a:pt x="137" y="2134"/>
                  </a:lnTo>
                  <a:lnTo>
                    <a:pt x="109" y="2125"/>
                  </a:lnTo>
                  <a:lnTo>
                    <a:pt x="83" y="2113"/>
                  </a:lnTo>
                  <a:lnTo>
                    <a:pt x="59" y="2097"/>
                  </a:lnTo>
                  <a:lnTo>
                    <a:pt x="39" y="2076"/>
                  </a:lnTo>
                  <a:lnTo>
                    <a:pt x="22" y="2053"/>
                  </a:lnTo>
                  <a:lnTo>
                    <a:pt x="11" y="2026"/>
                  </a:lnTo>
                  <a:lnTo>
                    <a:pt x="2" y="1998"/>
                  </a:lnTo>
                  <a:lnTo>
                    <a:pt x="0" y="1968"/>
                  </a:lnTo>
                  <a:lnTo>
                    <a:pt x="0" y="168"/>
                  </a:lnTo>
                  <a:lnTo>
                    <a:pt x="2" y="138"/>
                  </a:lnTo>
                  <a:lnTo>
                    <a:pt x="11" y="110"/>
                  </a:lnTo>
                  <a:lnTo>
                    <a:pt x="22" y="83"/>
                  </a:lnTo>
                  <a:lnTo>
                    <a:pt x="39" y="60"/>
                  </a:lnTo>
                  <a:lnTo>
                    <a:pt x="59" y="39"/>
                  </a:lnTo>
                  <a:lnTo>
                    <a:pt x="83" y="23"/>
                  </a:lnTo>
                  <a:lnTo>
                    <a:pt x="109" y="11"/>
                  </a:lnTo>
                  <a:lnTo>
                    <a:pt x="137" y="2"/>
                  </a:lnTo>
                  <a:lnTo>
                    <a:pt x="16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421" name="Group 10"/>
          <p:cNvGrpSpPr>
            <a:grpSpLocks noChangeAspect="1"/>
          </p:cNvGrpSpPr>
          <p:nvPr/>
        </p:nvGrpSpPr>
        <p:grpSpPr bwMode="auto">
          <a:xfrm>
            <a:off x="2548867" y="2124045"/>
            <a:ext cx="355600" cy="536575"/>
            <a:chOff x="1394" y="1252"/>
            <a:chExt cx="224" cy="338"/>
          </a:xfrm>
        </p:grpSpPr>
        <p:sp useBgFill="1">
          <p:nvSpPr>
            <p:cNvPr id="424" name="Freeform 12"/>
            <p:cNvSpPr>
              <a:spLocks/>
            </p:cNvSpPr>
            <p:nvPr/>
          </p:nvSpPr>
          <p:spPr bwMode="auto">
            <a:xfrm>
              <a:off x="1394" y="1252"/>
              <a:ext cx="224" cy="338"/>
            </a:xfrm>
            <a:custGeom>
              <a:avLst/>
              <a:gdLst>
                <a:gd name="T0" fmla="*/ 225 w 1574"/>
                <a:gd name="T1" fmla="*/ 0 h 2362"/>
                <a:gd name="T2" fmla="*/ 1349 w 1574"/>
                <a:gd name="T3" fmla="*/ 0 h 2362"/>
                <a:gd name="T4" fmla="*/ 1386 w 1574"/>
                <a:gd name="T5" fmla="*/ 3 h 2362"/>
                <a:gd name="T6" fmla="*/ 1420 w 1574"/>
                <a:gd name="T7" fmla="*/ 12 h 2362"/>
                <a:gd name="T8" fmla="*/ 1453 w 1574"/>
                <a:gd name="T9" fmla="*/ 25 h 2362"/>
                <a:gd name="T10" fmla="*/ 1482 w 1574"/>
                <a:gd name="T11" fmla="*/ 43 h 2362"/>
                <a:gd name="T12" fmla="*/ 1508 w 1574"/>
                <a:gd name="T13" fmla="*/ 67 h 2362"/>
                <a:gd name="T14" fmla="*/ 1531 w 1574"/>
                <a:gd name="T15" fmla="*/ 93 h 2362"/>
                <a:gd name="T16" fmla="*/ 1549 w 1574"/>
                <a:gd name="T17" fmla="*/ 121 h 2362"/>
                <a:gd name="T18" fmla="*/ 1562 w 1574"/>
                <a:gd name="T19" fmla="*/ 154 h 2362"/>
                <a:gd name="T20" fmla="*/ 1571 w 1574"/>
                <a:gd name="T21" fmla="*/ 189 h 2362"/>
                <a:gd name="T22" fmla="*/ 1574 w 1574"/>
                <a:gd name="T23" fmla="*/ 225 h 2362"/>
                <a:gd name="T24" fmla="*/ 1574 w 1574"/>
                <a:gd name="T25" fmla="*/ 2137 h 2362"/>
                <a:gd name="T26" fmla="*/ 1571 w 1574"/>
                <a:gd name="T27" fmla="*/ 2173 h 2362"/>
                <a:gd name="T28" fmla="*/ 1562 w 1574"/>
                <a:gd name="T29" fmla="*/ 2208 h 2362"/>
                <a:gd name="T30" fmla="*/ 1549 w 1574"/>
                <a:gd name="T31" fmla="*/ 2241 h 2362"/>
                <a:gd name="T32" fmla="*/ 1531 w 1574"/>
                <a:gd name="T33" fmla="*/ 2269 h 2362"/>
                <a:gd name="T34" fmla="*/ 1508 w 1574"/>
                <a:gd name="T35" fmla="*/ 2295 h 2362"/>
                <a:gd name="T36" fmla="*/ 1482 w 1574"/>
                <a:gd name="T37" fmla="*/ 2319 h 2362"/>
                <a:gd name="T38" fmla="*/ 1453 w 1574"/>
                <a:gd name="T39" fmla="*/ 2337 h 2362"/>
                <a:gd name="T40" fmla="*/ 1420 w 1574"/>
                <a:gd name="T41" fmla="*/ 2350 h 2362"/>
                <a:gd name="T42" fmla="*/ 1386 w 1574"/>
                <a:gd name="T43" fmla="*/ 2359 h 2362"/>
                <a:gd name="T44" fmla="*/ 1349 w 1574"/>
                <a:gd name="T45" fmla="*/ 2362 h 2362"/>
                <a:gd name="T46" fmla="*/ 225 w 1574"/>
                <a:gd name="T47" fmla="*/ 2362 h 2362"/>
                <a:gd name="T48" fmla="*/ 188 w 1574"/>
                <a:gd name="T49" fmla="*/ 2359 h 2362"/>
                <a:gd name="T50" fmla="*/ 154 w 1574"/>
                <a:gd name="T51" fmla="*/ 2350 h 2362"/>
                <a:gd name="T52" fmla="*/ 121 w 1574"/>
                <a:gd name="T53" fmla="*/ 2337 h 2362"/>
                <a:gd name="T54" fmla="*/ 92 w 1574"/>
                <a:gd name="T55" fmla="*/ 2319 h 2362"/>
                <a:gd name="T56" fmla="*/ 66 w 1574"/>
                <a:gd name="T57" fmla="*/ 2295 h 2362"/>
                <a:gd name="T58" fmla="*/ 43 w 1574"/>
                <a:gd name="T59" fmla="*/ 2269 h 2362"/>
                <a:gd name="T60" fmla="*/ 25 w 1574"/>
                <a:gd name="T61" fmla="*/ 2241 h 2362"/>
                <a:gd name="T62" fmla="*/ 12 w 1574"/>
                <a:gd name="T63" fmla="*/ 2208 h 2362"/>
                <a:gd name="T64" fmla="*/ 3 w 1574"/>
                <a:gd name="T65" fmla="*/ 2173 h 2362"/>
                <a:gd name="T66" fmla="*/ 0 w 1574"/>
                <a:gd name="T67" fmla="*/ 2137 h 2362"/>
                <a:gd name="T68" fmla="*/ 0 w 1574"/>
                <a:gd name="T69" fmla="*/ 225 h 2362"/>
                <a:gd name="T70" fmla="*/ 3 w 1574"/>
                <a:gd name="T71" fmla="*/ 189 h 2362"/>
                <a:gd name="T72" fmla="*/ 12 w 1574"/>
                <a:gd name="T73" fmla="*/ 154 h 2362"/>
                <a:gd name="T74" fmla="*/ 25 w 1574"/>
                <a:gd name="T75" fmla="*/ 121 h 2362"/>
                <a:gd name="T76" fmla="*/ 43 w 1574"/>
                <a:gd name="T77" fmla="*/ 93 h 2362"/>
                <a:gd name="T78" fmla="*/ 66 w 1574"/>
                <a:gd name="T79" fmla="*/ 67 h 2362"/>
                <a:gd name="T80" fmla="*/ 92 w 1574"/>
                <a:gd name="T81" fmla="*/ 43 h 2362"/>
                <a:gd name="T82" fmla="*/ 121 w 1574"/>
                <a:gd name="T83" fmla="*/ 25 h 2362"/>
                <a:gd name="T84" fmla="*/ 154 w 1574"/>
                <a:gd name="T85" fmla="*/ 12 h 2362"/>
                <a:gd name="T86" fmla="*/ 188 w 1574"/>
                <a:gd name="T87" fmla="*/ 3 h 2362"/>
                <a:gd name="T88" fmla="*/ 225 w 1574"/>
                <a:gd name="T89" fmla="*/ 0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574" h="2362">
                  <a:moveTo>
                    <a:pt x="225" y="0"/>
                  </a:moveTo>
                  <a:lnTo>
                    <a:pt x="1349" y="0"/>
                  </a:lnTo>
                  <a:lnTo>
                    <a:pt x="1386" y="3"/>
                  </a:lnTo>
                  <a:lnTo>
                    <a:pt x="1420" y="12"/>
                  </a:lnTo>
                  <a:lnTo>
                    <a:pt x="1453" y="25"/>
                  </a:lnTo>
                  <a:lnTo>
                    <a:pt x="1482" y="43"/>
                  </a:lnTo>
                  <a:lnTo>
                    <a:pt x="1508" y="67"/>
                  </a:lnTo>
                  <a:lnTo>
                    <a:pt x="1531" y="93"/>
                  </a:lnTo>
                  <a:lnTo>
                    <a:pt x="1549" y="121"/>
                  </a:lnTo>
                  <a:lnTo>
                    <a:pt x="1562" y="154"/>
                  </a:lnTo>
                  <a:lnTo>
                    <a:pt x="1571" y="189"/>
                  </a:lnTo>
                  <a:lnTo>
                    <a:pt x="1574" y="225"/>
                  </a:lnTo>
                  <a:lnTo>
                    <a:pt x="1574" y="2137"/>
                  </a:lnTo>
                  <a:lnTo>
                    <a:pt x="1571" y="2173"/>
                  </a:lnTo>
                  <a:lnTo>
                    <a:pt x="1562" y="2208"/>
                  </a:lnTo>
                  <a:lnTo>
                    <a:pt x="1549" y="2241"/>
                  </a:lnTo>
                  <a:lnTo>
                    <a:pt x="1531" y="2269"/>
                  </a:lnTo>
                  <a:lnTo>
                    <a:pt x="1508" y="2295"/>
                  </a:lnTo>
                  <a:lnTo>
                    <a:pt x="1482" y="2319"/>
                  </a:lnTo>
                  <a:lnTo>
                    <a:pt x="1453" y="2337"/>
                  </a:lnTo>
                  <a:lnTo>
                    <a:pt x="1420" y="2350"/>
                  </a:lnTo>
                  <a:lnTo>
                    <a:pt x="1386" y="2359"/>
                  </a:lnTo>
                  <a:lnTo>
                    <a:pt x="1349" y="2362"/>
                  </a:lnTo>
                  <a:lnTo>
                    <a:pt x="225" y="2362"/>
                  </a:lnTo>
                  <a:lnTo>
                    <a:pt x="188" y="2359"/>
                  </a:lnTo>
                  <a:lnTo>
                    <a:pt x="154" y="2350"/>
                  </a:lnTo>
                  <a:lnTo>
                    <a:pt x="121" y="2337"/>
                  </a:lnTo>
                  <a:lnTo>
                    <a:pt x="92" y="2319"/>
                  </a:lnTo>
                  <a:lnTo>
                    <a:pt x="66" y="2295"/>
                  </a:lnTo>
                  <a:lnTo>
                    <a:pt x="43" y="2269"/>
                  </a:lnTo>
                  <a:lnTo>
                    <a:pt x="25" y="2241"/>
                  </a:lnTo>
                  <a:lnTo>
                    <a:pt x="12" y="2208"/>
                  </a:lnTo>
                  <a:lnTo>
                    <a:pt x="3" y="2173"/>
                  </a:lnTo>
                  <a:lnTo>
                    <a:pt x="0" y="2137"/>
                  </a:lnTo>
                  <a:lnTo>
                    <a:pt x="0" y="225"/>
                  </a:lnTo>
                  <a:lnTo>
                    <a:pt x="3" y="189"/>
                  </a:lnTo>
                  <a:lnTo>
                    <a:pt x="12" y="154"/>
                  </a:lnTo>
                  <a:lnTo>
                    <a:pt x="25" y="121"/>
                  </a:lnTo>
                  <a:lnTo>
                    <a:pt x="43" y="93"/>
                  </a:lnTo>
                  <a:lnTo>
                    <a:pt x="66" y="67"/>
                  </a:lnTo>
                  <a:lnTo>
                    <a:pt x="92" y="43"/>
                  </a:lnTo>
                  <a:lnTo>
                    <a:pt x="121" y="25"/>
                  </a:lnTo>
                  <a:lnTo>
                    <a:pt x="154" y="12"/>
                  </a:lnTo>
                  <a:lnTo>
                    <a:pt x="188" y="3"/>
                  </a:lnTo>
                  <a:lnTo>
                    <a:pt x="225"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25" name="Freeform 13"/>
            <p:cNvSpPr>
              <a:spLocks noEditPoints="1"/>
            </p:cNvSpPr>
            <p:nvPr/>
          </p:nvSpPr>
          <p:spPr bwMode="auto">
            <a:xfrm>
              <a:off x="1410" y="1268"/>
              <a:ext cx="192" cy="306"/>
            </a:xfrm>
            <a:custGeom>
              <a:avLst/>
              <a:gdLst>
                <a:gd name="T0" fmla="*/ 900 w 1350"/>
                <a:gd name="T1" fmla="*/ 1968 h 2136"/>
                <a:gd name="T2" fmla="*/ 1012 w 1350"/>
                <a:gd name="T3" fmla="*/ 1855 h 2136"/>
                <a:gd name="T4" fmla="*/ 338 w 1350"/>
                <a:gd name="T5" fmla="*/ 1855 h 2136"/>
                <a:gd name="T6" fmla="*/ 450 w 1350"/>
                <a:gd name="T7" fmla="*/ 1968 h 2136"/>
                <a:gd name="T8" fmla="*/ 338 w 1350"/>
                <a:gd name="T9" fmla="*/ 1855 h 2136"/>
                <a:gd name="T10" fmla="*/ 650 w 1350"/>
                <a:gd name="T11" fmla="*/ 1802 h 2136"/>
                <a:gd name="T12" fmla="*/ 604 w 1350"/>
                <a:gd name="T13" fmla="*/ 1823 h 2136"/>
                <a:gd name="T14" fmla="*/ 574 w 1350"/>
                <a:gd name="T15" fmla="*/ 1862 h 2136"/>
                <a:gd name="T16" fmla="*/ 563 w 1350"/>
                <a:gd name="T17" fmla="*/ 1911 h 2136"/>
                <a:gd name="T18" fmla="*/ 574 w 1350"/>
                <a:gd name="T19" fmla="*/ 1961 h 2136"/>
                <a:gd name="T20" fmla="*/ 604 w 1350"/>
                <a:gd name="T21" fmla="*/ 1999 h 2136"/>
                <a:gd name="T22" fmla="*/ 650 w 1350"/>
                <a:gd name="T23" fmla="*/ 2021 h 2136"/>
                <a:gd name="T24" fmla="*/ 700 w 1350"/>
                <a:gd name="T25" fmla="*/ 2021 h 2136"/>
                <a:gd name="T26" fmla="*/ 746 w 1350"/>
                <a:gd name="T27" fmla="*/ 1999 h 2136"/>
                <a:gd name="T28" fmla="*/ 776 w 1350"/>
                <a:gd name="T29" fmla="*/ 1961 h 2136"/>
                <a:gd name="T30" fmla="*/ 787 w 1350"/>
                <a:gd name="T31" fmla="*/ 1911 h 2136"/>
                <a:gd name="T32" fmla="*/ 776 w 1350"/>
                <a:gd name="T33" fmla="*/ 1862 h 2136"/>
                <a:gd name="T34" fmla="*/ 746 w 1350"/>
                <a:gd name="T35" fmla="*/ 1823 h 2136"/>
                <a:gd name="T36" fmla="*/ 700 w 1350"/>
                <a:gd name="T37" fmla="*/ 1802 h 2136"/>
                <a:gd name="T38" fmla="*/ 113 w 1350"/>
                <a:gd name="T39" fmla="*/ 225 h 2136"/>
                <a:gd name="T40" fmla="*/ 1237 w 1350"/>
                <a:gd name="T41" fmla="*/ 1686 h 2136"/>
                <a:gd name="T42" fmla="*/ 113 w 1350"/>
                <a:gd name="T43" fmla="*/ 225 h 2136"/>
                <a:gd name="T44" fmla="*/ 1237 w 1350"/>
                <a:gd name="T45" fmla="*/ 0 h 2136"/>
                <a:gd name="T46" fmla="*/ 1287 w 1350"/>
                <a:gd name="T47" fmla="*/ 12 h 2136"/>
                <a:gd name="T48" fmla="*/ 1325 w 1350"/>
                <a:gd name="T49" fmla="*/ 42 h 2136"/>
                <a:gd name="T50" fmla="*/ 1347 w 1350"/>
                <a:gd name="T51" fmla="*/ 87 h 2136"/>
                <a:gd name="T52" fmla="*/ 1350 w 1350"/>
                <a:gd name="T53" fmla="*/ 2024 h 2136"/>
                <a:gd name="T54" fmla="*/ 1338 w 1350"/>
                <a:gd name="T55" fmla="*/ 2074 h 2136"/>
                <a:gd name="T56" fmla="*/ 1308 w 1350"/>
                <a:gd name="T57" fmla="*/ 2112 h 2136"/>
                <a:gd name="T58" fmla="*/ 1263 w 1350"/>
                <a:gd name="T59" fmla="*/ 2133 h 2136"/>
                <a:gd name="T60" fmla="*/ 113 w 1350"/>
                <a:gd name="T61" fmla="*/ 2136 h 2136"/>
                <a:gd name="T62" fmla="*/ 63 w 1350"/>
                <a:gd name="T63" fmla="*/ 2124 h 2136"/>
                <a:gd name="T64" fmla="*/ 25 w 1350"/>
                <a:gd name="T65" fmla="*/ 2094 h 2136"/>
                <a:gd name="T66" fmla="*/ 3 w 1350"/>
                <a:gd name="T67" fmla="*/ 2049 h 2136"/>
                <a:gd name="T68" fmla="*/ 0 w 1350"/>
                <a:gd name="T69" fmla="*/ 112 h 2136"/>
                <a:gd name="T70" fmla="*/ 12 w 1350"/>
                <a:gd name="T71" fmla="*/ 62 h 2136"/>
                <a:gd name="T72" fmla="*/ 42 w 1350"/>
                <a:gd name="T73" fmla="*/ 24 h 2136"/>
                <a:gd name="T74" fmla="*/ 87 w 1350"/>
                <a:gd name="T75" fmla="*/ 3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50" h="2136">
                  <a:moveTo>
                    <a:pt x="900" y="1855"/>
                  </a:moveTo>
                  <a:lnTo>
                    <a:pt x="900" y="1968"/>
                  </a:lnTo>
                  <a:lnTo>
                    <a:pt x="1012" y="1968"/>
                  </a:lnTo>
                  <a:lnTo>
                    <a:pt x="1012" y="1855"/>
                  </a:lnTo>
                  <a:lnTo>
                    <a:pt x="900" y="1855"/>
                  </a:lnTo>
                  <a:close/>
                  <a:moveTo>
                    <a:pt x="338" y="1855"/>
                  </a:moveTo>
                  <a:lnTo>
                    <a:pt x="338" y="1968"/>
                  </a:lnTo>
                  <a:lnTo>
                    <a:pt x="450" y="1968"/>
                  </a:lnTo>
                  <a:lnTo>
                    <a:pt x="450" y="1855"/>
                  </a:lnTo>
                  <a:lnTo>
                    <a:pt x="338" y="1855"/>
                  </a:lnTo>
                  <a:close/>
                  <a:moveTo>
                    <a:pt x="675" y="1799"/>
                  </a:moveTo>
                  <a:lnTo>
                    <a:pt x="650" y="1802"/>
                  </a:lnTo>
                  <a:lnTo>
                    <a:pt x="625" y="1811"/>
                  </a:lnTo>
                  <a:lnTo>
                    <a:pt x="604" y="1823"/>
                  </a:lnTo>
                  <a:lnTo>
                    <a:pt x="587" y="1841"/>
                  </a:lnTo>
                  <a:lnTo>
                    <a:pt x="574" y="1862"/>
                  </a:lnTo>
                  <a:lnTo>
                    <a:pt x="565" y="1886"/>
                  </a:lnTo>
                  <a:lnTo>
                    <a:pt x="563" y="1911"/>
                  </a:lnTo>
                  <a:lnTo>
                    <a:pt x="565" y="1937"/>
                  </a:lnTo>
                  <a:lnTo>
                    <a:pt x="574" y="1961"/>
                  </a:lnTo>
                  <a:lnTo>
                    <a:pt x="587" y="1982"/>
                  </a:lnTo>
                  <a:lnTo>
                    <a:pt x="604" y="1999"/>
                  </a:lnTo>
                  <a:lnTo>
                    <a:pt x="625" y="2012"/>
                  </a:lnTo>
                  <a:lnTo>
                    <a:pt x="650" y="2021"/>
                  </a:lnTo>
                  <a:lnTo>
                    <a:pt x="675" y="2024"/>
                  </a:lnTo>
                  <a:lnTo>
                    <a:pt x="700" y="2021"/>
                  </a:lnTo>
                  <a:lnTo>
                    <a:pt x="725" y="2012"/>
                  </a:lnTo>
                  <a:lnTo>
                    <a:pt x="746" y="1999"/>
                  </a:lnTo>
                  <a:lnTo>
                    <a:pt x="763" y="1982"/>
                  </a:lnTo>
                  <a:lnTo>
                    <a:pt x="776" y="1961"/>
                  </a:lnTo>
                  <a:lnTo>
                    <a:pt x="785" y="1937"/>
                  </a:lnTo>
                  <a:lnTo>
                    <a:pt x="787" y="1911"/>
                  </a:lnTo>
                  <a:lnTo>
                    <a:pt x="785" y="1886"/>
                  </a:lnTo>
                  <a:lnTo>
                    <a:pt x="776" y="1862"/>
                  </a:lnTo>
                  <a:lnTo>
                    <a:pt x="763" y="1841"/>
                  </a:lnTo>
                  <a:lnTo>
                    <a:pt x="746" y="1823"/>
                  </a:lnTo>
                  <a:lnTo>
                    <a:pt x="725" y="1811"/>
                  </a:lnTo>
                  <a:lnTo>
                    <a:pt x="700" y="1802"/>
                  </a:lnTo>
                  <a:lnTo>
                    <a:pt x="675" y="1799"/>
                  </a:lnTo>
                  <a:close/>
                  <a:moveTo>
                    <a:pt x="113" y="225"/>
                  </a:moveTo>
                  <a:lnTo>
                    <a:pt x="113" y="1686"/>
                  </a:lnTo>
                  <a:lnTo>
                    <a:pt x="1237" y="1686"/>
                  </a:lnTo>
                  <a:lnTo>
                    <a:pt x="1237" y="225"/>
                  </a:lnTo>
                  <a:lnTo>
                    <a:pt x="113" y="225"/>
                  </a:lnTo>
                  <a:close/>
                  <a:moveTo>
                    <a:pt x="113" y="0"/>
                  </a:moveTo>
                  <a:lnTo>
                    <a:pt x="1237" y="0"/>
                  </a:lnTo>
                  <a:lnTo>
                    <a:pt x="1263" y="3"/>
                  </a:lnTo>
                  <a:lnTo>
                    <a:pt x="1287" y="12"/>
                  </a:lnTo>
                  <a:lnTo>
                    <a:pt x="1308" y="24"/>
                  </a:lnTo>
                  <a:lnTo>
                    <a:pt x="1325" y="42"/>
                  </a:lnTo>
                  <a:lnTo>
                    <a:pt x="1338" y="62"/>
                  </a:lnTo>
                  <a:lnTo>
                    <a:pt x="1347" y="87"/>
                  </a:lnTo>
                  <a:lnTo>
                    <a:pt x="1350" y="112"/>
                  </a:lnTo>
                  <a:lnTo>
                    <a:pt x="1350" y="2024"/>
                  </a:lnTo>
                  <a:lnTo>
                    <a:pt x="1347" y="2049"/>
                  </a:lnTo>
                  <a:lnTo>
                    <a:pt x="1338" y="2074"/>
                  </a:lnTo>
                  <a:lnTo>
                    <a:pt x="1325" y="2094"/>
                  </a:lnTo>
                  <a:lnTo>
                    <a:pt x="1308" y="2112"/>
                  </a:lnTo>
                  <a:lnTo>
                    <a:pt x="1287" y="2124"/>
                  </a:lnTo>
                  <a:lnTo>
                    <a:pt x="1263" y="2133"/>
                  </a:lnTo>
                  <a:lnTo>
                    <a:pt x="1237" y="2136"/>
                  </a:lnTo>
                  <a:lnTo>
                    <a:pt x="113" y="2136"/>
                  </a:lnTo>
                  <a:lnTo>
                    <a:pt x="87" y="2133"/>
                  </a:lnTo>
                  <a:lnTo>
                    <a:pt x="63" y="2124"/>
                  </a:lnTo>
                  <a:lnTo>
                    <a:pt x="42" y="2112"/>
                  </a:lnTo>
                  <a:lnTo>
                    <a:pt x="25" y="2094"/>
                  </a:lnTo>
                  <a:lnTo>
                    <a:pt x="12" y="2074"/>
                  </a:lnTo>
                  <a:lnTo>
                    <a:pt x="3" y="2049"/>
                  </a:lnTo>
                  <a:lnTo>
                    <a:pt x="0" y="2024"/>
                  </a:lnTo>
                  <a:lnTo>
                    <a:pt x="0" y="112"/>
                  </a:lnTo>
                  <a:lnTo>
                    <a:pt x="3" y="87"/>
                  </a:lnTo>
                  <a:lnTo>
                    <a:pt x="12" y="62"/>
                  </a:lnTo>
                  <a:lnTo>
                    <a:pt x="25" y="42"/>
                  </a:lnTo>
                  <a:lnTo>
                    <a:pt x="42" y="24"/>
                  </a:lnTo>
                  <a:lnTo>
                    <a:pt x="63" y="12"/>
                  </a:lnTo>
                  <a:lnTo>
                    <a:pt x="87" y="3"/>
                  </a:lnTo>
                  <a:lnTo>
                    <a:pt x="113"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431" name="Group 22"/>
          <p:cNvGrpSpPr>
            <a:grpSpLocks noChangeAspect="1"/>
          </p:cNvGrpSpPr>
          <p:nvPr/>
        </p:nvGrpSpPr>
        <p:grpSpPr bwMode="auto">
          <a:xfrm>
            <a:off x="3676713" y="2124045"/>
            <a:ext cx="422275" cy="536575"/>
            <a:chOff x="3012" y="1265"/>
            <a:chExt cx="266" cy="338"/>
          </a:xfrm>
        </p:grpSpPr>
        <p:sp useBgFill="1">
          <p:nvSpPr>
            <p:cNvPr id="434" name="Freeform 24"/>
            <p:cNvSpPr>
              <a:spLocks/>
            </p:cNvSpPr>
            <p:nvPr/>
          </p:nvSpPr>
          <p:spPr bwMode="auto">
            <a:xfrm>
              <a:off x="3012" y="1265"/>
              <a:ext cx="266" cy="338"/>
            </a:xfrm>
            <a:custGeom>
              <a:avLst/>
              <a:gdLst>
                <a:gd name="T0" fmla="*/ 225 w 1856"/>
                <a:gd name="T1" fmla="*/ 0 h 2362"/>
                <a:gd name="T2" fmla="*/ 1631 w 1856"/>
                <a:gd name="T3" fmla="*/ 0 h 2362"/>
                <a:gd name="T4" fmla="*/ 1667 w 1856"/>
                <a:gd name="T5" fmla="*/ 3 h 2362"/>
                <a:gd name="T6" fmla="*/ 1702 w 1856"/>
                <a:gd name="T7" fmla="*/ 12 h 2362"/>
                <a:gd name="T8" fmla="*/ 1735 w 1856"/>
                <a:gd name="T9" fmla="*/ 25 h 2362"/>
                <a:gd name="T10" fmla="*/ 1764 w 1856"/>
                <a:gd name="T11" fmla="*/ 43 h 2362"/>
                <a:gd name="T12" fmla="*/ 1789 w 1856"/>
                <a:gd name="T13" fmla="*/ 67 h 2362"/>
                <a:gd name="T14" fmla="*/ 1813 w 1856"/>
                <a:gd name="T15" fmla="*/ 93 h 2362"/>
                <a:gd name="T16" fmla="*/ 1831 w 1856"/>
                <a:gd name="T17" fmla="*/ 121 h 2362"/>
                <a:gd name="T18" fmla="*/ 1844 w 1856"/>
                <a:gd name="T19" fmla="*/ 154 h 2362"/>
                <a:gd name="T20" fmla="*/ 1853 w 1856"/>
                <a:gd name="T21" fmla="*/ 189 h 2362"/>
                <a:gd name="T22" fmla="*/ 1856 w 1856"/>
                <a:gd name="T23" fmla="*/ 225 h 2362"/>
                <a:gd name="T24" fmla="*/ 1856 w 1856"/>
                <a:gd name="T25" fmla="*/ 2137 h 2362"/>
                <a:gd name="T26" fmla="*/ 1853 w 1856"/>
                <a:gd name="T27" fmla="*/ 2173 h 2362"/>
                <a:gd name="T28" fmla="*/ 1844 w 1856"/>
                <a:gd name="T29" fmla="*/ 2208 h 2362"/>
                <a:gd name="T30" fmla="*/ 1831 w 1856"/>
                <a:gd name="T31" fmla="*/ 2241 h 2362"/>
                <a:gd name="T32" fmla="*/ 1813 w 1856"/>
                <a:gd name="T33" fmla="*/ 2269 h 2362"/>
                <a:gd name="T34" fmla="*/ 1789 w 1856"/>
                <a:gd name="T35" fmla="*/ 2295 h 2362"/>
                <a:gd name="T36" fmla="*/ 1764 w 1856"/>
                <a:gd name="T37" fmla="*/ 2319 h 2362"/>
                <a:gd name="T38" fmla="*/ 1735 w 1856"/>
                <a:gd name="T39" fmla="*/ 2337 h 2362"/>
                <a:gd name="T40" fmla="*/ 1702 w 1856"/>
                <a:gd name="T41" fmla="*/ 2350 h 2362"/>
                <a:gd name="T42" fmla="*/ 1667 w 1856"/>
                <a:gd name="T43" fmla="*/ 2359 h 2362"/>
                <a:gd name="T44" fmla="*/ 1631 w 1856"/>
                <a:gd name="T45" fmla="*/ 2362 h 2362"/>
                <a:gd name="T46" fmla="*/ 225 w 1856"/>
                <a:gd name="T47" fmla="*/ 2362 h 2362"/>
                <a:gd name="T48" fmla="*/ 189 w 1856"/>
                <a:gd name="T49" fmla="*/ 2359 h 2362"/>
                <a:gd name="T50" fmla="*/ 154 w 1856"/>
                <a:gd name="T51" fmla="*/ 2350 h 2362"/>
                <a:gd name="T52" fmla="*/ 123 w 1856"/>
                <a:gd name="T53" fmla="*/ 2337 h 2362"/>
                <a:gd name="T54" fmla="*/ 93 w 1856"/>
                <a:gd name="T55" fmla="*/ 2319 h 2362"/>
                <a:gd name="T56" fmla="*/ 67 w 1856"/>
                <a:gd name="T57" fmla="*/ 2295 h 2362"/>
                <a:gd name="T58" fmla="*/ 44 w 1856"/>
                <a:gd name="T59" fmla="*/ 2269 h 2362"/>
                <a:gd name="T60" fmla="*/ 25 w 1856"/>
                <a:gd name="T61" fmla="*/ 2241 h 2362"/>
                <a:gd name="T62" fmla="*/ 12 w 1856"/>
                <a:gd name="T63" fmla="*/ 2208 h 2362"/>
                <a:gd name="T64" fmla="*/ 3 w 1856"/>
                <a:gd name="T65" fmla="*/ 2173 h 2362"/>
                <a:gd name="T66" fmla="*/ 0 w 1856"/>
                <a:gd name="T67" fmla="*/ 2137 h 2362"/>
                <a:gd name="T68" fmla="*/ 0 w 1856"/>
                <a:gd name="T69" fmla="*/ 225 h 2362"/>
                <a:gd name="T70" fmla="*/ 3 w 1856"/>
                <a:gd name="T71" fmla="*/ 189 h 2362"/>
                <a:gd name="T72" fmla="*/ 12 w 1856"/>
                <a:gd name="T73" fmla="*/ 154 h 2362"/>
                <a:gd name="T74" fmla="*/ 25 w 1856"/>
                <a:gd name="T75" fmla="*/ 121 h 2362"/>
                <a:gd name="T76" fmla="*/ 44 w 1856"/>
                <a:gd name="T77" fmla="*/ 93 h 2362"/>
                <a:gd name="T78" fmla="*/ 67 w 1856"/>
                <a:gd name="T79" fmla="*/ 67 h 2362"/>
                <a:gd name="T80" fmla="*/ 93 w 1856"/>
                <a:gd name="T81" fmla="*/ 43 h 2362"/>
                <a:gd name="T82" fmla="*/ 123 w 1856"/>
                <a:gd name="T83" fmla="*/ 25 h 2362"/>
                <a:gd name="T84" fmla="*/ 154 w 1856"/>
                <a:gd name="T85" fmla="*/ 12 h 2362"/>
                <a:gd name="T86" fmla="*/ 189 w 1856"/>
                <a:gd name="T87" fmla="*/ 3 h 2362"/>
                <a:gd name="T88" fmla="*/ 225 w 1856"/>
                <a:gd name="T89" fmla="*/ 0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856" h="2362">
                  <a:moveTo>
                    <a:pt x="225" y="0"/>
                  </a:moveTo>
                  <a:lnTo>
                    <a:pt x="1631" y="0"/>
                  </a:lnTo>
                  <a:lnTo>
                    <a:pt x="1667" y="3"/>
                  </a:lnTo>
                  <a:lnTo>
                    <a:pt x="1702" y="12"/>
                  </a:lnTo>
                  <a:lnTo>
                    <a:pt x="1735" y="25"/>
                  </a:lnTo>
                  <a:lnTo>
                    <a:pt x="1764" y="43"/>
                  </a:lnTo>
                  <a:lnTo>
                    <a:pt x="1789" y="67"/>
                  </a:lnTo>
                  <a:lnTo>
                    <a:pt x="1813" y="93"/>
                  </a:lnTo>
                  <a:lnTo>
                    <a:pt x="1831" y="121"/>
                  </a:lnTo>
                  <a:lnTo>
                    <a:pt x="1844" y="154"/>
                  </a:lnTo>
                  <a:lnTo>
                    <a:pt x="1853" y="189"/>
                  </a:lnTo>
                  <a:lnTo>
                    <a:pt x="1856" y="225"/>
                  </a:lnTo>
                  <a:lnTo>
                    <a:pt x="1856" y="2137"/>
                  </a:lnTo>
                  <a:lnTo>
                    <a:pt x="1853" y="2173"/>
                  </a:lnTo>
                  <a:lnTo>
                    <a:pt x="1844" y="2208"/>
                  </a:lnTo>
                  <a:lnTo>
                    <a:pt x="1831" y="2241"/>
                  </a:lnTo>
                  <a:lnTo>
                    <a:pt x="1813" y="2269"/>
                  </a:lnTo>
                  <a:lnTo>
                    <a:pt x="1789" y="2295"/>
                  </a:lnTo>
                  <a:lnTo>
                    <a:pt x="1764" y="2319"/>
                  </a:lnTo>
                  <a:lnTo>
                    <a:pt x="1735" y="2337"/>
                  </a:lnTo>
                  <a:lnTo>
                    <a:pt x="1702" y="2350"/>
                  </a:lnTo>
                  <a:lnTo>
                    <a:pt x="1667" y="2359"/>
                  </a:lnTo>
                  <a:lnTo>
                    <a:pt x="1631" y="2362"/>
                  </a:lnTo>
                  <a:lnTo>
                    <a:pt x="225" y="2362"/>
                  </a:lnTo>
                  <a:lnTo>
                    <a:pt x="189" y="2359"/>
                  </a:lnTo>
                  <a:lnTo>
                    <a:pt x="154" y="2350"/>
                  </a:lnTo>
                  <a:lnTo>
                    <a:pt x="123" y="2337"/>
                  </a:lnTo>
                  <a:lnTo>
                    <a:pt x="93" y="2319"/>
                  </a:lnTo>
                  <a:lnTo>
                    <a:pt x="67" y="2295"/>
                  </a:lnTo>
                  <a:lnTo>
                    <a:pt x="44" y="2269"/>
                  </a:lnTo>
                  <a:lnTo>
                    <a:pt x="25" y="2241"/>
                  </a:lnTo>
                  <a:lnTo>
                    <a:pt x="12" y="2208"/>
                  </a:lnTo>
                  <a:lnTo>
                    <a:pt x="3" y="2173"/>
                  </a:lnTo>
                  <a:lnTo>
                    <a:pt x="0" y="2137"/>
                  </a:lnTo>
                  <a:lnTo>
                    <a:pt x="0" y="225"/>
                  </a:lnTo>
                  <a:lnTo>
                    <a:pt x="3" y="189"/>
                  </a:lnTo>
                  <a:lnTo>
                    <a:pt x="12" y="154"/>
                  </a:lnTo>
                  <a:lnTo>
                    <a:pt x="25" y="121"/>
                  </a:lnTo>
                  <a:lnTo>
                    <a:pt x="44" y="93"/>
                  </a:lnTo>
                  <a:lnTo>
                    <a:pt x="67" y="67"/>
                  </a:lnTo>
                  <a:lnTo>
                    <a:pt x="93" y="43"/>
                  </a:lnTo>
                  <a:lnTo>
                    <a:pt x="123" y="25"/>
                  </a:lnTo>
                  <a:lnTo>
                    <a:pt x="154" y="12"/>
                  </a:lnTo>
                  <a:lnTo>
                    <a:pt x="189" y="3"/>
                  </a:lnTo>
                  <a:lnTo>
                    <a:pt x="225"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35" name="Freeform 25"/>
            <p:cNvSpPr>
              <a:spLocks noEditPoints="1"/>
            </p:cNvSpPr>
            <p:nvPr/>
          </p:nvSpPr>
          <p:spPr bwMode="auto">
            <a:xfrm>
              <a:off x="3029" y="1281"/>
              <a:ext cx="232" cy="306"/>
            </a:xfrm>
            <a:custGeom>
              <a:avLst/>
              <a:gdLst>
                <a:gd name="T0" fmla="*/ 787 w 1630"/>
                <a:gd name="T1" fmla="*/ 1884 h 2136"/>
                <a:gd name="T2" fmla="*/ 765 w 1630"/>
                <a:gd name="T3" fmla="*/ 1887 h 2136"/>
                <a:gd name="T4" fmla="*/ 745 w 1630"/>
                <a:gd name="T5" fmla="*/ 1895 h 2136"/>
                <a:gd name="T6" fmla="*/ 728 w 1630"/>
                <a:gd name="T7" fmla="*/ 1908 h 2136"/>
                <a:gd name="T8" fmla="*/ 714 w 1630"/>
                <a:gd name="T9" fmla="*/ 1925 h 2136"/>
                <a:gd name="T10" fmla="*/ 706 w 1630"/>
                <a:gd name="T11" fmla="*/ 1945 h 2136"/>
                <a:gd name="T12" fmla="*/ 702 w 1630"/>
                <a:gd name="T13" fmla="*/ 1968 h 2136"/>
                <a:gd name="T14" fmla="*/ 706 w 1630"/>
                <a:gd name="T15" fmla="*/ 1990 h 2136"/>
                <a:gd name="T16" fmla="*/ 714 w 1630"/>
                <a:gd name="T17" fmla="*/ 2010 h 2136"/>
                <a:gd name="T18" fmla="*/ 728 w 1630"/>
                <a:gd name="T19" fmla="*/ 2027 h 2136"/>
                <a:gd name="T20" fmla="*/ 745 w 1630"/>
                <a:gd name="T21" fmla="*/ 2041 h 2136"/>
                <a:gd name="T22" fmla="*/ 765 w 1630"/>
                <a:gd name="T23" fmla="*/ 2049 h 2136"/>
                <a:gd name="T24" fmla="*/ 787 w 1630"/>
                <a:gd name="T25" fmla="*/ 2051 h 2136"/>
                <a:gd name="T26" fmla="*/ 809 w 1630"/>
                <a:gd name="T27" fmla="*/ 2049 h 2136"/>
                <a:gd name="T28" fmla="*/ 829 w 1630"/>
                <a:gd name="T29" fmla="*/ 2041 h 2136"/>
                <a:gd name="T30" fmla="*/ 846 w 1630"/>
                <a:gd name="T31" fmla="*/ 2027 h 2136"/>
                <a:gd name="T32" fmla="*/ 860 w 1630"/>
                <a:gd name="T33" fmla="*/ 2010 h 2136"/>
                <a:gd name="T34" fmla="*/ 868 w 1630"/>
                <a:gd name="T35" fmla="*/ 1990 h 2136"/>
                <a:gd name="T36" fmla="*/ 872 w 1630"/>
                <a:gd name="T37" fmla="*/ 1968 h 2136"/>
                <a:gd name="T38" fmla="*/ 868 w 1630"/>
                <a:gd name="T39" fmla="*/ 1945 h 2136"/>
                <a:gd name="T40" fmla="*/ 860 w 1630"/>
                <a:gd name="T41" fmla="*/ 1925 h 2136"/>
                <a:gd name="T42" fmla="*/ 846 w 1630"/>
                <a:gd name="T43" fmla="*/ 1908 h 2136"/>
                <a:gd name="T44" fmla="*/ 829 w 1630"/>
                <a:gd name="T45" fmla="*/ 1895 h 2136"/>
                <a:gd name="T46" fmla="*/ 809 w 1630"/>
                <a:gd name="T47" fmla="*/ 1887 h 2136"/>
                <a:gd name="T48" fmla="*/ 787 w 1630"/>
                <a:gd name="T49" fmla="*/ 1884 h 2136"/>
                <a:gd name="T50" fmla="*/ 112 w 1630"/>
                <a:gd name="T51" fmla="*/ 168 h 2136"/>
                <a:gd name="T52" fmla="*/ 112 w 1630"/>
                <a:gd name="T53" fmla="*/ 1799 h 2136"/>
                <a:gd name="T54" fmla="*/ 1518 w 1630"/>
                <a:gd name="T55" fmla="*/ 1799 h 2136"/>
                <a:gd name="T56" fmla="*/ 1518 w 1630"/>
                <a:gd name="T57" fmla="*/ 168 h 2136"/>
                <a:gd name="T58" fmla="*/ 112 w 1630"/>
                <a:gd name="T59" fmla="*/ 168 h 2136"/>
                <a:gd name="T60" fmla="*/ 112 w 1630"/>
                <a:gd name="T61" fmla="*/ 0 h 2136"/>
                <a:gd name="T62" fmla="*/ 1518 w 1630"/>
                <a:gd name="T63" fmla="*/ 0 h 2136"/>
                <a:gd name="T64" fmla="*/ 1543 w 1630"/>
                <a:gd name="T65" fmla="*/ 3 h 2136"/>
                <a:gd name="T66" fmla="*/ 1568 w 1630"/>
                <a:gd name="T67" fmla="*/ 12 h 2136"/>
                <a:gd name="T68" fmla="*/ 1589 w 1630"/>
                <a:gd name="T69" fmla="*/ 24 h 2136"/>
                <a:gd name="T70" fmla="*/ 1606 w 1630"/>
                <a:gd name="T71" fmla="*/ 42 h 2136"/>
                <a:gd name="T72" fmla="*/ 1619 w 1630"/>
                <a:gd name="T73" fmla="*/ 62 h 2136"/>
                <a:gd name="T74" fmla="*/ 1628 w 1630"/>
                <a:gd name="T75" fmla="*/ 87 h 2136"/>
                <a:gd name="T76" fmla="*/ 1630 w 1630"/>
                <a:gd name="T77" fmla="*/ 112 h 2136"/>
                <a:gd name="T78" fmla="*/ 1630 w 1630"/>
                <a:gd name="T79" fmla="*/ 2024 h 2136"/>
                <a:gd name="T80" fmla="*/ 1628 w 1630"/>
                <a:gd name="T81" fmla="*/ 2049 h 2136"/>
                <a:gd name="T82" fmla="*/ 1619 w 1630"/>
                <a:gd name="T83" fmla="*/ 2074 h 2136"/>
                <a:gd name="T84" fmla="*/ 1606 w 1630"/>
                <a:gd name="T85" fmla="*/ 2094 h 2136"/>
                <a:gd name="T86" fmla="*/ 1589 w 1630"/>
                <a:gd name="T87" fmla="*/ 2112 h 2136"/>
                <a:gd name="T88" fmla="*/ 1568 w 1630"/>
                <a:gd name="T89" fmla="*/ 2124 h 2136"/>
                <a:gd name="T90" fmla="*/ 1543 w 1630"/>
                <a:gd name="T91" fmla="*/ 2133 h 2136"/>
                <a:gd name="T92" fmla="*/ 1518 w 1630"/>
                <a:gd name="T93" fmla="*/ 2136 h 2136"/>
                <a:gd name="T94" fmla="*/ 112 w 1630"/>
                <a:gd name="T95" fmla="*/ 2136 h 2136"/>
                <a:gd name="T96" fmla="*/ 87 w 1630"/>
                <a:gd name="T97" fmla="*/ 2133 h 2136"/>
                <a:gd name="T98" fmla="*/ 62 w 1630"/>
                <a:gd name="T99" fmla="*/ 2124 h 2136"/>
                <a:gd name="T100" fmla="*/ 42 w 1630"/>
                <a:gd name="T101" fmla="*/ 2112 h 2136"/>
                <a:gd name="T102" fmla="*/ 24 w 1630"/>
                <a:gd name="T103" fmla="*/ 2094 h 2136"/>
                <a:gd name="T104" fmla="*/ 12 w 1630"/>
                <a:gd name="T105" fmla="*/ 2074 h 2136"/>
                <a:gd name="T106" fmla="*/ 3 w 1630"/>
                <a:gd name="T107" fmla="*/ 2049 h 2136"/>
                <a:gd name="T108" fmla="*/ 0 w 1630"/>
                <a:gd name="T109" fmla="*/ 2024 h 2136"/>
                <a:gd name="T110" fmla="*/ 0 w 1630"/>
                <a:gd name="T111" fmla="*/ 112 h 2136"/>
                <a:gd name="T112" fmla="*/ 3 w 1630"/>
                <a:gd name="T113" fmla="*/ 87 h 2136"/>
                <a:gd name="T114" fmla="*/ 12 w 1630"/>
                <a:gd name="T115" fmla="*/ 62 h 2136"/>
                <a:gd name="T116" fmla="*/ 24 w 1630"/>
                <a:gd name="T117" fmla="*/ 42 h 2136"/>
                <a:gd name="T118" fmla="*/ 42 w 1630"/>
                <a:gd name="T119" fmla="*/ 24 h 2136"/>
                <a:gd name="T120" fmla="*/ 62 w 1630"/>
                <a:gd name="T121" fmla="*/ 12 h 2136"/>
                <a:gd name="T122" fmla="*/ 87 w 1630"/>
                <a:gd name="T123" fmla="*/ 3 h 2136"/>
                <a:gd name="T124" fmla="*/ 112 w 1630"/>
                <a:gd name="T125" fmla="*/ 0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30" h="2136">
                  <a:moveTo>
                    <a:pt x="787" y="1884"/>
                  </a:moveTo>
                  <a:lnTo>
                    <a:pt x="765" y="1887"/>
                  </a:lnTo>
                  <a:lnTo>
                    <a:pt x="745" y="1895"/>
                  </a:lnTo>
                  <a:lnTo>
                    <a:pt x="728" y="1908"/>
                  </a:lnTo>
                  <a:lnTo>
                    <a:pt x="714" y="1925"/>
                  </a:lnTo>
                  <a:lnTo>
                    <a:pt x="706" y="1945"/>
                  </a:lnTo>
                  <a:lnTo>
                    <a:pt x="702" y="1968"/>
                  </a:lnTo>
                  <a:lnTo>
                    <a:pt x="706" y="1990"/>
                  </a:lnTo>
                  <a:lnTo>
                    <a:pt x="714" y="2010"/>
                  </a:lnTo>
                  <a:lnTo>
                    <a:pt x="728" y="2027"/>
                  </a:lnTo>
                  <a:lnTo>
                    <a:pt x="745" y="2041"/>
                  </a:lnTo>
                  <a:lnTo>
                    <a:pt x="765" y="2049"/>
                  </a:lnTo>
                  <a:lnTo>
                    <a:pt x="787" y="2051"/>
                  </a:lnTo>
                  <a:lnTo>
                    <a:pt x="809" y="2049"/>
                  </a:lnTo>
                  <a:lnTo>
                    <a:pt x="829" y="2041"/>
                  </a:lnTo>
                  <a:lnTo>
                    <a:pt x="846" y="2027"/>
                  </a:lnTo>
                  <a:lnTo>
                    <a:pt x="860" y="2010"/>
                  </a:lnTo>
                  <a:lnTo>
                    <a:pt x="868" y="1990"/>
                  </a:lnTo>
                  <a:lnTo>
                    <a:pt x="872" y="1968"/>
                  </a:lnTo>
                  <a:lnTo>
                    <a:pt x="868" y="1945"/>
                  </a:lnTo>
                  <a:lnTo>
                    <a:pt x="860" y="1925"/>
                  </a:lnTo>
                  <a:lnTo>
                    <a:pt x="846" y="1908"/>
                  </a:lnTo>
                  <a:lnTo>
                    <a:pt x="829" y="1895"/>
                  </a:lnTo>
                  <a:lnTo>
                    <a:pt x="809" y="1887"/>
                  </a:lnTo>
                  <a:lnTo>
                    <a:pt x="787" y="1884"/>
                  </a:lnTo>
                  <a:close/>
                  <a:moveTo>
                    <a:pt x="112" y="168"/>
                  </a:moveTo>
                  <a:lnTo>
                    <a:pt x="112" y="1799"/>
                  </a:lnTo>
                  <a:lnTo>
                    <a:pt x="1518" y="1799"/>
                  </a:lnTo>
                  <a:lnTo>
                    <a:pt x="1518" y="168"/>
                  </a:lnTo>
                  <a:lnTo>
                    <a:pt x="112" y="168"/>
                  </a:lnTo>
                  <a:close/>
                  <a:moveTo>
                    <a:pt x="112" y="0"/>
                  </a:moveTo>
                  <a:lnTo>
                    <a:pt x="1518" y="0"/>
                  </a:lnTo>
                  <a:lnTo>
                    <a:pt x="1543" y="3"/>
                  </a:lnTo>
                  <a:lnTo>
                    <a:pt x="1568" y="12"/>
                  </a:lnTo>
                  <a:lnTo>
                    <a:pt x="1589" y="24"/>
                  </a:lnTo>
                  <a:lnTo>
                    <a:pt x="1606" y="42"/>
                  </a:lnTo>
                  <a:lnTo>
                    <a:pt x="1619" y="62"/>
                  </a:lnTo>
                  <a:lnTo>
                    <a:pt x="1628" y="87"/>
                  </a:lnTo>
                  <a:lnTo>
                    <a:pt x="1630" y="112"/>
                  </a:lnTo>
                  <a:lnTo>
                    <a:pt x="1630" y="2024"/>
                  </a:lnTo>
                  <a:lnTo>
                    <a:pt x="1628" y="2049"/>
                  </a:lnTo>
                  <a:lnTo>
                    <a:pt x="1619" y="2074"/>
                  </a:lnTo>
                  <a:lnTo>
                    <a:pt x="1606" y="2094"/>
                  </a:lnTo>
                  <a:lnTo>
                    <a:pt x="1589" y="2112"/>
                  </a:lnTo>
                  <a:lnTo>
                    <a:pt x="1568" y="2124"/>
                  </a:lnTo>
                  <a:lnTo>
                    <a:pt x="1543" y="2133"/>
                  </a:lnTo>
                  <a:lnTo>
                    <a:pt x="1518" y="2136"/>
                  </a:lnTo>
                  <a:lnTo>
                    <a:pt x="112" y="2136"/>
                  </a:lnTo>
                  <a:lnTo>
                    <a:pt x="87" y="2133"/>
                  </a:lnTo>
                  <a:lnTo>
                    <a:pt x="62" y="2124"/>
                  </a:lnTo>
                  <a:lnTo>
                    <a:pt x="42" y="2112"/>
                  </a:lnTo>
                  <a:lnTo>
                    <a:pt x="24" y="2094"/>
                  </a:lnTo>
                  <a:lnTo>
                    <a:pt x="12" y="2074"/>
                  </a:lnTo>
                  <a:lnTo>
                    <a:pt x="3" y="2049"/>
                  </a:lnTo>
                  <a:lnTo>
                    <a:pt x="0" y="2024"/>
                  </a:lnTo>
                  <a:lnTo>
                    <a:pt x="0" y="112"/>
                  </a:lnTo>
                  <a:lnTo>
                    <a:pt x="3" y="87"/>
                  </a:lnTo>
                  <a:lnTo>
                    <a:pt x="12" y="62"/>
                  </a:lnTo>
                  <a:lnTo>
                    <a:pt x="24" y="42"/>
                  </a:lnTo>
                  <a:lnTo>
                    <a:pt x="42" y="24"/>
                  </a:lnTo>
                  <a:lnTo>
                    <a:pt x="62" y="12"/>
                  </a:lnTo>
                  <a:lnTo>
                    <a:pt x="87" y="3"/>
                  </a:lnTo>
                  <a:lnTo>
                    <a:pt x="112"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436" name="Group 28"/>
          <p:cNvGrpSpPr>
            <a:grpSpLocks noChangeAspect="1"/>
          </p:cNvGrpSpPr>
          <p:nvPr/>
        </p:nvGrpSpPr>
        <p:grpSpPr bwMode="auto">
          <a:xfrm>
            <a:off x="4769818" y="2124045"/>
            <a:ext cx="536575" cy="460375"/>
            <a:chOff x="3835" y="1285"/>
            <a:chExt cx="338" cy="290"/>
          </a:xfrm>
        </p:grpSpPr>
        <p:sp useBgFill="1">
          <p:nvSpPr>
            <p:cNvPr id="439" name="Freeform 30"/>
            <p:cNvSpPr>
              <a:spLocks/>
            </p:cNvSpPr>
            <p:nvPr/>
          </p:nvSpPr>
          <p:spPr bwMode="auto">
            <a:xfrm>
              <a:off x="3835" y="1285"/>
              <a:ext cx="338" cy="290"/>
            </a:xfrm>
            <a:custGeom>
              <a:avLst/>
              <a:gdLst>
                <a:gd name="T0" fmla="*/ 225 w 2362"/>
                <a:gd name="T1" fmla="*/ 0 h 2024"/>
                <a:gd name="T2" fmla="*/ 2137 w 2362"/>
                <a:gd name="T3" fmla="*/ 0 h 2024"/>
                <a:gd name="T4" fmla="*/ 2173 w 2362"/>
                <a:gd name="T5" fmla="*/ 3 h 2024"/>
                <a:gd name="T6" fmla="*/ 2208 w 2362"/>
                <a:gd name="T7" fmla="*/ 12 h 2024"/>
                <a:gd name="T8" fmla="*/ 2241 w 2362"/>
                <a:gd name="T9" fmla="*/ 25 h 2024"/>
                <a:gd name="T10" fmla="*/ 2269 w 2362"/>
                <a:gd name="T11" fmla="*/ 43 h 2024"/>
                <a:gd name="T12" fmla="*/ 2295 w 2362"/>
                <a:gd name="T13" fmla="*/ 65 h 2024"/>
                <a:gd name="T14" fmla="*/ 2319 w 2362"/>
                <a:gd name="T15" fmla="*/ 92 h 2024"/>
                <a:gd name="T16" fmla="*/ 2337 w 2362"/>
                <a:gd name="T17" fmla="*/ 121 h 2024"/>
                <a:gd name="T18" fmla="*/ 2350 w 2362"/>
                <a:gd name="T19" fmla="*/ 154 h 2024"/>
                <a:gd name="T20" fmla="*/ 2359 w 2362"/>
                <a:gd name="T21" fmla="*/ 188 h 2024"/>
                <a:gd name="T22" fmla="*/ 2362 w 2362"/>
                <a:gd name="T23" fmla="*/ 225 h 2024"/>
                <a:gd name="T24" fmla="*/ 2362 w 2362"/>
                <a:gd name="T25" fmla="*/ 1799 h 2024"/>
                <a:gd name="T26" fmla="*/ 2359 w 2362"/>
                <a:gd name="T27" fmla="*/ 1836 h 2024"/>
                <a:gd name="T28" fmla="*/ 2350 w 2362"/>
                <a:gd name="T29" fmla="*/ 1870 h 2024"/>
                <a:gd name="T30" fmla="*/ 2337 w 2362"/>
                <a:gd name="T31" fmla="*/ 1903 h 2024"/>
                <a:gd name="T32" fmla="*/ 2319 w 2362"/>
                <a:gd name="T33" fmla="*/ 1932 h 2024"/>
                <a:gd name="T34" fmla="*/ 2295 w 2362"/>
                <a:gd name="T35" fmla="*/ 1959 h 2024"/>
                <a:gd name="T36" fmla="*/ 2269 w 2362"/>
                <a:gd name="T37" fmla="*/ 1981 h 2024"/>
                <a:gd name="T38" fmla="*/ 2241 w 2362"/>
                <a:gd name="T39" fmla="*/ 1999 h 2024"/>
                <a:gd name="T40" fmla="*/ 2208 w 2362"/>
                <a:gd name="T41" fmla="*/ 2012 h 2024"/>
                <a:gd name="T42" fmla="*/ 2173 w 2362"/>
                <a:gd name="T43" fmla="*/ 2021 h 2024"/>
                <a:gd name="T44" fmla="*/ 2137 w 2362"/>
                <a:gd name="T45" fmla="*/ 2024 h 2024"/>
                <a:gd name="T46" fmla="*/ 225 w 2362"/>
                <a:gd name="T47" fmla="*/ 2024 h 2024"/>
                <a:gd name="T48" fmla="*/ 189 w 2362"/>
                <a:gd name="T49" fmla="*/ 2021 h 2024"/>
                <a:gd name="T50" fmla="*/ 154 w 2362"/>
                <a:gd name="T51" fmla="*/ 2012 h 2024"/>
                <a:gd name="T52" fmla="*/ 121 w 2362"/>
                <a:gd name="T53" fmla="*/ 1999 h 2024"/>
                <a:gd name="T54" fmla="*/ 93 w 2362"/>
                <a:gd name="T55" fmla="*/ 1981 h 2024"/>
                <a:gd name="T56" fmla="*/ 67 w 2362"/>
                <a:gd name="T57" fmla="*/ 1959 h 2024"/>
                <a:gd name="T58" fmla="*/ 43 w 2362"/>
                <a:gd name="T59" fmla="*/ 1932 h 2024"/>
                <a:gd name="T60" fmla="*/ 25 w 2362"/>
                <a:gd name="T61" fmla="*/ 1903 h 2024"/>
                <a:gd name="T62" fmla="*/ 12 w 2362"/>
                <a:gd name="T63" fmla="*/ 1870 h 2024"/>
                <a:gd name="T64" fmla="*/ 3 w 2362"/>
                <a:gd name="T65" fmla="*/ 1836 h 2024"/>
                <a:gd name="T66" fmla="*/ 0 w 2362"/>
                <a:gd name="T67" fmla="*/ 1799 h 2024"/>
                <a:gd name="T68" fmla="*/ 0 w 2362"/>
                <a:gd name="T69" fmla="*/ 225 h 2024"/>
                <a:gd name="T70" fmla="*/ 3 w 2362"/>
                <a:gd name="T71" fmla="*/ 188 h 2024"/>
                <a:gd name="T72" fmla="*/ 12 w 2362"/>
                <a:gd name="T73" fmla="*/ 154 h 2024"/>
                <a:gd name="T74" fmla="*/ 25 w 2362"/>
                <a:gd name="T75" fmla="*/ 121 h 2024"/>
                <a:gd name="T76" fmla="*/ 43 w 2362"/>
                <a:gd name="T77" fmla="*/ 92 h 2024"/>
                <a:gd name="T78" fmla="*/ 67 w 2362"/>
                <a:gd name="T79" fmla="*/ 65 h 2024"/>
                <a:gd name="T80" fmla="*/ 93 w 2362"/>
                <a:gd name="T81" fmla="*/ 43 h 2024"/>
                <a:gd name="T82" fmla="*/ 121 w 2362"/>
                <a:gd name="T83" fmla="*/ 25 h 2024"/>
                <a:gd name="T84" fmla="*/ 154 w 2362"/>
                <a:gd name="T85" fmla="*/ 12 h 2024"/>
                <a:gd name="T86" fmla="*/ 189 w 2362"/>
                <a:gd name="T87" fmla="*/ 3 h 2024"/>
                <a:gd name="T88" fmla="*/ 225 w 2362"/>
                <a:gd name="T89" fmla="*/ 0 h 2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62" h="2024">
                  <a:moveTo>
                    <a:pt x="225" y="0"/>
                  </a:moveTo>
                  <a:lnTo>
                    <a:pt x="2137" y="0"/>
                  </a:lnTo>
                  <a:lnTo>
                    <a:pt x="2173" y="3"/>
                  </a:lnTo>
                  <a:lnTo>
                    <a:pt x="2208" y="12"/>
                  </a:lnTo>
                  <a:lnTo>
                    <a:pt x="2241" y="25"/>
                  </a:lnTo>
                  <a:lnTo>
                    <a:pt x="2269" y="43"/>
                  </a:lnTo>
                  <a:lnTo>
                    <a:pt x="2295" y="65"/>
                  </a:lnTo>
                  <a:lnTo>
                    <a:pt x="2319" y="92"/>
                  </a:lnTo>
                  <a:lnTo>
                    <a:pt x="2337" y="121"/>
                  </a:lnTo>
                  <a:lnTo>
                    <a:pt x="2350" y="154"/>
                  </a:lnTo>
                  <a:lnTo>
                    <a:pt x="2359" y="188"/>
                  </a:lnTo>
                  <a:lnTo>
                    <a:pt x="2362" y="225"/>
                  </a:lnTo>
                  <a:lnTo>
                    <a:pt x="2362" y="1799"/>
                  </a:lnTo>
                  <a:lnTo>
                    <a:pt x="2359" y="1836"/>
                  </a:lnTo>
                  <a:lnTo>
                    <a:pt x="2350" y="1870"/>
                  </a:lnTo>
                  <a:lnTo>
                    <a:pt x="2337" y="1903"/>
                  </a:lnTo>
                  <a:lnTo>
                    <a:pt x="2319" y="1932"/>
                  </a:lnTo>
                  <a:lnTo>
                    <a:pt x="2295" y="1959"/>
                  </a:lnTo>
                  <a:lnTo>
                    <a:pt x="2269" y="1981"/>
                  </a:lnTo>
                  <a:lnTo>
                    <a:pt x="2241" y="1999"/>
                  </a:lnTo>
                  <a:lnTo>
                    <a:pt x="2208" y="2012"/>
                  </a:lnTo>
                  <a:lnTo>
                    <a:pt x="2173" y="2021"/>
                  </a:lnTo>
                  <a:lnTo>
                    <a:pt x="2137" y="2024"/>
                  </a:lnTo>
                  <a:lnTo>
                    <a:pt x="225" y="2024"/>
                  </a:lnTo>
                  <a:lnTo>
                    <a:pt x="189" y="2021"/>
                  </a:lnTo>
                  <a:lnTo>
                    <a:pt x="154" y="2012"/>
                  </a:lnTo>
                  <a:lnTo>
                    <a:pt x="121" y="1999"/>
                  </a:lnTo>
                  <a:lnTo>
                    <a:pt x="93" y="1981"/>
                  </a:lnTo>
                  <a:lnTo>
                    <a:pt x="67" y="1959"/>
                  </a:lnTo>
                  <a:lnTo>
                    <a:pt x="43" y="1932"/>
                  </a:lnTo>
                  <a:lnTo>
                    <a:pt x="25" y="1903"/>
                  </a:lnTo>
                  <a:lnTo>
                    <a:pt x="12" y="1870"/>
                  </a:lnTo>
                  <a:lnTo>
                    <a:pt x="3" y="1836"/>
                  </a:lnTo>
                  <a:lnTo>
                    <a:pt x="0" y="1799"/>
                  </a:lnTo>
                  <a:lnTo>
                    <a:pt x="0" y="225"/>
                  </a:lnTo>
                  <a:lnTo>
                    <a:pt x="3" y="188"/>
                  </a:lnTo>
                  <a:lnTo>
                    <a:pt x="12" y="154"/>
                  </a:lnTo>
                  <a:lnTo>
                    <a:pt x="25" y="121"/>
                  </a:lnTo>
                  <a:lnTo>
                    <a:pt x="43" y="92"/>
                  </a:lnTo>
                  <a:lnTo>
                    <a:pt x="67" y="65"/>
                  </a:lnTo>
                  <a:lnTo>
                    <a:pt x="93" y="43"/>
                  </a:lnTo>
                  <a:lnTo>
                    <a:pt x="121" y="25"/>
                  </a:lnTo>
                  <a:lnTo>
                    <a:pt x="154" y="12"/>
                  </a:lnTo>
                  <a:lnTo>
                    <a:pt x="189" y="3"/>
                  </a:lnTo>
                  <a:lnTo>
                    <a:pt x="225"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40" name="Freeform 31"/>
            <p:cNvSpPr>
              <a:spLocks noEditPoints="1"/>
            </p:cNvSpPr>
            <p:nvPr/>
          </p:nvSpPr>
          <p:spPr bwMode="auto">
            <a:xfrm>
              <a:off x="3851" y="1301"/>
              <a:ext cx="306" cy="258"/>
            </a:xfrm>
            <a:custGeom>
              <a:avLst/>
              <a:gdLst>
                <a:gd name="T0" fmla="*/ 1327 w 2136"/>
                <a:gd name="T1" fmla="*/ 1521 h 1800"/>
                <a:gd name="T2" fmla="*/ 1290 w 2136"/>
                <a:gd name="T3" fmla="*/ 1543 h 1800"/>
                <a:gd name="T4" fmla="*/ 1268 w 2136"/>
                <a:gd name="T5" fmla="*/ 1580 h 1800"/>
                <a:gd name="T6" fmla="*/ 1268 w 2136"/>
                <a:gd name="T7" fmla="*/ 1626 h 1800"/>
                <a:gd name="T8" fmla="*/ 1290 w 2136"/>
                <a:gd name="T9" fmla="*/ 1663 h 1800"/>
                <a:gd name="T10" fmla="*/ 1327 w 2136"/>
                <a:gd name="T11" fmla="*/ 1684 h 1800"/>
                <a:gd name="T12" fmla="*/ 1371 w 2136"/>
                <a:gd name="T13" fmla="*/ 1684 h 1800"/>
                <a:gd name="T14" fmla="*/ 1409 w 2136"/>
                <a:gd name="T15" fmla="*/ 1663 h 1800"/>
                <a:gd name="T16" fmla="*/ 1430 w 2136"/>
                <a:gd name="T17" fmla="*/ 1626 h 1800"/>
                <a:gd name="T18" fmla="*/ 1430 w 2136"/>
                <a:gd name="T19" fmla="*/ 1580 h 1800"/>
                <a:gd name="T20" fmla="*/ 1409 w 2136"/>
                <a:gd name="T21" fmla="*/ 1543 h 1800"/>
                <a:gd name="T22" fmla="*/ 1371 w 2136"/>
                <a:gd name="T23" fmla="*/ 1521 h 1800"/>
                <a:gd name="T24" fmla="*/ 1068 w 2136"/>
                <a:gd name="T25" fmla="*/ 1518 h 1800"/>
                <a:gd name="T26" fmla="*/ 1026 w 2136"/>
                <a:gd name="T27" fmla="*/ 1530 h 1800"/>
                <a:gd name="T28" fmla="*/ 995 w 2136"/>
                <a:gd name="T29" fmla="*/ 1560 h 1800"/>
                <a:gd name="T30" fmla="*/ 983 w 2136"/>
                <a:gd name="T31" fmla="*/ 1602 h 1800"/>
                <a:gd name="T32" fmla="*/ 995 w 2136"/>
                <a:gd name="T33" fmla="*/ 1646 h 1800"/>
                <a:gd name="T34" fmla="*/ 1026 w 2136"/>
                <a:gd name="T35" fmla="*/ 1675 h 1800"/>
                <a:gd name="T36" fmla="*/ 1068 w 2136"/>
                <a:gd name="T37" fmla="*/ 1687 h 1800"/>
                <a:gd name="T38" fmla="*/ 1110 w 2136"/>
                <a:gd name="T39" fmla="*/ 1675 h 1800"/>
                <a:gd name="T40" fmla="*/ 1141 w 2136"/>
                <a:gd name="T41" fmla="*/ 1646 h 1800"/>
                <a:gd name="T42" fmla="*/ 1153 w 2136"/>
                <a:gd name="T43" fmla="*/ 1602 h 1800"/>
                <a:gd name="T44" fmla="*/ 1141 w 2136"/>
                <a:gd name="T45" fmla="*/ 1560 h 1800"/>
                <a:gd name="T46" fmla="*/ 1110 w 2136"/>
                <a:gd name="T47" fmla="*/ 1530 h 1800"/>
                <a:gd name="T48" fmla="*/ 1068 w 2136"/>
                <a:gd name="T49" fmla="*/ 1518 h 1800"/>
                <a:gd name="T50" fmla="*/ 765 w 2136"/>
                <a:gd name="T51" fmla="*/ 1521 h 1800"/>
                <a:gd name="T52" fmla="*/ 727 w 2136"/>
                <a:gd name="T53" fmla="*/ 1543 h 1800"/>
                <a:gd name="T54" fmla="*/ 706 w 2136"/>
                <a:gd name="T55" fmla="*/ 1580 h 1800"/>
                <a:gd name="T56" fmla="*/ 706 w 2136"/>
                <a:gd name="T57" fmla="*/ 1626 h 1800"/>
                <a:gd name="T58" fmla="*/ 727 w 2136"/>
                <a:gd name="T59" fmla="*/ 1663 h 1800"/>
                <a:gd name="T60" fmla="*/ 765 w 2136"/>
                <a:gd name="T61" fmla="*/ 1684 h 1800"/>
                <a:gd name="T62" fmla="*/ 809 w 2136"/>
                <a:gd name="T63" fmla="*/ 1684 h 1800"/>
                <a:gd name="T64" fmla="*/ 846 w 2136"/>
                <a:gd name="T65" fmla="*/ 1663 h 1800"/>
                <a:gd name="T66" fmla="*/ 868 w 2136"/>
                <a:gd name="T67" fmla="*/ 1626 h 1800"/>
                <a:gd name="T68" fmla="*/ 868 w 2136"/>
                <a:gd name="T69" fmla="*/ 1580 h 1800"/>
                <a:gd name="T70" fmla="*/ 846 w 2136"/>
                <a:gd name="T71" fmla="*/ 1543 h 1800"/>
                <a:gd name="T72" fmla="*/ 809 w 2136"/>
                <a:gd name="T73" fmla="*/ 1521 h 1800"/>
                <a:gd name="T74" fmla="*/ 168 w 2136"/>
                <a:gd name="T75" fmla="*/ 225 h 1800"/>
                <a:gd name="T76" fmla="*/ 1968 w 2136"/>
                <a:gd name="T77" fmla="*/ 1406 h 1800"/>
                <a:gd name="T78" fmla="*/ 168 w 2136"/>
                <a:gd name="T79" fmla="*/ 225 h 1800"/>
                <a:gd name="T80" fmla="*/ 2024 w 2136"/>
                <a:gd name="T81" fmla="*/ 0 h 1800"/>
                <a:gd name="T82" fmla="*/ 2074 w 2136"/>
                <a:gd name="T83" fmla="*/ 12 h 1800"/>
                <a:gd name="T84" fmla="*/ 2112 w 2136"/>
                <a:gd name="T85" fmla="*/ 42 h 1800"/>
                <a:gd name="T86" fmla="*/ 2133 w 2136"/>
                <a:gd name="T87" fmla="*/ 87 h 1800"/>
                <a:gd name="T88" fmla="*/ 2136 w 2136"/>
                <a:gd name="T89" fmla="*/ 1687 h 1800"/>
                <a:gd name="T90" fmla="*/ 2124 w 2136"/>
                <a:gd name="T91" fmla="*/ 1737 h 1800"/>
                <a:gd name="T92" fmla="*/ 2094 w 2136"/>
                <a:gd name="T93" fmla="*/ 1775 h 1800"/>
                <a:gd name="T94" fmla="*/ 2049 w 2136"/>
                <a:gd name="T95" fmla="*/ 1797 h 1800"/>
                <a:gd name="T96" fmla="*/ 112 w 2136"/>
                <a:gd name="T97" fmla="*/ 1800 h 1800"/>
                <a:gd name="T98" fmla="*/ 62 w 2136"/>
                <a:gd name="T99" fmla="*/ 1788 h 1800"/>
                <a:gd name="T100" fmla="*/ 24 w 2136"/>
                <a:gd name="T101" fmla="*/ 1758 h 1800"/>
                <a:gd name="T102" fmla="*/ 3 w 2136"/>
                <a:gd name="T103" fmla="*/ 1713 h 1800"/>
                <a:gd name="T104" fmla="*/ 0 w 2136"/>
                <a:gd name="T105" fmla="*/ 113 h 1800"/>
                <a:gd name="T106" fmla="*/ 12 w 2136"/>
                <a:gd name="T107" fmla="*/ 63 h 1800"/>
                <a:gd name="T108" fmla="*/ 42 w 2136"/>
                <a:gd name="T109" fmla="*/ 25 h 1800"/>
                <a:gd name="T110" fmla="*/ 87 w 2136"/>
                <a:gd name="T111" fmla="*/ 3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36" h="1800">
                  <a:moveTo>
                    <a:pt x="1349" y="1518"/>
                  </a:moveTo>
                  <a:lnTo>
                    <a:pt x="1327" y="1521"/>
                  </a:lnTo>
                  <a:lnTo>
                    <a:pt x="1307" y="1530"/>
                  </a:lnTo>
                  <a:lnTo>
                    <a:pt x="1290" y="1543"/>
                  </a:lnTo>
                  <a:lnTo>
                    <a:pt x="1276" y="1560"/>
                  </a:lnTo>
                  <a:lnTo>
                    <a:pt x="1268" y="1580"/>
                  </a:lnTo>
                  <a:lnTo>
                    <a:pt x="1264" y="1602"/>
                  </a:lnTo>
                  <a:lnTo>
                    <a:pt x="1268" y="1626"/>
                  </a:lnTo>
                  <a:lnTo>
                    <a:pt x="1276" y="1646"/>
                  </a:lnTo>
                  <a:lnTo>
                    <a:pt x="1290" y="1663"/>
                  </a:lnTo>
                  <a:lnTo>
                    <a:pt x="1307" y="1675"/>
                  </a:lnTo>
                  <a:lnTo>
                    <a:pt x="1327" y="1684"/>
                  </a:lnTo>
                  <a:lnTo>
                    <a:pt x="1349" y="1687"/>
                  </a:lnTo>
                  <a:lnTo>
                    <a:pt x="1371" y="1684"/>
                  </a:lnTo>
                  <a:lnTo>
                    <a:pt x="1391" y="1675"/>
                  </a:lnTo>
                  <a:lnTo>
                    <a:pt x="1409" y="1663"/>
                  </a:lnTo>
                  <a:lnTo>
                    <a:pt x="1422" y="1646"/>
                  </a:lnTo>
                  <a:lnTo>
                    <a:pt x="1430" y="1626"/>
                  </a:lnTo>
                  <a:lnTo>
                    <a:pt x="1434" y="1602"/>
                  </a:lnTo>
                  <a:lnTo>
                    <a:pt x="1430" y="1580"/>
                  </a:lnTo>
                  <a:lnTo>
                    <a:pt x="1422" y="1560"/>
                  </a:lnTo>
                  <a:lnTo>
                    <a:pt x="1409" y="1543"/>
                  </a:lnTo>
                  <a:lnTo>
                    <a:pt x="1391" y="1530"/>
                  </a:lnTo>
                  <a:lnTo>
                    <a:pt x="1371" y="1521"/>
                  </a:lnTo>
                  <a:lnTo>
                    <a:pt x="1349" y="1518"/>
                  </a:lnTo>
                  <a:close/>
                  <a:moveTo>
                    <a:pt x="1068" y="1518"/>
                  </a:moveTo>
                  <a:lnTo>
                    <a:pt x="1046" y="1521"/>
                  </a:lnTo>
                  <a:lnTo>
                    <a:pt x="1026" y="1530"/>
                  </a:lnTo>
                  <a:lnTo>
                    <a:pt x="1009" y="1543"/>
                  </a:lnTo>
                  <a:lnTo>
                    <a:pt x="995" y="1560"/>
                  </a:lnTo>
                  <a:lnTo>
                    <a:pt x="987" y="1580"/>
                  </a:lnTo>
                  <a:lnTo>
                    <a:pt x="983" y="1602"/>
                  </a:lnTo>
                  <a:lnTo>
                    <a:pt x="987" y="1626"/>
                  </a:lnTo>
                  <a:lnTo>
                    <a:pt x="995" y="1646"/>
                  </a:lnTo>
                  <a:lnTo>
                    <a:pt x="1009" y="1663"/>
                  </a:lnTo>
                  <a:lnTo>
                    <a:pt x="1026" y="1675"/>
                  </a:lnTo>
                  <a:lnTo>
                    <a:pt x="1046" y="1684"/>
                  </a:lnTo>
                  <a:lnTo>
                    <a:pt x="1068" y="1687"/>
                  </a:lnTo>
                  <a:lnTo>
                    <a:pt x="1090" y="1684"/>
                  </a:lnTo>
                  <a:lnTo>
                    <a:pt x="1110" y="1675"/>
                  </a:lnTo>
                  <a:lnTo>
                    <a:pt x="1127" y="1663"/>
                  </a:lnTo>
                  <a:lnTo>
                    <a:pt x="1141" y="1646"/>
                  </a:lnTo>
                  <a:lnTo>
                    <a:pt x="1149" y="1626"/>
                  </a:lnTo>
                  <a:lnTo>
                    <a:pt x="1153" y="1602"/>
                  </a:lnTo>
                  <a:lnTo>
                    <a:pt x="1149" y="1580"/>
                  </a:lnTo>
                  <a:lnTo>
                    <a:pt x="1141" y="1560"/>
                  </a:lnTo>
                  <a:lnTo>
                    <a:pt x="1127" y="1543"/>
                  </a:lnTo>
                  <a:lnTo>
                    <a:pt x="1110" y="1530"/>
                  </a:lnTo>
                  <a:lnTo>
                    <a:pt x="1090" y="1521"/>
                  </a:lnTo>
                  <a:lnTo>
                    <a:pt x="1068" y="1518"/>
                  </a:lnTo>
                  <a:close/>
                  <a:moveTo>
                    <a:pt x="787" y="1518"/>
                  </a:moveTo>
                  <a:lnTo>
                    <a:pt x="765" y="1521"/>
                  </a:lnTo>
                  <a:lnTo>
                    <a:pt x="745" y="1530"/>
                  </a:lnTo>
                  <a:lnTo>
                    <a:pt x="727" y="1543"/>
                  </a:lnTo>
                  <a:lnTo>
                    <a:pt x="714" y="1560"/>
                  </a:lnTo>
                  <a:lnTo>
                    <a:pt x="706" y="1580"/>
                  </a:lnTo>
                  <a:lnTo>
                    <a:pt x="702" y="1602"/>
                  </a:lnTo>
                  <a:lnTo>
                    <a:pt x="706" y="1626"/>
                  </a:lnTo>
                  <a:lnTo>
                    <a:pt x="714" y="1646"/>
                  </a:lnTo>
                  <a:lnTo>
                    <a:pt x="727" y="1663"/>
                  </a:lnTo>
                  <a:lnTo>
                    <a:pt x="745" y="1675"/>
                  </a:lnTo>
                  <a:lnTo>
                    <a:pt x="765" y="1684"/>
                  </a:lnTo>
                  <a:lnTo>
                    <a:pt x="787" y="1687"/>
                  </a:lnTo>
                  <a:lnTo>
                    <a:pt x="809" y="1684"/>
                  </a:lnTo>
                  <a:lnTo>
                    <a:pt x="829" y="1675"/>
                  </a:lnTo>
                  <a:lnTo>
                    <a:pt x="846" y="1663"/>
                  </a:lnTo>
                  <a:lnTo>
                    <a:pt x="860" y="1646"/>
                  </a:lnTo>
                  <a:lnTo>
                    <a:pt x="868" y="1626"/>
                  </a:lnTo>
                  <a:lnTo>
                    <a:pt x="872" y="1602"/>
                  </a:lnTo>
                  <a:lnTo>
                    <a:pt x="868" y="1580"/>
                  </a:lnTo>
                  <a:lnTo>
                    <a:pt x="860" y="1560"/>
                  </a:lnTo>
                  <a:lnTo>
                    <a:pt x="846" y="1543"/>
                  </a:lnTo>
                  <a:lnTo>
                    <a:pt x="829" y="1530"/>
                  </a:lnTo>
                  <a:lnTo>
                    <a:pt x="809" y="1521"/>
                  </a:lnTo>
                  <a:lnTo>
                    <a:pt x="787" y="1518"/>
                  </a:lnTo>
                  <a:close/>
                  <a:moveTo>
                    <a:pt x="168" y="225"/>
                  </a:moveTo>
                  <a:lnTo>
                    <a:pt x="168" y="1406"/>
                  </a:lnTo>
                  <a:lnTo>
                    <a:pt x="1968" y="1406"/>
                  </a:lnTo>
                  <a:lnTo>
                    <a:pt x="1968" y="225"/>
                  </a:lnTo>
                  <a:lnTo>
                    <a:pt x="168" y="225"/>
                  </a:lnTo>
                  <a:close/>
                  <a:moveTo>
                    <a:pt x="112" y="0"/>
                  </a:moveTo>
                  <a:lnTo>
                    <a:pt x="2024" y="0"/>
                  </a:lnTo>
                  <a:lnTo>
                    <a:pt x="2049" y="3"/>
                  </a:lnTo>
                  <a:lnTo>
                    <a:pt x="2074" y="12"/>
                  </a:lnTo>
                  <a:lnTo>
                    <a:pt x="2094" y="25"/>
                  </a:lnTo>
                  <a:lnTo>
                    <a:pt x="2112" y="42"/>
                  </a:lnTo>
                  <a:lnTo>
                    <a:pt x="2124" y="63"/>
                  </a:lnTo>
                  <a:lnTo>
                    <a:pt x="2133" y="87"/>
                  </a:lnTo>
                  <a:lnTo>
                    <a:pt x="2136" y="113"/>
                  </a:lnTo>
                  <a:lnTo>
                    <a:pt x="2136" y="1687"/>
                  </a:lnTo>
                  <a:lnTo>
                    <a:pt x="2133" y="1713"/>
                  </a:lnTo>
                  <a:lnTo>
                    <a:pt x="2124" y="1737"/>
                  </a:lnTo>
                  <a:lnTo>
                    <a:pt x="2112" y="1758"/>
                  </a:lnTo>
                  <a:lnTo>
                    <a:pt x="2094" y="1775"/>
                  </a:lnTo>
                  <a:lnTo>
                    <a:pt x="2074" y="1788"/>
                  </a:lnTo>
                  <a:lnTo>
                    <a:pt x="2049" y="1797"/>
                  </a:lnTo>
                  <a:lnTo>
                    <a:pt x="2024" y="1800"/>
                  </a:lnTo>
                  <a:lnTo>
                    <a:pt x="112" y="1800"/>
                  </a:lnTo>
                  <a:lnTo>
                    <a:pt x="87" y="1797"/>
                  </a:lnTo>
                  <a:lnTo>
                    <a:pt x="62" y="1788"/>
                  </a:lnTo>
                  <a:lnTo>
                    <a:pt x="42" y="1775"/>
                  </a:lnTo>
                  <a:lnTo>
                    <a:pt x="24" y="1758"/>
                  </a:lnTo>
                  <a:lnTo>
                    <a:pt x="12" y="1737"/>
                  </a:lnTo>
                  <a:lnTo>
                    <a:pt x="3" y="1713"/>
                  </a:lnTo>
                  <a:lnTo>
                    <a:pt x="0" y="1687"/>
                  </a:lnTo>
                  <a:lnTo>
                    <a:pt x="0" y="113"/>
                  </a:lnTo>
                  <a:lnTo>
                    <a:pt x="3" y="87"/>
                  </a:lnTo>
                  <a:lnTo>
                    <a:pt x="12" y="63"/>
                  </a:lnTo>
                  <a:lnTo>
                    <a:pt x="24" y="42"/>
                  </a:lnTo>
                  <a:lnTo>
                    <a:pt x="42" y="25"/>
                  </a:lnTo>
                  <a:lnTo>
                    <a:pt x="62" y="12"/>
                  </a:lnTo>
                  <a:lnTo>
                    <a:pt x="87" y="3"/>
                  </a:lnTo>
                  <a:lnTo>
                    <a:pt x="112"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441" name="Group 34"/>
          <p:cNvGrpSpPr>
            <a:grpSpLocks noChangeAspect="1"/>
          </p:cNvGrpSpPr>
          <p:nvPr/>
        </p:nvGrpSpPr>
        <p:grpSpPr bwMode="auto">
          <a:xfrm>
            <a:off x="5888037" y="2124045"/>
            <a:ext cx="536575" cy="485775"/>
            <a:chOff x="4595" y="1324"/>
            <a:chExt cx="338" cy="306"/>
          </a:xfrm>
        </p:grpSpPr>
        <p:sp useBgFill="1">
          <p:nvSpPr>
            <p:cNvPr id="444" name="Freeform 36"/>
            <p:cNvSpPr>
              <a:spLocks/>
            </p:cNvSpPr>
            <p:nvPr/>
          </p:nvSpPr>
          <p:spPr bwMode="auto">
            <a:xfrm>
              <a:off x="4595" y="1324"/>
              <a:ext cx="338" cy="306"/>
            </a:xfrm>
            <a:custGeom>
              <a:avLst/>
              <a:gdLst>
                <a:gd name="T0" fmla="*/ 2081 w 2362"/>
                <a:gd name="T1" fmla="*/ 0 h 2136"/>
                <a:gd name="T2" fmla="*/ 2161 w 2362"/>
                <a:gd name="T3" fmla="*/ 12 h 2136"/>
                <a:gd name="T4" fmla="*/ 2233 w 2362"/>
                <a:gd name="T5" fmla="*/ 45 h 2136"/>
                <a:gd name="T6" fmla="*/ 2292 w 2362"/>
                <a:gd name="T7" fmla="*/ 96 h 2136"/>
                <a:gd name="T8" fmla="*/ 2336 w 2362"/>
                <a:gd name="T9" fmla="*/ 163 h 2136"/>
                <a:gd name="T10" fmla="*/ 2359 w 2362"/>
                <a:gd name="T11" fmla="*/ 240 h 2136"/>
                <a:gd name="T12" fmla="*/ 2362 w 2362"/>
                <a:gd name="T13" fmla="*/ 1462 h 2136"/>
                <a:gd name="T14" fmla="*/ 2349 w 2362"/>
                <a:gd name="T15" fmla="*/ 1542 h 2136"/>
                <a:gd name="T16" fmla="*/ 2317 w 2362"/>
                <a:gd name="T17" fmla="*/ 1614 h 2136"/>
                <a:gd name="T18" fmla="*/ 2265 w 2362"/>
                <a:gd name="T19" fmla="*/ 1673 h 2136"/>
                <a:gd name="T20" fmla="*/ 2199 w 2362"/>
                <a:gd name="T21" fmla="*/ 1717 h 2136"/>
                <a:gd name="T22" fmla="*/ 2122 w 2362"/>
                <a:gd name="T23" fmla="*/ 1740 h 2136"/>
                <a:gd name="T24" fmla="*/ 1518 w 2362"/>
                <a:gd name="T25" fmla="*/ 1743 h 2136"/>
                <a:gd name="T26" fmla="*/ 1555 w 2362"/>
                <a:gd name="T27" fmla="*/ 1802 h 2136"/>
                <a:gd name="T28" fmla="*/ 1622 w 2362"/>
                <a:gd name="T29" fmla="*/ 1824 h 2136"/>
                <a:gd name="T30" fmla="*/ 1677 w 2362"/>
                <a:gd name="T31" fmla="*/ 1864 h 2136"/>
                <a:gd name="T32" fmla="*/ 1718 w 2362"/>
                <a:gd name="T33" fmla="*/ 1920 h 2136"/>
                <a:gd name="T34" fmla="*/ 1740 w 2362"/>
                <a:gd name="T35" fmla="*/ 1987 h 2136"/>
                <a:gd name="T36" fmla="*/ 1740 w 2362"/>
                <a:gd name="T37" fmla="*/ 2049 h 2136"/>
                <a:gd name="T38" fmla="*/ 1719 w 2362"/>
                <a:gd name="T39" fmla="*/ 2094 h 2136"/>
                <a:gd name="T40" fmla="*/ 1681 w 2362"/>
                <a:gd name="T41" fmla="*/ 2124 h 2136"/>
                <a:gd name="T42" fmla="*/ 1631 w 2362"/>
                <a:gd name="T43" fmla="*/ 2136 h 2136"/>
                <a:gd name="T44" fmla="*/ 706 w 2362"/>
                <a:gd name="T45" fmla="*/ 2133 h 2136"/>
                <a:gd name="T46" fmla="*/ 661 w 2362"/>
                <a:gd name="T47" fmla="*/ 2112 h 2136"/>
                <a:gd name="T48" fmla="*/ 631 w 2362"/>
                <a:gd name="T49" fmla="*/ 2074 h 2136"/>
                <a:gd name="T50" fmla="*/ 619 w 2362"/>
                <a:gd name="T51" fmla="*/ 2024 h 2136"/>
                <a:gd name="T52" fmla="*/ 631 w 2362"/>
                <a:gd name="T53" fmla="*/ 1953 h 2136"/>
                <a:gd name="T54" fmla="*/ 662 w 2362"/>
                <a:gd name="T55" fmla="*/ 1891 h 2136"/>
                <a:gd name="T56" fmla="*/ 711 w 2362"/>
                <a:gd name="T57" fmla="*/ 1842 h 2136"/>
                <a:gd name="T58" fmla="*/ 772 w 2362"/>
                <a:gd name="T59" fmla="*/ 1811 h 2136"/>
                <a:gd name="T60" fmla="*/ 844 w 2362"/>
                <a:gd name="T61" fmla="*/ 1799 h 2136"/>
                <a:gd name="T62" fmla="*/ 281 w 2362"/>
                <a:gd name="T63" fmla="*/ 1743 h 2136"/>
                <a:gd name="T64" fmla="*/ 201 w 2362"/>
                <a:gd name="T65" fmla="*/ 1730 h 2136"/>
                <a:gd name="T66" fmla="*/ 129 w 2362"/>
                <a:gd name="T67" fmla="*/ 1698 h 2136"/>
                <a:gd name="T68" fmla="*/ 70 w 2362"/>
                <a:gd name="T69" fmla="*/ 1646 h 2136"/>
                <a:gd name="T70" fmla="*/ 26 w 2362"/>
                <a:gd name="T71" fmla="*/ 1580 h 2136"/>
                <a:gd name="T72" fmla="*/ 3 w 2362"/>
                <a:gd name="T73" fmla="*/ 1503 h 2136"/>
                <a:gd name="T74" fmla="*/ 0 w 2362"/>
                <a:gd name="T75" fmla="*/ 281 h 2136"/>
                <a:gd name="T76" fmla="*/ 13 w 2362"/>
                <a:gd name="T77" fmla="*/ 200 h 2136"/>
                <a:gd name="T78" fmla="*/ 45 w 2362"/>
                <a:gd name="T79" fmla="*/ 128 h 2136"/>
                <a:gd name="T80" fmla="*/ 97 w 2362"/>
                <a:gd name="T81" fmla="*/ 69 h 2136"/>
                <a:gd name="T82" fmla="*/ 163 w 2362"/>
                <a:gd name="T83" fmla="*/ 25 h 2136"/>
                <a:gd name="T84" fmla="*/ 240 w 2362"/>
                <a:gd name="T85" fmla="*/ 3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62" h="2136">
                  <a:moveTo>
                    <a:pt x="281" y="0"/>
                  </a:moveTo>
                  <a:lnTo>
                    <a:pt x="2081" y="0"/>
                  </a:lnTo>
                  <a:lnTo>
                    <a:pt x="2122" y="3"/>
                  </a:lnTo>
                  <a:lnTo>
                    <a:pt x="2161" y="12"/>
                  </a:lnTo>
                  <a:lnTo>
                    <a:pt x="2199" y="25"/>
                  </a:lnTo>
                  <a:lnTo>
                    <a:pt x="2233" y="45"/>
                  </a:lnTo>
                  <a:lnTo>
                    <a:pt x="2265" y="69"/>
                  </a:lnTo>
                  <a:lnTo>
                    <a:pt x="2292" y="96"/>
                  </a:lnTo>
                  <a:lnTo>
                    <a:pt x="2317" y="128"/>
                  </a:lnTo>
                  <a:lnTo>
                    <a:pt x="2336" y="163"/>
                  </a:lnTo>
                  <a:lnTo>
                    <a:pt x="2349" y="200"/>
                  </a:lnTo>
                  <a:lnTo>
                    <a:pt x="2359" y="240"/>
                  </a:lnTo>
                  <a:lnTo>
                    <a:pt x="2362" y="281"/>
                  </a:lnTo>
                  <a:lnTo>
                    <a:pt x="2362" y="1462"/>
                  </a:lnTo>
                  <a:lnTo>
                    <a:pt x="2359" y="1503"/>
                  </a:lnTo>
                  <a:lnTo>
                    <a:pt x="2349" y="1542"/>
                  </a:lnTo>
                  <a:lnTo>
                    <a:pt x="2336" y="1580"/>
                  </a:lnTo>
                  <a:lnTo>
                    <a:pt x="2317" y="1614"/>
                  </a:lnTo>
                  <a:lnTo>
                    <a:pt x="2292" y="1646"/>
                  </a:lnTo>
                  <a:lnTo>
                    <a:pt x="2265" y="1673"/>
                  </a:lnTo>
                  <a:lnTo>
                    <a:pt x="2233" y="1698"/>
                  </a:lnTo>
                  <a:lnTo>
                    <a:pt x="2199" y="1717"/>
                  </a:lnTo>
                  <a:lnTo>
                    <a:pt x="2161" y="1730"/>
                  </a:lnTo>
                  <a:lnTo>
                    <a:pt x="2122" y="1740"/>
                  </a:lnTo>
                  <a:lnTo>
                    <a:pt x="2081" y="1743"/>
                  </a:lnTo>
                  <a:lnTo>
                    <a:pt x="1518" y="1743"/>
                  </a:lnTo>
                  <a:lnTo>
                    <a:pt x="1518" y="1799"/>
                  </a:lnTo>
                  <a:lnTo>
                    <a:pt x="1555" y="1802"/>
                  </a:lnTo>
                  <a:lnTo>
                    <a:pt x="1590" y="1811"/>
                  </a:lnTo>
                  <a:lnTo>
                    <a:pt x="1622" y="1824"/>
                  </a:lnTo>
                  <a:lnTo>
                    <a:pt x="1651" y="1842"/>
                  </a:lnTo>
                  <a:lnTo>
                    <a:pt x="1677" y="1864"/>
                  </a:lnTo>
                  <a:lnTo>
                    <a:pt x="1700" y="1891"/>
                  </a:lnTo>
                  <a:lnTo>
                    <a:pt x="1718" y="1920"/>
                  </a:lnTo>
                  <a:lnTo>
                    <a:pt x="1731" y="1953"/>
                  </a:lnTo>
                  <a:lnTo>
                    <a:pt x="1740" y="1987"/>
                  </a:lnTo>
                  <a:lnTo>
                    <a:pt x="1743" y="2024"/>
                  </a:lnTo>
                  <a:lnTo>
                    <a:pt x="1740" y="2049"/>
                  </a:lnTo>
                  <a:lnTo>
                    <a:pt x="1731" y="2074"/>
                  </a:lnTo>
                  <a:lnTo>
                    <a:pt x="1719" y="2094"/>
                  </a:lnTo>
                  <a:lnTo>
                    <a:pt x="1701" y="2112"/>
                  </a:lnTo>
                  <a:lnTo>
                    <a:pt x="1681" y="2124"/>
                  </a:lnTo>
                  <a:lnTo>
                    <a:pt x="1656" y="2133"/>
                  </a:lnTo>
                  <a:lnTo>
                    <a:pt x="1631" y="2136"/>
                  </a:lnTo>
                  <a:lnTo>
                    <a:pt x="731" y="2136"/>
                  </a:lnTo>
                  <a:lnTo>
                    <a:pt x="706" y="2133"/>
                  </a:lnTo>
                  <a:lnTo>
                    <a:pt x="681" y="2124"/>
                  </a:lnTo>
                  <a:lnTo>
                    <a:pt x="661" y="2112"/>
                  </a:lnTo>
                  <a:lnTo>
                    <a:pt x="643" y="2094"/>
                  </a:lnTo>
                  <a:lnTo>
                    <a:pt x="631" y="2074"/>
                  </a:lnTo>
                  <a:lnTo>
                    <a:pt x="622" y="2049"/>
                  </a:lnTo>
                  <a:lnTo>
                    <a:pt x="619" y="2024"/>
                  </a:lnTo>
                  <a:lnTo>
                    <a:pt x="622" y="1987"/>
                  </a:lnTo>
                  <a:lnTo>
                    <a:pt x="631" y="1953"/>
                  </a:lnTo>
                  <a:lnTo>
                    <a:pt x="644" y="1920"/>
                  </a:lnTo>
                  <a:lnTo>
                    <a:pt x="662" y="1891"/>
                  </a:lnTo>
                  <a:lnTo>
                    <a:pt x="685" y="1864"/>
                  </a:lnTo>
                  <a:lnTo>
                    <a:pt x="711" y="1842"/>
                  </a:lnTo>
                  <a:lnTo>
                    <a:pt x="740" y="1824"/>
                  </a:lnTo>
                  <a:lnTo>
                    <a:pt x="772" y="1811"/>
                  </a:lnTo>
                  <a:lnTo>
                    <a:pt x="807" y="1802"/>
                  </a:lnTo>
                  <a:lnTo>
                    <a:pt x="844" y="1799"/>
                  </a:lnTo>
                  <a:lnTo>
                    <a:pt x="844" y="1743"/>
                  </a:lnTo>
                  <a:lnTo>
                    <a:pt x="281" y="1743"/>
                  </a:lnTo>
                  <a:lnTo>
                    <a:pt x="240" y="1740"/>
                  </a:lnTo>
                  <a:lnTo>
                    <a:pt x="201" y="1730"/>
                  </a:lnTo>
                  <a:lnTo>
                    <a:pt x="163" y="1717"/>
                  </a:lnTo>
                  <a:lnTo>
                    <a:pt x="129" y="1698"/>
                  </a:lnTo>
                  <a:lnTo>
                    <a:pt x="97" y="1673"/>
                  </a:lnTo>
                  <a:lnTo>
                    <a:pt x="70" y="1646"/>
                  </a:lnTo>
                  <a:lnTo>
                    <a:pt x="45" y="1614"/>
                  </a:lnTo>
                  <a:lnTo>
                    <a:pt x="26" y="1580"/>
                  </a:lnTo>
                  <a:lnTo>
                    <a:pt x="13" y="1542"/>
                  </a:lnTo>
                  <a:lnTo>
                    <a:pt x="3" y="1503"/>
                  </a:lnTo>
                  <a:lnTo>
                    <a:pt x="0" y="1462"/>
                  </a:lnTo>
                  <a:lnTo>
                    <a:pt x="0" y="281"/>
                  </a:lnTo>
                  <a:lnTo>
                    <a:pt x="3" y="240"/>
                  </a:lnTo>
                  <a:lnTo>
                    <a:pt x="13" y="200"/>
                  </a:lnTo>
                  <a:lnTo>
                    <a:pt x="26" y="163"/>
                  </a:lnTo>
                  <a:lnTo>
                    <a:pt x="45" y="128"/>
                  </a:lnTo>
                  <a:lnTo>
                    <a:pt x="70" y="96"/>
                  </a:lnTo>
                  <a:lnTo>
                    <a:pt x="97" y="69"/>
                  </a:lnTo>
                  <a:lnTo>
                    <a:pt x="129" y="45"/>
                  </a:lnTo>
                  <a:lnTo>
                    <a:pt x="163" y="25"/>
                  </a:lnTo>
                  <a:lnTo>
                    <a:pt x="201" y="12"/>
                  </a:lnTo>
                  <a:lnTo>
                    <a:pt x="240" y="3"/>
                  </a:lnTo>
                  <a:lnTo>
                    <a:pt x="281"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45" name="Freeform 37"/>
            <p:cNvSpPr>
              <a:spLocks noEditPoints="1"/>
            </p:cNvSpPr>
            <p:nvPr/>
          </p:nvSpPr>
          <p:spPr bwMode="auto">
            <a:xfrm>
              <a:off x="4611" y="1340"/>
              <a:ext cx="306" cy="274"/>
            </a:xfrm>
            <a:custGeom>
              <a:avLst/>
              <a:gdLst>
                <a:gd name="T0" fmla="*/ 1293 w 2136"/>
                <a:gd name="T1" fmla="*/ 1631 h 1912"/>
                <a:gd name="T2" fmla="*/ 1405 w 2136"/>
                <a:gd name="T3" fmla="*/ 1799 h 1912"/>
                <a:gd name="T4" fmla="*/ 1455 w 2136"/>
                <a:gd name="T5" fmla="*/ 1811 h 1912"/>
                <a:gd name="T6" fmla="*/ 1493 w 2136"/>
                <a:gd name="T7" fmla="*/ 1841 h 1912"/>
                <a:gd name="T8" fmla="*/ 1515 w 2136"/>
                <a:gd name="T9" fmla="*/ 1886 h 1912"/>
                <a:gd name="T10" fmla="*/ 618 w 2136"/>
                <a:gd name="T11" fmla="*/ 1912 h 1912"/>
                <a:gd name="T12" fmla="*/ 630 w 2136"/>
                <a:gd name="T13" fmla="*/ 1862 h 1912"/>
                <a:gd name="T14" fmla="*/ 660 w 2136"/>
                <a:gd name="T15" fmla="*/ 1824 h 1912"/>
                <a:gd name="T16" fmla="*/ 705 w 2136"/>
                <a:gd name="T17" fmla="*/ 1802 h 1912"/>
                <a:gd name="T18" fmla="*/ 843 w 2136"/>
                <a:gd name="T19" fmla="*/ 1799 h 1912"/>
                <a:gd name="T20" fmla="*/ 168 w 2136"/>
                <a:gd name="T21" fmla="*/ 169 h 1912"/>
                <a:gd name="T22" fmla="*/ 1968 w 2136"/>
                <a:gd name="T23" fmla="*/ 1293 h 1912"/>
                <a:gd name="T24" fmla="*/ 168 w 2136"/>
                <a:gd name="T25" fmla="*/ 169 h 1912"/>
                <a:gd name="T26" fmla="*/ 483 w 2136"/>
                <a:gd name="T27" fmla="*/ 0 h 1912"/>
                <a:gd name="T28" fmla="*/ 663 w 2136"/>
                <a:gd name="T29" fmla="*/ 0 h 1912"/>
                <a:gd name="T30" fmla="*/ 829 w 2136"/>
                <a:gd name="T31" fmla="*/ 0 h 1912"/>
                <a:gd name="T32" fmla="*/ 989 w 2136"/>
                <a:gd name="T33" fmla="*/ 0 h 1912"/>
                <a:gd name="T34" fmla="*/ 1226 w 2136"/>
                <a:gd name="T35" fmla="*/ 0 h 1912"/>
                <a:gd name="T36" fmla="*/ 1389 w 2136"/>
                <a:gd name="T37" fmla="*/ 0 h 1912"/>
                <a:gd name="T38" fmla="*/ 1561 w 2136"/>
                <a:gd name="T39" fmla="*/ 0 h 1912"/>
                <a:gd name="T40" fmla="*/ 1751 w 2136"/>
                <a:gd name="T41" fmla="*/ 0 h 1912"/>
                <a:gd name="T42" fmla="*/ 1968 w 2136"/>
                <a:gd name="T43" fmla="*/ 0 h 1912"/>
                <a:gd name="T44" fmla="*/ 2026 w 2136"/>
                <a:gd name="T45" fmla="*/ 11 h 1912"/>
                <a:gd name="T46" fmla="*/ 2076 w 2136"/>
                <a:gd name="T47" fmla="*/ 40 h 1912"/>
                <a:gd name="T48" fmla="*/ 2113 w 2136"/>
                <a:gd name="T49" fmla="*/ 83 h 1912"/>
                <a:gd name="T50" fmla="*/ 2134 w 2136"/>
                <a:gd name="T51" fmla="*/ 138 h 1912"/>
                <a:gd name="T52" fmla="*/ 2136 w 2136"/>
                <a:gd name="T53" fmla="*/ 570 h 1912"/>
                <a:gd name="T54" fmla="*/ 2136 w 2136"/>
                <a:gd name="T55" fmla="*/ 822 h 1912"/>
                <a:gd name="T56" fmla="*/ 2134 w 2136"/>
                <a:gd name="T57" fmla="*/ 1380 h 1912"/>
                <a:gd name="T58" fmla="*/ 2113 w 2136"/>
                <a:gd name="T59" fmla="*/ 1435 h 1912"/>
                <a:gd name="T60" fmla="*/ 2076 w 2136"/>
                <a:gd name="T61" fmla="*/ 1479 h 1912"/>
                <a:gd name="T62" fmla="*/ 2026 w 2136"/>
                <a:gd name="T63" fmla="*/ 1507 h 1912"/>
                <a:gd name="T64" fmla="*/ 1968 w 2136"/>
                <a:gd name="T65" fmla="*/ 1518 h 1912"/>
                <a:gd name="T66" fmla="*/ 138 w 2136"/>
                <a:gd name="T67" fmla="*/ 1516 h 1912"/>
                <a:gd name="T68" fmla="*/ 83 w 2136"/>
                <a:gd name="T69" fmla="*/ 1495 h 1912"/>
                <a:gd name="T70" fmla="*/ 39 w 2136"/>
                <a:gd name="T71" fmla="*/ 1458 h 1912"/>
                <a:gd name="T72" fmla="*/ 11 w 2136"/>
                <a:gd name="T73" fmla="*/ 1408 h 1912"/>
                <a:gd name="T74" fmla="*/ 0 w 2136"/>
                <a:gd name="T75" fmla="*/ 1350 h 1912"/>
                <a:gd name="T76" fmla="*/ 0 w 2136"/>
                <a:gd name="T77" fmla="*/ 822 h 1912"/>
                <a:gd name="T78" fmla="*/ 0 w 2136"/>
                <a:gd name="T79" fmla="*/ 169 h 1912"/>
                <a:gd name="T80" fmla="*/ 11 w 2136"/>
                <a:gd name="T81" fmla="*/ 110 h 1912"/>
                <a:gd name="T82" fmla="*/ 39 w 2136"/>
                <a:gd name="T83" fmla="*/ 60 h 1912"/>
                <a:gd name="T84" fmla="*/ 83 w 2136"/>
                <a:gd name="T85" fmla="*/ 23 h 1912"/>
                <a:gd name="T86" fmla="*/ 138 w 2136"/>
                <a:gd name="T87" fmla="*/ 3 h 1912"/>
                <a:gd name="T88" fmla="*/ 280 w 2136"/>
                <a:gd name="T89" fmla="*/ 0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136" h="1912">
                  <a:moveTo>
                    <a:pt x="843" y="1631"/>
                  </a:moveTo>
                  <a:lnTo>
                    <a:pt x="1293" y="1631"/>
                  </a:lnTo>
                  <a:lnTo>
                    <a:pt x="1293" y="1799"/>
                  </a:lnTo>
                  <a:lnTo>
                    <a:pt x="1405" y="1799"/>
                  </a:lnTo>
                  <a:lnTo>
                    <a:pt x="1431" y="1802"/>
                  </a:lnTo>
                  <a:lnTo>
                    <a:pt x="1455" y="1811"/>
                  </a:lnTo>
                  <a:lnTo>
                    <a:pt x="1476" y="1824"/>
                  </a:lnTo>
                  <a:lnTo>
                    <a:pt x="1493" y="1841"/>
                  </a:lnTo>
                  <a:lnTo>
                    <a:pt x="1506" y="1862"/>
                  </a:lnTo>
                  <a:lnTo>
                    <a:pt x="1515" y="1886"/>
                  </a:lnTo>
                  <a:lnTo>
                    <a:pt x="1518" y="1912"/>
                  </a:lnTo>
                  <a:lnTo>
                    <a:pt x="618" y="1912"/>
                  </a:lnTo>
                  <a:lnTo>
                    <a:pt x="621" y="1886"/>
                  </a:lnTo>
                  <a:lnTo>
                    <a:pt x="630" y="1862"/>
                  </a:lnTo>
                  <a:lnTo>
                    <a:pt x="643" y="1841"/>
                  </a:lnTo>
                  <a:lnTo>
                    <a:pt x="660" y="1824"/>
                  </a:lnTo>
                  <a:lnTo>
                    <a:pt x="681" y="1811"/>
                  </a:lnTo>
                  <a:lnTo>
                    <a:pt x="705" y="1802"/>
                  </a:lnTo>
                  <a:lnTo>
                    <a:pt x="731" y="1799"/>
                  </a:lnTo>
                  <a:lnTo>
                    <a:pt x="843" y="1799"/>
                  </a:lnTo>
                  <a:lnTo>
                    <a:pt x="843" y="1631"/>
                  </a:lnTo>
                  <a:close/>
                  <a:moveTo>
                    <a:pt x="168" y="169"/>
                  </a:moveTo>
                  <a:lnTo>
                    <a:pt x="168" y="1293"/>
                  </a:lnTo>
                  <a:lnTo>
                    <a:pt x="1968" y="1293"/>
                  </a:lnTo>
                  <a:lnTo>
                    <a:pt x="1968" y="169"/>
                  </a:lnTo>
                  <a:lnTo>
                    <a:pt x="168" y="169"/>
                  </a:lnTo>
                  <a:close/>
                  <a:moveTo>
                    <a:pt x="385" y="0"/>
                  </a:moveTo>
                  <a:lnTo>
                    <a:pt x="483" y="0"/>
                  </a:lnTo>
                  <a:lnTo>
                    <a:pt x="575" y="0"/>
                  </a:lnTo>
                  <a:lnTo>
                    <a:pt x="663" y="0"/>
                  </a:lnTo>
                  <a:lnTo>
                    <a:pt x="747" y="0"/>
                  </a:lnTo>
                  <a:lnTo>
                    <a:pt x="829" y="0"/>
                  </a:lnTo>
                  <a:lnTo>
                    <a:pt x="910" y="0"/>
                  </a:lnTo>
                  <a:lnTo>
                    <a:pt x="989" y="0"/>
                  </a:lnTo>
                  <a:lnTo>
                    <a:pt x="1147" y="0"/>
                  </a:lnTo>
                  <a:lnTo>
                    <a:pt x="1226" y="0"/>
                  </a:lnTo>
                  <a:lnTo>
                    <a:pt x="1307" y="0"/>
                  </a:lnTo>
                  <a:lnTo>
                    <a:pt x="1389" y="0"/>
                  </a:lnTo>
                  <a:lnTo>
                    <a:pt x="1473" y="0"/>
                  </a:lnTo>
                  <a:lnTo>
                    <a:pt x="1561" y="0"/>
                  </a:lnTo>
                  <a:lnTo>
                    <a:pt x="1653" y="0"/>
                  </a:lnTo>
                  <a:lnTo>
                    <a:pt x="1751" y="0"/>
                  </a:lnTo>
                  <a:lnTo>
                    <a:pt x="1856" y="0"/>
                  </a:lnTo>
                  <a:lnTo>
                    <a:pt x="1968" y="0"/>
                  </a:lnTo>
                  <a:lnTo>
                    <a:pt x="1998" y="3"/>
                  </a:lnTo>
                  <a:lnTo>
                    <a:pt x="2026" y="11"/>
                  </a:lnTo>
                  <a:lnTo>
                    <a:pt x="2053" y="23"/>
                  </a:lnTo>
                  <a:lnTo>
                    <a:pt x="2076" y="40"/>
                  </a:lnTo>
                  <a:lnTo>
                    <a:pt x="2097" y="60"/>
                  </a:lnTo>
                  <a:lnTo>
                    <a:pt x="2113" y="83"/>
                  </a:lnTo>
                  <a:lnTo>
                    <a:pt x="2125" y="110"/>
                  </a:lnTo>
                  <a:lnTo>
                    <a:pt x="2134" y="138"/>
                  </a:lnTo>
                  <a:lnTo>
                    <a:pt x="2136" y="169"/>
                  </a:lnTo>
                  <a:lnTo>
                    <a:pt x="2136" y="570"/>
                  </a:lnTo>
                  <a:lnTo>
                    <a:pt x="2136" y="696"/>
                  </a:lnTo>
                  <a:lnTo>
                    <a:pt x="2136" y="822"/>
                  </a:lnTo>
                  <a:lnTo>
                    <a:pt x="2136" y="1350"/>
                  </a:lnTo>
                  <a:lnTo>
                    <a:pt x="2134" y="1380"/>
                  </a:lnTo>
                  <a:lnTo>
                    <a:pt x="2125" y="1408"/>
                  </a:lnTo>
                  <a:lnTo>
                    <a:pt x="2113" y="1435"/>
                  </a:lnTo>
                  <a:lnTo>
                    <a:pt x="2097" y="1458"/>
                  </a:lnTo>
                  <a:lnTo>
                    <a:pt x="2076" y="1479"/>
                  </a:lnTo>
                  <a:lnTo>
                    <a:pt x="2053" y="1495"/>
                  </a:lnTo>
                  <a:lnTo>
                    <a:pt x="2026" y="1507"/>
                  </a:lnTo>
                  <a:lnTo>
                    <a:pt x="1998" y="1516"/>
                  </a:lnTo>
                  <a:lnTo>
                    <a:pt x="1968" y="1518"/>
                  </a:lnTo>
                  <a:lnTo>
                    <a:pt x="168" y="1518"/>
                  </a:lnTo>
                  <a:lnTo>
                    <a:pt x="138" y="1516"/>
                  </a:lnTo>
                  <a:lnTo>
                    <a:pt x="110" y="1507"/>
                  </a:lnTo>
                  <a:lnTo>
                    <a:pt x="83" y="1495"/>
                  </a:lnTo>
                  <a:lnTo>
                    <a:pt x="60" y="1479"/>
                  </a:lnTo>
                  <a:lnTo>
                    <a:pt x="39" y="1458"/>
                  </a:lnTo>
                  <a:lnTo>
                    <a:pt x="23" y="1435"/>
                  </a:lnTo>
                  <a:lnTo>
                    <a:pt x="11" y="1408"/>
                  </a:lnTo>
                  <a:lnTo>
                    <a:pt x="2" y="1380"/>
                  </a:lnTo>
                  <a:lnTo>
                    <a:pt x="0" y="1350"/>
                  </a:lnTo>
                  <a:lnTo>
                    <a:pt x="0" y="948"/>
                  </a:lnTo>
                  <a:lnTo>
                    <a:pt x="0" y="822"/>
                  </a:lnTo>
                  <a:lnTo>
                    <a:pt x="0" y="696"/>
                  </a:lnTo>
                  <a:lnTo>
                    <a:pt x="0" y="169"/>
                  </a:lnTo>
                  <a:lnTo>
                    <a:pt x="2" y="138"/>
                  </a:lnTo>
                  <a:lnTo>
                    <a:pt x="11" y="110"/>
                  </a:lnTo>
                  <a:lnTo>
                    <a:pt x="23" y="83"/>
                  </a:lnTo>
                  <a:lnTo>
                    <a:pt x="39" y="60"/>
                  </a:lnTo>
                  <a:lnTo>
                    <a:pt x="60" y="40"/>
                  </a:lnTo>
                  <a:lnTo>
                    <a:pt x="83" y="23"/>
                  </a:lnTo>
                  <a:lnTo>
                    <a:pt x="110" y="11"/>
                  </a:lnTo>
                  <a:lnTo>
                    <a:pt x="138" y="3"/>
                  </a:lnTo>
                  <a:lnTo>
                    <a:pt x="168" y="0"/>
                  </a:lnTo>
                  <a:lnTo>
                    <a:pt x="280" y="0"/>
                  </a:lnTo>
                  <a:lnTo>
                    <a:pt x="38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854" name="Group 853"/>
          <p:cNvGrpSpPr>
            <a:grpSpLocks noChangeAspect="1"/>
          </p:cNvGrpSpPr>
          <p:nvPr/>
        </p:nvGrpSpPr>
        <p:grpSpPr>
          <a:xfrm>
            <a:off x="1551667" y="3038445"/>
            <a:ext cx="330200" cy="536575"/>
            <a:chOff x="1139826" y="2876550"/>
            <a:chExt cx="330200" cy="536575"/>
          </a:xfrm>
        </p:grpSpPr>
        <p:sp useBgFill="1">
          <p:nvSpPr>
            <p:cNvPr id="609" name="Freeform 42"/>
            <p:cNvSpPr>
              <a:spLocks/>
            </p:cNvSpPr>
            <p:nvPr/>
          </p:nvSpPr>
          <p:spPr bwMode="auto">
            <a:xfrm>
              <a:off x="1139826" y="2876550"/>
              <a:ext cx="330200" cy="536575"/>
            </a:xfrm>
            <a:custGeom>
              <a:avLst/>
              <a:gdLst>
                <a:gd name="T0" fmla="*/ 281 w 1462"/>
                <a:gd name="T1" fmla="*/ 0 h 2362"/>
                <a:gd name="T2" fmla="*/ 1181 w 1462"/>
                <a:gd name="T3" fmla="*/ 0 h 2362"/>
                <a:gd name="T4" fmla="*/ 1222 w 1462"/>
                <a:gd name="T5" fmla="*/ 3 h 2362"/>
                <a:gd name="T6" fmla="*/ 1262 w 1462"/>
                <a:gd name="T7" fmla="*/ 13 h 2362"/>
                <a:gd name="T8" fmla="*/ 1299 w 1462"/>
                <a:gd name="T9" fmla="*/ 26 h 2362"/>
                <a:gd name="T10" fmla="*/ 1334 w 1462"/>
                <a:gd name="T11" fmla="*/ 45 h 2362"/>
                <a:gd name="T12" fmla="*/ 1365 w 1462"/>
                <a:gd name="T13" fmla="*/ 70 h 2362"/>
                <a:gd name="T14" fmla="*/ 1393 w 1462"/>
                <a:gd name="T15" fmla="*/ 97 h 2362"/>
                <a:gd name="T16" fmla="*/ 1417 w 1462"/>
                <a:gd name="T17" fmla="*/ 129 h 2362"/>
                <a:gd name="T18" fmla="*/ 1436 w 1462"/>
                <a:gd name="T19" fmla="*/ 163 h 2362"/>
                <a:gd name="T20" fmla="*/ 1450 w 1462"/>
                <a:gd name="T21" fmla="*/ 201 h 2362"/>
                <a:gd name="T22" fmla="*/ 1459 w 1462"/>
                <a:gd name="T23" fmla="*/ 240 h 2362"/>
                <a:gd name="T24" fmla="*/ 1462 w 1462"/>
                <a:gd name="T25" fmla="*/ 281 h 2362"/>
                <a:gd name="T26" fmla="*/ 1462 w 1462"/>
                <a:gd name="T27" fmla="*/ 2081 h 2362"/>
                <a:gd name="T28" fmla="*/ 1459 w 1462"/>
                <a:gd name="T29" fmla="*/ 2122 h 2362"/>
                <a:gd name="T30" fmla="*/ 1450 w 1462"/>
                <a:gd name="T31" fmla="*/ 2161 h 2362"/>
                <a:gd name="T32" fmla="*/ 1436 w 1462"/>
                <a:gd name="T33" fmla="*/ 2199 h 2362"/>
                <a:gd name="T34" fmla="*/ 1417 w 1462"/>
                <a:gd name="T35" fmla="*/ 2233 h 2362"/>
                <a:gd name="T36" fmla="*/ 1393 w 1462"/>
                <a:gd name="T37" fmla="*/ 2265 h 2362"/>
                <a:gd name="T38" fmla="*/ 1365 w 1462"/>
                <a:gd name="T39" fmla="*/ 2292 h 2362"/>
                <a:gd name="T40" fmla="*/ 1334 w 1462"/>
                <a:gd name="T41" fmla="*/ 2317 h 2362"/>
                <a:gd name="T42" fmla="*/ 1299 w 1462"/>
                <a:gd name="T43" fmla="*/ 2336 h 2362"/>
                <a:gd name="T44" fmla="*/ 1262 w 1462"/>
                <a:gd name="T45" fmla="*/ 2349 h 2362"/>
                <a:gd name="T46" fmla="*/ 1222 w 1462"/>
                <a:gd name="T47" fmla="*/ 2359 h 2362"/>
                <a:gd name="T48" fmla="*/ 1181 w 1462"/>
                <a:gd name="T49" fmla="*/ 2362 h 2362"/>
                <a:gd name="T50" fmla="*/ 281 w 1462"/>
                <a:gd name="T51" fmla="*/ 2362 h 2362"/>
                <a:gd name="T52" fmla="*/ 240 w 1462"/>
                <a:gd name="T53" fmla="*/ 2359 h 2362"/>
                <a:gd name="T54" fmla="*/ 200 w 1462"/>
                <a:gd name="T55" fmla="*/ 2349 h 2362"/>
                <a:gd name="T56" fmla="*/ 163 w 1462"/>
                <a:gd name="T57" fmla="*/ 2336 h 2362"/>
                <a:gd name="T58" fmla="*/ 128 w 1462"/>
                <a:gd name="T59" fmla="*/ 2317 h 2362"/>
                <a:gd name="T60" fmla="*/ 97 w 1462"/>
                <a:gd name="T61" fmla="*/ 2292 h 2362"/>
                <a:gd name="T62" fmla="*/ 69 w 1462"/>
                <a:gd name="T63" fmla="*/ 2265 h 2362"/>
                <a:gd name="T64" fmla="*/ 45 w 1462"/>
                <a:gd name="T65" fmla="*/ 2233 h 2362"/>
                <a:gd name="T66" fmla="*/ 26 w 1462"/>
                <a:gd name="T67" fmla="*/ 2199 h 2362"/>
                <a:gd name="T68" fmla="*/ 12 w 1462"/>
                <a:gd name="T69" fmla="*/ 2161 h 2362"/>
                <a:gd name="T70" fmla="*/ 3 w 1462"/>
                <a:gd name="T71" fmla="*/ 2122 h 2362"/>
                <a:gd name="T72" fmla="*/ 0 w 1462"/>
                <a:gd name="T73" fmla="*/ 2081 h 2362"/>
                <a:gd name="T74" fmla="*/ 0 w 1462"/>
                <a:gd name="T75" fmla="*/ 281 h 2362"/>
                <a:gd name="T76" fmla="*/ 3 w 1462"/>
                <a:gd name="T77" fmla="*/ 240 h 2362"/>
                <a:gd name="T78" fmla="*/ 12 w 1462"/>
                <a:gd name="T79" fmla="*/ 201 h 2362"/>
                <a:gd name="T80" fmla="*/ 26 w 1462"/>
                <a:gd name="T81" fmla="*/ 163 h 2362"/>
                <a:gd name="T82" fmla="*/ 45 w 1462"/>
                <a:gd name="T83" fmla="*/ 129 h 2362"/>
                <a:gd name="T84" fmla="*/ 69 w 1462"/>
                <a:gd name="T85" fmla="*/ 97 h 2362"/>
                <a:gd name="T86" fmla="*/ 97 w 1462"/>
                <a:gd name="T87" fmla="*/ 70 h 2362"/>
                <a:gd name="T88" fmla="*/ 128 w 1462"/>
                <a:gd name="T89" fmla="*/ 45 h 2362"/>
                <a:gd name="T90" fmla="*/ 163 w 1462"/>
                <a:gd name="T91" fmla="*/ 26 h 2362"/>
                <a:gd name="T92" fmla="*/ 200 w 1462"/>
                <a:gd name="T93" fmla="*/ 13 h 2362"/>
                <a:gd name="T94" fmla="*/ 240 w 1462"/>
                <a:gd name="T95" fmla="*/ 3 h 2362"/>
                <a:gd name="T96" fmla="*/ 281 w 1462"/>
                <a:gd name="T97" fmla="*/ 0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62" h="2362">
                  <a:moveTo>
                    <a:pt x="281" y="0"/>
                  </a:moveTo>
                  <a:lnTo>
                    <a:pt x="1181" y="0"/>
                  </a:lnTo>
                  <a:lnTo>
                    <a:pt x="1222" y="3"/>
                  </a:lnTo>
                  <a:lnTo>
                    <a:pt x="1262" y="13"/>
                  </a:lnTo>
                  <a:lnTo>
                    <a:pt x="1299" y="26"/>
                  </a:lnTo>
                  <a:lnTo>
                    <a:pt x="1334" y="45"/>
                  </a:lnTo>
                  <a:lnTo>
                    <a:pt x="1365" y="70"/>
                  </a:lnTo>
                  <a:lnTo>
                    <a:pt x="1393" y="97"/>
                  </a:lnTo>
                  <a:lnTo>
                    <a:pt x="1417" y="129"/>
                  </a:lnTo>
                  <a:lnTo>
                    <a:pt x="1436" y="163"/>
                  </a:lnTo>
                  <a:lnTo>
                    <a:pt x="1450" y="201"/>
                  </a:lnTo>
                  <a:lnTo>
                    <a:pt x="1459" y="240"/>
                  </a:lnTo>
                  <a:lnTo>
                    <a:pt x="1462" y="281"/>
                  </a:lnTo>
                  <a:lnTo>
                    <a:pt x="1462" y="2081"/>
                  </a:lnTo>
                  <a:lnTo>
                    <a:pt x="1459" y="2122"/>
                  </a:lnTo>
                  <a:lnTo>
                    <a:pt x="1450" y="2161"/>
                  </a:lnTo>
                  <a:lnTo>
                    <a:pt x="1436" y="2199"/>
                  </a:lnTo>
                  <a:lnTo>
                    <a:pt x="1417" y="2233"/>
                  </a:lnTo>
                  <a:lnTo>
                    <a:pt x="1393" y="2265"/>
                  </a:lnTo>
                  <a:lnTo>
                    <a:pt x="1365" y="2292"/>
                  </a:lnTo>
                  <a:lnTo>
                    <a:pt x="1334" y="2317"/>
                  </a:lnTo>
                  <a:lnTo>
                    <a:pt x="1299" y="2336"/>
                  </a:lnTo>
                  <a:lnTo>
                    <a:pt x="1262" y="2349"/>
                  </a:lnTo>
                  <a:lnTo>
                    <a:pt x="1222" y="2359"/>
                  </a:lnTo>
                  <a:lnTo>
                    <a:pt x="1181" y="2362"/>
                  </a:lnTo>
                  <a:lnTo>
                    <a:pt x="281" y="2362"/>
                  </a:lnTo>
                  <a:lnTo>
                    <a:pt x="240" y="2359"/>
                  </a:lnTo>
                  <a:lnTo>
                    <a:pt x="200" y="2349"/>
                  </a:lnTo>
                  <a:lnTo>
                    <a:pt x="163" y="2336"/>
                  </a:lnTo>
                  <a:lnTo>
                    <a:pt x="128" y="2317"/>
                  </a:lnTo>
                  <a:lnTo>
                    <a:pt x="97" y="2292"/>
                  </a:lnTo>
                  <a:lnTo>
                    <a:pt x="69" y="2265"/>
                  </a:lnTo>
                  <a:lnTo>
                    <a:pt x="45" y="2233"/>
                  </a:lnTo>
                  <a:lnTo>
                    <a:pt x="26" y="2199"/>
                  </a:lnTo>
                  <a:lnTo>
                    <a:pt x="12" y="2161"/>
                  </a:lnTo>
                  <a:lnTo>
                    <a:pt x="3" y="2122"/>
                  </a:lnTo>
                  <a:lnTo>
                    <a:pt x="0" y="2081"/>
                  </a:lnTo>
                  <a:lnTo>
                    <a:pt x="0" y="281"/>
                  </a:lnTo>
                  <a:lnTo>
                    <a:pt x="3" y="240"/>
                  </a:lnTo>
                  <a:lnTo>
                    <a:pt x="12" y="201"/>
                  </a:lnTo>
                  <a:lnTo>
                    <a:pt x="26" y="163"/>
                  </a:lnTo>
                  <a:lnTo>
                    <a:pt x="45" y="129"/>
                  </a:lnTo>
                  <a:lnTo>
                    <a:pt x="69" y="97"/>
                  </a:lnTo>
                  <a:lnTo>
                    <a:pt x="97" y="70"/>
                  </a:lnTo>
                  <a:lnTo>
                    <a:pt x="128" y="45"/>
                  </a:lnTo>
                  <a:lnTo>
                    <a:pt x="163" y="26"/>
                  </a:lnTo>
                  <a:lnTo>
                    <a:pt x="200" y="13"/>
                  </a:lnTo>
                  <a:lnTo>
                    <a:pt x="240" y="3"/>
                  </a:lnTo>
                  <a:lnTo>
                    <a:pt x="281"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0" name="Freeform 43"/>
            <p:cNvSpPr>
              <a:spLocks noEditPoints="1"/>
            </p:cNvSpPr>
            <p:nvPr/>
          </p:nvSpPr>
          <p:spPr bwMode="auto">
            <a:xfrm>
              <a:off x="1165226" y="2901950"/>
              <a:ext cx="279400" cy="485775"/>
            </a:xfrm>
            <a:custGeom>
              <a:avLst/>
              <a:gdLst>
                <a:gd name="T0" fmla="*/ 596 w 1236"/>
                <a:gd name="T1" fmla="*/ 1858 h 2136"/>
                <a:gd name="T2" fmla="*/ 559 w 1236"/>
                <a:gd name="T3" fmla="*/ 1880 h 2136"/>
                <a:gd name="T4" fmla="*/ 537 w 1236"/>
                <a:gd name="T5" fmla="*/ 1917 h 2136"/>
                <a:gd name="T6" fmla="*/ 537 w 1236"/>
                <a:gd name="T7" fmla="*/ 1962 h 2136"/>
                <a:gd name="T8" fmla="*/ 559 w 1236"/>
                <a:gd name="T9" fmla="*/ 1999 h 2136"/>
                <a:gd name="T10" fmla="*/ 596 w 1236"/>
                <a:gd name="T11" fmla="*/ 2021 h 2136"/>
                <a:gd name="T12" fmla="*/ 640 w 1236"/>
                <a:gd name="T13" fmla="*/ 2021 h 2136"/>
                <a:gd name="T14" fmla="*/ 677 w 1236"/>
                <a:gd name="T15" fmla="*/ 1999 h 2136"/>
                <a:gd name="T16" fmla="*/ 699 w 1236"/>
                <a:gd name="T17" fmla="*/ 1962 h 2136"/>
                <a:gd name="T18" fmla="*/ 699 w 1236"/>
                <a:gd name="T19" fmla="*/ 1917 h 2136"/>
                <a:gd name="T20" fmla="*/ 677 w 1236"/>
                <a:gd name="T21" fmla="*/ 1880 h 2136"/>
                <a:gd name="T22" fmla="*/ 640 w 1236"/>
                <a:gd name="T23" fmla="*/ 1858 h 2136"/>
                <a:gd name="T24" fmla="*/ 112 w 1236"/>
                <a:gd name="T25" fmla="*/ 225 h 2136"/>
                <a:gd name="T26" fmla="*/ 1124 w 1236"/>
                <a:gd name="T27" fmla="*/ 1743 h 2136"/>
                <a:gd name="T28" fmla="*/ 112 w 1236"/>
                <a:gd name="T29" fmla="*/ 225 h 2136"/>
                <a:gd name="T30" fmla="*/ 1068 w 1236"/>
                <a:gd name="T31" fmla="*/ 0 h 2136"/>
                <a:gd name="T32" fmla="*/ 1127 w 1236"/>
                <a:gd name="T33" fmla="*/ 11 h 2136"/>
                <a:gd name="T34" fmla="*/ 1177 w 1236"/>
                <a:gd name="T35" fmla="*/ 39 h 2136"/>
                <a:gd name="T36" fmla="*/ 1214 w 1236"/>
                <a:gd name="T37" fmla="*/ 83 h 2136"/>
                <a:gd name="T38" fmla="*/ 1234 w 1236"/>
                <a:gd name="T39" fmla="*/ 138 h 2136"/>
                <a:gd name="T40" fmla="*/ 1236 w 1236"/>
                <a:gd name="T41" fmla="*/ 1968 h 2136"/>
                <a:gd name="T42" fmla="*/ 1225 w 1236"/>
                <a:gd name="T43" fmla="*/ 2026 h 2136"/>
                <a:gd name="T44" fmla="*/ 1197 w 1236"/>
                <a:gd name="T45" fmla="*/ 2076 h 2136"/>
                <a:gd name="T46" fmla="*/ 1153 w 1236"/>
                <a:gd name="T47" fmla="*/ 2113 h 2136"/>
                <a:gd name="T48" fmla="*/ 1099 w 1236"/>
                <a:gd name="T49" fmla="*/ 2134 h 2136"/>
                <a:gd name="T50" fmla="*/ 168 w 1236"/>
                <a:gd name="T51" fmla="*/ 2136 h 2136"/>
                <a:gd name="T52" fmla="*/ 109 w 1236"/>
                <a:gd name="T53" fmla="*/ 2125 h 2136"/>
                <a:gd name="T54" fmla="*/ 59 w 1236"/>
                <a:gd name="T55" fmla="*/ 2097 h 2136"/>
                <a:gd name="T56" fmla="*/ 22 w 1236"/>
                <a:gd name="T57" fmla="*/ 2053 h 2136"/>
                <a:gd name="T58" fmla="*/ 2 w 1236"/>
                <a:gd name="T59" fmla="*/ 1998 h 2136"/>
                <a:gd name="T60" fmla="*/ 0 w 1236"/>
                <a:gd name="T61" fmla="*/ 168 h 2136"/>
                <a:gd name="T62" fmla="*/ 11 w 1236"/>
                <a:gd name="T63" fmla="*/ 110 h 2136"/>
                <a:gd name="T64" fmla="*/ 39 w 1236"/>
                <a:gd name="T65" fmla="*/ 60 h 2136"/>
                <a:gd name="T66" fmla="*/ 83 w 1236"/>
                <a:gd name="T67" fmla="*/ 23 h 2136"/>
                <a:gd name="T68" fmla="*/ 137 w 1236"/>
                <a:gd name="T69" fmla="*/ 2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36" h="2136">
                  <a:moveTo>
                    <a:pt x="618" y="1855"/>
                  </a:moveTo>
                  <a:lnTo>
                    <a:pt x="596" y="1858"/>
                  </a:lnTo>
                  <a:lnTo>
                    <a:pt x="576" y="1867"/>
                  </a:lnTo>
                  <a:lnTo>
                    <a:pt x="559" y="1880"/>
                  </a:lnTo>
                  <a:lnTo>
                    <a:pt x="545" y="1897"/>
                  </a:lnTo>
                  <a:lnTo>
                    <a:pt x="537" y="1917"/>
                  </a:lnTo>
                  <a:lnTo>
                    <a:pt x="533" y="1940"/>
                  </a:lnTo>
                  <a:lnTo>
                    <a:pt x="537" y="1962"/>
                  </a:lnTo>
                  <a:lnTo>
                    <a:pt x="545" y="1982"/>
                  </a:lnTo>
                  <a:lnTo>
                    <a:pt x="559" y="1999"/>
                  </a:lnTo>
                  <a:lnTo>
                    <a:pt x="576" y="2012"/>
                  </a:lnTo>
                  <a:lnTo>
                    <a:pt x="596" y="2021"/>
                  </a:lnTo>
                  <a:lnTo>
                    <a:pt x="618" y="2024"/>
                  </a:lnTo>
                  <a:lnTo>
                    <a:pt x="640" y="2021"/>
                  </a:lnTo>
                  <a:lnTo>
                    <a:pt x="660" y="2012"/>
                  </a:lnTo>
                  <a:lnTo>
                    <a:pt x="677" y="1999"/>
                  </a:lnTo>
                  <a:lnTo>
                    <a:pt x="691" y="1982"/>
                  </a:lnTo>
                  <a:lnTo>
                    <a:pt x="699" y="1962"/>
                  </a:lnTo>
                  <a:lnTo>
                    <a:pt x="703" y="1940"/>
                  </a:lnTo>
                  <a:lnTo>
                    <a:pt x="699" y="1917"/>
                  </a:lnTo>
                  <a:lnTo>
                    <a:pt x="691" y="1897"/>
                  </a:lnTo>
                  <a:lnTo>
                    <a:pt x="677" y="1880"/>
                  </a:lnTo>
                  <a:lnTo>
                    <a:pt x="660" y="1867"/>
                  </a:lnTo>
                  <a:lnTo>
                    <a:pt x="640" y="1858"/>
                  </a:lnTo>
                  <a:lnTo>
                    <a:pt x="618" y="1855"/>
                  </a:lnTo>
                  <a:close/>
                  <a:moveTo>
                    <a:pt x="112" y="225"/>
                  </a:moveTo>
                  <a:lnTo>
                    <a:pt x="112" y="1743"/>
                  </a:lnTo>
                  <a:lnTo>
                    <a:pt x="1124" y="1743"/>
                  </a:lnTo>
                  <a:lnTo>
                    <a:pt x="1124" y="225"/>
                  </a:lnTo>
                  <a:lnTo>
                    <a:pt x="112" y="225"/>
                  </a:lnTo>
                  <a:close/>
                  <a:moveTo>
                    <a:pt x="168" y="0"/>
                  </a:moveTo>
                  <a:lnTo>
                    <a:pt x="1068" y="0"/>
                  </a:lnTo>
                  <a:lnTo>
                    <a:pt x="1099" y="2"/>
                  </a:lnTo>
                  <a:lnTo>
                    <a:pt x="1127" y="11"/>
                  </a:lnTo>
                  <a:lnTo>
                    <a:pt x="1153" y="23"/>
                  </a:lnTo>
                  <a:lnTo>
                    <a:pt x="1177" y="39"/>
                  </a:lnTo>
                  <a:lnTo>
                    <a:pt x="1197" y="60"/>
                  </a:lnTo>
                  <a:lnTo>
                    <a:pt x="1214" y="83"/>
                  </a:lnTo>
                  <a:lnTo>
                    <a:pt x="1225" y="110"/>
                  </a:lnTo>
                  <a:lnTo>
                    <a:pt x="1234" y="138"/>
                  </a:lnTo>
                  <a:lnTo>
                    <a:pt x="1236" y="168"/>
                  </a:lnTo>
                  <a:lnTo>
                    <a:pt x="1236" y="1968"/>
                  </a:lnTo>
                  <a:lnTo>
                    <a:pt x="1234" y="1998"/>
                  </a:lnTo>
                  <a:lnTo>
                    <a:pt x="1225" y="2026"/>
                  </a:lnTo>
                  <a:lnTo>
                    <a:pt x="1214" y="2053"/>
                  </a:lnTo>
                  <a:lnTo>
                    <a:pt x="1197" y="2076"/>
                  </a:lnTo>
                  <a:lnTo>
                    <a:pt x="1177" y="2097"/>
                  </a:lnTo>
                  <a:lnTo>
                    <a:pt x="1153" y="2113"/>
                  </a:lnTo>
                  <a:lnTo>
                    <a:pt x="1127" y="2125"/>
                  </a:lnTo>
                  <a:lnTo>
                    <a:pt x="1099" y="2134"/>
                  </a:lnTo>
                  <a:lnTo>
                    <a:pt x="1068" y="2136"/>
                  </a:lnTo>
                  <a:lnTo>
                    <a:pt x="168" y="2136"/>
                  </a:lnTo>
                  <a:lnTo>
                    <a:pt x="137" y="2134"/>
                  </a:lnTo>
                  <a:lnTo>
                    <a:pt x="109" y="2125"/>
                  </a:lnTo>
                  <a:lnTo>
                    <a:pt x="83" y="2113"/>
                  </a:lnTo>
                  <a:lnTo>
                    <a:pt x="59" y="2097"/>
                  </a:lnTo>
                  <a:lnTo>
                    <a:pt x="39" y="2076"/>
                  </a:lnTo>
                  <a:lnTo>
                    <a:pt x="22" y="2053"/>
                  </a:lnTo>
                  <a:lnTo>
                    <a:pt x="11" y="2026"/>
                  </a:lnTo>
                  <a:lnTo>
                    <a:pt x="2" y="1998"/>
                  </a:lnTo>
                  <a:lnTo>
                    <a:pt x="0" y="1968"/>
                  </a:lnTo>
                  <a:lnTo>
                    <a:pt x="0" y="168"/>
                  </a:lnTo>
                  <a:lnTo>
                    <a:pt x="2" y="138"/>
                  </a:lnTo>
                  <a:lnTo>
                    <a:pt x="11" y="110"/>
                  </a:lnTo>
                  <a:lnTo>
                    <a:pt x="22" y="83"/>
                  </a:lnTo>
                  <a:lnTo>
                    <a:pt x="39" y="60"/>
                  </a:lnTo>
                  <a:lnTo>
                    <a:pt x="59" y="39"/>
                  </a:lnTo>
                  <a:lnTo>
                    <a:pt x="83" y="23"/>
                  </a:lnTo>
                  <a:lnTo>
                    <a:pt x="109" y="11"/>
                  </a:lnTo>
                  <a:lnTo>
                    <a:pt x="137" y="2"/>
                  </a:lnTo>
                  <a:lnTo>
                    <a:pt x="16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1" name="Rectangle 44"/>
            <p:cNvSpPr>
              <a:spLocks noChangeArrowheads="1"/>
            </p:cNvSpPr>
            <p:nvPr/>
          </p:nvSpPr>
          <p:spPr bwMode="auto">
            <a:xfrm>
              <a:off x="1216026" y="2979738"/>
              <a:ext cx="177800" cy="292100"/>
            </a:xfrm>
            <a:prstGeom prst="rect">
              <a:avLst/>
            </a:prstGeom>
            <a:solidFill>
              <a:srgbClr val="7FD9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2" name="Freeform 45"/>
            <p:cNvSpPr>
              <a:spLocks/>
            </p:cNvSpPr>
            <p:nvPr/>
          </p:nvSpPr>
          <p:spPr bwMode="auto">
            <a:xfrm>
              <a:off x="1216026" y="2979738"/>
              <a:ext cx="177800" cy="292100"/>
            </a:xfrm>
            <a:custGeom>
              <a:avLst/>
              <a:gdLst>
                <a:gd name="T0" fmla="*/ 788 w 788"/>
                <a:gd name="T1" fmla="*/ 0 h 1293"/>
                <a:gd name="T2" fmla="*/ 0 w 788"/>
                <a:gd name="T3" fmla="*/ 1293 h 1293"/>
                <a:gd name="T4" fmla="*/ 15 w 788"/>
                <a:gd name="T5" fmla="*/ 76 h 1293"/>
                <a:gd name="T6" fmla="*/ 41 w 788"/>
                <a:gd name="T7" fmla="*/ 88 h 1293"/>
                <a:gd name="T8" fmla="*/ 84 w 788"/>
                <a:gd name="T9" fmla="*/ 129 h 1293"/>
                <a:gd name="T10" fmla="*/ 104 w 788"/>
                <a:gd name="T11" fmla="*/ 170 h 1293"/>
                <a:gd name="T12" fmla="*/ 117 w 788"/>
                <a:gd name="T13" fmla="*/ 193 h 1293"/>
                <a:gd name="T14" fmla="*/ 134 w 788"/>
                <a:gd name="T15" fmla="*/ 213 h 1293"/>
                <a:gd name="T16" fmla="*/ 163 w 788"/>
                <a:gd name="T17" fmla="*/ 235 h 1293"/>
                <a:gd name="T18" fmla="*/ 182 w 788"/>
                <a:gd name="T19" fmla="*/ 263 h 1293"/>
                <a:gd name="T20" fmla="*/ 192 w 788"/>
                <a:gd name="T21" fmla="*/ 294 h 1293"/>
                <a:gd name="T22" fmla="*/ 198 w 788"/>
                <a:gd name="T23" fmla="*/ 321 h 1293"/>
                <a:gd name="T24" fmla="*/ 200 w 788"/>
                <a:gd name="T25" fmla="*/ 329 h 1293"/>
                <a:gd name="T26" fmla="*/ 206 w 788"/>
                <a:gd name="T27" fmla="*/ 360 h 1293"/>
                <a:gd name="T28" fmla="*/ 207 w 788"/>
                <a:gd name="T29" fmla="*/ 408 h 1293"/>
                <a:gd name="T30" fmla="*/ 207 w 788"/>
                <a:gd name="T31" fmla="*/ 438 h 1293"/>
                <a:gd name="T32" fmla="*/ 217 w 788"/>
                <a:gd name="T33" fmla="*/ 466 h 1293"/>
                <a:gd name="T34" fmla="*/ 231 w 788"/>
                <a:gd name="T35" fmla="*/ 488 h 1293"/>
                <a:gd name="T36" fmla="*/ 242 w 788"/>
                <a:gd name="T37" fmla="*/ 505 h 1293"/>
                <a:gd name="T38" fmla="*/ 275 w 788"/>
                <a:gd name="T39" fmla="*/ 536 h 1293"/>
                <a:gd name="T40" fmla="*/ 304 w 788"/>
                <a:gd name="T41" fmla="*/ 580 h 1293"/>
                <a:gd name="T42" fmla="*/ 330 w 788"/>
                <a:gd name="T43" fmla="*/ 630 h 1293"/>
                <a:gd name="T44" fmla="*/ 348 w 788"/>
                <a:gd name="T45" fmla="*/ 678 h 1293"/>
                <a:gd name="T46" fmla="*/ 355 w 788"/>
                <a:gd name="T47" fmla="*/ 717 h 1293"/>
                <a:gd name="T48" fmla="*/ 355 w 788"/>
                <a:gd name="T49" fmla="*/ 780 h 1293"/>
                <a:gd name="T50" fmla="*/ 354 w 788"/>
                <a:gd name="T51" fmla="*/ 813 h 1293"/>
                <a:gd name="T52" fmla="*/ 365 w 788"/>
                <a:gd name="T53" fmla="*/ 843 h 1293"/>
                <a:gd name="T54" fmla="*/ 384 w 788"/>
                <a:gd name="T55" fmla="*/ 867 h 1293"/>
                <a:gd name="T56" fmla="*/ 400 w 788"/>
                <a:gd name="T57" fmla="*/ 887 h 1293"/>
                <a:gd name="T58" fmla="*/ 415 w 788"/>
                <a:gd name="T59" fmla="*/ 883 h 1293"/>
                <a:gd name="T60" fmla="*/ 426 w 788"/>
                <a:gd name="T61" fmla="*/ 850 h 1293"/>
                <a:gd name="T62" fmla="*/ 433 w 788"/>
                <a:gd name="T63" fmla="*/ 821 h 1293"/>
                <a:gd name="T64" fmla="*/ 438 w 788"/>
                <a:gd name="T65" fmla="*/ 789 h 1293"/>
                <a:gd name="T66" fmla="*/ 464 w 788"/>
                <a:gd name="T67" fmla="*/ 743 h 1293"/>
                <a:gd name="T68" fmla="*/ 514 w 788"/>
                <a:gd name="T69" fmla="*/ 691 h 1293"/>
                <a:gd name="T70" fmla="*/ 558 w 788"/>
                <a:gd name="T71" fmla="*/ 657 h 1293"/>
                <a:gd name="T72" fmla="*/ 581 w 788"/>
                <a:gd name="T73" fmla="*/ 649 h 1293"/>
                <a:gd name="T74" fmla="*/ 614 w 788"/>
                <a:gd name="T75" fmla="*/ 643 h 1293"/>
                <a:gd name="T76" fmla="*/ 665 w 788"/>
                <a:gd name="T77" fmla="*/ 639 h 1293"/>
                <a:gd name="T78" fmla="*/ 720 w 788"/>
                <a:gd name="T79" fmla="*/ 635 h 1293"/>
                <a:gd name="T80" fmla="*/ 728 w 788"/>
                <a:gd name="T81" fmla="*/ 626 h 1293"/>
                <a:gd name="T82" fmla="*/ 740 w 788"/>
                <a:gd name="T83" fmla="*/ 612 h 1293"/>
                <a:gd name="T84" fmla="*/ 752 w 788"/>
                <a:gd name="T85" fmla="*/ 601 h 1293"/>
                <a:gd name="T86" fmla="*/ 708 w 788"/>
                <a:gd name="T87" fmla="*/ 588 h 1293"/>
                <a:gd name="T88" fmla="*/ 660 w 788"/>
                <a:gd name="T89" fmla="*/ 566 h 1293"/>
                <a:gd name="T90" fmla="*/ 617 w 788"/>
                <a:gd name="T91" fmla="*/ 538 h 1293"/>
                <a:gd name="T92" fmla="*/ 586 w 788"/>
                <a:gd name="T93" fmla="*/ 510 h 1293"/>
                <a:gd name="T94" fmla="*/ 570 w 788"/>
                <a:gd name="T95" fmla="*/ 477 h 1293"/>
                <a:gd name="T96" fmla="*/ 573 w 788"/>
                <a:gd name="T97" fmla="*/ 438 h 1293"/>
                <a:gd name="T98" fmla="*/ 587 w 788"/>
                <a:gd name="T99" fmla="*/ 389 h 1293"/>
                <a:gd name="T100" fmla="*/ 594 w 788"/>
                <a:gd name="T101" fmla="*/ 372 h 1293"/>
                <a:gd name="T102" fmla="*/ 583 w 788"/>
                <a:gd name="T103" fmla="*/ 362 h 1293"/>
                <a:gd name="T104" fmla="*/ 547 w 788"/>
                <a:gd name="T105" fmla="*/ 355 h 1293"/>
                <a:gd name="T106" fmla="*/ 505 w 788"/>
                <a:gd name="T107" fmla="*/ 337 h 1293"/>
                <a:gd name="T108" fmla="*/ 464 w 788"/>
                <a:gd name="T109" fmla="*/ 312 h 1293"/>
                <a:gd name="T110" fmla="*/ 432 w 788"/>
                <a:gd name="T111" fmla="*/ 283 h 1293"/>
                <a:gd name="T112" fmla="*/ 417 w 788"/>
                <a:gd name="T113" fmla="*/ 260 h 1293"/>
                <a:gd name="T114" fmla="*/ 411 w 788"/>
                <a:gd name="T115" fmla="*/ 240 h 1293"/>
                <a:gd name="T116" fmla="*/ 407 w 788"/>
                <a:gd name="T117" fmla="*/ 209 h 1293"/>
                <a:gd name="T118" fmla="*/ 405 w 788"/>
                <a:gd name="T119" fmla="*/ 165 h 1293"/>
                <a:gd name="T120" fmla="*/ 404 w 788"/>
                <a:gd name="T121" fmla="*/ 100 h 1293"/>
                <a:gd name="T122" fmla="*/ 404 w 788"/>
                <a:gd name="T123" fmla="*/ 37 h 1293"/>
                <a:gd name="T124" fmla="*/ 404 w 788"/>
                <a:gd name="T125" fmla="*/ 3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88" h="1293">
                  <a:moveTo>
                    <a:pt x="404" y="0"/>
                  </a:moveTo>
                  <a:lnTo>
                    <a:pt x="788" y="0"/>
                  </a:lnTo>
                  <a:lnTo>
                    <a:pt x="788" y="1293"/>
                  </a:lnTo>
                  <a:lnTo>
                    <a:pt x="0" y="1293"/>
                  </a:lnTo>
                  <a:lnTo>
                    <a:pt x="0" y="75"/>
                  </a:lnTo>
                  <a:lnTo>
                    <a:pt x="15" y="76"/>
                  </a:lnTo>
                  <a:lnTo>
                    <a:pt x="28" y="80"/>
                  </a:lnTo>
                  <a:lnTo>
                    <a:pt x="41" y="88"/>
                  </a:lnTo>
                  <a:lnTo>
                    <a:pt x="65" y="108"/>
                  </a:lnTo>
                  <a:lnTo>
                    <a:pt x="84" y="129"/>
                  </a:lnTo>
                  <a:lnTo>
                    <a:pt x="97" y="149"/>
                  </a:lnTo>
                  <a:lnTo>
                    <a:pt x="104" y="170"/>
                  </a:lnTo>
                  <a:lnTo>
                    <a:pt x="110" y="181"/>
                  </a:lnTo>
                  <a:lnTo>
                    <a:pt x="117" y="193"/>
                  </a:lnTo>
                  <a:lnTo>
                    <a:pt x="126" y="205"/>
                  </a:lnTo>
                  <a:lnTo>
                    <a:pt x="134" y="213"/>
                  </a:lnTo>
                  <a:lnTo>
                    <a:pt x="150" y="223"/>
                  </a:lnTo>
                  <a:lnTo>
                    <a:pt x="163" y="235"/>
                  </a:lnTo>
                  <a:lnTo>
                    <a:pt x="173" y="248"/>
                  </a:lnTo>
                  <a:lnTo>
                    <a:pt x="182" y="263"/>
                  </a:lnTo>
                  <a:lnTo>
                    <a:pt x="187" y="279"/>
                  </a:lnTo>
                  <a:lnTo>
                    <a:pt x="192" y="294"/>
                  </a:lnTo>
                  <a:lnTo>
                    <a:pt x="195" y="308"/>
                  </a:lnTo>
                  <a:lnTo>
                    <a:pt x="198" y="321"/>
                  </a:lnTo>
                  <a:lnTo>
                    <a:pt x="199" y="325"/>
                  </a:lnTo>
                  <a:lnTo>
                    <a:pt x="200" y="329"/>
                  </a:lnTo>
                  <a:lnTo>
                    <a:pt x="204" y="343"/>
                  </a:lnTo>
                  <a:lnTo>
                    <a:pt x="206" y="360"/>
                  </a:lnTo>
                  <a:lnTo>
                    <a:pt x="207" y="381"/>
                  </a:lnTo>
                  <a:lnTo>
                    <a:pt x="207" y="408"/>
                  </a:lnTo>
                  <a:lnTo>
                    <a:pt x="207" y="421"/>
                  </a:lnTo>
                  <a:lnTo>
                    <a:pt x="207" y="438"/>
                  </a:lnTo>
                  <a:lnTo>
                    <a:pt x="208" y="453"/>
                  </a:lnTo>
                  <a:lnTo>
                    <a:pt x="217" y="466"/>
                  </a:lnTo>
                  <a:lnTo>
                    <a:pt x="226" y="481"/>
                  </a:lnTo>
                  <a:lnTo>
                    <a:pt x="231" y="488"/>
                  </a:lnTo>
                  <a:lnTo>
                    <a:pt x="237" y="498"/>
                  </a:lnTo>
                  <a:lnTo>
                    <a:pt x="242" y="505"/>
                  </a:lnTo>
                  <a:lnTo>
                    <a:pt x="259" y="518"/>
                  </a:lnTo>
                  <a:lnTo>
                    <a:pt x="275" y="536"/>
                  </a:lnTo>
                  <a:lnTo>
                    <a:pt x="290" y="557"/>
                  </a:lnTo>
                  <a:lnTo>
                    <a:pt x="304" y="580"/>
                  </a:lnTo>
                  <a:lnTo>
                    <a:pt x="318" y="604"/>
                  </a:lnTo>
                  <a:lnTo>
                    <a:pt x="330" y="630"/>
                  </a:lnTo>
                  <a:lnTo>
                    <a:pt x="339" y="655"/>
                  </a:lnTo>
                  <a:lnTo>
                    <a:pt x="348" y="678"/>
                  </a:lnTo>
                  <a:lnTo>
                    <a:pt x="353" y="699"/>
                  </a:lnTo>
                  <a:lnTo>
                    <a:pt x="355" y="717"/>
                  </a:lnTo>
                  <a:lnTo>
                    <a:pt x="356" y="747"/>
                  </a:lnTo>
                  <a:lnTo>
                    <a:pt x="355" y="780"/>
                  </a:lnTo>
                  <a:lnTo>
                    <a:pt x="354" y="796"/>
                  </a:lnTo>
                  <a:lnTo>
                    <a:pt x="354" y="813"/>
                  </a:lnTo>
                  <a:lnTo>
                    <a:pt x="354" y="829"/>
                  </a:lnTo>
                  <a:lnTo>
                    <a:pt x="365" y="843"/>
                  </a:lnTo>
                  <a:lnTo>
                    <a:pt x="378" y="860"/>
                  </a:lnTo>
                  <a:lnTo>
                    <a:pt x="384" y="867"/>
                  </a:lnTo>
                  <a:lnTo>
                    <a:pt x="392" y="877"/>
                  </a:lnTo>
                  <a:lnTo>
                    <a:pt x="400" y="887"/>
                  </a:lnTo>
                  <a:lnTo>
                    <a:pt x="409" y="897"/>
                  </a:lnTo>
                  <a:lnTo>
                    <a:pt x="415" y="883"/>
                  </a:lnTo>
                  <a:lnTo>
                    <a:pt x="420" y="866"/>
                  </a:lnTo>
                  <a:lnTo>
                    <a:pt x="426" y="850"/>
                  </a:lnTo>
                  <a:lnTo>
                    <a:pt x="430" y="835"/>
                  </a:lnTo>
                  <a:lnTo>
                    <a:pt x="433" y="821"/>
                  </a:lnTo>
                  <a:lnTo>
                    <a:pt x="435" y="810"/>
                  </a:lnTo>
                  <a:lnTo>
                    <a:pt x="438" y="789"/>
                  </a:lnTo>
                  <a:lnTo>
                    <a:pt x="448" y="767"/>
                  </a:lnTo>
                  <a:lnTo>
                    <a:pt x="464" y="743"/>
                  </a:lnTo>
                  <a:lnTo>
                    <a:pt x="486" y="717"/>
                  </a:lnTo>
                  <a:lnTo>
                    <a:pt x="514" y="691"/>
                  </a:lnTo>
                  <a:lnTo>
                    <a:pt x="549" y="663"/>
                  </a:lnTo>
                  <a:lnTo>
                    <a:pt x="558" y="657"/>
                  </a:lnTo>
                  <a:lnTo>
                    <a:pt x="568" y="653"/>
                  </a:lnTo>
                  <a:lnTo>
                    <a:pt x="581" y="649"/>
                  </a:lnTo>
                  <a:lnTo>
                    <a:pt x="596" y="645"/>
                  </a:lnTo>
                  <a:lnTo>
                    <a:pt x="614" y="643"/>
                  </a:lnTo>
                  <a:lnTo>
                    <a:pt x="637" y="641"/>
                  </a:lnTo>
                  <a:lnTo>
                    <a:pt x="665" y="639"/>
                  </a:lnTo>
                  <a:lnTo>
                    <a:pt x="699" y="637"/>
                  </a:lnTo>
                  <a:lnTo>
                    <a:pt x="720" y="635"/>
                  </a:lnTo>
                  <a:lnTo>
                    <a:pt x="723" y="632"/>
                  </a:lnTo>
                  <a:lnTo>
                    <a:pt x="728" y="626"/>
                  </a:lnTo>
                  <a:lnTo>
                    <a:pt x="734" y="619"/>
                  </a:lnTo>
                  <a:lnTo>
                    <a:pt x="740" y="612"/>
                  </a:lnTo>
                  <a:lnTo>
                    <a:pt x="747" y="605"/>
                  </a:lnTo>
                  <a:lnTo>
                    <a:pt x="752" y="601"/>
                  </a:lnTo>
                  <a:lnTo>
                    <a:pt x="731" y="596"/>
                  </a:lnTo>
                  <a:lnTo>
                    <a:pt x="708" y="588"/>
                  </a:lnTo>
                  <a:lnTo>
                    <a:pt x="685" y="578"/>
                  </a:lnTo>
                  <a:lnTo>
                    <a:pt x="660" y="566"/>
                  </a:lnTo>
                  <a:lnTo>
                    <a:pt x="638" y="552"/>
                  </a:lnTo>
                  <a:lnTo>
                    <a:pt x="617" y="538"/>
                  </a:lnTo>
                  <a:lnTo>
                    <a:pt x="600" y="524"/>
                  </a:lnTo>
                  <a:lnTo>
                    <a:pt x="586" y="510"/>
                  </a:lnTo>
                  <a:lnTo>
                    <a:pt x="577" y="496"/>
                  </a:lnTo>
                  <a:lnTo>
                    <a:pt x="570" y="477"/>
                  </a:lnTo>
                  <a:lnTo>
                    <a:pt x="569" y="458"/>
                  </a:lnTo>
                  <a:lnTo>
                    <a:pt x="573" y="438"/>
                  </a:lnTo>
                  <a:lnTo>
                    <a:pt x="579" y="415"/>
                  </a:lnTo>
                  <a:lnTo>
                    <a:pt x="587" y="389"/>
                  </a:lnTo>
                  <a:lnTo>
                    <a:pt x="590" y="380"/>
                  </a:lnTo>
                  <a:lnTo>
                    <a:pt x="594" y="372"/>
                  </a:lnTo>
                  <a:lnTo>
                    <a:pt x="588" y="368"/>
                  </a:lnTo>
                  <a:lnTo>
                    <a:pt x="583" y="362"/>
                  </a:lnTo>
                  <a:lnTo>
                    <a:pt x="566" y="360"/>
                  </a:lnTo>
                  <a:lnTo>
                    <a:pt x="547" y="355"/>
                  </a:lnTo>
                  <a:lnTo>
                    <a:pt x="526" y="348"/>
                  </a:lnTo>
                  <a:lnTo>
                    <a:pt x="505" y="337"/>
                  </a:lnTo>
                  <a:lnTo>
                    <a:pt x="484" y="325"/>
                  </a:lnTo>
                  <a:lnTo>
                    <a:pt x="464" y="312"/>
                  </a:lnTo>
                  <a:lnTo>
                    <a:pt x="447" y="298"/>
                  </a:lnTo>
                  <a:lnTo>
                    <a:pt x="432" y="283"/>
                  </a:lnTo>
                  <a:lnTo>
                    <a:pt x="421" y="268"/>
                  </a:lnTo>
                  <a:lnTo>
                    <a:pt x="417" y="260"/>
                  </a:lnTo>
                  <a:lnTo>
                    <a:pt x="414" y="250"/>
                  </a:lnTo>
                  <a:lnTo>
                    <a:pt x="411" y="240"/>
                  </a:lnTo>
                  <a:lnTo>
                    <a:pt x="409" y="226"/>
                  </a:lnTo>
                  <a:lnTo>
                    <a:pt x="407" y="209"/>
                  </a:lnTo>
                  <a:lnTo>
                    <a:pt x="406" y="189"/>
                  </a:lnTo>
                  <a:lnTo>
                    <a:pt x="405" y="165"/>
                  </a:lnTo>
                  <a:lnTo>
                    <a:pt x="405" y="135"/>
                  </a:lnTo>
                  <a:lnTo>
                    <a:pt x="404" y="100"/>
                  </a:lnTo>
                  <a:lnTo>
                    <a:pt x="404" y="59"/>
                  </a:lnTo>
                  <a:lnTo>
                    <a:pt x="404" y="37"/>
                  </a:lnTo>
                  <a:lnTo>
                    <a:pt x="404" y="17"/>
                  </a:lnTo>
                  <a:lnTo>
                    <a:pt x="404" y="3"/>
                  </a:lnTo>
                  <a:lnTo>
                    <a:pt x="404"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3" name="Freeform 46"/>
            <p:cNvSpPr>
              <a:spLocks/>
            </p:cNvSpPr>
            <p:nvPr/>
          </p:nvSpPr>
          <p:spPr bwMode="auto">
            <a:xfrm>
              <a:off x="1216026" y="3011488"/>
              <a:ext cx="177800" cy="260350"/>
            </a:xfrm>
            <a:custGeom>
              <a:avLst/>
              <a:gdLst>
                <a:gd name="T0" fmla="*/ 12 w 788"/>
                <a:gd name="T1" fmla="*/ 8 h 1149"/>
                <a:gd name="T2" fmla="*/ 28 w 788"/>
                <a:gd name="T3" fmla="*/ 26 h 1149"/>
                <a:gd name="T4" fmla="*/ 35 w 788"/>
                <a:gd name="T5" fmla="*/ 40 h 1149"/>
                <a:gd name="T6" fmla="*/ 41 w 788"/>
                <a:gd name="T7" fmla="*/ 58 h 1149"/>
                <a:gd name="T8" fmla="*/ 57 w 788"/>
                <a:gd name="T9" fmla="*/ 83 h 1149"/>
                <a:gd name="T10" fmla="*/ 76 w 788"/>
                <a:gd name="T11" fmla="*/ 110 h 1149"/>
                <a:gd name="T12" fmla="*/ 96 w 788"/>
                <a:gd name="T13" fmla="*/ 129 h 1149"/>
                <a:gd name="T14" fmla="*/ 112 w 788"/>
                <a:gd name="T15" fmla="*/ 138 h 1149"/>
                <a:gd name="T16" fmla="*/ 123 w 788"/>
                <a:gd name="T17" fmla="*/ 158 h 1149"/>
                <a:gd name="T18" fmla="*/ 129 w 788"/>
                <a:gd name="T19" fmla="*/ 185 h 1149"/>
                <a:gd name="T20" fmla="*/ 133 w 788"/>
                <a:gd name="T21" fmla="*/ 206 h 1149"/>
                <a:gd name="T22" fmla="*/ 137 w 788"/>
                <a:gd name="T23" fmla="*/ 218 h 1149"/>
                <a:gd name="T24" fmla="*/ 138 w 788"/>
                <a:gd name="T25" fmla="*/ 244 h 1149"/>
                <a:gd name="T26" fmla="*/ 138 w 788"/>
                <a:gd name="T27" fmla="*/ 280 h 1149"/>
                <a:gd name="T28" fmla="*/ 138 w 788"/>
                <a:gd name="T29" fmla="*/ 314 h 1149"/>
                <a:gd name="T30" fmla="*/ 142 w 788"/>
                <a:gd name="T31" fmla="*/ 339 h 1149"/>
                <a:gd name="T32" fmla="*/ 151 w 788"/>
                <a:gd name="T33" fmla="*/ 349 h 1149"/>
                <a:gd name="T34" fmla="*/ 167 w 788"/>
                <a:gd name="T35" fmla="*/ 374 h 1149"/>
                <a:gd name="T36" fmla="*/ 186 w 788"/>
                <a:gd name="T37" fmla="*/ 402 h 1149"/>
                <a:gd name="T38" fmla="*/ 206 w 788"/>
                <a:gd name="T39" fmla="*/ 420 h 1149"/>
                <a:gd name="T40" fmla="*/ 222 w 788"/>
                <a:gd name="T41" fmla="*/ 436 h 1149"/>
                <a:gd name="T42" fmla="*/ 243 w 788"/>
                <a:gd name="T43" fmla="*/ 467 h 1149"/>
                <a:gd name="T44" fmla="*/ 263 w 788"/>
                <a:gd name="T45" fmla="*/ 506 h 1149"/>
                <a:gd name="T46" fmla="*/ 279 w 788"/>
                <a:gd name="T47" fmla="*/ 545 h 1149"/>
                <a:gd name="T48" fmla="*/ 286 w 788"/>
                <a:gd name="T49" fmla="*/ 577 h 1149"/>
                <a:gd name="T50" fmla="*/ 286 w 788"/>
                <a:gd name="T51" fmla="*/ 610 h 1149"/>
                <a:gd name="T52" fmla="*/ 285 w 788"/>
                <a:gd name="T53" fmla="*/ 647 h 1149"/>
                <a:gd name="T54" fmla="*/ 284 w 788"/>
                <a:gd name="T55" fmla="*/ 683 h 1149"/>
                <a:gd name="T56" fmla="*/ 287 w 788"/>
                <a:gd name="T57" fmla="*/ 712 h 1149"/>
                <a:gd name="T58" fmla="*/ 296 w 788"/>
                <a:gd name="T59" fmla="*/ 726 h 1149"/>
                <a:gd name="T60" fmla="*/ 311 w 788"/>
                <a:gd name="T61" fmla="*/ 742 h 1149"/>
                <a:gd name="T62" fmla="*/ 333 w 788"/>
                <a:gd name="T63" fmla="*/ 771 h 1149"/>
                <a:gd name="T64" fmla="*/ 360 w 788"/>
                <a:gd name="T65" fmla="*/ 802 h 1149"/>
                <a:gd name="T66" fmla="*/ 390 w 788"/>
                <a:gd name="T67" fmla="*/ 828 h 1149"/>
                <a:gd name="T68" fmla="*/ 420 w 788"/>
                <a:gd name="T69" fmla="*/ 835 h 1149"/>
                <a:gd name="T70" fmla="*/ 447 w 788"/>
                <a:gd name="T71" fmla="*/ 820 h 1149"/>
                <a:gd name="T72" fmla="*/ 468 w 788"/>
                <a:gd name="T73" fmla="*/ 788 h 1149"/>
                <a:gd name="T74" fmla="*/ 486 w 788"/>
                <a:gd name="T75" fmla="*/ 748 h 1149"/>
                <a:gd name="T76" fmla="*/ 498 w 788"/>
                <a:gd name="T77" fmla="*/ 707 h 1149"/>
                <a:gd name="T78" fmla="*/ 504 w 788"/>
                <a:gd name="T79" fmla="*/ 677 h 1149"/>
                <a:gd name="T80" fmla="*/ 507 w 788"/>
                <a:gd name="T81" fmla="*/ 659 h 1149"/>
                <a:gd name="T82" fmla="*/ 524 w 788"/>
                <a:gd name="T83" fmla="*/ 636 h 1149"/>
                <a:gd name="T84" fmla="*/ 549 w 788"/>
                <a:gd name="T85" fmla="*/ 610 h 1149"/>
                <a:gd name="T86" fmla="*/ 575 w 788"/>
                <a:gd name="T87" fmla="*/ 588 h 1149"/>
                <a:gd name="T88" fmla="*/ 590 w 788"/>
                <a:gd name="T89" fmla="*/ 574 h 1149"/>
                <a:gd name="T90" fmla="*/ 611 w 788"/>
                <a:gd name="T91" fmla="*/ 570 h 1149"/>
                <a:gd name="T92" fmla="*/ 646 w 788"/>
                <a:gd name="T93" fmla="*/ 566 h 1149"/>
                <a:gd name="T94" fmla="*/ 688 w 788"/>
                <a:gd name="T95" fmla="*/ 563 h 1149"/>
                <a:gd name="T96" fmla="*/ 726 w 788"/>
                <a:gd name="T97" fmla="*/ 561 h 1149"/>
                <a:gd name="T98" fmla="*/ 748 w 788"/>
                <a:gd name="T99" fmla="*/ 558 h 1149"/>
                <a:gd name="T100" fmla="*/ 762 w 788"/>
                <a:gd name="T101" fmla="*/ 549 h 1149"/>
                <a:gd name="T102" fmla="*/ 779 w 788"/>
                <a:gd name="T103" fmla="*/ 529 h 1149"/>
                <a:gd name="T104" fmla="*/ 788 w 788"/>
                <a:gd name="T105" fmla="*/ 1149 h 1149"/>
                <a:gd name="T106" fmla="*/ 0 w 788"/>
                <a:gd name="T107" fmla="*/ 0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88" h="1149">
                  <a:moveTo>
                    <a:pt x="0" y="0"/>
                  </a:moveTo>
                  <a:lnTo>
                    <a:pt x="12" y="8"/>
                  </a:lnTo>
                  <a:lnTo>
                    <a:pt x="21" y="18"/>
                  </a:lnTo>
                  <a:lnTo>
                    <a:pt x="28" y="26"/>
                  </a:lnTo>
                  <a:lnTo>
                    <a:pt x="34" y="33"/>
                  </a:lnTo>
                  <a:lnTo>
                    <a:pt x="35" y="40"/>
                  </a:lnTo>
                  <a:lnTo>
                    <a:pt x="37" y="47"/>
                  </a:lnTo>
                  <a:lnTo>
                    <a:pt x="41" y="58"/>
                  </a:lnTo>
                  <a:lnTo>
                    <a:pt x="49" y="69"/>
                  </a:lnTo>
                  <a:lnTo>
                    <a:pt x="57" y="83"/>
                  </a:lnTo>
                  <a:lnTo>
                    <a:pt x="67" y="97"/>
                  </a:lnTo>
                  <a:lnTo>
                    <a:pt x="76" y="110"/>
                  </a:lnTo>
                  <a:lnTo>
                    <a:pt x="87" y="120"/>
                  </a:lnTo>
                  <a:lnTo>
                    <a:pt x="96" y="129"/>
                  </a:lnTo>
                  <a:lnTo>
                    <a:pt x="105" y="133"/>
                  </a:lnTo>
                  <a:lnTo>
                    <a:pt x="112" y="138"/>
                  </a:lnTo>
                  <a:lnTo>
                    <a:pt x="117" y="146"/>
                  </a:lnTo>
                  <a:lnTo>
                    <a:pt x="123" y="158"/>
                  </a:lnTo>
                  <a:lnTo>
                    <a:pt x="126" y="171"/>
                  </a:lnTo>
                  <a:lnTo>
                    <a:pt x="129" y="185"/>
                  </a:lnTo>
                  <a:lnTo>
                    <a:pt x="131" y="196"/>
                  </a:lnTo>
                  <a:lnTo>
                    <a:pt x="133" y="206"/>
                  </a:lnTo>
                  <a:lnTo>
                    <a:pt x="135" y="212"/>
                  </a:lnTo>
                  <a:lnTo>
                    <a:pt x="137" y="218"/>
                  </a:lnTo>
                  <a:lnTo>
                    <a:pt x="137" y="229"/>
                  </a:lnTo>
                  <a:lnTo>
                    <a:pt x="138" y="244"/>
                  </a:lnTo>
                  <a:lnTo>
                    <a:pt x="138" y="261"/>
                  </a:lnTo>
                  <a:lnTo>
                    <a:pt x="138" y="280"/>
                  </a:lnTo>
                  <a:lnTo>
                    <a:pt x="138" y="298"/>
                  </a:lnTo>
                  <a:lnTo>
                    <a:pt x="138" y="314"/>
                  </a:lnTo>
                  <a:lnTo>
                    <a:pt x="139" y="329"/>
                  </a:lnTo>
                  <a:lnTo>
                    <a:pt x="142" y="339"/>
                  </a:lnTo>
                  <a:lnTo>
                    <a:pt x="145" y="344"/>
                  </a:lnTo>
                  <a:lnTo>
                    <a:pt x="151" y="349"/>
                  </a:lnTo>
                  <a:lnTo>
                    <a:pt x="158" y="360"/>
                  </a:lnTo>
                  <a:lnTo>
                    <a:pt x="167" y="374"/>
                  </a:lnTo>
                  <a:lnTo>
                    <a:pt x="176" y="388"/>
                  </a:lnTo>
                  <a:lnTo>
                    <a:pt x="186" y="402"/>
                  </a:lnTo>
                  <a:lnTo>
                    <a:pt x="195" y="413"/>
                  </a:lnTo>
                  <a:lnTo>
                    <a:pt x="206" y="420"/>
                  </a:lnTo>
                  <a:lnTo>
                    <a:pt x="213" y="425"/>
                  </a:lnTo>
                  <a:lnTo>
                    <a:pt x="222" y="436"/>
                  </a:lnTo>
                  <a:lnTo>
                    <a:pt x="232" y="450"/>
                  </a:lnTo>
                  <a:lnTo>
                    <a:pt x="243" y="467"/>
                  </a:lnTo>
                  <a:lnTo>
                    <a:pt x="252" y="486"/>
                  </a:lnTo>
                  <a:lnTo>
                    <a:pt x="263" y="506"/>
                  </a:lnTo>
                  <a:lnTo>
                    <a:pt x="271" y="526"/>
                  </a:lnTo>
                  <a:lnTo>
                    <a:pt x="279" y="545"/>
                  </a:lnTo>
                  <a:lnTo>
                    <a:pt x="283" y="563"/>
                  </a:lnTo>
                  <a:lnTo>
                    <a:pt x="286" y="577"/>
                  </a:lnTo>
                  <a:lnTo>
                    <a:pt x="286" y="592"/>
                  </a:lnTo>
                  <a:lnTo>
                    <a:pt x="286" y="610"/>
                  </a:lnTo>
                  <a:lnTo>
                    <a:pt x="285" y="628"/>
                  </a:lnTo>
                  <a:lnTo>
                    <a:pt x="285" y="647"/>
                  </a:lnTo>
                  <a:lnTo>
                    <a:pt x="284" y="665"/>
                  </a:lnTo>
                  <a:lnTo>
                    <a:pt x="284" y="683"/>
                  </a:lnTo>
                  <a:lnTo>
                    <a:pt x="285" y="698"/>
                  </a:lnTo>
                  <a:lnTo>
                    <a:pt x="287" y="712"/>
                  </a:lnTo>
                  <a:lnTo>
                    <a:pt x="290" y="721"/>
                  </a:lnTo>
                  <a:lnTo>
                    <a:pt x="296" y="726"/>
                  </a:lnTo>
                  <a:lnTo>
                    <a:pt x="302" y="732"/>
                  </a:lnTo>
                  <a:lnTo>
                    <a:pt x="311" y="742"/>
                  </a:lnTo>
                  <a:lnTo>
                    <a:pt x="321" y="755"/>
                  </a:lnTo>
                  <a:lnTo>
                    <a:pt x="333" y="771"/>
                  </a:lnTo>
                  <a:lnTo>
                    <a:pt x="346" y="787"/>
                  </a:lnTo>
                  <a:lnTo>
                    <a:pt x="360" y="802"/>
                  </a:lnTo>
                  <a:lnTo>
                    <a:pt x="375" y="816"/>
                  </a:lnTo>
                  <a:lnTo>
                    <a:pt x="390" y="828"/>
                  </a:lnTo>
                  <a:lnTo>
                    <a:pt x="406" y="834"/>
                  </a:lnTo>
                  <a:lnTo>
                    <a:pt x="420" y="835"/>
                  </a:lnTo>
                  <a:lnTo>
                    <a:pt x="434" y="831"/>
                  </a:lnTo>
                  <a:lnTo>
                    <a:pt x="447" y="820"/>
                  </a:lnTo>
                  <a:lnTo>
                    <a:pt x="458" y="806"/>
                  </a:lnTo>
                  <a:lnTo>
                    <a:pt x="468" y="788"/>
                  </a:lnTo>
                  <a:lnTo>
                    <a:pt x="477" y="769"/>
                  </a:lnTo>
                  <a:lnTo>
                    <a:pt x="486" y="748"/>
                  </a:lnTo>
                  <a:lnTo>
                    <a:pt x="492" y="726"/>
                  </a:lnTo>
                  <a:lnTo>
                    <a:pt x="498" y="707"/>
                  </a:lnTo>
                  <a:lnTo>
                    <a:pt x="501" y="691"/>
                  </a:lnTo>
                  <a:lnTo>
                    <a:pt x="504" y="677"/>
                  </a:lnTo>
                  <a:lnTo>
                    <a:pt x="504" y="668"/>
                  </a:lnTo>
                  <a:lnTo>
                    <a:pt x="507" y="659"/>
                  </a:lnTo>
                  <a:lnTo>
                    <a:pt x="513" y="648"/>
                  </a:lnTo>
                  <a:lnTo>
                    <a:pt x="524" y="636"/>
                  </a:lnTo>
                  <a:lnTo>
                    <a:pt x="536" y="623"/>
                  </a:lnTo>
                  <a:lnTo>
                    <a:pt x="549" y="610"/>
                  </a:lnTo>
                  <a:lnTo>
                    <a:pt x="563" y="599"/>
                  </a:lnTo>
                  <a:lnTo>
                    <a:pt x="575" y="588"/>
                  </a:lnTo>
                  <a:lnTo>
                    <a:pt x="584" y="580"/>
                  </a:lnTo>
                  <a:lnTo>
                    <a:pt x="590" y="574"/>
                  </a:lnTo>
                  <a:lnTo>
                    <a:pt x="598" y="572"/>
                  </a:lnTo>
                  <a:lnTo>
                    <a:pt x="611" y="570"/>
                  </a:lnTo>
                  <a:lnTo>
                    <a:pt x="626" y="568"/>
                  </a:lnTo>
                  <a:lnTo>
                    <a:pt x="646" y="566"/>
                  </a:lnTo>
                  <a:lnTo>
                    <a:pt x="668" y="564"/>
                  </a:lnTo>
                  <a:lnTo>
                    <a:pt x="688" y="563"/>
                  </a:lnTo>
                  <a:lnTo>
                    <a:pt x="708" y="562"/>
                  </a:lnTo>
                  <a:lnTo>
                    <a:pt x="726" y="561"/>
                  </a:lnTo>
                  <a:lnTo>
                    <a:pt x="739" y="560"/>
                  </a:lnTo>
                  <a:lnTo>
                    <a:pt x="748" y="558"/>
                  </a:lnTo>
                  <a:lnTo>
                    <a:pt x="754" y="555"/>
                  </a:lnTo>
                  <a:lnTo>
                    <a:pt x="762" y="549"/>
                  </a:lnTo>
                  <a:lnTo>
                    <a:pt x="770" y="539"/>
                  </a:lnTo>
                  <a:lnTo>
                    <a:pt x="779" y="529"/>
                  </a:lnTo>
                  <a:lnTo>
                    <a:pt x="788" y="516"/>
                  </a:lnTo>
                  <a:lnTo>
                    <a:pt x="788" y="1149"/>
                  </a:lnTo>
                  <a:lnTo>
                    <a:pt x="0" y="1149"/>
                  </a:lnTo>
                  <a:lnTo>
                    <a:pt x="0"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4" name="Freeform 47"/>
            <p:cNvSpPr>
              <a:spLocks/>
            </p:cNvSpPr>
            <p:nvPr/>
          </p:nvSpPr>
          <p:spPr bwMode="auto">
            <a:xfrm>
              <a:off x="1216026" y="3154363"/>
              <a:ext cx="120650" cy="117475"/>
            </a:xfrm>
            <a:custGeom>
              <a:avLst/>
              <a:gdLst>
                <a:gd name="T0" fmla="*/ 0 w 531"/>
                <a:gd name="T1" fmla="*/ 0 h 523"/>
                <a:gd name="T2" fmla="*/ 24 w 531"/>
                <a:gd name="T3" fmla="*/ 15 h 523"/>
                <a:gd name="T4" fmla="*/ 48 w 531"/>
                <a:gd name="T5" fmla="*/ 32 h 523"/>
                <a:gd name="T6" fmla="*/ 71 w 531"/>
                <a:gd name="T7" fmla="*/ 52 h 523"/>
                <a:gd name="T8" fmla="*/ 93 w 531"/>
                <a:gd name="T9" fmla="*/ 75 h 523"/>
                <a:gd name="T10" fmla="*/ 111 w 531"/>
                <a:gd name="T11" fmla="*/ 101 h 523"/>
                <a:gd name="T12" fmla="*/ 134 w 531"/>
                <a:gd name="T13" fmla="*/ 135 h 523"/>
                <a:gd name="T14" fmla="*/ 164 w 531"/>
                <a:gd name="T15" fmla="*/ 167 h 523"/>
                <a:gd name="T16" fmla="*/ 196 w 531"/>
                <a:gd name="T17" fmla="*/ 198 h 523"/>
                <a:gd name="T18" fmla="*/ 233 w 531"/>
                <a:gd name="T19" fmla="*/ 226 h 523"/>
                <a:gd name="T20" fmla="*/ 271 w 531"/>
                <a:gd name="T21" fmla="*/ 254 h 523"/>
                <a:gd name="T22" fmla="*/ 311 w 531"/>
                <a:gd name="T23" fmla="*/ 278 h 523"/>
                <a:gd name="T24" fmla="*/ 350 w 531"/>
                <a:gd name="T25" fmla="*/ 300 h 523"/>
                <a:gd name="T26" fmla="*/ 386 w 531"/>
                <a:gd name="T27" fmla="*/ 319 h 523"/>
                <a:gd name="T28" fmla="*/ 410 w 531"/>
                <a:gd name="T29" fmla="*/ 335 h 523"/>
                <a:gd name="T30" fmla="*/ 430 w 531"/>
                <a:gd name="T31" fmla="*/ 353 h 523"/>
                <a:gd name="T32" fmla="*/ 447 w 531"/>
                <a:gd name="T33" fmla="*/ 374 h 523"/>
                <a:gd name="T34" fmla="*/ 463 w 531"/>
                <a:gd name="T35" fmla="*/ 397 h 523"/>
                <a:gd name="T36" fmla="*/ 475 w 531"/>
                <a:gd name="T37" fmla="*/ 421 h 523"/>
                <a:gd name="T38" fmla="*/ 487 w 531"/>
                <a:gd name="T39" fmla="*/ 443 h 523"/>
                <a:gd name="T40" fmla="*/ 496 w 531"/>
                <a:gd name="T41" fmla="*/ 465 h 523"/>
                <a:gd name="T42" fmla="*/ 506 w 531"/>
                <a:gd name="T43" fmla="*/ 485 h 523"/>
                <a:gd name="T44" fmla="*/ 514 w 531"/>
                <a:gd name="T45" fmla="*/ 502 h 523"/>
                <a:gd name="T46" fmla="*/ 523 w 531"/>
                <a:gd name="T47" fmla="*/ 515 h 523"/>
                <a:gd name="T48" fmla="*/ 531 w 531"/>
                <a:gd name="T49" fmla="*/ 523 h 523"/>
                <a:gd name="T50" fmla="*/ 0 w 531"/>
                <a:gd name="T51" fmla="*/ 523 h 523"/>
                <a:gd name="T52" fmla="*/ 0 w 531"/>
                <a:gd name="T53" fmla="*/ 0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31" h="523">
                  <a:moveTo>
                    <a:pt x="0" y="0"/>
                  </a:moveTo>
                  <a:lnTo>
                    <a:pt x="24" y="15"/>
                  </a:lnTo>
                  <a:lnTo>
                    <a:pt x="48" y="32"/>
                  </a:lnTo>
                  <a:lnTo>
                    <a:pt x="71" y="52"/>
                  </a:lnTo>
                  <a:lnTo>
                    <a:pt x="93" y="75"/>
                  </a:lnTo>
                  <a:lnTo>
                    <a:pt x="111" y="101"/>
                  </a:lnTo>
                  <a:lnTo>
                    <a:pt x="134" y="135"/>
                  </a:lnTo>
                  <a:lnTo>
                    <a:pt x="164" y="167"/>
                  </a:lnTo>
                  <a:lnTo>
                    <a:pt x="196" y="198"/>
                  </a:lnTo>
                  <a:lnTo>
                    <a:pt x="233" y="226"/>
                  </a:lnTo>
                  <a:lnTo>
                    <a:pt x="271" y="254"/>
                  </a:lnTo>
                  <a:lnTo>
                    <a:pt x="311" y="278"/>
                  </a:lnTo>
                  <a:lnTo>
                    <a:pt x="350" y="300"/>
                  </a:lnTo>
                  <a:lnTo>
                    <a:pt x="386" y="319"/>
                  </a:lnTo>
                  <a:lnTo>
                    <a:pt x="410" y="335"/>
                  </a:lnTo>
                  <a:lnTo>
                    <a:pt x="430" y="353"/>
                  </a:lnTo>
                  <a:lnTo>
                    <a:pt x="447" y="374"/>
                  </a:lnTo>
                  <a:lnTo>
                    <a:pt x="463" y="397"/>
                  </a:lnTo>
                  <a:lnTo>
                    <a:pt x="475" y="421"/>
                  </a:lnTo>
                  <a:lnTo>
                    <a:pt x="487" y="443"/>
                  </a:lnTo>
                  <a:lnTo>
                    <a:pt x="496" y="465"/>
                  </a:lnTo>
                  <a:lnTo>
                    <a:pt x="506" y="485"/>
                  </a:lnTo>
                  <a:lnTo>
                    <a:pt x="514" y="502"/>
                  </a:lnTo>
                  <a:lnTo>
                    <a:pt x="523" y="515"/>
                  </a:lnTo>
                  <a:lnTo>
                    <a:pt x="531" y="523"/>
                  </a:lnTo>
                  <a:lnTo>
                    <a:pt x="0" y="523"/>
                  </a:lnTo>
                  <a:lnTo>
                    <a:pt x="0" y="0"/>
                  </a:lnTo>
                  <a:close/>
                </a:path>
              </a:pathLst>
            </a:custGeom>
            <a:solidFill>
              <a:srgbClr val="F79A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5" name="Freeform 48"/>
            <p:cNvSpPr>
              <a:spLocks/>
            </p:cNvSpPr>
            <p:nvPr/>
          </p:nvSpPr>
          <p:spPr bwMode="auto">
            <a:xfrm>
              <a:off x="1216026" y="3187700"/>
              <a:ext cx="95250" cy="84138"/>
            </a:xfrm>
            <a:custGeom>
              <a:avLst/>
              <a:gdLst>
                <a:gd name="T0" fmla="*/ 0 w 421"/>
                <a:gd name="T1" fmla="*/ 0 h 376"/>
                <a:gd name="T2" fmla="*/ 24 w 421"/>
                <a:gd name="T3" fmla="*/ 19 h 376"/>
                <a:gd name="T4" fmla="*/ 46 w 421"/>
                <a:gd name="T5" fmla="*/ 41 h 376"/>
                <a:gd name="T6" fmla="*/ 68 w 421"/>
                <a:gd name="T7" fmla="*/ 64 h 376"/>
                <a:gd name="T8" fmla="*/ 84 w 421"/>
                <a:gd name="T9" fmla="*/ 90 h 376"/>
                <a:gd name="T10" fmla="*/ 98 w 421"/>
                <a:gd name="T11" fmla="*/ 110 h 376"/>
                <a:gd name="T12" fmla="*/ 115 w 421"/>
                <a:gd name="T13" fmla="*/ 126 h 376"/>
                <a:gd name="T14" fmla="*/ 135 w 421"/>
                <a:gd name="T15" fmla="*/ 139 h 376"/>
                <a:gd name="T16" fmla="*/ 158 w 421"/>
                <a:gd name="T17" fmla="*/ 152 h 376"/>
                <a:gd name="T18" fmla="*/ 184 w 421"/>
                <a:gd name="T19" fmla="*/ 163 h 376"/>
                <a:gd name="T20" fmla="*/ 210 w 421"/>
                <a:gd name="T21" fmla="*/ 173 h 376"/>
                <a:gd name="T22" fmla="*/ 238 w 421"/>
                <a:gd name="T23" fmla="*/ 183 h 376"/>
                <a:gd name="T24" fmla="*/ 265 w 421"/>
                <a:gd name="T25" fmla="*/ 193 h 376"/>
                <a:gd name="T26" fmla="*/ 294 w 421"/>
                <a:gd name="T27" fmla="*/ 204 h 376"/>
                <a:gd name="T28" fmla="*/ 320 w 421"/>
                <a:gd name="T29" fmla="*/ 216 h 376"/>
                <a:gd name="T30" fmla="*/ 346 w 421"/>
                <a:gd name="T31" fmla="*/ 230 h 376"/>
                <a:gd name="T32" fmla="*/ 367 w 421"/>
                <a:gd name="T33" fmla="*/ 245 h 376"/>
                <a:gd name="T34" fmla="*/ 382 w 421"/>
                <a:gd name="T35" fmla="*/ 263 h 376"/>
                <a:gd name="T36" fmla="*/ 395 w 421"/>
                <a:gd name="T37" fmla="*/ 284 h 376"/>
                <a:gd name="T38" fmla="*/ 406 w 421"/>
                <a:gd name="T39" fmla="*/ 306 h 376"/>
                <a:gd name="T40" fmla="*/ 413 w 421"/>
                <a:gd name="T41" fmla="*/ 330 h 376"/>
                <a:gd name="T42" fmla="*/ 418 w 421"/>
                <a:gd name="T43" fmla="*/ 354 h 376"/>
                <a:gd name="T44" fmla="*/ 421 w 421"/>
                <a:gd name="T45" fmla="*/ 376 h 376"/>
                <a:gd name="T46" fmla="*/ 0 w 421"/>
                <a:gd name="T47" fmla="*/ 376 h 376"/>
                <a:gd name="T48" fmla="*/ 0 w 421"/>
                <a:gd name="T49" fmla="*/ 0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1" h="376">
                  <a:moveTo>
                    <a:pt x="0" y="0"/>
                  </a:moveTo>
                  <a:lnTo>
                    <a:pt x="24" y="19"/>
                  </a:lnTo>
                  <a:lnTo>
                    <a:pt x="46" y="41"/>
                  </a:lnTo>
                  <a:lnTo>
                    <a:pt x="68" y="64"/>
                  </a:lnTo>
                  <a:lnTo>
                    <a:pt x="84" y="90"/>
                  </a:lnTo>
                  <a:lnTo>
                    <a:pt x="98" y="110"/>
                  </a:lnTo>
                  <a:lnTo>
                    <a:pt x="115" y="126"/>
                  </a:lnTo>
                  <a:lnTo>
                    <a:pt x="135" y="139"/>
                  </a:lnTo>
                  <a:lnTo>
                    <a:pt x="158" y="152"/>
                  </a:lnTo>
                  <a:lnTo>
                    <a:pt x="184" y="163"/>
                  </a:lnTo>
                  <a:lnTo>
                    <a:pt x="210" y="173"/>
                  </a:lnTo>
                  <a:lnTo>
                    <a:pt x="238" y="183"/>
                  </a:lnTo>
                  <a:lnTo>
                    <a:pt x="265" y="193"/>
                  </a:lnTo>
                  <a:lnTo>
                    <a:pt x="294" y="204"/>
                  </a:lnTo>
                  <a:lnTo>
                    <a:pt x="320" y="216"/>
                  </a:lnTo>
                  <a:lnTo>
                    <a:pt x="346" y="230"/>
                  </a:lnTo>
                  <a:lnTo>
                    <a:pt x="367" y="245"/>
                  </a:lnTo>
                  <a:lnTo>
                    <a:pt x="382" y="263"/>
                  </a:lnTo>
                  <a:lnTo>
                    <a:pt x="395" y="284"/>
                  </a:lnTo>
                  <a:lnTo>
                    <a:pt x="406" y="306"/>
                  </a:lnTo>
                  <a:lnTo>
                    <a:pt x="413" y="330"/>
                  </a:lnTo>
                  <a:lnTo>
                    <a:pt x="418" y="354"/>
                  </a:lnTo>
                  <a:lnTo>
                    <a:pt x="421" y="376"/>
                  </a:lnTo>
                  <a:lnTo>
                    <a:pt x="0" y="376"/>
                  </a:lnTo>
                  <a:lnTo>
                    <a:pt x="0" y="0"/>
                  </a:lnTo>
                  <a:close/>
                </a:path>
              </a:pathLst>
            </a:custGeom>
            <a:solidFill>
              <a:srgbClr val="FAD1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6" name="Freeform 49"/>
            <p:cNvSpPr>
              <a:spLocks/>
            </p:cNvSpPr>
            <p:nvPr/>
          </p:nvSpPr>
          <p:spPr bwMode="auto">
            <a:xfrm>
              <a:off x="1322389" y="2979738"/>
              <a:ext cx="71438" cy="120650"/>
            </a:xfrm>
            <a:custGeom>
              <a:avLst/>
              <a:gdLst>
                <a:gd name="T0" fmla="*/ 0 w 316"/>
                <a:gd name="T1" fmla="*/ 0 h 535"/>
                <a:gd name="T2" fmla="*/ 316 w 316"/>
                <a:gd name="T3" fmla="*/ 0 h 535"/>
                <a:gd name="T4" fmla="*/ 316 w 316"/>
                <a:gd name="T5" fmla="*/ 531 h 535"/>
                <a:gd name="T6" fmla="*/ 312 w 316"/>
                <a:gd name="T7" fmla="*/ 532 h 535"/>
                <a:gd name="T8" fmla="*/ 309 w 316"/>
                <a:gd name="T9" fmla="*/ 533 h 535"/>
                <a:gd name="T10" fmla="*/ 299 w 316"/>
                <a:gd name="T11" fmla="*/ 535 h 535"/>
                <a:gd name="T12" fmla="*/ 286 w 316"/>
                <a:gd name="T13" fmla="*/ 532 h 535"/>
                <a:gd name="T14" fmla="*/ 271 w 316"/>
                <a:gd name="T15" fmla="*/ 527 h 535"/>
                <a:gd name="T16" fmla="*/ 255 w 316"/>
                <a:gd name="T17" fmla="*/ 521 h 535"/>
                <a:gd name="T18" fmla="*/ 238 w 316"/>
                <a:gd name="T19" fmla="*/ 512 h 535"/>
                <a:gd name="T20" fmla="*/ 221 w 316"/>
                <a:gd name="T21" fmla="*/ 504 h 535"/>
                <a:gd name="T22" fmla="*/ 205 w 316"/>
                <a:gd name="T23" fmla="*/ 494 h 535"/>
                <a:gd name="T24" fmla="*/ 191 w 316"/>
                <a:gd name="T25" fmla="*/ 485 h 535"/>
                <a:gd name="T26" fmla="*/ 180 w 316"/>
                <a:gd name="T27" fmla="*/ 477 h 535"/>
                <a:gd name="T28" fmla="*/ 171 w 316"/>
                <a:gd name="T29" fmla="*/ 470 h 535"/>
                <a:gd name="T30" fmla="*/ 167 w 316"/>
                <a:gd name="T31" fmla="*/ 466 h 535"/>
                <a:gd name="T32" fmla="*/ 167 w 316"/>
                <a:gd name="T33" fmla="*/ 461 h 535"/>
                <a:gd name="T34" fmla="*/ 168 w 316"/>
                <a:gd name="T35" fmla="*/ 451 h 535"/>
                <a:gd name="T36" fmla="*/ 172 w 316"/>
                <a:gd name="T37" fmla="*/ 438 h 535"/>
                <a:gd name="T38" fmla="*/ 177 w 316"/>
                <a:gd name="T39" fmla="*/ 424 h 535"/>
                <a:gd name="T40" fmla="*/ 182 w 316"/>
                <a:gd name="T41" fmla="*/ 409 h 535"/>
                <a:gd name="T42" fmla="*/ 188 w 316"/>
                <a:gd name="T43" fmla="*/ 393 h 535"/>
                <a:gd name="T44" fmla="*/ 192 w 316"/>
                <a:gd name="T45" fmla="*/ 377 h 535"/>
                <a:gd name="T46" fmla="*/ 197 w 316"/>
                <a:gd name="T47" fmla="*/ 363 h 535"/>
                <a:gd name="T48" fmla="*/ 199 w 316"/>
                <a:gd name="T49" fmla="*/ 353 h 535"/>
                <a:gd name="T50" fmla="*/ 199 w 316"/>
                <a:gd name="T51" fmla="*/ 344 h 535"/>
                <a:gd name="T52" fmla="*/ 196 w 316"/>
                <a:gd name="T53" fmla="*/ 340 h 535"/>
                <a:gd name="T54" fmla="*/ 189 w 316"/>
                <a:gd name="T55" fmla="*/ 337 h 535"/>
                <a:gd name="T56" fmla="*/ 181 w 316"/>
                <a:gd name="T57" fmla="*/ 331 h 535"/>
                <a:gd name="T58" fmla="*/ 171 w 316"/>
                <a:gd name="T59" fmla="*/ 322 h 535"/>
                <a:gd name="T60" fmla="*/ 162 w 316"/>
                <a:gd name="T61" fmla="*/ 314 h 535"/>
                <a:gd name="T62" fmla="*/ 151 w 316"/>
                <a:gd name="T63" fmla="*/ 306 h 535"/>
                <a:gd name="T64" fmla="*/ 141 w 316"/>
                <a:gd name="T65" fmla="*/ 299 h 535"/>
                <a:gd name="T66" fmla="*/ 132 w 316"/>
                <a:gd name="T67" fmla="*/ 294 h 535"/>
                <a:gd name="T68" fmla="*/ 125 w 316"/>
                <a:gd name="T69" fmla="*/ 290 h 535"/>
                <a:gd name="T70" fmla="*/ 118 w 316"/>
                <a:gd name="T71" fmla="*/ 292 h 535"/>
                <a:gd name="T72" fmla="*/ 113 w 316"/>
                <a:gd name="T73" fmla="*/ 293 h 535"/>
                <a:gd name="T74" fmla="*/ 104 w 316"/>
                <a:gd name="T75" fmla="*/ 292 h 535"/>
                <a:gd name="T76" fmla="*/ 92 w 316"/>
                <a:gd name="T77" fmla="*/ 287 h 535"/>
                <a:gd name="T78" fmla="*/ 78 w 316"/>
                <a:gd name="T79" fmla="*/ 282 h 535"/>
                <a:gd name="T80" fmla="*/ 65 w 316"/>
                <a:gd name="T81" fmla="*/ 275 h 535"/>
                <a:gd name="T82" fmla="*/ 50 w 316"/>
                <a:gd name="T83" fmla="*/ 267 h 535"/>
                <a:gd name="T84" fmla="*/ 36 w 316"/>
                <a:gd name="T85" fmla="*/ 258 h 535"/>
                <a:gd name="T86" fmla="*/ 24 w 316"/>
                <a:gd name="T87" fmla="*/ 249 h 535"/>
                <a:gd name="T88" fmla="*/ 16 w 316"/>
                <a:gd name="T89" fmla="*/ 241 h 535"/>
                <a:gd name="T90" fmla="*/ 10 w 316"/>
                <a:gd name="T91" fmla="*/ 233 h 535"/>
                <a:gd name="T92" fmla="*/ 7 w 316"/>
                <a:gd name="T93" fmla="*/ 225 h 535"/>
                <a:gd name="T94" fmla="*/ 4 w 316"/>
                <a:gd name="T95" fmla="*/ 209 h 535"/>
                <a:gd name="T96" fmla="*/ 3 w 316"/>
                <a:gd name="T97" fmla="*/ 189 h 535"/>
                <a:gd name="T98" fmla="*/ 2 w 316"/>
                <a:gd name="T99" fmla="*/ 165 h 535"/>
                <a:gd name="T100" fmla="*/ 1 w 316"/>
                <a:gd name="T101" fmla="*/ 138 h 535"/>
                <a:gd name="T102" fmla="*/ 1 w 316"/>
                <a:gd name="T103" fmla="*/ 111 h 535"/>
                <a:gd name="T104" fmla="*/ 1 w 316"/>
                <a:gd name="T105" fmla="*/ 83 h 535"/>
                <a:gd name="T106" fmla="*/ 1 w 316"/>
                <a:gd name="T107" fmla="*/ 58 h 535"/>
                <a:gd name="T108" fmla="*/ 1 w 316"/>
                <a:gd name="T109" fmla="*/ 35 h 535"/>
                <a:gd name="T110" fmla="*/ 1 w 316"/>
                <a:gd name="T111" fmla="*/ 15 h 535"/>
                <a:gd name="T112" fmla="*/ 0 w 316"/>
                <a:gd name="T113" fmla="*/ 0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16" h="535">
                  <a:moveTo>
                    <a:pt x="0" y="0"/>
                  </a:moveTo>
                  <a:lnTo>
                    <a:pt x="316" y="0"/>
                  </a:lnTo>
                  <a:lnTo>
                    <a:pt x="316" y="531"/>
                  </a:lnTo>
                  <a:lnTo>
                    <a:pt x="312" y="532"/>
                  </a:lnTo>
                  <a:lnTo>
                    <a:pt x="309" y="533"/>
                  </a:lnTo>
                  <a:lnTo>
                    <a:pt x="299" y="535"/>
                  </a:lnTo>
                  <a:lnTo>
                    <a:pt x="286" y="532"/>
                  </a:lnTo>
                  <a:lnTo>
                    <a:pt x="271" y="527"/>
                  </a:lnTo>
                  <a:lnTo>
                    <a:pt x="255" y="521"/>
                  </a:lnTo>
                  <a:lnTo>
                    <a:pt x="238" y="512"/>
                  </a:lnTo>
                  <a:lnTo>
                    <a:pt x="221" y="504"/>
                  </a:lnTo>
                  <a:lnTo>
                    <a:pt x="205" y="494"/>
                  </a:lnTo>
                  <a:lnTo>
                    <a:pt x="191" y="485"/>
                  </a:lnTo>
                  <a:lnTo>
                    <a:pt x="180" y="477"/>
                  </a:lnTo>
                  <a:lnTo>
                    <a:pt x="171" y="470"/>
                  </a:lnTo>
                  <a:lnTo>
                    <a:pt x="167" y="466"/>
                  </a:lnTo>
                  <a:lnTo>
                    <a:pt x="167" y="461"/>
                  </a:lnTo>
                  <a:lnTo>
                    <a:pt x="168" y="451"/>
                  </a:lnTo>
                  <a:lnTo>
                    <a:pt x="172" y="438"/>
                  </a:lnTo>
                  <a:lnTo>
                    <a:pt x="177" y="424"/>
                  </a:lnTo>
                  <a:lnTo>
                    <a:pt x="182" y="409"/>
                  </a:lnTo>
                  <a:lnTo>
                    <a:pt x="188" y="393"/>
                  </a:lnTo>
                  <a:lnTo>
                    <a:pt x="192" y="377"/>
                  </a:lnTo>
                  <a:lnTo>
                    <a:pt x="197" y="363"/>
                  </a:lnTo>
                  <a:lnTo>
                    <a:pt x="199" y="353"/>
                  </a:lnTo>
                  <a:lnTo>
                    <a:pt x="199" y="344"/>
                  </a:lnTo>
                  <a:lnTo>
                    <a:pt x="196" y="340"/>
                  </a:lnTo>
                  <a:lnTo>
                    <a:pt x="189" y="337"/>
                  </a:lnTo>
                  <a:lnTo>
                    <a:pt x="181" y="331"/>
                  </a:lnTo>
                  <a:lnTo>
                    <a:pt x="171" y="322"/>
                  </a:lnTo>
                  <a:lnTo>
                    <a:pt x="162" y="314"/>
                  </a:lnTo>
                  <a:lnTo>
                    <a:pt x="151" y="306"/>
                  </a:lnTo>
                  <a:lnTo>
                    <a:pt x="141" y="299"/>
                  </a:lnTo>
                  <a:lnTo>
                    <a:pt x="132" y="294"/>
                  </a:lnTo>
                  <a:lnTo>
                    <a:pt x="125" y="290"/>
                  </a:lnTo>
                  <a:lnTo>
                    <a:pt x="118" y="292"/>
                  </a:lnTo>
                  <a:lnTo>
                    <a:pt x="113" y="293"/>
                  </a:lnTo>
                  <a:lnTo>
                    <a:pt x="104" y="292"/>
                  </a:lnTo>
                  <a:lnTo>
                    <a:pt x="92" y="287"/>
                  </a:lnTo>
                  <a:lnTo>
                    <a:pt x="78" y="282"/>
                  </a:lnTo>
                  <a:lnTo>
                    <a:pt x="65" y="275"/>
                  </a:lnTo>
                  <a:lnTo>
                    <a:pt x="50" y="267"/>
                  </a:lnTo>
                  <a:lnTo>
                    <a:pt x="36" y="258"/>
                  </a:lnTo>
                  <a:lnTo>
                    <a:pt x="24" y="249"/>
                  </a:lnTo>
                  <a:lnTo>
                    <a:pt x="16" y="241"/>
                  </a:lnTo>
                  <a:lnTo>
                    <a:pt x="10" y="233"/>
                  </a:lnTo>
                  <a:lnTo>
                    <a:pt x="7" y="225"/>
                  </a:lnTo>
                  <a:lnTo>
                    <a:pt x="4" y="209"/>
                  </a:lnTo>
                  <a:lnTo>
                    <a:pt x="3" y="189"/>
                  </a:lnTo>
                  <a:lnTo>
                    <a:pt x="2" y="165"/>
                  </a:lnTo>
                  <a:lnTo>
                    <a:pt x="1" y="138"/>
                  </a:lnTo>
                  <a:lnTo>
                    <a:pt x="1" y="111"/>
                  </a:lnTo>
                  <a:lnTo>
                    <a:pt x="1" y="83"/>
                  </a:lnTo>
                  <a:lnTo>
                    <a:pt x="1" y="58"/>
                  </a:lnTo>
                  <a:lnTo>
                    <a:pt x="1" y="35"/>
                  </a:lnTo>
                  <a:lnTo>
                    <a:pt x="1" y="15"/>
                  </a:lnTo>
                  <a:lnTo>
                    <a:pt x="0"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7" name="Freeform 50"/>
            <p:cNvSpPr>
              <a:spLocks/>
            </p:cNvSpPr>
            <p:nvPr/>
          </p:nvSpPr>
          <p:spPr bwMode="auto">
            <a:xfrm>
              <a:off x="1262064" y="3209925"/>
              <a:ext cx="31750" cy="31750"/>
            </a:xfrm>
            <a:custGeom>
              <a:avLst/>
              <a:gdLst>
                <a:gd name="T0" fmla="*/ 70 w 140"/>
                <a:gd name="T1" fmla="*/ 0 h 142"/>
                <a:gd name="T2" fmla="*/ 89 w 140"/>
                <a:gd name="T3" fmla="*/ 3 h 142"/>
                <a:gd name="T4" fmla="*/ 105 w 140"/>
                <a:gd name="T5" fmla="*/ 11 h 142"/>
                <a:gd name="T6" fmla="*/ 119 w 140"/>
                <a:gd name="T7" fmla="*/ 21 h 142"/>
                <a:gd name="T8" fmla="*/ 131 w 140"/>
                <a:gd name="T9" fmla="*/ 36 h 142"/>
                <a:gd name="T10" fmla="*/ 138 w 140"/>
                <a:gd name="T11" fmla="*/ 53 h 142"/>
                <a:gd name="T12" fmla="*/ 140 w 140"/>
                <a:gd name="T13" fmla="*/ 71 h 142"/>
                <a:gd name="T14" fmla="*/ 138 w 140"/>
                <a:gd name="T15" fmla="*/ 90 h 142"/>
                <a:gd name="T16" fmla="*/ 131 w 140"/>
                <a:gd name="T17" fmla="*/ 107 h 142"/>
                <a:gd name="T18" fmla="*/ 119 w 140"/>
                <a:gd name="T19" fmla="*/ 122 h 142"/>
                <a:gd name="T20" fmla="*/ 105 w 140"/>
                <a:gd name="T21" fmla="*/ 132 h 142"/>
                <a:gd name="T22" fmla="*/ 89 w 140"/>
                <a:gd name="T23" fmla="*/ 140 h 142"/>
                <a:gd name="T24" fmla="*/ 70 w 140"/>
                <a:gd name="T25" fmla="*/ 142 h 142"/>
                <a:gd name="T26" fmla="*/ 52 w 140"/>
                <a:gd name="T27" fmla="*/ 140 h 142"/>
                <a:gd name="T28" fmla="*/ 35 w 140"/>
                <a:gd name="T29" fmla="*/ 132 h 142"/>
                <a:gd name="T30" fmla="*/ 20 w 140"/>
                <a:gd name="T31" fmla="*/ 122 h 142"/>
                <a:gd name="T32" fmla="*/ 9 w 140"/>
                <a:gd name="T33" fmla="*/ 107 h 142"/>
                <a:gd name="T34" fmla="*/ 2 w 140"/>
                <a:gd name="T35" fmla="*/ 90 h 142"/>
                <a:gd name="T36" fmla="*/ 0 w 140"/>
                <a:gd name="T37" fmla="*/ 71 h 142"/>
                <a:gd name="T38" fmla="*/ 2 w 140"/>
                <a:gd name="T39" fmla="*/ 53 h 142"/>
                <a:gd name="T40" fmla="*/ 9 w 140"/>
                <a:gd name="T41" fmla="*/ 36 h 142"/>
                <a:gd name="T42" fmla="*/ 20 w 140"/>
                <a:gd name="T43" fmla="*/ 21 h 142"/>
                <a:gd name="T44" fmla="*/ 35 w 140"/>
                <a:gd name="T45" fmla="*/ 11 h 142"/>
                <a:gd name="T46" fmla="*/ 52 w 140"/>
                <a:gd name="T47" fmla="*/ 3 h 142"/>
                <a:gd name="T48" fmla="*/ 70 w 140"/>
                <a:gd name="T49"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0" h="142">
                  <a:moveTo>
                    <a:pt x="70" y="0"/>
                  </a:moveTo>
                  <a:lnTo>
                    <a:pt x="89" y="3"/>
                  </a:lnTo>
                  <a:lnTo>
                    <a:pt x="105" y="11"/>
                  </a:lnTo>
                  <a:lnTo>
                    <a:pt x="119" y="21"/>
                  </a:lnTo>
                  <a:lnTo>
                    <a:pt x="131" y="36"/>
                  </a:lnTo>
                  <a:lnTo>
                    <a:pt x="138" y="53"/>
                  </a:lnTo>
                  <a:lnTo>
                    <a:pt x="140" y="71"/>
                  </a:lnTo>
                  <a:lnTo>
                    <a:pt x="138" y="90"/>
                  </a:lnTo>
                  <a:lnTo>
                    <a:pt x="131" y="107"/>
                  </a:lnTo>
                  <a:lnTo>
                    <a:pt x="119" y="122"/>
                  </a:lnTo>
                  <a:lnTo>
                    <a:pt x="105" y="132"/>
                  </a:lnTo>
                  <a:lnTo>
                    <a:pt x="89" y="140"/>
                  </a:lnTo>
                  <a:lnTo>
                    <a:pt x="70" y="142"/>
                  </a:lnTo>
                  <a:lnTo>
                    <a:pt x="52" y="140"/>
                  </a:lnTo>
                  <a:lnTo>
                    <a:pt x="35" y="132"/>
                  </a:lnTo>
                  <a:lnTo>
                    <a:pt x="20" y="122"/>
                  </a:lnTo>
                  <a:lnTo>
                    <a:pt x="9" y="107"/>
                  </a:lnTo>
                  <a:lnTo>
                    <a:pt x="2" y="90"/>
                  </a:lnTo>
                  <a:lnTo>
                    <a:pt x="0" y="71"/>
                  </a:lnTo>
                  <a:lnTo>
                    <a:pt x="2" y="53"/>
                  </a:lnTo>
                  <a:lnTo>
                    <a:pt x="9" y="36"/>
                  </a:lnTo>
                  <a:lnTo>
                    <a:pt x="20" y="21"/>
                  </a:lnTo>
                  <a:lnTo>
                    <a:pt x="35" y="11"/>
                  </a:lnTo>
                  <a:lnTo>
                    <a:pt x="52" y="3"/>
                  </a:lnTo>
                  <a:lnTo>
                    <a:pt x="70"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8" name="Freeform 51"/>
            <p:cNvSpPr>
              <a:spLocks/>
            </p:cNvSpPr>
            <p:nvPr/>
          </p:nvSpPr>
          <p:spPr bwMode="auto">
            <a:xfrm>
              <a:off x="1341439" y="3200400"/>
              <a:ext cx="25400" cy="25400"/>
            </a:xfrm>
            <a:custGeom>
              <a:avLst/>
              <a:gdLst>
                <a:gd name="T0" fmla="*/ 55 w 111"/>
                <a:gd name="T1" fmla="*/ 0 h 112"/>
                <a:gd name="T2" fmla="*/ 73 w 111"/>
                <a:gd name="T3" fmla="*/ 3 h 112"/>
                <a:gd name="T4" fmla="*/ 88 w 111"/>
                <a:gd name="T5" fmla="*/ 10 h 112"/>
                <a:gd name="T6" fmla="*/ 101 w 111"/>
                <a:gd name="T7" fmla="*/ 23 h 112"/>
                <a:gd name="T8" fmla="*/ 108 w 111"/>
                <a:gd name="T9" fmla="*/ 38 h 112"/>
                <a:gd name="T10" fmla="*/ 111 w 111"/>
                <a:gd name="T11" fmla="*/ 56 h 112"/>
                <a:gd name="T12" fmla="*/ 108 w 111"/>
                <a:gd name="T13" fmla="*/ 74 h 112"/>
                <a:gd name="T14" fmla="*/ 101 w 111"/>
                <a:gd name="T15" fmla="*/ 89 h 112"/>
                <a:gd name="T16" fmla="*/ 88 w 111"/>
                <a:gd name="T17" fmla="*/ 101 h 112"/>
                <a:gd name="T18" fmla="*/ 73 w 111"/>
                <a:gd name="T19" fmla="*/ 109 h 112"/>
                <a:gd name="T20" fmla="*/ 55 w 111"/>
                <a:gd name="T21" fmla="*/ 112 h 112"/>
                <a:gd name="T22" fmla="*/ 39 w 111"/>
                <a:gd name="T23" fmla="*/ 109 h 112"/>
                <a:gd name="T24" fmla="*/ 23 w 111"/>
                <a:gd name="T25" fmla="*/ 101 h 112"/>
                <a:gd name="T26" fmla="*/ 11 w 111"/>
                <a:gd name="T27" fmla="*/ 89 h 112"/>
                <a:gd name="T28" fmla="*/ 3 w 111"/>
                <a:gd name="T29" fmla="*/ 74 h 112"/>
                <a:gd name="T30" fmla="*/ 0 w 111"/>
                <a:gd name="T31" fmla="*/ 56 h 112"/>
                <a:gd name="T32" fmla="*/ 3 w 111"/>
                <a:gd name="T33" fmla="*/ 38 h 112"/>
                <a:gd name="T34" fmla="*/ 11 w 111"/>
                <a:gd name="T35" fmla="*/ 23 h 112"/>
                <a:gd name="T36" fmla="*/ 23 w 111"/>
                <a:gd name="T37" fmla="*/ 10 h 112"/>
                <a:gd name="T38" fmla="*/ 39 w 111"/>
                <a:gd name="T39" fmla="*/ 3 h 112"/>
                <a:gd name="T40" fmla="*/ 55 w 111"/>
                <a:gd name="T41"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1" h="112">
                  <a:moveTo>
                    <a:pt x="55" y="0"/>
                  </a:moveTo>
                  <a:lnTo>
                    <a:pt x="73" y="3"/>
                  </a:lnTo>
                  <a:lnTo>
                    <a:pt x="88" y="10"/>
                  </a:lnTo>
                  <a:lnTo>
                    <a:pt x="101" y="23"/>
                  </a:lnTo>
                  <a:lnTo>
                    <a:pt x="108" y="38"/>
                  </a:lnTo>
                  <a:lnTo>
                    <a:pt x="111" y="56"/>
                  </a:lnTo>
                  <a:lnTo>
                    <a:pt x="108" y="74"/>
                  </a:lnTo>
                  <a:lnTo>
                    <a:pt x="101" y="89"/>
                  </a:lnTo>
                  <a:lnTo>
                    <a:pt x="88" y="101"/>
                  </a:lnTo>
                  <a:lnTo>
                    <a:pt x="73" y="109"/>
                  </a:lnTo>
                  <a:lnTo>
                    <a:pt x="55" y="112"/>
                  </a:lnTo>
                  <a:lnTo>
                    <a:pt x="39" y="109"/>
                  </a:lnTo>
                  <a:lnTo>
                    <a:pt x="23" y="101"/>
                  </a:lnTo>
                  <a:lnTo>
                    <a:pt x="11" y="89"/>
                  </a:lnTo>
                  <a:lnTo>
                    <a:pt x="3" y="74"/>
                  </a:lnTo>
                  <a:lnTo>
                    <a:pt x="0" y="56"/>
                  </a:lnTo>
                  <a:lnTo>
                    <a:pt x="3" y="38"/>
                  </a:lnTo>
                  <a:lnTo>
                    <a:pt x="11" y="23"/>
                  </a:lnTo>
                  <a:lnTo>
                    <a:pt x="23" y="10"/>
                  </a:lnTo>
                  <a:lnTo>
                    <a:pt x="39" y="3"/>
                  </a:lnTo>
                  <a:lnTo>
                    <a:pt x="55"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9" name="Freeform 52"/>
            <p:cNvSpPr>
              <a:spLocks/>
            </p:cNvSpPr>
            <p:nvPr/>
          </p:nvSpPr>
          <p:spPr bwMode="auto">
            <a:xfrm>
              <a:off x="1238251" y="3135313"/>
              <a:ext cx="25400" cy="25400"/>
            </a:xfrm>
            <a:custGeom>
              <a:avLst/>
              <a:gdLst>
                <a:gd name="T0" fmla="*/ 56 w 111"/>
                <a:gd name="T1" fmla="*/ 0 h 112"/>
                <a:gd name="T2" fmla="*/ 73 w 111"/>
                <a:gd name="T3" fmla="*/ 3 h 112"/>
                <a:gd name="T4" fmla="*/ 89 w 111"/>
                <a:gd name="T5" fmla="*/ 10 h 112"/>
                <a:gd name="T6" fmla="*/ 101 w 111"/>
                <a:gd name="T7" fmla="*/ 23 h 112"/>
                <a:gd name="T8" fmla="*/ 109 w 111"/>
                <a:gd name="T9" fmla="*/ 39 h 112"/>
                <a:gd name="T10" fmla="*/ 111 w 111"/>
                <a:gd name="T11" fmla="*/ 56 h 112"/>
                <a:gd name="T12" fmla="*/ 109 w 111"/>
                <a:gd name="T13" fmla="*/ 74 h 112"/>
                <a:gd name="T14" fmla="*/ 101 w 111"/>
                <a:gd name="T15" fmla="*/ 89 h 112"/>
                <a:gd name="T16" fmla="*/ 89 w 111"/>
                <a:gd name="T17" fmla="*/ 101 h 112"/>
                <a:gd name="T18" fmla="*/ 73 w 111"/>
                <a:gd name="T19" fmla="*/ 109 h 112"/>
                <a:gd name="T20" fmla="*/ 56 w 111"/>
                <a:gd name="T21" fmla="*/ 112 h 112"/>
                <a:gd name="T22" fmla="*/ 38 w 111"/>
                <a:gd name="T23" fmla="*/ 109 h 112"/>
                <a:gd name="T24" fmla="*/ 23 w 111"/>
                <a:gd name="T25" fmla="*/ 101 h 112"/>
                <a:gd name="T26" fmla="*/ 11 w 111"/>
                <a:gd name="T27" fmla="*/ 89 h 112"/>
                <a:gd name="T28" fmla="*/ 4 w 111"/>
                <a:gd name="T29" fmla="*/ 74 h 112"/>
                <a:gd name="T30" fmla="*/ 0 w 111"/>
                <a:gd name="T31" fmla="*/ 56 h 112"/>
                <a:gd name="T32" fmla="*/ 4 w 111"/>
                <a:gd name="T33" fmla="*/ 39 h 112"/>
                <a:gd name="T34" fmla="*/ 11 w 111"/>
                <a:gd name="T35" fmla="*/ 23 h 112"/>
                <a:gd name="T36" fmla="*/ 23 w 111"/>
                <a:gd name="T37" fmla="*/ 10 h 112"/>
                <a:gd name="T38" fmla="*/ 38 w 111"/>
                <a:gd name="T39" fmla="*/ 3 h 112"/>
                <a:gd name="T40" fmla="*/ 56 w 111"/>
                <a:gd name="T41"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1" h="112">
                  <a:moveTo>
                    <a:pt x="56" y="0"/>
                  </a:moveTo>
                  <a:lnTo>
                    <a:pt x="73" y="3"/>
                  </a:lnTo>
                  <a:lnTo>
                    <a:pt x="89" y="10"/>
                  </a:lnTo>
                  <a:lnTo>
                    <a:pt x="101" y="23"/>
                  </a:lnTo>
                  <a:lnTo>
                    <a:pt x="109" y="39"/>
                  </a:lnTo>
                  <a:lnTo>
                    <a:pt x="111" y="56"/>
                  </a:lnTo>
                  <a:lnTo>
                    <a:pt x="109" y="74"/>
                  </a:lnTo>
                  <a:lnTo>
                    <a:pt x="101" y="89"/>
                  </a:lnTo>
                  <a:lnTo>
                    <a:pt x="89" y="101"/>
                  </a:lnTo>
                  <a:lnTo>
                    <a:pt x="73" y="109"/>
                  </a:lnTo>
                  <a:lnTo>
                    <a:pt x="56" y="112"/>
                  </a:lnTo>
                  <a:lnTo>
                    <a:pt x="38" y="109"/>
                  </a:lnTo>
                  <a:lnTo>
                    <a:pt x="23" y="101"/>
                  </a:lnTo>
                  <a:lnTo>
                    <a:pt x="11" y="89"/>
                  </a:lnTo>
                  <a:lnTo>
                    <a:pt x="4" y="74"/>
                  </a:lnTo>
                  <a:lnTo>
                    <a:pt x="0" y="56"/>
                  </a:lnTo>
                  <a:lnTo>
                    <a:pt x="4" y="39"/>
                  </a:lnTo>
                  <a:lnTo>
                    <a:pt x="11" y="23"/>
                  </a:lnTo>
                  <a:lnTo>
                    <a:pt x="23" y="10"/>
                  </a:lnTo>
                  <a:lnTo>
                    <a:pt x="38" y="3"/>
                  </a:lnTo>
                  <a:lnTo>
                    <a:pt x="56"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20" name="Freeform 53"/>
            <p:cNvSpPr>
              <a:spLocks/>
            </p:cNvSpPr>
            <p:nvPr/>
          </p:nvSpPr>
          <p:spPr bwMode="auto">
            <a:xfrm>
              <a:off x="1343026" y="3001963"/>
              <a:ext cx="25400" cy="25400"/>
            </a:xfrm>
            <a:custGeom>
              <a:avLst/>
              <a:gdLst>
                <a:gd name="T0" fmla="*/ 56 w 112"/>
                <a:gd name="T1" fmla="*/ 0 h 111"/>
                <a:gd name="T2" fmla="*/ 74 w 112"/>
                <a:gd name="T3" fmla="*/ 3 h 111"/>
                <a:gd name="T4" fmla="*/ 89 w 112"/>
                <a:gd name="T5" fmla="*/ 10 h 111"/>
                <a:gd name="T6" fmla="*/ 101 w 112"/>
                <a:gd name="T7" fmla="*/ 23 h 111"/>
                <a:gd name="T8" fmla="*/ 109 w 112"/>
                <a:gd name="T9" fmla="*/ 38 h 111"/>
                <a:gd name="T10" fmla="*/ 112 w 112"/>
                <a:gd name="T11" fmla="*/ 56 h 111"/>
                <a:gd name="T12" fmla="*/ 109 w 112"/>
                <a:gd name="T13" fmla="*/ 73 h 111"/>
                <a:gd name="T14" fmla="*/ 101 w 112"/>
                <a:gd name="T15" fmla="*/ 88 h 111"/>
                <a:gd name="T16" fmla="*/ 89 w 112"/>
                <a:gd name="T17" fmla="*/ 101 h 111"/>
                <a:gd name="T18" fmla="*/ 74 w 112"/>
                <a:gd name="T19" fmla="*/ 108 h 111"/>
                <a:gd name="T20" fmla="*/ 56 w 112"/>
                <a:gd name="T21" fmla="*/ 111 h 111"/>
                <a:gd name="T22" fmla="*/ 39 w 112"/>
                <a:gd name="T23" fmla="*/ 108 h 111"/>
                <a:gd name="T24" fmla="*/ 23 w 112"/>
                <a:gd name="T25" fmla="*/ 101 h 111"/>
                <a:gd name="T26" fmla="*/ 12 w 112"/>
                <a:gd name="T27" fmla="*/ 88 h 111"/>
                <a:gd name="T28" fmla="*/ 3 w 112"/>
                <a:gd name="T29" fmla="*/ 73 h 111"/>
                <a:gd name="T30" fmla="*/ 0 w 112"/>
                <a:gd name="T31" fmla="*/ 56 h 111"/>
                <a:gd name="T32" fmla="*/ 3 w 112"/>
                <a:gd name="T33" fmla="*/ 38 h 111"/>
                <a:gd name="T34" fmla="*/ 12 w 112"/>
                <a:gd name="T35" fmla="*/ 23 h 111"/>
                <a:gd name="T36" fmla="*/ 23 w 112"/>
                <a:gd name="T37" fmla="*/ 10 h 111"/>
                <a:gd name="T38" fmla="*/ 39 w 112"/>
                <a:gd name="T39" fmla="*/ 3 h 111"/>
                <a:gd name="T40" fmla="*/ 56 w 112"/>
                <a:gd name="T41"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2" h="111">
                  <a:moveTo>
                    <a:pt x="56" y="0"/>
                  </a:moveTo>
                  <a:lnTo>
                    <a:pt x="74" y="3"/>
                  </a:lnTo>
                  <a:lnTo>
                    <a:pt x="89" y="10"/>
                  </a:lnTo>
                  <a:lnTo>
                    <a:pt x="101" y="23"/>
                  </a:lnTo>
                  <a:lnTo>
                    <a:pt x="109" y="38"/>
                  </a:lnTo>
                  <a:lnTo>
                    <a:pt x="112" y="56"/>
                  </a:lnTo>
                  <a:lnTo>
                    <a:pt x="109" y="73"/>
                  </a:lnTo>
                  <a:lnTo>
                    <a:pt x="101" y="88"/>
                  </a:lnTo>
                  <a:lnTo>
                    <a:pt x="89" y="101"/>
                  </a:lnTo>
                  <a:lnTo>
                    <a:pt x="74" y="108"/>
                  </a:lnTo>
                  <a:lnTo>
                    <a:pt x="56" y="111"/>
                  </a:lnTo>
                  <a:lnTo>
                    <a:pt x="39" y="108"/>
                  </a:lnTo>
                  <a:lnTo>
                    <a:pt x="23" y="101"/>
                  </a:lnTo>
                  <a:lnTo>
                    <a:pt x="12" y="88"/>
                  </a:lnTo>
                  <a:lnTo>
                    <a:pt x="3" y="73"/>
                  </a:lnTo>
                  <a:lnTo>
                    <a:pt x="0" y="56"/>
                  </a:lnTo>
                  <a:lnTo>
                    <a:pt x="3" y="38"/>
                  </a:lnTo>
                  <a:lnTo>
                    <a:pt x="12" y="23"/>
                  </a:lnTo>
                  <a:lnTo>
                    <a:pt x="23" y="10"/>
                  </a:lnTo>
                  <a:lnTo>
                    <a:pt x="39" y="3"/>
                  </a:lnTo>
                  <a:lnTo>
                    <a:pt x="56"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853" name="Group 852"/>
          <p:cNvGrpSpPr>
            <a:grpSpLocks noChangeAspect="1"/>
          </p:cNvGrpSpPr>
          <p:nvPr/>
        </p:nvGrpSpPr>
        <p:grpSpPr>
          <a:xfrm>
            <a:off x="2548867" y="3038445"/>
            <a:ext cx="355600" cy="536575"/>
            <a:chOff x="2219326" y="2927350"/>
            <a:chExt cx="355600" cy="536575"/>
          </a:xfrm>
        </p:grpSpPr>
        <p:sp useBgFill="1">
          <p:nvSpPr>
            <p:cNvPr id="627" name="Freeform 58"/>
            <p:cNvSpPr>
              <a:spLocks/>
            </p:cNvSpPr>
            <p:nvPr/>
          </p:nvSpPr>
          <p:spPr bwMode="auto">
            <a:xfrm>
              <a:off x="2219326" y="2927350"/>
              <a:ext cx="355600" cy="536575"/>
            </a:xfrm>
            <a:custGeom>
              <a:avLst/>
              <a:gdLst>
                <a:gd name="T0" fmla="*/ 225 w 1574"/>
                <a:gd name="T1" fmla="*/ 0 h 2362"/>
                <a:gd name="T2" fmla="*/ 1349 w 1574"/>
                <a:gd name="T3" fmla="*/ 0 h 2362"/>
                <a:gd name="T4" fmla="*/ 1386 w 1574"/>
                <a:gd name="T5" fmla="*/ 3 h 2362"/>
                <a:gd name="T6" fmla="*/ 1420 w 1574"/>
                <a:gd name="T7" fmla="*/ 12 h 2362"/>
                <a:gd name="T8" fmla="*/ 1453 w 1574"/>
                <a:gd name="T9" fmla="*/ 25 h 2362"/>
                <a:gd name="T10" fmla="*/ 1482 w 1574"/>
                <a:gd name="T11" fmla="*/ 43 h 2362"/>
                <a:gd name="T12" fmla="*/ 1508 w 1574"/>
                <a:gd name="T13" fmla="*/ 67 h 2362"/>
                <a:gd name="T14" fmla="*/ 1531 w 1574"/>
                <a:gd name="T15" fmla="*/ 93 h 2362"/>
                <a:gd name="T16" fmla="*/ 1549 w 1574"/>
                <a:gd name="T17" fmla="*/ 121 h 2362"/>
                <a:gd name="T18" fmla="*/ 1562 w 1574"/>
                <a:gd name="T19" fmla="*/ 154 h 2362"/>
                <a:gd name="T20" fmla="*/ 1571 w 1574"/>
                <a:gd name="T21" fmla="*/ 189 h 2362"/>
                <a:gd name="T22" fmla="*/ 1574 w 1574"/>
                <a:gd name="T23" fmla="*/ 225 h 2362"/>
                <a:gd name="T24" fmla="*/ 1574 w 1574"/>
                <a:gd name="T25" fmla="*/ 2137 h 2362"/>
                <a:gd name="T26" fmla="*/ 1571 w 1574"/>
                <a:gd name="T27" fmla="*/ 2173 h 2362"/>
                <a:gd name="T28" fmla="*/ 1562 w 1574"/>
                <a:gd name="T29" fmla="*/ 2208 h 2362"/>
                <a:gd name="T30" fmla="*/ 1549 w 1574"/>
                <a:gd name="T31" fmla="*/ 2241 h 2362"/>
                <a:gd name="T32" fmla="*/ 1531 w 1574"/>
                <a:gd name="T33" fmla="*/ 2269 h 2362"/>
                <a:gd name="T34" fmla="*/ 1508 w 1574"/>
                <a:gd name="T35" fmla="*/ 2295 h 2362"/>
                <a:gd name="T36" fmla="*/ 1482 w 1574"/>
                <a:gd name="T37" fmla="*/ 2319 h 2362"/>
                <a:gd name="T38" fmla="*/ 1453 w 1574"/>
                <a:gd name="T39" fmla="*/ 2337 h 2362"/>
                <a:gd name="T40" fmla="*/ 1420 w 1574"/>
                <a:gd name="T41" fmla="*/ 2350 h 2362"/>
                <a:gd name="T42" fmla="*/ 1386 w 1574"/>
                <a:gd name="T43" fmla="*/ 2359 h 2362"/>
                <a:gd name="T44" fmla="*/ 1349 w 1574"/>
                <a:gd name="T45" fmla="*/ 2362 h 2362"/>
                <a:gd name="T46" fmla="*/ 225 w 1574"/>
                <a:gd name="T47" fmla="*/ 2362 h 2362"/>
                <a:gd name="T48" fmla="*/ 188 w 1574"/>
                <a:gd name="T49" fmla="*/ 2359 h 2362"/>
                <a:gd name="T50" fmla="*/ 154 w 1574"/>
                <a:gd name="T51" fmla="*/ 2350 h 2362"/>
                <a:gd name="T52" fmla="*/ 121 w 1574"/>
                <a:gd name="T53" fmla="*/ 2337 h 2362"/>
                <a:gd name="T54" fmla="*/ 92 w 1574"/>
                <a:gd name="T55" fmla="*/ 2319 h 2362"/>
                <a:gd name="T56" fmla="*/ 66 w 1574"/>
                <a:gd name="T57" fmla="*/ 2295 h 2362"/>
                <a:gd name="T58" fmla="*/ 43 w 1574"/>
                <a:gd name="T59" fmla="*/ 2269 h 2362"/>
                <a:gd name="T60" fmla="*/ 25 w 1574"/>
                <a:gd name="T61" fmla="*/ 2241 h 2362"/>
                <a:gd name="T62" fmla="*/ 12 w 1574"/>
                <a:gd name="T63" fmla="*/ 2208 h 2362"/>
                <a:gd name="T64" fmla="*/ 3 w 1574"/>
                <a:gd name="T65" fmla="*/ 2173 h 2362"/>
                <a:gd name="T66" fmla="*/ 0 w 1574"/>
                <a:gd name="T67" fmla="*/ 2137 h 2362"/>
                <a:gd name="T68" fmla="*/ 0 w 1574"/>
                <a:gd name="T69" fmla="*/ 225 h 2362"/>
                <a:gd name="T70" fmla="*/ 3 w 1574"/>
                <a:gd name="T71" fmla="*/ 189 h 2362"/>
                <a:gd name="T72" fmla="*/ 12 w 1574"/>
                <a:gd name="T73" fmla="*/ 154 h 2362"/>
                <a:gd name="T74" fmla="*/ 25 w 1574"/>
                <a:gd name="T75" fmla="*/ 121 h 2362"/>
                <a:gd name="T76" fmla="*/ 43 w 1574"/>
                <a:gd name="T77" fmla="*/ 93 h 2362"/>
                <a:gd name="T78" fmla="*/ 66 w 1574"/>
                <a:gd name="T79" fmla="*/ 67 h 2362"/>
                <a:gd name="T80" fmla="*/ 92 w 1574"/>
                <a:gd name="T81" fmla="*/ 43 h 2362"/>
                <a:gd name="T82" fmla="*/ 121 w 1574"/>
                <a:gd name="T83" fmla="*/ 25 h 2362"/>
                <a:gd name="T84" fmla="*/ 154 w 1574"/>
                <a:gd name="T85" fmla="*/ 12 h 2362"/>
                <a:gd name="T86" fmla="*/ 188 w 1574"/>
                <a:gd name="T87" fmla="*/ 3 h 2362"/>
                <a:gd name="T88" fmla="*/ 225 w 1574"/>
                <a:gd name="T89" fmla="*/ 0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574" h="2362">
                  <a:moveTo>
                    <a:pt x="225" y="0"/>
                  </a:moveTo>
                  <a:lnTo>
                    <a:pt x="1349" y="0"/>
                  </a:lnTo>
                  <a:lnTo>
                    <a:pt x="1386" y="3"/>
                  </a:lnTo>
                  <a:lnTo>
                    <a:pt x="1420" y="12"/>
                  </a:lnTo>
                  <a:lnTo>
                    <a:pt x="1453" y="25"/>
                  </a:lnTo>
                  <a:lnTo>
                    <a:pt x="1482" y="43"/>
                  </a:lnTo>
                  <a:lnTo>
                    <a:pt x="1508" y="67"/>
                  </a:lnTo>
                  <a:lnTo>
                    <a:pt x="1531" y="93"/>
                  </a:lnTo>
                  <a:lnTo>
                    <a:pt x="1549" y="121"/>
                  </a:lnTo>
                  <a:lnTo>
                    <a:pt x="1562" y="154"/>
                  </a:lnTo>
                  <a:lnTo>
                    <a:pt x="1571" y="189"/>
                  </a:lnTo>
                  <a:lnTo>
                    <a:pt x="1574" y="225"/>
                  </a:lnTo>
                  <a:lnTo>
                    <a:pt x="1574" y="2137"/>
                  </a:lnTo>
                  <a:lnTo>
                    <a:pt x="1571" y="2173"/>
                  </a:lnTo>
                  <a:lnTo>
                    <a:pt x="1562" y="2208"/>
                  </a:lnTo>
                  <a:lnTo>
                    <a:pt x="1549" y="2241"/>
                  </a:lnTo>
                  <a:lnTo>
                    <a:pt x="1531" y="2269"/>
                  </a:lnTo>
                  <a:lnTo>
                    <a:pt x="1508" y="2295"/>
                  </a:lnTo>
                  <a:lnTo>
                    <a:pt x="1482" y="2319"/>
                  </a:lnTo>
                  <a:lnTo>
                    <a:pt x="1453" y="2337"/>
                  </a:lnTo>
                  <a:lnTo>
                    <a:pt x="1420" y="2350"/>
                  </a:lnTo>
                  <a:lnTo>
                    <a:pt x="1386" y="2359"/>
                  </a:lnTo>
                  <a:lnTo>
                    <a:pt x="1349" y="2362"/>
                  </a:lnTo>
                  <a:lnTo>
                    <a:pt x="225" y="2362"/>
                  </a:lnTo>
                  <a:lnTo>
                    <a:pt x="188" y="2359"/>
                  </a:lnTo>
                  <a:lnTo>
                    <a:pt x="154" y="2350"/>
                  </a:lnTo>
                  <a:lnTo>
                    <a:pt x="121" y="2337"/>
                  </a:lnTo>
                  <a:lnTo>
                    <a:pt x="92" y="2319"/>
                  </a:lnTo>
                  <a:lnTo>
                    <a:pt x="66" y="2295"/>
                  </a:lnTo>
                  <a:lnTo>
                    <a:pt x="43" y="2269"/>
                  </a:lnTo>
                  <a:lnTo>
                    <a:pt x="25" y="2241"/>
                  </a:lnTo>
                  <a:lnTo>
                    <a:pt x="12" y="2208"/>
                  </a:lnTo>
                  <a:lnTo>
                    <a:pt x="3" y="2173"/>
                  </a:lnTo>
                  <a:lnTo>
                    <a:pt x="0" y="2137"/>
                  </a:lnTo>
                  <a:lnTo>
                    <a:pt x="0" y="225"/>
                  </a:lnTo>
                  <a:lnTo>
                    <a:pt x="3" y="189"/>
                  </a:lnTo>
                  <a:lnTo>
                    <a:pt x="12" y="154"/>
                  </a:lnTo>
                  <a:lnTo>
                    <a:pt x="25" y="121"/>
                  </a:lnTo>
                  <a:lnTo>
                    <a:pt x="43" y="93"/>
                  </a:lnTo>
                  <a:lnTo>
                    <a:pt x="66" y="67"/>
                  </a:lnTo>
                  <a:lnTo>
                    <a:pt x="92" y="43"/>
                  </a:lnTo>
                  <a:lnTo>
                    <a:pt x="121" y="25"/>
                  </a:lnTo>
                  <a:lnTo>
                    <a:pt x="154" y="12"/>
                  </a:lnTo>
                  <a:lnTo>
                    <a:pt x="188" y="3"/>
                  </a:lnTo>
                  <a:lnTo>
                    <a:pt x="225"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28" name="Freeform 59"/>
            <p:cNvSpPr>
              <a:spLocks noEditPoints="1"/>
            </p:cNvSpPr>
            <p:nvPr/>
          </p:nvSpPr>
          <p:spPr bwMode="auto">
            <a:xfrm>
              <a:off x="2244726" y="2952750"/>
              <a:ext cx="304800" cy="485775"/>
            </a:xfrm>
            <a:custGeom>
              <a:avLst/>
              <a:gdLst>
                <a:gd name="T0" fmla="*/ 900 w 1350"/>
                <a:gd name="T1" fmla="*/ 1968 h 2136"/>
                <a:gd name="T2" fmla="*/ 1012 w 1350"/>
                <a:gd name="T3" fmla="*/ 1855 h 2136"/>
                <a:gd name="T4" fmla="*/ 338 w 1350"/>
                <a:gd name="T5" fmla="*/ 1855 h 2136"/>
                <a:gd name="T6" fmla="*/ 450 w 1350"/>
                <a:gd name="T7" fmla="*/ 1968 h 2136"/>
                <a:gd name="T8" fmla="*/ 338 w 1350"/>
                <a:gd name="T9" fmla="*/ 1855 h 2136"/>
                <a:gd name="T10" fmla="*/ 650 w 1350"/>
                <a:gd name="T11" fmla="*/ 1802 h 2136"/>
                <a:gd name="T12" fmla="*/ 604 w 1350"/>
                <a:gd name="T13" fmla="*/ 1823 h 2136"/>
                <a:gd name="T14" fmla="*/ 574 w 1350"/>
                <a:gd name="T15" fmla="*/ 1862 h 2136"/>
                <a:gd name="T16" fmla="*/ 563 w 1350"/>
                <a:gd name="T17" fmla="*/ 1911 h 2136"/>
                <a:gd name="T18" fmla="*/ 574 w 1350"/>
                <a:gd name="T19" fmla="*/ 1961 h 2136"/>
                <a:gd name="T20" fmla="*/ 604 w 1350"/>
                <a:gd name="T21" fmla="*/ 1999 h 2136"/>
                <a:gd name="T22" fmla="*/ 650 w 1350"/>
                <a:gd name="T23" fmla="*/ 2021 h 2136"/>
                <a:gd name="T24" fmla="*/ 700 w 1350"/>
                <a:gd name="T25" fmla="*/ 2021 h 2136"/>
                <a:gd name="T26" fmla="*/ 746 w 1350"/>
                <a:gd name="T27" fmla="*/ 1999 h 2136"/>
                <a:gd name="T28" fmla="*/ 776 w 1350"/>
                <a:gd name="T29" fmla="*/ 1961 h 2136"/>
                <a:gd name="T30" fmla="*/ 787 w 1350"/>
                <a:gd name="T31" fmla="*/ 1911 h 2136"/>
                <a:gd name="T32" fmla="*/ 776 w 1350"/>
                <a:gd name="T33" fmla="*/ 1862 h 2136"/>
                <a:gd name="T34" fmla="*/ 746 w 1350"/>
                <a:gd name="T35" fmla="*/ 1823 h 2136"/>
                <a:gd name="T36" fmla="*/ 700 w 1350"/>
                <a:gd name="T37" fmla="*/ 1802 h 2136"/>
                <a:gd name="T38" fmla="*/ 113 w 1350"/>
                <a:gd name="T39" fmla="*/ 225 h 2136"/>
                <a:gd name="T40" fmla="*/ 1237 w 1350"/>
                <a:gd name="T41" fmla="*/ 1686 h 2136"/>
                <a:gd name="T42" fmla="*/ 113 w 1350"/>
                <a:gd name="T43" fmla="*/ 225 h 2136"/>
                <a:gd name="T44" fmla="*/ 1237 w 1350"/>
                <a:gd name="T45" fmla="*/ 0 h 2136"/>
                <a:gd name="T46" fmla="*/ 1287 w 1350"/>
                <a:gd name="T47" fmla="*/ 12 h 2136"/>
                <a:gd name="T48" fmla="*/ 1325 w 1350"/>
                <a:gd name="T49" fmla="*/ 42 h 2136"/>
                <a:gd name="T50" fmla="*/ 1347 w 1350"/>
                <a:gd name="T51" fmla="*/ 87 h 2136"/>
                <a:gd name="T52" fmla="*/ 1350 w 1350"/>
                <a:gd name="T53" fmla="*/ 2024 h 2136"/>
                <a:gd name="T54" fmla="*/ 1338 w 1350"/>
                <a:gd name="T55" fmla="*/ 2074 h 2136"/>
                <a:gd name="T56" fmla="*/ 1308 w 1350"/>
                <a:gd name="T57" fmla="*/ 2112 h 2136"/>
                <a:gd name="T58" fmla="*/ 1263 w 1350"/>
                <a:gd name="T59" fmla="*/ 2133 h 2136"/>
                <a:gd name="T60" fmla="*/ 113 w 1350"/>
                <a:gd name="T61" fmla="*/ 2136 h 2136"/>
                <a:gd name="T62" fmla="*/ 63 w 1350"/>
                <a:gd name="T63" fmla="*/ 2124 h 2136"/>
                <a:gd name="T64" fmla="*/ 25 w 1350"/>
                <a:gd name="T65" fmla="*/ 2094 h 2136"/>
                <a:gd name="T66" fmla="*/ 3 w 1350"/>
                <a:gd name="T67" fmla="*/ 2049 h 2136"/>
                <a:gd name="T68" fmla="*/ 0 w 1350"/>
                <a:gd name="T69" fmla="*/ 112 h 2136"/>
                <a:gd name="T70" fmla="*/ 12 w 1350"/>
                <a:gd name="T71" fmla="*/ 62 h 2136"/>
                <a:gd name="T72" fmla="*/ 42 w 1350"/>
                <a:gd name="T73" fmla="*/ 24 h 2136"/>
                <a:gd name="T74" fmla="*/ 87 w 1350"/>
                <a:gd name="T75" fmla="*/ 3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50" h="2136">
                  <a:moveTo>
                    <a:pt x="900" y="1855"/>
                  </a:moveTo>
                  <a:lnTo>
                    <a:pt x="900" y="1968"/>
                  </a:lnTo>
                  <a:lnTo>
                    <a:pt x="1012" y="1968"/>
                  </a:lnTo>
                  <a:lnTo>
                    <a:pt x="1012" y="1855"/>
                  </a:lnTo>
                  <a:lnTo>
                    <a:pt x="900" y="1855"/>
                  </a:lnTo>
                  <a:close/>
                  <a:moveTo>
                    <a:pt x="338" y="1855"/>
                  </a:moveTo>
                  <a:lnTo>
                    <a:pt x="338" y="1968"/>
                  </a:lnTo>
                  <a:lnTo>
                    <a:pt x="450" y="1968"/>
                  </a:lnTo>
                  <a:lnTo>
                    <a:pt x="450" y="1855"/>
                  </a:lnTo>
                  <a:lnTo>
                    <a:pt x="338" y="1855"/>
                  </a:lnTo>
                  <a:close/>
                  <a:moveTo>
                    <a:pt x="675" y="1799"/>
                  </a:moveTo>
                  <a:lnTo>
                    <a:pt x="650" y="1802"/>
                  </a:lnTo>
                  <a:lnTo>
                    <a:pt x="625" y="1811"/>
                  </a:lnTo>
                  <a:lnTo>
                    <a:pt x="604" y="1823"/>
                  </a:lnTo>
                  <a:lnTo>
                    <a:pt x="587" y="1841"/>
                  </a:lnTo>
                  <a:lnTo>
                    <a:pt x="574" y="1862"/>
                  </a:lnTo>
                  <a:lnTo>
                    <a:pt x="565" y="1886"/>
                  </a:lnTo>
                  <a:lnTo>
                    <a:pt x="563" y="1911"/>
                  </a:lnTo>
                  <a:lnTo>
                    <a:pt x="565" y="1937"/>
                  </a:lnTo>
                  <a:lnTo>
                    <a:pt x="574" y="1961"/>
                  </a:lnTo>
                  <a:lnTo>
                    <a:pt x="587" y="1982"/>
                  </a:lnTo>
                  <a:lnTo>
                    <a:pt x="604" y="1999"/>
                  </a:lnTo>
                  <a:lnTo>
                    <a:pt x="625" y="2012"/>
                  </a:lnTo>
                  <a:lnTo>
                    <a:pt x="650" y="2021"/>
                  </a:lnTo>
                  <a:lnTo>
                    <a:pt x="675" y="2024"/>
                  </a:lnTo>
                  <a:lnTo>
                    <a:pt x="700" y="2021"/>
                  </a:lnTo>
                  <a:lnTo>
                    <a:pt x="725" y="2012"/>
                  </a:lnTo>
                  <a:lnTo>
                    <a:pt x="746" y="1999"/>
                  </a:lnTo>
                  <a:lnTo>
                    <a:pt x="763" y="1982"/>
                  </a:lnTo>
                  <a:lnTo>
                    <a:pt x="776" y="1961"/>
                  </a:lnTo>
                  <a:lnTo>
                    <a:pt x="785" y="1937"/>
                  </a:lnTo>
                  <a:lnTo>
                    <a:pt x="787" y="1911"/>
                  </a:lnTo>
                  <a:lnTo>
                    <a:pt x="785" y="1886"/>
                  </a:lnTo>
                  <a:lnTo>
                    <a:pt x="776" y="1862"/>
                  </a:lnTo>
                  <a:lnTo>
                    <a:pt x="763" y="1841"/>
                  </a:lnTo>
                  <a:lnTo>
                    <a:pt x="746" y="1823"/>
                  </a:lnTo>
                  <a:lnTo>
                    <a:pt x="725" y="1811"/>
                  </a:lnTo>
                  <a:lnTo>
                    <a:pt x="700" y="1802"/>
                  </a:lnTo>
                  <a:lnTo>
                    <a:pt x="675" y="1799"/>
                  </a:lnTo>
                  <a:close/>
                  <a:moveTo>
                    <a:pt x="113" y="225"/>
                  </a:moveTo>
                  <a:lnTo>
                    <a:pt x="113" y="1686"/>
                  </a:lnTo>
                  <a:lnTo>
                    <a:pt x="1237" y="1686"/>
                  </a:lnTo>
                  <a:lnTo>
                    <a:pt x="1237" y="225"/>
                  </a:lnTo>
                  <a:lnTo>
                    <a:pt x="113" y="225"/>
                  </a:lnTo>
                  <a:close/>
                  <a:moveTo>
                    <a:pt x="113" y="0"/>
                  </a:moveTo>
                  <a:lnTo>
                    <a:pt x="1237" y="0"/>
                  </a:lnTo>
                  <a:lnTo>
                    <a:pt x="1263" y="3"/>
                  </a:lnTo>
                  <a:lnTo>
                    <a:pt x="1287" y="12"/>
                  </a:lnTo>
                  <a:lnTo>
                    <a:pt x="1308" y="24"/>
                  </a:lnTo>
                  <a:lnTo>
                    <a:pt x="1325" y="42"/>
                  </a:lnTo>
                  <a:lnTo>
                    <a:pt x="1338" y="62"/>
                  </a:lnTo>
                  <a:lnTo>
                    <a:pt x="1347" y="87"/>
                  </a:lnTo>
                  <a:lnTo>
                    <a:pt x="1350" y="112"/>
                  </a:lnTo>
                  <a:lnTo>
                    <a:pt x="1350" y="2024"/>
                  </a:lnTo>
                  <a:lnTo>
                    <a:pt x="1347" y="2049"/>
                  </a:lnTo>
                  <a:lnTo>
                    <a:pt x="1338" y="2074"/>
                  </a:lnTo>
                  <a:lnTo>
                    <a:pt x="1325" y="2094"/>
                  </a:lnTo>
                  <a:lnTo>
                    <a:pt x="1308" y="2112"/>
                  </a:lnTo>
                  <a:lnTo>
                    <a:pt x="1287" y="2124"/>
                  </a:lnTo>
                  <a:lnTo>
                    <a:pt x="1263" y="2133"/>
                  </a:lnTo>
                  <a:lnTo>
                    <a:pt x="1237" y="2136"/>
                  </a:lnTo>
                  <a:lnTo>
                    <a:pt x="113" y="2136"/>
                  </a:lnTo>
                  <a:lnTo>
                    <a:pt x="87" y="2133"/>
                  </a:lnTo>
                  <a:lnTo>
                    <a:pt x="63" y="2124"/>
                  </a:lnTo>
                  <a:lnTo>
                    <a:pt x="42" y="2112"/>
                  </a:lnTo>
                  <a:lnTo>
                    <a:pt x="25" y="2094"/>
                  </a:lnTo>
                  <a:lnTo>
                    <a:pt x="12" y="2074"/>
                  </a:lnTo>
                  <a:lnTo>
                    <a:pt x="3" y="2049"/>
                  </a:lnTo>
                  <a:lnTo>
                    <a:pt x="0" y="2024"/>
                  </a:lnTo>
                  <a:lnTo>
                    <a:pt x="0" y="112"/>
                  </a:lnTo>
                  <a:lnTo>
                    <a:pt x="3" y="87"/>
                  </a:lnTo>
                  <a:lnTo>
                    <a:pt x="12" y="62"/>
                  </a:lnTo>
                  <a:lnTo>
                    <a:pt x="25" y="42"/>
                  </a:lnTo>
                  <a:lnTo>
                    <a:pt x="42" y="24"/>
                  </a:lnTo>
                  <a:lnTo>
                    <a:pt x="63" y="12"/>
                  </a:lnTo>
                  <a:lnTo>
                    <a:pt x="87" y="3"/>
                  </a:lnTo>
                  <a:lnTo>
                    <a:pt x="113"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29" name="Rectangle 60"/>
            <p:cNvSpPr>
              <a:spLocks noChangeArrowheads="1"/>
            </p:cNvSpPr>
            <p:nvPr/>
          </p:nvSpPr>
          <p:spPr bwMode="auto">
            <a:xfrm>
              <a:off x="2295526" y="3030538"/>
              <a:ext cx="203200" cy="279400"/>
            </a:xfrm>
            <a:prstGeom prst="rect">
              <a:avLst/>
            </a:prstGeom>
            <a:solidFill>
              <a:srgbClr val="7FD9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30" name="Freeform 61"/>
            <p:cNvSpPr>
              <a:spLocks/>
            </p:cNvSpPr>
            <p:nvPr/>
          </p:nvSpPr>
          <p:spPr bwMode="auto">
            <a:xfrm>
              <a:off x="2295526" y="3030538"/>
              <a:ext cx="203200" cy="279400"/>
            </a:xfrm>
            <a:custGeom>
              <a:avLst/>
              <a:gdLst>
                <a:gd name="T0" fmla="*/ 900 w 900"/>
                <a:gd name="T1" fmla="*/ 552 h 1237"/>
                <a:gd name="T2" fmla="*/ 900 w 900"/>
                <a:gd name="T3" fmla="*/ 585 h 1237"/>
                <a:gd name="T4" fmla="*/ 0 w 900"/>
                <a:gd name="T5" fmla="*/ 11 h 1237"/>
                <a:gd name="T6" fmla="*/ 31 w 900"/>
                <a:gd name="T7" fmla="*/ 26 h 1237"/>
                <a:gd name="T8" fmla="*/ 98 w 900"/>
                <a:gd name="T9" fmla="*/ 61 h 1237"/>
                <a:gd name="T10" fmla="*/ 161 w 900"/>
                <a:gd name="T11" fmla="*/ 73 h 1237"/>
                <a:gd name="T12" fmla="*/ 209 w 900"/>
                <a:gd name="T13" fmla="*/ 104 h 1237"/>
                <a:gd name="T14" fmla="*/ 245 w 900"/>
                <a:gd name="T15" fmla="*/ 163 h 1237"/>
                <a:gd name="T16" fmla="*/ 267 w 900"/>
                <a:gd name="T17" fmla="*/ 195 h 1237"/>
                <a:gd name="T18" fmla="*/ 305 w 900"/>
                <a:gd name="T19" fmla="*/ 228 h 1237"/>
                <a:gd name="T20" fmla="*/ 329 w 900"/>
                <a:gd name="T21" fmla="*/ 277 h 1237"/>
                <a:gd name="T22" fmla="*/ 337 w 900"/>
                <a:gd name="T23" fmla="*/ 311 h 1237"/>
                <a:gd name="T24" fmla="*/ 344 w 900"/>
                <a:gd name="T25" fmla="*/ 344 h 1237"/>
                <a:gd name="T26" fmla="*/ 344 w 900"/>
                <a:gd name="T27" fmla="*/ 404 h 1237"/>
                <a:gd name="T28" fmla="*/ 354 w 900"/>
                <a:gd name="T29" fmla="*/ 446 h 1237"/>
                <a:gd name="T30" fmla="*/ 373 w 900"/>
                <a:gd name="T31" fmla="*/ 476 h 1237"/>
                <a:gd name="T32" fmla="*/ 409 w 900"/>
                <a:gd name="T33" fmla="*/ 512 h 1237"/>
                <a:gd name="T34" fmla="*/ 450 w 900"/>
                <a:gd name="T35" fmla="*/ 578 h 1237"/>
                <a:gd name="T36" fmla="*/ 479 w 900"/>
                <a:gd name="T37" fmla="*/ 649 h 1237"/>
                <a:gd name="T38" fmla="*/ 487 w 900"/>
                <a:gd name="T39" fmla="*/ 714 h 1237"/>
                <a:gd name="T40" fmla="*/ 485 w 900"/>
                <a:gd name="T41" fmla="*/ 779 h 1237"/>
                <a:gd name="T42" fmla="*/ 508 w 900"/>
                <a:gd name="T43" fmla="*/ 822 h 1237"/>
                <a:gd name="T44" fmla="*/ 529 w 900"/>
                <a:gd name="T45" fmla="*/ 848 h 1237"/>
                <a:gd name="T46" fmla="*/ 551 w 900"/>
                <a:gd name="T47" fmla="*/ 823 h 1237"/>
                <a:gd name="T48" fmla="*/ 562 w 900"/>
                <a:gd name="T49" fmla="*/ 774 h 1237"/>
                <a:gd name="T50" fmla="*/ 589 w 900"/>
                <a:gd name="T51" fmla="*/ 711 h 1237"/>
                <a:gd name="T52" fmla="*/ 672 w 900"/>
                <a:gd name="T53" fmla="*/ 634 h 1237"/>
                <a:gd name="T54" fmla="*/ 701 w 900"/>
                <a:gd name="T55" fmla="*/ 620 h 1237"/>
                <a:gd name="T56" fmla="*/ 756 w 900"/>
                <a:gd name="T57" fmla="*/ 613 h 1237"/>
                <a:gd name="T58" fmla="*/ 836 w 900"/>
                <a:gd name="T59" fmla="*/ 607 h 1237"/>
                <a:gd name="T60" fmla="*/ 848 w 900"/>
                <a:gd name="T61" fmla="*/ 592 h 1237"/>
                <a:gd name="T62" fmla="*/ 865 w 900"/>
                <a:gd name="T63" fmla="*/ 576 h 1237"/>
                <a:gd name="T64" fmla="*/ 865 w 900"/>
                <a:gd name="T65" fmla="*/ 576 h 1237"/>
                <a:gd name="T66" fmla="*/ 801 w 900"/>
                <a:gd name="T67" fmla="*/ 551 h 1237"/>
                <a:gd name="T68" fmla="*/ 736 w 900"/>
                <a:gd name="T69" fmla="*/ 514 h 1237"/>
                <a:gd name="T70" fmla="*/ 698 w 900"/>
                <a:gd name="T71" fmla="*/ 475 h 1237"/>
                <a:gd name="T72" fmla="*/ 694 w 900"/>
                <a:gd name="T73" fmla="*/ 419 h 1237"/>
                <a:gd name="T74" fmla="*/ 711 w 900"/>
                <a:gd name="T75" fmla="*/ 367 h 1237"/>
                <a:gd name="T76" fmla="*/ 709 w 900"/>
                <a:gd name="T77" fmla="*/ 351 h 1237"/>
                <a:gd name="T78" fmla="*/ 664 w 900"/>
                <a:gd name="T79" fmla="*/ 338 h 1237"/>
                <a:gd name="T80" fmla="*/ 598 w 900"/>
                <a:gd name="T81" fmla="*/ 303 h 1237"/>
                <a:gd name="T82" fmla="*/ 549 w 900"/>
                <a:gd name="T83" fmla="*/ 257 h 1237"/>
                <a:gd name="T84" fmla="*/ 539 w 900"/>
                <a:gd name="T85" fmla="*/ 225 h 1237"/>
                <a:gd name="T86" fmla="*/ 533 w 900"/>
                <a:gd name="T87" fmla="*/ 166 h 1237"/>
                <a:gd name="T88" fmla="*/ 532 w 900"/>
                <a:gd name="T89" fmla="*/ 57 h 1237"/>
                <a:gd name="T90" fmla="*/ 532 w 900"/>
                <a:gd name="T91" fmla="*/ 3 h 1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00" h="1237">
                  <a:moveTo>
                    <a:pt x="532" y="0"/>
                  </a:moveTo>
                  <a:lnTo>
                    <a:pt x="900" y="0"/>
                  </a:lnTo>
                  <a:lnTo>
                    <a:pt x="900" y="552"/>
                  </a:lnTo>
                  <a:lnTo>
                    <a:pt x="900" y="552"/>
                  </a:lnTo>
                  <a:lnTo>
                    <a:pt x="900" y="585"/>
                  </a:lnTo>
                  <a:lnTo>
                    <a:pt x="900" y="585"/>
                  </a:lnTo>
                  <a:lnTo>
                    <a:pt x="900" y="1237"/>
                  </a:lnTo>
                  <a:lnTo>
                    <a:pt x="0" y="1237"/>
                  </a:lnTo>
                  <a:lnTo>
                    <a:pt x="0" y="11"/>
                  </a:lnTo>
                  <a:lnTo>
                    <a:pt x="4" y="12"/>
                  </a:lnTo>
                  <a:lnTo>
                    <a:pt x="7" y="14"/>
                  </a:lnTo>
                  <a:lnTo>
                    <a:pt x="31" y="26"/>
                  </a:lnTo>
                  <a:lnTo>
                    <a:pt x="53" y="39"/>
                  </a:lnTo>
                  <a:lnTo>
                    <a:pt x="75" y="52"/>
                  </a:lnTo>
                  <a:lnTo>
                    <a:pt x="98" y="61"/>
                  </a:lnTo>
                  <a:lnTo>
                    <a:pt x="121" y="69"/>
                  </a:lnTo>
                  <a:lnTo>
                    <a:pt x="147" y="72"/>
                  </a:lnTo>
                  <a:lnTo>
                    <a:pt x="161" y="73"/>
                  </a:lnTo>
                  <a:lnTo>
                    <a:pt x="173" y="77"/>
                  </a:lnTo>
                  <a:lnTo>
                    <a:pt x="186" y="85"/>
                  </a:lnTo>
                  <a:lnTo>
                    <a:pt x="209" y="104"/>
                  </a:lnTo>
                  <a:lnTo>
                    <a:pt x="227" y="123"/>
                  </a:lnTo>
                  <a:lnTo>
                    <a:pt x="239" y="143"/>
                  </a:lnTo>
                  <a:lnTo>
                    <a:pt x="245" y="163"/>
                  </a:lnTo>
                  <a:lnTo>
                    <a:pt x="251" y="173"/>
                  </a:lnTo>
                  <a:lnTo>
                    <a:pt x="259" y="185"/>
                  </a:lnTo>
                  <a:lnTo>
                    <a:pt x="267" y="195"/>
                  </a:lnTo>
                  <a:lnTo>
                    <a:pt x="275" y="205"/>
                  </a:lnTo>
                  <a:lnTo>
                    <a:pt x="292" y="214"/>
                  </a:lnTo>
                  <a:lnTo>
                    <a:pt x="305" y="228"/>
                  </a:lnTo>
                  <a:lnTo>
                    <a:pt x="316" y="244"/>
                  </a:lnTo>
                  <a:lnTo>
                    <a:pt x="323" y="260"/>
                  </a:lnTo>
                  <a:lnTo>
                    <a:pt x="329" y="277"/>
                  </a:lnTo>
                  <a:lnTo>
                    <a:pt x="333" y="293"/>
                  </a:lnTo>
                  <a:lnTo>
                    <a:pt x="336" y="307"/>
                  </a:lnTo>
                  <a:lnTo>
                    <a:pt x="337" y="311"/>
                  </a:lnTo>
                  <a:lnTo>
                    <a:pt x="337" y="315"/>
                  </a:lnTo>
                  <a:lnTo>
                    <a:pt x="341" y="329"/>
                  </a:lnTo>
                  <a:lnTo>
                    <a:pt x="344" y="344"/>
                  </a:lnTo>
                  <a:lnTo>
                    <a:pt x="344" y="364"/>
                  </a:lnTo>
                  <a:lnTo>
                    <a:pt x="344" y="390"/>
                  </a:lnTo>
                  <a:lnTo>
                    <a:pt x="344" y="404"/>
                  </a:lnTo>
                  <a:lnTo>
                    <a:pt x="344" y="419"/>
                  </a:lnTo>
                  <a:lnTo>
                    <a:pt x="345" y="433"/>
                  </a:lnTo>
                  <a:lnTo>
                    <a:pt x="354" y="446"/>
                  </a:lnTo>
                  <a:lnTo>
                    <a:pt x="362" y="460"/>
                  </a:lnTo>
                  <a:lnTo>
                    <a:pt x="368" y="467"/>
                  </a:lnTo>
                  <a:lnTo>
                    <a:pt x="373" y="476"/>
                  </a:lnTo>
                  <a:lnTo>
                    <a:pt x="378" y="483"/>
                  </a:lnTo>
                  <a:lnTo>
                    <a:pt x="394" y="495"/>
                  </a:lnTo>
                  <a:lnTo>
                    <a:pt x="409" y="512"/>
                  </a:lnTo>
                  <a:lnTo>
                    <a:pt x="424" y="532"/>
                  </a:lnTo>
                  <a:lnTo>
                    <a:pt x="437" y="555"/>
                  </a:lnTo>
                  <a:lnTo>
                    <a:pt x="450" y="578"/>
                  </a:lnTo>
                  <a:lnTo>
                    <a:pt x="462" y="602"/>
                  </a:lnTo>
                  <a:lnTo>
                    <a:pt x="471" y="626"/>
                  </a:lnTo>
                  <a:lnTo>
                    <a:pt x="479" y="649"/>
                  </a:lnTo>
                  <a:lnTo>
                    <a:pt x="484" y="669"/>
                  </a:lnTo>
                  <a:lnTo>
                    <a:pt x="486" y="686"/>
                  </a:lnTo>
                  <a:lnTo>
                    <a:pt x="487" y="714"/>
                  </a:lnTo>
                  <a:lnTo>
                    <a:pt x="486" y="746"/>
                  </a:lnTo>
                  <a:lnTo>
                    <a:pt x="485" y="762"/>
                  </a:lnTo>
                  <a:lnTo>
                    <a:pt x="485" y="779"/>
                  </a:lnTo>
                  <a:lnTo>
                    <a:pt x="485" y="793"/>
                  </a:lnTo>
                  <a:lnTo>
                    <a:pt x="496" y="807"/>
                  </a:lnTo>
                  <a:lnTo>
                    <a:pt x="508" y="822"/>
                  </a:lnTo>
                  <a:lnTo>
                    <a:pt x="514" y="829"/>
                  </a:lnTo>
                  <a:lnTo>
                    <a:pt x="521" y="839"/>
                  </a:lnTo>
                  <a:lnTo>
                    <a:pt x="529" y="848"/>
                  </a:lnTo>
                  <a:lnTo>
                    <a:pt x="538" y="858"/>
                  </a:lnTo>
                  <a:lnTo>
                    <a:pt x="544" y="841"/>
                  </a:lnTo>
                  <a:lnTo>
                    <a:pt x="551" y="823"/>
                  </a:lnTo>
                  <a:lnTo>
                    <a:pt x="557" y="804"/>
                  </a:lnTo>
                  <a:lnTo>
                    <a:pt x="561" y="787"/>
                  </a:lnTo>
                  <a:lnTo>
                    <a:pt x="562" y="774"/>
                  </a:lnTo>
                  <a:lnTo>
                    <a:pt x="565" y="755"/>
                  </a:lnTo>
                  <a:lnTo>
                    <a:pt x="575" y="733"/>
                  </a:lnTo>
                  <a:lnTo>
                    <a:pt x="589" y="711"/>
                  </a:lnTo>
                  <a:lnTo>
                    <a:pt x="612" y="687"/>
                  </a:lnTo>
                  <a:lnTo>
                    <a:pt x="638" y="661"/>
                  </a:lnTo>
                  <a:lnTo>
                    <a:pt x="672" y="634"/>
                  </a:lnTo>
                  <a:lnTo>
                    <a:pt x="680" y="629"/>
                  </a:lnTo>
                  <a:lnTo>
                    <a:pt x="690" y="624"/>
                  </a:lnTo>
                  <a:lnTo>
                    <a:pt x="701" y="620"/>
                  </a:lnTo>
                  <a:lnTo>
                    <a:pt x="716" y="618"/>
                  </a:lnTo>
                  <a:lnTo>
                    <a:pt x="734" y="615"/>
                  </a:lnTo>
                  <a:lnTo>
                    <a:pt x="756" y="613"/>
                  </a:lnTo>
                  <a:lnTo>
                    <a:pt x="783" y="611"/>
                  </a:lnTo>
                  <a:lnTo>
                    <a:pt x="816" y="608"/>
                  </a:lnTo>
                  <a:lnTo>
                    <a:pt x="836" y="607"/>
                  </a:lnTo>
                  <a:lnTo>
                    <a:pt x="838" y="604"/>
                  </a:lnTo>
                  <a:lnTo>
                    <a:pt x="843" y="599"/>
                  </a:lnTo>
                  <a:lnTo>
                    <a:pt x="848" y="592"/>
                  </a:lnTo>
                  <a:lnTo>
                    <a:pt x="855" y="585"/>
                  </a:lnTo>
                  <a:lnTo>
                    <a:pt x="861" y="579"/>
                  </a:lnTo>
                  <a:lnTo>
                    <a:pt x="865" y="576"/>
                  </a:lnTo>
                  <a:lnTo>
                    <a:pt x="866" y="576"/>
                  </a:lnTo>
                  <a:lnTo>
                    <a:pt x="866" y="575"/>
                  </a:lnTo>
                  <a:lnTo>
                    <a:pt x="865" y="576"/>
                  </a:lnTo>
                  <a:lnTo>
                    <a:pt x="845" y="569"/>
                  </a:lnTo>
                  <a:lnTo>
                    <a:pt x="823" y="562"/>
                  </a:lnTo>
                  <a:lnTo>
                    <a:pt x="801" y="551"/>
                  </a:lnTo>
                  <a:lnTo>
                    <a:pt x="777" y="540"/>
                  </a:lnTo>
                  <a:lnTo>
                    <a:pt x="756" y="527"/>
                  </a:lnTo>
                  <a:lnTo>
                    <a:pt x="736" y="514"/>
                  </a:lnTo>
                  <a:lnTo>
                    <a:pt x="719" y="501"/>
                  </a:lnTo>
                  <a:lnTo>
                    <a:pt x="707" y="487"/>
                  </a:lnTo>
                  <a:lnTo>
                    <a:pt x="698" y="475"/>
                  </a:lnTo>
                  <a:lnTo>
                    <a:pt x="692" y="457"/>
                  </a:lnTo>
                  <a:lnTo>
                    <a:pt x="691" y="438"/>
                  </a:lnTo>
                  <a:lnTo>
                    <a:pt x="694" y="419"/>
                  </a:lnTo>
                  <a:lnTo>
                    <a:pt x="700" y="397"/>
                  </a:lnTo>
                  <a:lnTo>
                    <a:pt x="709" y="372"/>
                  </a:lnTo>
                  <a:lnTo>
                    <a:pt x="711" y="367"/>
                  </a:lnTo>
                  <a:lnTo>
                    <a:pt x="712" y="361"/>
                  </a:lnTo>
                  <a:lnTo>
                    <a:pt x="714" y="355"/>
                  </a:lnTo>
                  <a:lnTo>
                    <a:pt x="709" y="351"/>
                  </a:lnTo>
                  <a:lnTo>
                    <a:pt x="704" y="346"/>
                  </a:lnTo>
                  <a:lnTo>
                    <a:pt x="686" y="344"/>
                  </a:lnTo>
                  <a:lnTo>
                    <a:pt x="664" y="338"/>
                  </a:lnTo>
                  <a:lnTo>
                    <a:pt x="642" y="329"/>
                  </a:lnTo>
                  <a:lnTo>
                    <a:pt x="619" y="317"/>
                  </a:lnTo>
                  <a:lnTo>
                    <a:pt x="598" y="303"/>
                  </a:lnTo>
                  <a:lnTo>
                    <a:pt x="578" y="288"/>
                  </a:lnTo>
                  <a:lnTo>
                    <a:pt x="561" y="273"/>
                  </a:lnTo>
                  <a:lnTo>
                    <a:pt x="549" y="257"/>
                  </a:lnTo>
                  <a:lnTo>
                    <a:pt x="545" y="248"/>
                  </a:lnTo>
                  <a:lnTo>
                    <a:pt x="542" y="238"/>
                  </a:lnTo>
                  <a:lnTo>
                    <a:pt x="539" y="225"/>
                  </a:lnTo>
                  <a:lnTo>
                    <a:pt x="537" y="210"/>
                  </a:lnTo>
                  <a:lnTo>
                    <a:pt x="536" y="190"/>
                  </a:lnTo>
                  <a:lnTo>
                    <a:pt x="533" y="166"/>
                  </a:lnTo>
                  <a:lnTo>
                    <a:pt x="533" y="136"/>
                  </a:lnTo>
                  <a:lnTo>
                    <a:pt x="532" y="100"/>
                  </a:lnTo>
                  <a:lnTo>
                    <a:pt x="532" y="57"/>
                  </a:lnTo>
                  <a:lnTo>
                    <a:pt x="532" y="35"/>
                  </a:lnTo>
                  <a:lnTo>
                    <a:pt x="532" y="17"/>
                  </a:lnTo>
                  <a:lnTo>
                    <a:pt x="532" y="3"/>
                  </a:lnTo>
                  <a:lnTo>
                    <a:pt x="532"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31" name="Freeform 62"/>
            <p:cNvSpPr>
              <a:spLocks/>
            </p:cNvSpPr>
            <p:nvPr/>
          </p:nvSpPr>
          <p:spPr bwMode="auto">
            <a:xfrm>
              <a:off x="2295526" y="3054350"/>
              <a:ext cx="203200" cy="255588"/>
            </a:xfrm>
            <a:custGeom>
              <a:avLst/>
              <a:gdLst>
                <a:gd name="T0" fmla="*/ 18 w 900"/>
                <a:gd name="T1" fmla="*/ 9 h 1128"/>
                <a:gd name="T2" fmla="*/ 56 w 900"/>
                <a:gd name="T3" fmla="*/ 24 h 1128"/>
                <a:gd name="T4" fmla="*/ 115 w 900"/>
                <a:gd name="T5" fmla="*/ 42 h 1128"/>
                <a:gd name="T6" fmla="*/ 161 w 900"/>
                <a:gd name="T7" fmla="*/ 66 h 1128"/>
                <a:gd name="T8" fmla="*/ 188 w 900"/>
                <a:gd name="T9" fmla="*/ 96 h 1128"/>
                <a:gd name="T10" fmla="*/ 209 w 900"/>
                <a:gd name="T11" fmla="*/ 124 h 1128"/>
                <a:gd name="T12" fmla="*/ 233 w 900"/>
                <a:gd name="T13" fmla="*/ 149 h 1128"/>
                <a:gd name="T14" fmla="*/ 254 w 900"/>
                <a:gd name="T15" fmla="*/ 160 h 1128"/>
                <a:gd name="T16" fmla="*/ 263 w 900"/>
                <a:gd name="T17" fmla="*/ 180 h 1128"/>
                <a:gd name="T18" fmla="*/ 269 w 900"/>
                <a:gd name="T19" fmla="*/ 205 h 1128"/>
                <a:gd name="T20" fmla="*/ 274 w 900"/>
                <a:gd name="T21" fmla="*/ 226 h 1128"/>
                <a:gd name="T22" fmla="*/ 278 w 900"/>
                <a:gd name="T23" fmla="*/ 237 h 1128"/>
                <a:gd name="T24" fmla="*/ 279 w 900"/>
                <a:gd name="T25" fmla="*/ 262 h 1128"/>
                <a:gd name="T26" fmla="*/ 279 w 900"/>
                <a:gd name="T27" fmla="*/ 296 h 1128"/>
                <a:gd name="T28" fmla="*/ 279 w 900"/>
                <a:gd name="T29" fmla="*/ 329 h 1128"/>
                <a:gd name="T30" fmla="*/ 282 w 900"/>
                <a:gd name="T31" fmla="*/ 353 h 1128"/>
                <a:gd name="T32" fmla="*/ 292 w 900"/>
                <a:gd name="T33" fmla="*/ 363 h 1128"/>
                <a:gd name="T34" fmla="*/ 306 w 900"/>
                <a:gd name="T35" fmla="*/ 386 h 1128"/>
                <a:gd name="T36" fmla="*/ 324 w 900"/>
                <a:gd name="T37" fmla="*/ 413 h 1128"/>
                <a:gd name="T38" fmla="*/ 343 w 900"/>
                <a:gd name="T39" fmla="*/ 431 h 1128"/>
                <a:gd name="T40" fmla="*/ 359 w 900"/>
                <a:gd name="T41" fmla="*/ 446 h 1128"/>
                <a:gd name="T42" fmla="*/ 378 w 900"/>
                <a:gd name="T43" fmla="*/ 475 h 1128"/>
                <a:gd name="T44" fmla="*/ 397 w 900"/>
                <a:gd name="T45" fmla="*/ 512 h 1128"/>
                <a:gd name="T46" fmla="*/ 413 w 900"/>
                <a:gd name="T47" fmla="*/ 550 h 1128"/>
                <a:gd name="T48" fmla="*/ 419 w 900"/>
                <a:gd name="T49" fmla="*/ 582 h 1128"/>
                <a:gd name="T50" fmla="*/ 420 w 900"/>
                <a:gd name="T51" fmla="*/ 616 h 1128"/>
                <a:gd name="T52" fmla="*/ 419 w 900"/>
                <a:gd name="T53" fmla="*/ 656 h 1128"/>
                <a:gd name="T54" fmla="*/ 419 w 900"/>
                <a:gd name="T55" fmla="*/ 692 h 1128"/>
                <a:gd name="T56" fmla="*/ 424 w 900"/>
                <a:gd name="T57" fmla="*/ 717 h 1128"/>
                <a:gd name="T58" fmla="*/ 435 w 900"/>
                <a:gd name="T59" fmla="*/ 729 h 1128"/>
                <a:gd name="T60" fmla="*/ 454 w 900"/>
                <a:gd name="T61" fmla="*/ 751 h 1128"/>
                <a:gd name="T62" fmla="*/ 477 w 900"/>
                <a:gd name="T63" fmla="*/ 782 h 1128"/>
                <a:gd name="T64" fmla="*/ 505 w 900"/>
                <a:gd name="T65" fmla="*/ 810 h 1128"/>
                <a:gd name="T66" fmla="*/ 535 w 900"/>
                <a:gd name="T67" fmla="*/ 827 h 1128"/>
                <a:gd name="T68" fmla="*/ 562 w 900"/>
                <a:gd name="T69" fmla="*/ 824 h 1128"/>
                <a:gd name="T70" fmla="*/ 584 w 900"/>
                <a:gd name="T71" fmla="*/ 799 h 1128"/>
                <a:gd name="T72" fmla="*/ 603 w 900"/>
                <a:gd name="T73" fmla="*/ 764 h 1128"/>
                <a:gd name="T74" fmla="*/ 617 w 900"/>
                <a:gd name="T75" fmla="*/ 724 h 1128"/>
                <a:gd name="T76" fmla="*/ 625 w 900"/>
                <a:gd name="T77" fmla="*/ 690 h 1128"/>
                <a:gd name="T78" fmla="*/ 629 w 900"/>
                <a:gd name="T79" fmla="*/ 667 h 1128"/>
                <a:gd name="T80" fmla="*/ 638 w 900"/>
                <a:gd name="T81" fmla="*/ 648 h 1128"/>
                <a:gd name="T82" fmla="*/ 659 w 900"/>
                <a:gd name="T83" fmla="*/ 625 h 1128"/>
                <a:gd name="T84" fmla="*/ 685 w 900"/>
                <a:gd name="T85" fmla="*/ 601 h 1128"/>
                <a:gd name="T86" fmla="*/ 706 w 900"/>
                <a:gd name="T87" fmla="*/ 583 h 1128"/>
                <a:gd name="T88" fmla="*/ 719 w 900"/>
                <a:gd name="T89" fmla="*/ 576 h 1128"/>
                <a:gd name="T90" fmla="*/ 752 w 900"/>
                <a:gd name="T91" fmla="*/ 571 h 1128"/>
                <a:gd name="T92" fmla="*/ 795 w 900"/>
                <a:gd name="T93" fmla="*/ 568 h 1128"/>
                <a:gd name="T94" fmla="*/ 837 w 900"/>
                <a:gd name="T95" fmla="*/ 565 h 1128"/>
                <a:gd name="T96" fmla="*/ 862 w 900"/>
                <a:gd name="T97" fmla="*/ 563 h 1128"/>
                <a:gd name="T98" fmla="*/ 879 w 900"/>
                <a:gd name="T99" fmla="*/ 550 h 1128"/>
                <a:gd name="T100" fmla="*/ 900 w 900"/>
                <a:gd name="T101" fmla="*/ 523 h 1128"/>
                <a:gd name="T102" fmla="*/ 0 w 900"/>
                <a:gd name="T103" fmla="*/ 112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00" h="1128">
                  <a:moveTo>
                    <a:pt x="0" y="0"/>
                  </a:moveTo>
                  <a:lnTo>
                    <a:pt x="18" y="9"/>
                  </a:lnTo>
                  <a:lnTo>
                    <a:pt x="37" y="18"/>
                  </a:lnTo>
                  <a:lnTo>
                    <a:pt x="56" y="24"/>
                  </a:lnTo>
                  <a:lnTo>
                    <a:pt x="86" y="33"/>
                  </a:lnTo>
                  <a:lnTo>
                    <a:pt x="115" y="42"/>
                  </a:lnTo>
                  <a:lnTo>
                    <a:pt x="143" y="54"/>
                  </a:lnTo>
                  <a:lnTo>
                    <a:pt x="161" y="66"/>
                  </a:lnTo>
                  <a:lnTo>
                    <a:pt x="175" y="80"/>
                  </a:lnTo>
                  <a:lnTo>
                    <a:pt x="188" y="96"/>
                  </a:lnTo>
                  <a:lnTo>
                    <a:pt x="201" y="113"/>
                  </a:lnTo>
                  <a:lnTo>
                    <a:pt x="209" y="124"/>
                  </a:lnTo>
                  <a:lnTo>
                    <a:pt x="221" y="138"/>
                  </a:lnTo>
                  <a:lnTo>
                    <a:pt x="233" y="149"/>
                  </a:lnTo>
                  <a:lnTo>
                    <a:pt x="246" y="156"/>
                  </a:lnTo>
                  <a:lnTo>
                    <a:pt x="254" y="160"/>
                  </a:lnTo>
                  <a:lnTo>
                    <a:pt x="259" y="169"/>
                  </a:lnTo>
                  <a:lnTo>
                    <a:pt x="263" y="180"/>
                  </a:lnTo>
                  <a:lnTo>
                    <a:pt x="267" y="192"/>
                  </a:lnTo>
                  <a:lnTo>
                    <a:pt x="269" y="205"/>
                  </a:lnTo>
                  <a:lnTo>
                    <a:pt x="271" y="216"/>
                  </a:lnTo>
                  <a:lnTo>
                    <a:pt x="274" y="226"/>
                  </a:lnTo>
                  <a:lnTo>
                    <a:pt x="276" y="231"/>
                  </a:lnTo>
                  <a:lnTo>
                    <a:pt x="278" y="237"/>
                  </a:lnTo>
                  <a:lnTo>
                    <a:pt x="278" y="248"/>
                  </a:lnTo>
                  <a:lnTo>
                    <a:pt x="279" y="262"/>
                  </a:lnTo>
                  <a:lnTo>
                    <a:pt x="279" y="279"/>
                  </a:lnTo>
                  <a:lnTo>
                    <a:pt x="279" y="296"/>
                  </a:lnTo>
                  <a:lnTo>
                    <a:pt x="279" y="314"/>
                  </a:lnTo>
                  <a:lnTo>
                    <a:pt x="279" y="329"/>
                  </a:lnTo>
                  <a:lnTo>
                    <a:pt x="280" y="343"/>
                  </a:lnTo>
                  <a:lnTo>
                    <a:pt x="282" y="353"/>
                  </a:lnTo>
                  <a:lnTo>
                    <a:pt x="285" y="358"/>
                  </a:lnTo>
                  <a:lnTo>
                    <a:pt x="292" y="363"/>
                  </a:lnTo>
                  <a:lnTo>
                    <a:pt x="298" y="374"/>
                  </a:lnTo>
                  <a:lnTo>
                    <a:pt x="306" y="386"/>
                  </a:lnTo>
                  <a:lnTo>
                    <a:pt x="315" y="400"/>
                  </a:lnTo>
                  <a:lnTo>
                    <a:pt x="324" y="413"/>
                  </a:lnTo>
                  <a:lnTo>
                    <a:pt x="334" y="423"/>
                  </a:lnTo>
                  <a:lnTo>
                    <a:pt x="343" y="431"/>
                  </a:lnTo>
                  <a:lnTo>
                    <a:pt x="351" y="436"/>
                  </a:lnTo>
                  <a:lnTo>
                    <a:pt x="359" y="446"/>
                  </a:lnTo>
                  <a:lnTo>
                    <a:pt x="369" y="459"/>
                  </a:lnTo>
                  <a:lnTo>
                    <a:pt x="378" y="475"/>
                  </a:lnTo>
                  <a:lnTo>
                    <a:pt x="389" y="493"/>
                  </a:lnTo>
                  <a:lnTo>
                    <a:pt x="397" y="512"/>
                  </a:lnTo>
                  <a:lnTo>
                    <a:pt x="406" y="531"/>
                  </a:lnTo>
                  <a:lnTo>
                    <a:pt x="413" y="550"/>
                  </a:lnTo>
                  <a:lnTo>
                    <a:pt x="417" y="567"/>
                  </a:lnTo>
                  <a:lnTo>
                    <a:pt x="419" y="582"/>
                  </a:lnTo>
                  <a:lnTo>
                    <a:pt x="420" y="598"/>
                  </a:lnTo>
                  <a:lnTo>
                    <a:pt x="420" y="616"/>
                  </a:lnTo>
                  <a:lnTo>
                    <a:pt x="419" y="636"/>
                  </a:lnTo>
                  <a:lnTo>
                    <a:pt x="419" y="656"/>
                  </a:lnTo>
                  <a:lnTo>
                    <a:pt x="418" y="675"/>
                  </a:lnTo>
                  <a:lnTo>
                    <a:pt x="419" y="692"/>
                  </a:lnTo>
                  <a:lnTo>
                    <a:pt x="420" y="707"/>
                  </a:lnTo>
                  <a:lnTo>
                    <a:pt x="424" y="717"/>
                  </a:lnTo>
                  <a:lnTo>
                    <a:pt x="429" y="723"/>
                  </a:lnTo>
                  <a:lnTo>
                    <a:pt x="435" y="729"/>
                  </a:lnTo>
                  <a:lnTo>
                    <a:pt x="444" y="738"/>
                  </a:lnTo>
                  <a:lnTo>
                    <a:pt x="454" y="751"/>
                  </a:lnTo>
                  <a:lnTo>
                    <a:pt x="465" y="766"/>
                  </a:lnTo>
                  <a:lnTo>
                    <a:pt x="477" y="782"/>
                  </a:lnTo>
                  <a:lnTo>
                    <a:pt x="491" y="796"/>
                  </a:lnTo>
                  <a:lnTo>
                    <a:pt x="505" y="810"/>
                  </a:lnTo>
                  <a:lnTo>
                    <a:pt x="520" y="821"/>
                  </a:lnTo>
                  <a:lnTo>
                    <a:pt x="535" y="827"/>
                  </a:lnTo>
                  <a:lnTo>
                    <a:pt x="549" y="828"/>
                  </a:lnTo>
                  <a:lnTo>
                    <a:pt x="562" y="824"/>
                  </a:lnTo>
                  <a:lnTo>
                    <a:pt x="574" y="813"/>
                  </a:lnTo>
                  <a:lnTo>
                    <a:pt x="584" y="799"/>
                  </a:lnTo>
                  <a:lnTo>
                    <a:pt x="595" y="783"/>
                  </a:lnTo>
                  <a:lnTo>
                    <a:pt x="603" y="764"/>
                  </a:lnTo>
                  <a:lnTo>
                    <a:pt x="611" y="743"/>
                  </a:lnTo>
                  <a:lnTo>
                    <a:pt x="617" y="724"/>
                  </a:lnTo>
                  <a:lnTo>
                    <a:pt x="622" y="705"/>
                  </a:lnTo>
                  <a:lnTo>
                    <a:pt x="625" y="690"/>
                  </a:lnTo>
                  <a:lnTo>
                    <a:pt x="627" y="676"/>
                  </a:lnTo>
                  <a:lnTo>
                    <a:pt x="629" y="667"/>
                  </a:lnTo>
                  <a:lnTo>
                    <a:pt x="631" y="659"/>
                  </a:lnTo>
                  <a:lnTo>
                    <a:pt x="638" y="648"/>
                  </a:lnTo>
                  <a:lnTo>
                    <a:pt x="648" y="637"/>
                  </a:lnTo>
                  <a:lnTo>
                    <a:pt x="659" y="625"/>
                  </a:lnTo>
                  <a:lnTo>
                    <a:pt x="672" y="612"/>
                  </a:lnTo>
                  <a:lnTo>
                    <a:pt x="685" y="601"/>
                  </a:lnTo>
                  <a:lnTo>
                    <a:pt x="696" y="591"/>
                  </a:lnTo>
                  <a:lnTo>
                    <a:pt x="706" y="583"/>
                  </a:lnTo>
                  <a:lnTo>
                    <a:pt x="712" y="579"/>
                  </a:lnTo>
                  <a:lnTo>
                    <a:pt x="719" y="576"/>
                  </a:lnTo>
                  <a:lnTo>
                    <a:pt x="733" y="573"/>
                  </a:lnTo>
                  <a:lnTo>
                    <a:pt x="752" y="571"/>
                  </a:lnTo>
                  <a:lnTo>
                    <a:pt x="773" y="569"/>
                  </a:lnTo>
                  <a:lnTo>
                    <a:pt x="795" y="568"/>
                  </a:lnTo>
                  <a:lnTo>
                    <a:pt x="818" y="566"/>
                  </a:lnTo>
                  <a:lnTo>
                    <a:pt x="837" y="565"/>
                  </a:lnTo>
                  <a:lnTo>
                    <a:pt x="852" y="564"/>
                  </a:lnTo>
                  <a:lnTo>
                    <a:pt x="862" y="563"/>
                  </a:lnTo>
                  <a:lnTo>
                    <a:pt x="870" y="559"/>
                  </a:lnTo>
                  <a:lnTo>
                    <a:pt x="879" y="550"/>
                  </a:lnTo>
                  <a:lnTo>
                    <a:pt x="889" y="537"/>
                  </a:lnTo>
                  <a:lnTo>
                    <a:pt x="900" y="523"/>
                  </a:lnTo>
                  <a:lnTo>
                    <a:pt x="900" y="1128"/>
                  </a:lnTo>
                  <a:lnTo>
                    <a:pt x="0" y="1128"/>
                  </a:lnTo>
                  <a:lnTo>
                    <a:pt x="0"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32" name="Freeform 63"/>
            <p:cNvSpPr>
              <a:spLocks/>
            </p:cNvSpPr>
            <p:nvPr/>
          </p:nvSpPr>
          <p:spPr bwMode="auto">
            <a:xfrm>
              <a:off x="2295526" y="3175000"/>
              <a:ext cx="147638" cy="134938"/>
            </a:xfrm>
            <a:custGeom>
              <a:avLst/>
              <a:gdLst>
                <a:gd name="T0" fmla="*/ 0 w 655"/>
                <a:gd name="T1" fmla="*/ 0 h 600"/>
                <a:gd name="T2" fmla="*/ 37 w 655"/>
                <a:gd name="T3" fmla="*/ 25 h 600"/>
                <a:gd name="T4" fmla="*/ 73 w 655"/>
                <a:gd name="T5" fmla="*/ 52 h 600"/>
                <a:gd name="T6" fmla="*/ 109 w 655"/>
                <a:gd name="T7" fmla="*/ 76 h 600"/>
                <a:gd name="T8" fmla="*/ 147 w 655"/>
                <a:gd name="T9" fmla="*/ 100 h 600"/>
                <a:gd name="T10" fmla="*/ 169 w 655"/>
                <a:gd name="T11" fmla="*/ 113 h 600"/>
                <a:gd name="T12" fmla="*/ 192 w 655"/>
                <a:gd name="T13" fmla="*/ 130 h 600"/>
                <a:gd name="T14" fmla="*/ 214 w 655"/>
                <a:gd name="T15" fmla="*/ 149 h 600"/>
                <a:gd name="T16" fmla="*/ 236 w 655"/>
                <a:gd name="T17" fmla="*/ 171 h 600"/>
                <a:gd name="T18" fmla="*/ 252 w 655"/>
                <a:gd name="T19" fmla="*/ 196 h 600"/>
                <a:gd name="T20" fmla="*/ 275 w 655"/>
                <a:gd name="T21" fmla="*/ 229 h 600"/>
                <a:gd name="T22" fmla="*/ 303 w 655"/>
                <a:gd name="T23" fmla="*/ 260 h 600"/>
                <a:gd name="T24" fmla="*/ 335 w 655"/>
                <a:gd name="T25" fmla="*/ 288 h 600"/>
                <a:gd name="T26" fmla="*/ 370 w 655"/>
                <a:gd name="T27" fmla="*/ 316 h 600"/>
                <a:gd name="T28" fmla="*/ 407 w 655"/>
                <a:gd name="T29" fmla="*/ 341 h 600"/>
                <a:gd name="T30" fmla="*/ 444 w 655"/>
                <a:gd name="T31" fmla="*/ 365 h 600"/>
                <a:gd name="T32" fmla="*/ 481 w 655"/>
                <a:gd name="T33" fmla="*/ 387 h 600"/>
                <a:gd name="T34" fmla="*/ 515 w 655"/>
                <a:gd name="T35" fmla="*/ 405 h 600"/>
                <a:gd name="T36" fmla="*/ 538 w 655"/>
                <a:gd name="T37" fmla="*/ 419 h 600"/>
                <a:gd name="T38" fmla="*/ 558 w 655"/>
                <a:gd name="T39" fmla="*/ 437 h 600"/>
                <a:gd name="T40" fmla="*/ 575 w 655"/>
                <a:gd name="T41" fmla="*/ 457 h 600"/>
                <a:gd name="T42" fmla="*/ 588 w 655"/>
                <a:gd name="T43" fmla="*/ 480 h 600"/>
                <a:gd name="T44" fmla="*/ 601 w 655"/>
                <a:gd name="T45" fmla="*/ 502 h 600"/>
                <a:gd name="T46" fmla="*/ 612 w 655"/>
                <a:gd name="T47" fmla="*/ 524 h 600"/>
                <a:gd name="T48" fmla="*/ 621 w 655"/>
                <a:gd name="T49" fmla="*/ 544 h 600"/>
                <a:gd name="T50" fmla="*/ 631 w 655"/>
                <a:gd name="T51" fmla="*/ 563 h 600"/>
                <a:gd name="T52" fmla="*/ 638 w 655"/>
                <a:gd name="T53" fmla="*/ 580 h 600"/>
                <a:gd name="T54" fmla="*/ 646 w 655"/>
                <a:gd name="T55" fmla="*/ 592 h 600"/>
                <a:gd name="T56" fmla="*/ 655 w 655"/>
                <a:gd name="T57" fmla="*/ 600 h 600"/>
                <a:gd name="T58" fmla="*/ 0 w 655"/>
                <a:gd name="T59" fmla="*/ 600 h 600"/>
                <a:gd name="T60" fmla="*/ 0 w 655"/>
                <a:gd name="T61" fmla="*/ 0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55" h="600">
                  <a:moveTo>
                    <a:pt x="0" y="0"/>
                  </a:moveTo>
                  <a:lnTo>
                    <a:pt x="37" y="25"/>
                  </a:lnTo>
                  <a:lnTo>
                    <a:pt x="73" y="52"/>
                  </a:lnTo>
                  <a:lnTo>
                    <a:pt x="109" y="76"/>
                  </a:lnTo>
                  <a:lnTo>
                    <a:pt x="147" y="100"/>
                  </a:lnTo>
                  <a:lnTo>
                    <a:pt x="169" y="113"/>
                  </a:lnTo>
                  <a:lnTo>
                    <a:pt x="192" y="130"/>
                  </a:lnTo>
                  <a:lnTo>
                    <a:pt x="214" y="149"/>
                  </a:lnTo>
                  <a:lnTo>
                    <a:pt x="236" y="171"/>
                  </a:lnTo>
                  <a:lnTo>
                    <a:pt x="252" y="196"/>
                  </a:lnTo>
                  <a:lnTo>
                    <a:pt x="275" y="229"/>
                  </a:lnTo>
                  <a:lnTo>
                    <a:pt x="303" y="260"/>
                  </a:lnTo>
                  <a:lnTo>
                    <a:pt x="335" y="288"/>
                  </a:lnTo>
                  <a:lnTo>
                    <a:pt x="370" y="316"/>
                  </a:lnTo>
                  <a:lnTo>
                    <a:pt x="407" y="341"/>
                  </a:lnTo>
                  <a:lnTo>
                    <a:pt x="444" y="365"/>
                  </a:lnTo>
                  <a:lnTo>
                    <a:pt x="481" y="387"/>
                  </a:lnTo>
                  <a:lnTo>
                    <a:pt x="515" y="405"/>
                  </a:lnTo>
                  <a:lnTo>
                    <a:pt x="538" y="419"/>
                  </a:lnTo>
                  <a:lnTo>
                    <a:pt x="558" y="437"/>
                  </a:lnTo>
                  <a:lnTo>
                    <a:pt x="575" y="457"/>
                  </a:lnTo>
                  <a:lnTo>
                    <a:pt x="588" y="480"/>
                  </a:lnTo>
                  <a:lnTo>
                    <a:pt x="601" y="502"/>
                  </a:lnTo>
                  <a:lnTo>
                    <a:pt x="612" y="524"/>
                  </a:lnTo>
                  <a:lnTo>
                    <a:pt x="621" y="544"/>
                  </a:lnTo>
                  <a:lnTo>
                    <a:pt x="631" y="563"/>
                  </a:lnTo>
                  <a:lnTo>
                    <a:pt x="638" y="580"/>
                  </a:lnTo>
                  <a:lnTo>
                    <a:pt x="646" y="592"/>
                  </a:lnTo>
                  <a:lnTo>
                    <a:pt x="655" y="600"/>
                  </a:lnTo>
                  <a:lnTo>
                    <a:pt x="0" y="600"/>
                  </a:lnTo>
                  <a:lnTo>
                    <a:pt x="0" y="0"/>
                  </a:lnTo>
                  <a:close/>
                </a:path>
              </a:pathLst>
            </a:custGeom>
            <a:solidFill>
              <a:srgbClr val="F79A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33" name="Freeform 64"/>
            <p:cNvSpPr>
              <a:spLocks/>
            </p:cNvSpPr>
            <p:nvPr/>
          </p:nvSpPr>
          <p:spPr bwMode="auto">
            <a:xfrm>
              <a:off x="2295526" y="3205163"/>
              <a:ext cx="123825" cy="104775"/>
            </a:xfrm>
            <a:custGeom>
              <a:avLst/>
              <a:gdLst>
                <a:gd name="T0" fmla="*/ 0 w 549"/>
                <a:gd name="T1" fmla="*/ 0 h 461"/>
                <a:gd name="T2" fmla="*/ 19 w 549"/>
                <a:gd name="T3" fmla="*/ 8 h 461"/>
                <a:gd name="T4" fmla="*/ 37 w 549"/>
                <a:gd name="T5" fmla="*/ 17 h 461"/>
                <a:gd name="T6" fmla="*/ 67 w 549"/>
                <a:gd name="T7" fmla="*/ 37 h 461"/>
                <a:gd name="T8" fmla="*/ 93 w 549"/>
                <a:gd name="T9" fmla="*/ 57 h 461"/>
                <a:gd name="T10" fmla="*/ 119 w 549"/>
                <a:gd name="T11" fmla="*/ 79 h 461"/>
                <a:gd name="T12" fmla="*/ 147 w 549"/>
                <a:gd name="T13" fmla="*/ 101 h 461"/>
                <a:gd name="T14" fmla="*/ 169 w 549"/>
                <a:gd name="T15" fmla="*/ 120 h 461"/>
                <a:gd name="T16" fmla="*/ 191 w 549"/>
                <a:gd name="T17" fmla="*/ 140 h 461"/>
                <a:gd name="T18" fmla="*/ 211 w 549"/>
                <a:gd name="T19" fmla="*/ 163 h 461"/>
                <a:gd name="T20" fmla="*/ 227 w 549"/>
                <a:gd name="T21" fmla="*/ 187 h 461"/>
                <a:gd name="T22" fmla="*/ 240 w 549"/>
                <a:gd name="T23" fmla="*/ 205 h 461"/>
                <a:gd name="T24" fmla="*/ 257 w 549"/>
                <a:gd name="T25" fmla="*/ 221 h 461"/>
                <a:gd name="T26" fmla="*/ 276 w 549"/>
                <a:gd name="T27" fmla="*/ 235 h 461"/>
                <a:gd name="T28" fmla="*/ 298 w 549"/>
                <a:gd name="T29" fmla="*/ 247 h 461"/>
                <a:gd name="T30" fmla="*/ 322 w 549"/>
                <a:gd name="T31" fmla="*/ 257 h 461"/>
                <a:gd name="T32" fmla="*/ 348 w 549"/>
                <a:gd name="T33" fmla="*/ 267 h 461"/>
                <a:gd name="T34" fmla="*/ 374 w 549"/>
                <a:gd name="T35" fmla="*/ 276 h 461"/>
                <a:gd name="T36" fmla="*/ 400 w 549"/>
                <a:gd name="T37" fmla="*/ 286 h 461"/>
                <a:gd name="T38" fmla="*/ 427 w 549"/>
                <a:gd name="T39" fmla="*/ 296 h 461"/>
                <a:gd name="T40" fmla="*/ 453 w 549"/>
                <a:gd name="T41" fmla="*/ 308 h 461"/>
                <a:gd name="T42" fmla="*/ 479 w 549"/>
                <a:gd name="T43" fmla="*/ 322 h 461"/>
                <a:gd name="T44" fmla="*/ 496 w 549"/>
                <a:gd name="T45" fmla="*/ 335 h 461"/>
                <a:gd name="T46" fmla="*/ 512 w 549"/>
                <a:gd name="T47" fmla="*/ 353 h 461"/>
                <a:gd name="T48" fmla="*/ 525 w 549"/>
                <a:gd name="T49" fmla="*/ 372 h 461"/>
                <a:gd name="T50" fmla="*/ 535 w 549"/>
                <a:gd name="T51" fmla="*/ 394 h 461"/>
                <a:gd name="T52" fmla="*/ 541 w 549"/>
                <a:gd name="T53" fmla="*/ 417 h 461"/>
                <a:gd name="T54" fmla="*/ 546 w 549"/>
                <a:gd name="T55" fmla="*/ 439 h 461"/>
                <a:gd name="T56" fmla="*/ 549 w 549"/>
                <a:gd name="T57" fmla="*/ 461 h 461"/>
                <a:gd name="T58" fmla="*/ 0 w 549"/>
                <a:gd name="T59" fmla="*/ 461 h 461"/>
                <a:gd name="T60" fmla="*/ 0 w 549"/>
                <a:gd name="T61" fmla="*/ 0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9" h="461">
                  <a:moveTo>
                    <a:pt x="0" y="0"/>
                  </a:moveTo>
                  <a:lnTo>
                    <a:pt x="19" y="8"/>
                  </a:lnTo>
                  <a:lnTo>
                    <a:pt x="37" y="17"/>
                  </a:lnTo>
                  <a:lnTo>
                    <a:pt x="67" y="37"/>
                  </a:lnTo>
                  <a:lnTo>
                    <a:pt x="93" y="57"/>
                  </a:lnTo>
                  <a:lnTo>
                    <a:pt x="119" y="79"/>
                  </a:lnTo>
                  <a:lnTo>
                    <a:pt x="147" y="101"/>
                  </a:lnTo>
                  <a:lnTo>
                    <a:pt x="169" y="120"/>
                  </a:lnTo>
                  <a:lnTo>
                    <a:pt x="191" y="140"/>
                  </a:lnTo>
                  <a:lnTo>
                    <a:pt x="211" y="163"/>
                  </a:lnTo>
                  <a:lnTo>
                    <a:pt x="227" y="187"/>
                  </a:lnTo>
                  <a:lnTo>
                    <a:pt x="240" y="205"/>
                  </a:lnTo>
                  <a:lnTo>
                    <a:pt x="257" y="221"/>
                  </a:lnTo>
                  <a:lnTo>
                    <a:pt x="276" y="235"/>
                  </a:lnTo>
                  <a:lnTo>
                    <a:pt x="298" y="247"/>
                  </a:lnTo>
                  <a:lnTo>
                    <a:pt x="322" y="257"/>
                  </a:lnTo>
                  <a:lnTo>
                    <a:pt x="348" y="267"/>
                  </a:lnTo>
                  <a:lnTo>
                    <a:pt x="374" y="276"/>
                  </a:lnTo>
                  <a:lnTo>
                    <a:pt x="400" y="286"/>
                  </a:lnTo>
                  <a:lnTo>
                    <a:pt x="427" y="296"/>
                  </a:lnTo>
                  <a:lnTo>
                    <a:pt x="453" y="308"/>
                  </a:lnTo>
                  <a:lnTo>
                    <a:pt x="479" y="322"/>
                  </a:lnTo>
                  <a:lnTo>
                    <a:pt x="496" y="335"/>
                  </a:lnTo>
                  <a:lnTo>
                    <a:pt x="512" y="353"/>
                  </a:lnTo>
                  <a:lnTo>
                    <a:pt x="525" y="372"/>
                  </a:lnTo>
                  <a:lnTo>
                    <a:pt x="535" y="394"/>
                  </a:lnTo>
                  <a:lnTo>
                    <a:pt x="541" y="417"/>
                  </a:lnTo>
                  <a:lnTo>
                    <a:pt x="546" y="439"/>
                  </a:lnTo>
                  <a:lnTo>
                    <a:pt x="549" y="461"/>
                  </a:lnTo>
                  <a:lnTo>
                    <a:pt x="0" y="461"/>
                  </a:lnTo>
                  <a:lnTo>
                    <a:pt x="0" y="0"/>
                  </a:lnTo>
                  <a:close/>
                </a:path>
              </a:pathLst>
            </a:custGeom>
            <a:solidFill>
              <a:srgbClr val="FAD1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34" name="Freeform 65"/>
            <p:cNvSpPr>
              <a:spLocks/>
            </p:cNvSpPr>
            <p:nvPr/>
          </p:nvSpPr>
          <p:spPr bwMode="auto">
            <a:xfrm>
              <a:off x="2430464" y="3030538"/>
              <a:ext cx="68263" cy="115888"/>
            </a:xfrm>
            <a:custGeom>
              <a:avLst/>
              <a:gdLst>
                <a:gd name="T0" fmla="*/ 0 w 301"/>
                <a:gd name="T1" fmla="*/ 0 h 511"/>
                <a:gd name="T2" fmla="*/ 301 w 301"/>
                <a:gd name="T3" fmla="*/ 0 h 511"/>
                <a:gd name="T4" fmla="*/ 301 w 301"/>
                <a:gd name="T5" fmla="*/ 508 h 511"/>
                <a:gd name="T6" fmla="*/ 297 w 301"/>
                <a:gd name="T7" fmla="*/ 509 h 511"/>
                <a:gd name="T8" fmla="*/ 294 w 301"/>
                <a:gd name="T9" fmla="*/ 510 h 511"/>
                <a:gd name="T10" fmla="*/ 284 w 301"/>
                <a:gd name="T11" fmla="*/ 511 h 511"/>
                <a:gd name="T12" fmla="*/ 272 w 301"/>
                <a:gd name="T13" fmla="*/ 509 h 511"/>
                <a:gd name="T14" fmla="*/ 258 w 301"/>
                <a:gd name="T15" fmla="*/ 505 h 511"/>
                <a:gd name="T16" fmla="*/ 243 w 301"/>
                <a:gd name="T17" fmla="*/ 498 h 511"/>
                <a:gd name="T18" fmla="*/ 226 w 301"/>
                <a:gd name="T19" fmla="*/ 490 h 511"/>
                <a:gd name="T20" fmla="*/ 210 w 301"/>
                <a:gd name="T21" fmla="*/ 482 h 511"/>
                <a:gd name="T22" fmla="*/ 195 w 301"/>
                <a:gd name="T23" fmla="*/ 473 h 511"/>
                <a:gd name="T24" fmla="*/ 182 w 301"/>
                <a:gd name="T25" fmla="*/ 464 h 511"/>
                <a:gd name="T26" fmla="*/ 170 w 301"/>
                <a:gd name="T27" fmla="*/ 456 h 511"/>
                <a:gd name="T28" fmla="*/ 163 w 301"/>
                <a:gd name="T29" fmla="*/ 450 h 511"/>
                <a:gd name="T30" fmla="*/ 158 w 301"/>
                <a:gd name="T31" fmla="*/ 446 h 511"/>
                <a:gd name="T32" fmla="*/ 158 w 301"/>
                <a:gd name="T33" fmla="*/ 441 h 511"/>
                <a:gd name="T34" fmla="*/ 161 w 301"/>
                <a:gd name="T35" fmla="*/ 431 h 511"/>
                <a:gd name="T36" fmla="*/ 164 w 301"/>
                <a:gd name="T37" fmla="*/ 419 h 511"/>
                <a:gd name="T38" fmla="*/ 168 w 301"/>
                <a:gd name="T39" fmla="*/ 406 h 511"/>
                <a:gd name="T40" fmla="*/ 173 w 301"/>
                <a:gd name="T41" fmla="*/ 391 h 511"/>
                <a:gd name="T42" fmla="*/ 178 w 301"/>
                <a:gd name="T43" fmla="*/ 376 h 511"/>
                <a:gd name="T44" fmla="*/ 184 w 301"/>
                <a:gd name="T45" fmla="*/ 361 h 511"/>
                <a:gd name="T46" fmla="*/ 187 w 301"/>
                <a:gd name="T47" fmla="*/ 348 h 511"/>
                <a:gd name="T48" fmla="*/ 189 w 301"/>
                <a:gd name="T49" fmla="*/ 337 h 511"/>
                <a:gd name="T50" fmla="*/ 189 w 301"/>
                <a:gd name="T51" fmla="*/ 330 h 511"/>
                <a:gd name="T52" fmla="*/ 186 w 301"/>
                <a:gd name="T53" fmla="*/ 325 h 511"/>
                <a:gd name="T54" fmla="*/ 181 w 301"/>
                <a:gd name="T55" fmla="*/ 322 h 511"/>
                <a:gd name="T56" fmla="*/ 172 w 301"/>
                <a:gd name="T57" fmla="*/ 316 h 511"/>
                <a:gd name="T58" fmla="*/ 163 w 301"/>
                <a:gd name="T59" fmla="*/ 308 h 511"/>
                <a:gd name="T60" fmla="*/ 153 w 301"/>
                <a:gd name="T61" fmla="*/ 300 h 511"/>
                <a:gd name="T62" fmla="*/ 144 w 301"/>
                <a:gd name="T63" fmla="*/ 293 h 511"/>
                <a:gd name="T64" fmla="*/ 134 w 301"/>
                <a:gd name="T65" fmla="*/ 285 h 511"/>
                <a:gd name="T66" fmla="*/ 125 w 301"/>
                <a:gd name="T67" fmla="*/ 281 h 511"/>
                <a:gd name="T68" fmla="*/ 118 w 301"/>
                <a:gd name="T69" fmla="*/ 278 h 511"/>
                <a:gd name="T70" fmla="*/ 113 w 301"/>
                <a:gd name="T71" fmla="*/ 279 h 511"/>
                <a:gd name="T72" fmla="*/ 107 w 301"/>
                <a:gd name="T73" fmla="*/ 280 h 511"/>
                <a:gd name="T74" fmla="*/ 98 w 301"/>
                <a:gd name="T75" fmla="*/ 279 h 511"/>
                <a:gd name="T76" fmla="*/ 87 w 301"/>
                <a:gd name="T77" fmla="*/ 276 h 511"/>
                <a:gd name="T78" fmla="*/ 74 w 301"/>
                <a:gd name="T79" fmla="*/ 269 h 511"/>
                <a:gd name="T80" fmla="*/ 60 w 301"/>
                <a:gd name="T81" fmla="*/ 263 h 511"/>
                <a:gd name="T82" fmla="*/ 46 w 301"/>
                <a:gd name="T83" fmla="*/ 256 h 511"/>
                <a:gd name="T84" fmla="*/ 34 w 301"/>
                <a:gd name="T85" fmla="*/ 247 h 511"/>
                <a:gd name="T86" fmla="*/ 22 w 301"/>
                <a:gd name="T87" fmla="*/ 239 h 511"/>
                <a:gd name="T88" fmla="*/ 14 w 301"/>
                <a:gd name="T89" fmla="*/ 230 h 511"/>
                <a:gd name="T90" fmla="*/ 8 w 301"/>
                <a:gd name="T91" fmla="*/ 224 h 511"/>
                <a:gd name="T92" fmla="*/ 5 w 301"/>
                <a:gd name="T93" fmla="*/ 214 h 511"/>
                <a:gd name="T94" fmla="*/ 3 w 301"/>
                <a:gd name="T95" fmla="*/ 201 h 511"/>
                <a:gd name="T96" fmla="*/ 2 w 301"/>
                <a:gd name="T97" fmla="*/ 181 h 511"/>
                <a:gd name="T98" fmla="*/ 1 w 301"/>
                <a:gd name="T99" fmla="*/ 158 h 511"/>
                <a:gd name="T100" fmla="*/ 0 w 301"/>
                <a:gd name="T101" fmla="*/ 133 h 511"/>
                <a:gd name="T102" fmla="*/ 0 w 301"/>
                <a:gd name="T103" fmla="*/ 107 h 511"/>
                <a:gd name="T104" fmla="*/ 0 w 301"/>
                <a:gd name="T105" fmla="*/ 80 h 511"/>
                <a:gd name="T106" fmla="*/ 0 w 301"/>
                <a:gd name="T107" fmla="*/ 55 h 511"/>
                <a:gd name="T108" fmla="*/ 0 w 301"/>
                <a:gd name="T109" fmla="*/ 33 h 511"/>
                <a:gd name="T110" fmla="*/ 0 w 301"/>
                <a:gd name="T111" fmla="*/ 14 h 511"/>
                <a:gd name="T112" fmla="*/ 0 w 301"/>
                <a:gd name="T113" fmla="*/ 0 h 5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1" h="511">
                  <a:moveTo>
                    <a:pt x="0" y="0"/>
                  </a:moveTo>
                  <a:lnTo>
                    <a:pt x="301" y="0"/>
                  </a:lnTo>
                  <a:lnTo>
                    <a:pt x="301" y="508"/>
                  </a:lnTo>
                  <a:lnTo>
                    <a:pt x="297" y="509"/>
                  </a:lnTo>
                  <a:lnTo>
                    <a:pt x="294" y="510"/>
                  </a:lnTo>
                  <a:lnTo>
                    <a:pt x="284" y="511"/>
                  </a:lnTo>
                  <a:lnTo>
                    <a:pt x="272" y="509"/>
                  </a:lnTo>
                  <a:lnTo>
                    <a:pt x="258" y="505"/>
                  </a:lnTo>
                  <a:lnTo>
                    <a:pt x="243" y="498"/>
                  </a:lnTo>
                  <a:lnTo>
                    <a:pt x="226" y="490"/>
                  </a:lnTo>
                  <a:lnTo>
                    <a:pt x="210" y="482"/>
                  </a:lnTo>
                  <a:lnTo>
                    <a:pt x="195" y="473"/>
                  </a:lnTo>
                  <a:lnTo>
                    <a:pt x="182" y="464"/>
                  </a:lnTo>
                  <a:lnTo>
                    <a:pt x="170" y="456"/>
                  </a:lnTo>
                  <a:lnTo>
                    <a:pt x="163" y="450"/>
                  </a:lnTo>
                  <a:lnTo>
                    <a:pt x="158" y="446"/>
                  </a:lnTo>
                  <a:lnTo>
                    <a:pt x="158" y="441"/>
                  </a:lnTo>
                  <a:lnTo>
                    <a:pt x="161" y="431"/>
                  </a:lnTo>
                  <a:lnTo>
                    <a:pt x="164" y="419"/>
                  </a:lnTo>
                  <a:lnTo>
                    <a:pt x="168" y="406"/>
                  </a:lnTo>
                  <a:lnTo>
                    <a:pt x="173" y="391"/>
                  </a:lnTo>
                  <a:lnTo>
                    <a:pt x="178" y="376"/>
                  </a:lnTo>
                  <a:lnTo>
                    <a:pt x="184" y="361"/>
                  </a:lnTo>
                  <a:lnTo>
                    <a:pt x="187" y="348"/>
                  </a:lnTo>
                  <a:lnTo>
                    <a:pt x="189" y="337"/>
                  </a:lnTo>
                  <a:lnTo>
                    <a:pt x="189" y="330"/>
                  </a:lnTo>
                  <a:lnTo>
                    <a:pt x="186" y="325"/>
                  </a:lnTo>
                  <a:lnTo>
                    <a:pt x="181" y="322"/>
                  </a:lnTo>
                  <a:lnTo>
                    <a:pt x="172" y="316"/>
                  </a:lnTo>
                  <a:lnTo>
                    <a:pt x="163" y="308"/>
                  </a:lnTo>
                  <a:lnTo>
                    <a:pt x="153" y="300"/>
                  </a:lnTo>
                  <a:lnTo>
                    <a:pt x="144" y="293"/>
                  </a:lnTo>
                  <a:lnTo>
                    <a:pt x="134" y="285"/>
                  </a:lnTo>
                  <a:lnTo>
                    <a:pt x="125" y="281"/>
                  </a:lnTo>
                  <a:lnTo>
                    <a:pt x="118" y="278"/>
                  </a:lnTo>
                  <a:lnTo>
                    <a:pt x="113" y="279"/>
                  </a:lnTo>
                  <a:lnTo>
                    <a:pt x="107" y="280"/>
                  </a:lnTo>
                  <a:lnTo>
                    <a:pt x="98" y="279"/>
                  </a:lnTo>
                  <a:lnTo>
                    <a:pt x="87" y="276"/>
                  </a:lnTo>
                  <a:lnTo>
                    <a:pt x="74" y="269"/>
                  </a:lnTo>
                  <a:lnTo>
                    <a:pt x="60" y="263"/>
                  </a:lnTo>
                  <a:lnTo>
                    <a:pt x="46" y="256"/>
                  </a:lnTo>
                  <a:lnTo>
                    <a:pt x="34" y="247"/>
                  </a:lnTo>
                  <a:lnTo>
                    <a:pt x="22" y="239"/>
                  </a:lnTo>
                  <a:lnTo>
                    <a:pt x="14" y="230"/>
                  </a:lnTo>
                  <a:lnTo>
                    <a:pt x="8" y="224"/>
                  </a:lnTo>
                  <a:lnTo>
                    <a:pt x="5" y="214"/>
                  </a:lnTo>
                  <a:lnTo>
                    <a:pt x="3" y="201"/>
                  </a:lnTo>
                  <a:lnTo>
                    <a:pt x="2" y="181"/>
                  </a:lnTo>
                  <a:lnTo>
                    <a:pt x="1" y="158"/>
                  </a:lnTo>
                  <a:lnTo>
                    <a:pt x="0" y="133"/>
                  </a:lnTo>
                  <a:lnTo>
                    <a:pt x="0" y="107"/>
                  </a:lnTo>
                  <a:lnTo>
                    <a:pt x="0" y="80"/>
                  </a:lnTo>
                  <a:lnTo>
                    <a:pt x="0" y="55"/>
                  </a:lnTo>
                  <a:lnTo>
                    <a:pt x="0" y="33"/>
                  </a:lnTo>
                  <a:lnTo>
                    <a:pt x="0" y="14"/>
                  </a:lnTo>
                  <a:lnTo>
                    <a:pt x="0"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35" name="Freeform 66"/>
            <p:cNvSpPr>
              <a:spLocks/>
            </p:cNvSpPr>
            <p:nvPr/>
          </p:nvSpPr>
          <p:spPr bwMode="auto">
            <a:xfrm>
              <a:off x="2371726" y="3251200"/>
              <a:ext cx="30163" cy="30163"/>
            </a:xfrm>
            <a:custGeom>
              <a:avLst/>
              <a:gdLst>
                <a:gd name="T0" fmla="*/ 68 w 134"/>
                <a:gd name="T1" fmla="*/ 0 h 135"/>
                <a:gd name="T2" fmla="*/ 86 w 134"/>
                <a:gd name="T3" fmla="*/ 2 h 135"/>
                <a:gd name="T4" fmla="*/ 102 w 134"/>
                <a:gd name="T5" fmla="*/ 8 h 135"/>
                <a:gd name="T6" fmla="*/ 115 w 134"/>
                <a:gd name="T7" fmla="*/ 19 h 135"/>
                <a:gd name="T8" fmla="*/ 126 w 134"/>
                <a:gd name="T9" fmla="*/ 33 h 135"/>
                <a:gd name="T10" fmla="*/ 132 w 134"/>
                <a:gd name="T11" fmla="*/ 50 h 135"/>
                <a:gd name="T12" fmla="*/ 134 w 134"/>
                <a:gd name="T13" fmla="*/ 68 h 135"/>
                <a:gd name="T14" fmla="*/ 132 w 134"/>
                <a:gd name="T15" fmla="*/ 86 h 135"/>
                <a:gd name="T16" fmla="*/ 126 w 134"/>
                <a:gd name="T17" fmla="*/ 101 h 135"/>
                <a:gd name="T18" fmla="*/ 115 w 134"/>
                <a:gd name="T19" fmla="*/ 115 h 135"/>
                <a:gd name="T20" fmla="*/ 102 w 134"/>
                <a:gd name="T21" fmla="*/ 126 h 135"/>
                <a:gd name="T22" fmla="*/ 86 w 134"/>
                <a:gd name="T23" fmla="*/ 132 h 135"/>
                <a:gd name="T24" fmla="*/ 68 w 134"/>
                <a:gd name="T25" fmla="*/ 135 h 135"/>
                <a:gd name="T26" fmla="*/ 50 w 134"/>
                <a:gd name="T27" fmla="*/ 132 h 135"/>
                <a:gd name="T28" fmla="*/ 34 w 134"/>
                <a:gd name="T29" fmla="*/ 126 h 135"/>
                <a:gd name="T30" fmla="*/ 20 w 134"/>
                <a:gd name="T31" fmla="*/ 115 h 135"/>
                <a:gd name="T32" fmla="*/ 10 w 134"/>
                <a:gd name="T33" fmla="*/ 101 h 135"/>
                <a:gd name="T34" fmla="*/ 2 w 134"/>
                <a:gd name="T35" fmla="*/ 86 h 135"/>
                <a:gd name="T36" fmla="*/ 0 w 134"/>
                <a:gd name="T37" fmla="*/ 68 h 135"/>
                <a:gd name="T38" fmla="*/ 2 w 134"/>
                <a:gd name="T39" fmla="*/ 50 h 135"/>
                <a:gd name="T40" fmla="*/ 10 w 134"/>
                <a:gd name="T41" fmla="*/ 33 h 135"/>
                <a:gd name="T42" fmla="*/ 20 w 134"/>
                <a:gd name="T43" fmla="*/ 19 h 135"/>
                <a:gd name="T44" fmla="*/ 34 w 134"/>
                <a:gd name="T45" fmla="*/ 8 h 135"/>
                <a:gd name="T46" fmla="*/ 50 w 134"/>
                <a:gd name="T47" fmla="*/ 2 h 135"/>
                <a:gd name="T48" fmla="*/ 68 w 134"/>
                <a:gd name="T49" fmla="*/ 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4" h="135">
                  <a:moveTo>
                    <a:pt x="68" y="0"/>
                  </a:moveTo>
                  <a:lnTo>
                    <a:pt x="86" y="2"/>
                  </a:lnTo>
                  <a:lnTo>
                    <a:pt x="102" y="8"/>
                  </a:lnTo>
                  <a:lnTo>
                    <a:pt x="115" y="19"/>
                  </a:lnTo>
                  <a:lnTo>
                    <a:pt x="126" y="33"/>
                  </a:lnTo>
                  <a:lnTo>
                    <a:pt x="132" y="50"/>
                  </a:lnTo>
                  <a:lnTo>
                    <a:pt x="134" y="68"/>
                  </a:lnTo>
                  <a:lnTo>
                    <a:pt x="132" y="86"/>
                  </a:lnTo>
                  <a:lnTo>
                    <a:pt x="126" y="101"/>
                  </a:lnTo>
                  <a:lnTo>
                    <a:pt x="115" y="115"/>
                  </a:lnTo>
                  <a:lnTo>
                    <a:pt x="102" y="126"/>
                  </a:lnTo>
                  <a:lnTo>
                    <a:pt x="86" y="132"/>
                  </a:lnTo>
                  <a:lnTo>
                    <a:pt x="68" y="135"/>
                  </a:lnTo>
                  <a:lnTo>
                    <a:pt x="50" y="132"/>
                  </a:lnTo>
                  <a:lnTo>
                    <a:pt x="34" y="126"/>
                  </a:lnTo>
                  <a:lnTo>
                    <a:pt x="20" y="115"/>
                  </a:lnTo>
                  <a:lnTo>
                    <a:pt x="10" y="101"/>
                  </a:lnTo>
                  <a:lnTo>
                    <a:pt x="2" y="86"/>
                  </a:lnTo>
                  <a:lnTo>
                    <a:pt x="0" y="68"/>
                  </a:lnTo>
                  <a:lnTo>
                    <a:pt x="2" y="50"/>
                  </a:lnTo>
                  <a:lnTo>
                    <a:pt x="10" y="33"/>
                  </a:lnTo>
                  <a:lnTo>
                    <a:pt x="20" y="19"/>
                  </a:lnTo>
                  <a:lnTo>
                    <a:pt x="34" y="8"/>
                  </a:lnTo>
                  <a:lnTo>
                    <a:pt x="50" y="2"/>
                  </a:lnTo>
                  <a:lnTo>
                    <a:pt x="68"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36" name="Freeform 67"/>
            <p:cNvSpPr>
              <a:spLocks/>
            </p:cNvSpPr>
            <p:nvPr/>
          </p:nvSpPr>
          <p:spPr bwMode="auto">
            <a:xfrm>
              <a:off x="2447926" y="3241675"/>
              <a:ext cx="25400" cy="23813"/>
            </a:xfrm>
            <a:custGeom>
              <a:avLst/>
              <a:gdLst>
                <a:gd name="T0" fmla="*/ 54 w 107"/>
                <a:gd name="T1" fmla="*/ 0 h 106"/>
                <a:gd name="T2" fmla="*/ 71 w 107"/>
                <a:gd name="T3" fmla="*/ 3 h 106"/>
                <a:gd name="T4" fmla="*/ 86 w 107"/>
                <a:gd name="T5" fmla="*/ 10 h 106"/>
                <a:gd name="T6" fmla="*/ 97 w 107"/>
                <a:gd name="T7" fmla="*/ 22 h 106"/>
                <a:gd name="T8" fmla="*/ 105 w 107"/>
                <a:gd name="T9" fmla="*/ 37 h 106"/>
                <a:gd name="T10" fmla="*/ 107 w 107"/>
                <a:gd name="T11" fmla="*/ 54 h 106"/>
                <a:gd name="T12" fmla="*/ 105 w 107"/>
                <a:gd name="T13" fmla="*/ 70 h 106"/>
                <a:gd name="T14" fmla="*/ 97 w 107"/>
                <a:gd name="T15" fmla="*/ 85 h 106"/>
                <a:gd name="T16" fmla="*/ 86 w 107"/>
                <a:gd name="T17" fmla="*/ 97 h 106"/>
                <a:gd name="T18" fmla="*/ 71 w 107"/>
                <a:gd name="T19" fmla="*/ 104 h 106"/>
                <a:gd name="T20" fmla="*/ 54 w 107"/>
                <a:gd name="T21" fmla="*/ 106 h 106"/>
                <a:gd name="T22" fmla="*/ 37 w 107"/>
                <a:gd name="T23" fmla="*/ 104 h 106"/>
                <a:gd name="T24" fmla="*/ 22 w 107"/>
                <a:gd name="T25" fmla="*/ 97 h 106"/>
                <a:gd name="T26" fmla="*/ 11 w 107"/>
                <a:gd name="T27" fmla="*/ 85 h 106"/>
                <a:gd name="T28" fmla="*/ 3 w 107"/>
                <a:gd name="T29" fmla="*/ 70 h 106"/>
                <a:gd name="T30" fmla="*/ 0 w 107"/>
                <a:gd name="T31" fmla="*/ 54 h 106"/>
                <a:gd name="T32" fmla="*/ 3 w 107"/>
                <a:gd name="T33" fmla="*/ 37 h 106"/>
                <a:gd name="T34" fmla="*/ 11 w 107"/>
                <a:gd name="T35" fmla="*/ 22 h 106"/>
                <a:gd name="T36" fmla="*/ 22 w 107"/>
                <a:gd name="T37" fmla="*/ 10 h 106"/>
                <a:gd name="T38" fmla="*/ 37 w 107"/>
                <a:gd name="T39" fmla="*/ 3 h 106"/>
                <a:gd name="T40" fmla="*/ 54 w 107"/>
                <a:gd name="T41"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7" h="106">
                  <a:moveTo>
                    <a:pt x="54" y="0"/>
                  </a:moveTo>
                  <a:lnTo>
                    <a:pt x="71" y="3"/>
                  </a:lnTo>
                  <a:lnTo>
                    <a:pt x="86" y="10"/>
                  </a:lnTo>
                  <a:lnTo>
                    <a:pt x="97" y="22"/>
                  </a:lnTo>
                  <a:lnTo>
                    <a:pt x="105" y="37"/>
                  </a:lnTo>
                  <a:lnTo>
                    <a:pt x="107" y="54"/>
                  </a:lnTo>
                  <a:lnTo>
                    <a:pt x="105" y="70"/>
                  </a:lnTo>
                  <a:lnTo>
                    <a:pt x="97" y="85"/>
                  </a:lnTo>
                  <a:lnTo>
                    <a:pt x="86" y="97"/>
                  </a:lnTo>
                  <a:lnTo>
                    <a:pt x="71" y="104"/>
                  </a:lnTo>
                  <a:lnTo>
                    <a:pt x="54" y="106"/>
                  </a:lnTo>
                  <a:lnTo>
                    <a:pt x="37" y="104"/>
                  </a:lnTo>
                  <a:lnTo>
                    <a:pt x="22" y="97"/>
                  </a:lnTo>
                  <a:lnTo>
                    <a:pt x="11" y="85"/>
                  </a:lnTo>
                  <a:lnTo>
                    <a:pt x="3" y="70"/>
                  </a:lnTo>
                  <a:lnTo>
                    <a:pt x="0" y="54"/>
                  </a:lnTo>
                  <a:lnTo>
                    <a:pt x="3" y="37"/>
                  </a:lnTo>
                  <a:lnTo>
                    <a:pt x="11" y="22"/>
                  </a:lnTo>
                  <a:lnTo>
                    <a:pt x="22" y="10"/>
                  </a:lnTo>
                  <a:lnTo>
                    <a:pt x="37" y="3"/>
                  </a:lnTo>
                  <a:lnTo>
                    <a:pt x="54"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37" name="Freeform 68"/>
            <p:cNvSpPr>
              <a:spLocks/>
            </p:cNvSpPr>
            <p:nvPr/>
          </p:nvSpPr>
          <p:spPr bwMode="auto">
            <a:xfrm>
              <a:off x="2301876" y="3097213"/>
              <a:ext cx="19050" cy="19050"/>
            </a:xfrm>
            <a:custGeom>
              <a:avLst/>
              <a:gdLst>
                <a:gd name="T0" fmla="*/ 41 w 82"/>
                <a:gd name="T1" fmla="*/ 0 h 82"/>
                <a:gd name="T2" fmla="*/ 53 w 82"/>
                <a:gd name="T3" fmla="*/ 2 h 82"/>
                <a:gd name="T4" fmla="*/ 65 w 82"/>
                <a:gd name="T5" fmla="*/ 7 h 82"/>
                <a:gd name="T6" fmla="*/ 73 w 82"/>
                <a:gd name="T7" fmla="*/ 17 h 82"/>
                <a:gd name="T8" fmla="*/ 80 w 82"/>
                <a:gd name="T9" fmla="*/ 28 h 82"/>
                <a:gd name="T10" fmla="*/ 82 w 82"/>
                <a:gd name="T11" fmla="*/ 41 h 82"/>
                <a:gd name="T12" fmla="*/ 80 w 82"/>
                <a:gd name="T13" fmla="*/ 54 h 82"/>
                <a:gd name="T14" fmla="*/ 73 w 82"/>
                <a:gd name="T15" fmla="*/ 65 h 82"/>
                <a:gd name="T16" fmla="*/ 65 w 82"/>
                <a:gd name="T17" fmla="*/ 75 h 82"/>
                <a:gd name="T18" fmla="*/ 53 w 82"/>
                <a:gd name="T19" fmla="*/ 80 h 82"/>
                <a:gd name="T20" fmla="*/ 41 w 82"/>
                <a:gd name="T21" fmla="*/ 82 h 82"/>
                <a:gd name="T22" fmla="*/ 27 w 82"/>
                <a:gd name="T23" fmla="*/ 80 h 82"/>
                <a:gd name="T24" fmla="*/ 16 w 82"/>
                <a:gd name="T25" fmla="*/ 75 h 82"/>
                <a:gd name="T26" fmla="*/ 7 w 82"/>
                <a:gd name="T27" fmla="*/ 65 h 82"/>
                <a:gd name="T28" fmla="*/ 2 w 82"/>
                <a:gd name="T29" fmla="*/ 54 h 82"/>
                <a:gd name="T30" fmla="*/ 0 w 82"/>
                <a:gd name="T31" fmla="*/ 41 h 82"/>
                <a:gd name="T32" fmla="*/ 2 w 82"/>
                <a:gd name="T33" fmla="*/ 28 h 82"/>
                <a:gd name="T34" fmla="*/ 7 w 82"/>
                <a:gd name="T35" fmla="*/ 17 h 82"/>
                <a:gd name="T36" fmla="*/ 16 w 82"/>
                <a:gd name="T37" fmla="*/ 7 h 82"/>
                <a:gd name="T38" fmla="*/ 27 w 82"/>
                <a:gd name="T39" fmla="*/ 2 h 82"/>
                <a:gd name="T40" fmla="*/ 41 w 82"/>
                <a:gd name="T41"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2" h="82">
                  <a:moveTo>
                    <a:pt x="41" y="0"/>
                  </a:moveTo>
                  <a:lnTo>
                    <a:pt x="53" y="2"/>
                  </a:lnTo>
                  <a:lnTo>
                    <a:pt x="65" y="7"/>
                  </a:lnTo>
                  <a:lnTo>
                    <a:pt x="73" y="17"/>
                  </a:lnTo>
                  <a:lnTo>
                    <a:pt x="80" y="28"/>
                  </a:lnTo>
                  <a:lnTo>
                    <a:pt x="82" y="41"/>
                  </a:lnTo>
                  <a:lnTo>
                    <a:pt x="80" y="54"/>
                  </a:lnTo>
                  <a:lnTo>
                    <a:pt x="73" y="65"/>
                  </a:lnTo>
                  <a:lnTo>
                    <a:pt x="65" y="75"/>
                  </a:lnTo>
                  <a:lnTo>
                    <a:pt x="53" y="80"/>
                  </a:lnTo>
                  <a:lnTo>
                    <a:pt x="41" y="82"/>
                  </a:lnTo>
                  <a:lnTo>
                    <a:pt x="27" y="80"/>
                  </a:lnTo>
                  <a:lnTo>
                    <a:pt x="16" y="75"/>
                  </a:lnTo>
                  <a:lnTo>
                    <a:pt x="7" y="65"/>
                  </a:lnTo>
                  <a:lnTo>
                    <a:pt x="2" y="54"/>
                  </a:lnTo>
                  <a:lnTo>
                    <a:pt x="0" y="41"/>
                  </a:lnTo>
                  <a:lnTo>
                    <a:pt x="2" y="28"/>
                  </a:lnTo>
                  <a:lnTo>
                    <a:pt x="7" y="17"/>
                  </a:lnTo>
                  <a:lnTo>
                    <a:pt x="16" y="7"/>
                  </a:lnTo>
                  <a:lnTo>
                    <a:pt x="27" y="2"/>
                  </a:lnTo>
                  <a:lnTo>
                    <a:pt x="41"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38" name="Freeform 69"/>
            <p:cNvSpPr>
              <a:spLocks/>
            </p:cNvSpPr>
            <p:nvPr/>
          </p:nvSpPr>
          <p:spPr bwMode="auto">
            <a:xfrm>
              <a:off x="2349501" y="3178175"/>
              <a:ext cx="25400" cy="25400"/>
            </a:xfrm>
            <a:custGeom>
              <a:avLst/>
              <a:gdLst>
                <a:gd name="T0" fmla="*/ 54 w 107"/>
                <a:gd name="T1" fmla="*/ 0 h 107"/>
                <a:gd name="T2" fmla="*/ 71 w 107"/>
                <a:gd name="T3" fmla="*/ 3 h 107"/>
                <a:gd name="T4" fmla="*/ 86 w 107"/>
                <a:gd name="T5" fmla="*/ 11 h 107"/>
                <a:gd name="T6" fmla="*/ 97 w 107"/>
                <a:gd name="T7" fmla="*/ 22 h 107"/>
                <a:gd name="T8" fmla="*/ 105 w 107"/>
                <a:gd name="T9" fmla="*/ 37 h 107"/>
                <a:gd name="T10" fmla="*/ 107 w 107"/>
                <a:gd name="T11" fmla="*/ 54 h 107"/>
                <a:gd name="T12" fmla="*/ 105 w 107"/>
                <a:gd name="T13" fmla="*/ 71 h 107"/>
                <a:gd name="T14" fmla="*/ 97 w 107"/>
                <a:gd name="T15" fmla="*/ 86 h 107"/>
                <a:gd name="T16" fmla="*/ 86 w 107"/>
                <a:gd name="T17" fmla="*/ 97 h 107"/>
                <a:gd name="T18" fmla="*/ 71 w 107"/>
                <a:gd name="T19" fmla="*/ 105 h 107"/>
                <a:gd name="T20" fmla="*/ 54 w 107"/>
                <a:gd name="T21" fmla="*/ 107 h 107"/>
                <a:gd name="T22" fmla="*/ 37 w 107"/>
                <a:gd name="T23" fmla="*/ 105 h 107"/>
                <a:gd name="T24" fmla="*/ 22 w 107"/>
                <a:gd name="T25" fmla="*/ 97 h 107"/>
                <a:gd name="T26" fmla="*/ 11 w 107"/>
                <a:gd name="T27" fmla="*/ 86 h 107"/>
                <a:gd name="T28" fmla="*/ 3 w 107"/>
                <a:gd name="T29" fmla="*/ 71 h 107"/>
                <a:gd name="T30" fmla="*/ 0 w 107"/>
                <a:gd name="T31" fmla="*/ 54 h 107"/>
                <a:gd name="T32" fmla="*/ 3 w 107"/>
                <a:gd name="T33" fmla="*/ 37 h 107"/>
                <a:gd name="T34" fmla="*/ 11 w 107"/>
                <a:gd name="T35" fmla="*/ 22 h 107"/>
                <a:gd name="T36" fmla="*/ 22 w 107"/>
                <a:gd name="T37" fmla="*/ 11 h 107"/>
                <a:gd name="T38" fmla="*/ 37 w 107"/>
                <a:gd name="T39" fmla="*/ 3 h 107"/>
                <a:gd name="T40" fmla="*/ 54 w 107"/>
                <a:gd name="T4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7" h="107">
                  <a:moveTo>
                    <a:pt x="54" y="0"/>
                  </a:moveTo>
                  <a:lnTo>
                    <a:pt x="71" y="3"/>
                  </a:lnTo>
                  <a:lnTo>
                    <a:pt x="86" y="11"/>
                  </a:lnTo>
                  <a:lnTo>
                    <a:pt x="97" y="22"/>
                  </a:lnTo>
                  <a:lnTo>
                    <a:pt x="105" y="37"/>
                  </a:lnTo>
                  <a:lnTo>
                    <a:pt x="107" y="54"/>
                  </a:lnTo>
                  <a:lnTo>
                    <a:pt x="105" y="71"/>
                  </a:lnTo>
                  <a:lnTo>
                    <a:pt x="97" y="86"/>
                  </a:lnTo>
                  <a:lnTo>
                    <a:pt x="86" y="97"/>
                  </a:lnTo>
                  <a:lnTo>
                    <a:pt x="71" y="105"/>
                  </a:lnTo>
                  <a:lnTo>
                    <a:pt x="54" y="107"/>
                  </a:lnTo>
                  <a:lnTo>
                    <a:pt x="37" y="105"/>
                  </a:lnTo>
                  <a:lnTo>
                    <a:pt x="22" y="97"/>
                  </a:lnTo>
                  <a:lnTo>
                    <a:pt x="11" y="86"/>
                  </a:lnTo>
                  <a:lnTo>
                    <a:pt x="3" y="71"/>
                  </a:lnTo>
                  <a:lnTo>
                    <a:pt x="0" y="54"/>
                  </a:lnTo>
                  <a:lnTo>
                    <a:pt x="3" y="37"/>
                  </a:lnTo>
                  <a:lnTo>
                    <a:pt x="11" y="22"/>
                  </a:lnTo>
                  <a:lnTo>
                    <a:pt x="22" y="11"/>
                  </a:lnTo>
                  <a:lnTo>
                    <a:pt x="37" y="3"/>
                  </a:lnTo>
                  <a:lnTo>
                    <a:pt x="54"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39" name="Freeform 70"/>
            <p:cNvSpPr>
              <a:spLocks/>
            </p:cNvSpPr>
            <p:nvPr/>
          </p:nvSpPr>
          <p:spPr bwMode="auto">
            <a:xfrm>
              <a:off x="2449514" y="3052763"/>
              <a:ext cx="25400" cy="23813"/>
            </a:xfrm>
            <a:custGeom>
              <a:avLst/>
              <a:gdLst>
                <a:gd name="T0" fmla="*/ 53 w 107"/>
                <a:gd name="T1" fmla="*/ 0 h 107"/>
                <a:gd name="T2" fmla="*/ 70 w 107"/>
                <a:gd name="T3" fmla="*/ 2 h 107"/>
                <a:gd name="T4" fmla="*/ 85 w 107"/>
                <a:gd name="T5" fmla="*/ 10 h 107"/>
                <a:gd name="T6" fmla="*/ 97 w 107"/>
                <a:gd name="T7" fmla="*/ 21 h 107"/>
                <a:gd name="T8" fmla="*/ 104 w 107"/>
                <a:gd name="T9" fmla="*/ 36 h 107"/>
                <a:gd name="T10" fmla="*/ 107 w 107"/>
                <a:gd name="T11" fmla="*/ 53 h 107"/>
                <a:gd name="T12" fmla="*/ 104 w 107"/>
                <a:gd name="T13" fmla="*/ 70 h 107"/>
                <a:gd name="T14" fmla="*/ 97 w 107"/>
                <a:gd name="T15" fmla="*/ 85 h 107"/>
                <a:gd name="T16" fmla="*/ 85 w 107"/>
                <a:gd name="T17" fmla="*/ 96 h 107"/>
                <a:gd name="T18" fmla="*/ 70 w 107"/>
                <a:gd name="T19" fmla="*/ 105 h 107"/>
                <a:gd name="T20" fmla="*/ 53 w 107"/>
                <a:gd name="T21" fmla="*/ 107 h 107"/>
                <a:gd name="T22" fmla="*/ 36 w 107"/>
                <a:gd name="T23" fmla="*/ 105 h 107"/>
                <a:gd name="T24" fmla="*/ 23 w 107"/>
                <a:gd name="T25" fmla="*/ 96 h 107"/>
                <a:gd name="T26" fmla="*/ 11 w 107"/>
                <a:gd name="T27" fmla="*/ 85 h 107"/>
                <a:gd name="T28" fmla="*/ 4 w 107"/>
                <a:gd name="T29" fmla="*/ 70 h 107"/>
                <a:gd name="T30" fmla="*/ 0 w 107"/>
                <a:gd name="T31" fmla="*/ 53 h 107"/>
                <a:gd name="T32" fmla="*/ 4 w 107"/>
                <a:gd name="T33" fmla="*/ 36 h 107"/>
                <a:gd name="T34" fmla="*/ 11 w 107"/>
                <a:gd name="T35" fmla="*/ 21 h 107"/>
                <a:gd name="T36" fmla="*/ 23 w 107"/>
                <a:gd name="T37" fmla="*/ 10 h 107"/>
                <a:gd name="T38" fmla="*/ 36 w 107"/>
                <a:gd name="T39" fmla="*/ 2 h 107"/>
                <a:gd name="T40" fmla="*/ 53 w 107"/>
                <a:gd name="T4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7" h="107">
                  <a:moveTo>
                    <a:pt x="53" y="0"/>
                  </a:moveTo>
                  <a:lnTo>
                    <a:pt x="70" y="2"/>
                  </a:lnTo>
                  <a:lnTo>
                    <a:pt x="85" y="10"/>
                  </a:lnTo>
                  <a:lnTo>
                    <a:pt x="97" y="21"/>
                  </a:lnTo>
                  <a:lnTo>
                    <a:pt x="104" y="36"/>
                  </a:lnTo>
                  <a:lnTo>
                    <a:pt x="107" y="53"/>
                  </a:lnTo>
                  <a:lnTo>
                    <a:pt x="104" y="70"/>
                  </a:lnTo>
                  <a:lnTo>
                    <a:pt x="97" y="85"/>
                  </a:lnTo>
                  <a:lnTo>
                    <a:pt x="85" y="96"/>
                  </a:lnTo>
                  <a:lnTo>
                    <a:pt x="70" y="105"/>
                  </a:lnTo>
                  <a:lnTo>
                    <a:pt x="53" y="107"/>
                  </a:lnTo>
                  <a:lnTo>
                    <a:pt x="36" y="105"/>
                  </a:lnTo>
                  <a:lnTo>
                    <a:pt x="23" y="96"/>
                  </a:lnTo>
                  <a:lnTo>
                    <a:pt x="11" y="85"/>
                  </a:lnTo>
                  <a:lnTo>
                    <a:pt x="4" y="70"/>
                  </a:lnTo>
                  <a:lnTo>
                    <a:pt x="0" y="53"/>
                  </a:lnTo>
                  <a:lnTo>
                    <a:pt x="4" y="36"/>
                  </a:lnTo>
                  <a:lnTo>
                    <a:pt x="11" y="21"/>
                  </a:lnTo>
                  <a:lnTo>
                    <a:pt x="23" y="10"/>
                  </a:lnTo>
                  <a:lnTo>
                    <a:pt x="36" y="2"/>
                  </a:lnTo>
                  <a:lnTo>
                    <a:pt x="53"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849" name="Group 848"/>
          <p:cNvGrpSpPr>
            <a:grpSpLocks noChangeAspect="1"/>
          </p:cNvGrpSpPr>
          <p:nvPr/>
        </p:nvGrpSpPr>
        <p:grpSpPr>
          <a:xfrm>
            <a:off x="3676713" y="3038445"/>
            <a:ext cx="422275" cy="536575"/>
            <a:chOff x="4822825" y="2951163"/>
            <a:chExt cx="422275" cy="536575"/>
          </a:xfrm>
        </p:grpSpPr>
        <p:sp useBgFill="1">
          <p:nvSpPr>
            <p:cNvPr id="658" name="Freeform 91"/>
            <p:cNvSpPr>
              <a:spLocks/>
            </p:cNvSpPr>
            <p:nvPr/>
          </p:nvSpPr>
          <p:spPr bwMode="auto">
            <a:xfrm>
              <a:off x="4822825" y="2951163"/>
              <a:ext cx="422275" cy="536575"/>
            </a:xfrm>
            <a:custGeom>
              <a:avLst/>
              <a:gdLst>
                <a:gd name="T0" fmla="*/ 225 w 1856"/>
                <a:gd name="T1" fmla="*/ 0 h 2362"/>
                <a:gd name="T2" fmla="*/ 1631 w 1856"/>
                <a:gd name="T3" fmla="*/ 0 h 2362"/>
                <a:gd name="T4" fmla="*/ 1667 w 1856"/>
                <a:gd name="T5" fmla="*/ 3 h 2362"/>
                <a:gd name="T6" fmla="*/ 1702 w 1856"/>
                <a:gd name="T7" fmla="*/ 12 h 2362"/>
                <a:gd name="T8" fmla="*/ 1735 w 1856"/>
                <a:gd name="T9" fmla="*/ 25 h 2362"/>
                <a:gd name="T10" fmla="*/ 1764 w 1856"/>
                <a:gd name="T11" fmla="*/ 43 h 2362"/>
                <a:gd name="T12" fmla="*/ 1789 w 1856"/>
                <a:gd name="T13" fmla="*/ 67 h 2362"/>
                <a:gd name="T14" fmla="*/ 1813 w 1856"/>
                <a:gd name="T15" fmla="*/ 93 h 2362"/>
                <a:gd name="T16" fmla="*/ 1831 w 1856"/>
                <a:gd name="T17" fmla="*/ 121 h 2362"/>
                <a:gd name="T18" fmla="*/ 1844 w 1856"/>
                <a:gd name="T19" fmla="*/ 154 h 2362"/>
                <a:gd name="T20" fmla="*/ 1853 w 1856"/>
                <a:gd name="T21" fmla="*/ 189 h 2362"/>
                <a:gd name="T22" fmla="*/ 1856 w 1856"/>
                <a:gd name="T23" fmla="*/ 225 h 2362"/>
                <a:gd name="T24" fmla="*/ 1856 w 1856"/>
                <a:gd name="T25" fmla="*/ 2137 h 2362"/>
                <a:gd name="T26" fmla="*/ 1853 w 1856"/>
                <a:gd name="T27" fmla="*/ 2173 h 2362"/>
                <a:gd name="T28" fmla="*/ 1844 w 1856"/>
                <a:gd name="T29" fmla="*/ 2208 h 2362"/>
                <a:gd name="T30" fmla="*/ 1831 w 1856"/>
                <a:gd name="T31" fmla="*/ 2241 h 2362"/>
                <a:gd name="T32" fmla="*/ 1813 w 1856"/>
                <a:gd name="T33" fmla="*/ 2269 h 2362"/>
                <a:gd name="T34" fmla="*/ 1789 w 1856"/>
                <a:gd name="T35" fmla="*/ 2295 h 2362"/>
                <a:gd name="T36" fmla="*/ 1764 w 1856"/>
                <a:gd name="T37" fmla="*/ 2319 h 2362"/>
                <a:gd name="T38" fmla="*/ 1735 w 1856"/>
                <a:gd name="T39" fmla="*/ 2337 h 2362"/>
                <a:gd name="T40" fmla="*/ 1702 w 1856"/>
                <a:gd name="T41" fmla="*/ 2350 h 2362"/>
                <a:gd name="T42" fmla="*/ 1667 w 1856"/>
                <a:gd name="T43" fmla="*/ 2359 h 2362"/>
                <a:gd name="T44" fmla="*/ 1631 w 1856"/>
                <a:gd name="T45" fmla="*/ 2362 h 2362"/>
                <a:gd name="T46" fmla="*/ 225 w 1856"/>
                <a:gd name="T47" fmla="*/ 2362 h 2362"/>
                <a:gd name="T48" fmla="*/ 189 w 1856"/>
                <a:gd name="T49" fmla="*/ 2359 h 2362"/>
                <a:gd name="T50" fmla="*/ 154 w 1856"/>
                <a:gd name="T51" fmla="*/ 2350 h 2362"/>
                <a:gd name="T52" fmla="*/ 123 w 1856"/>
                <a:gd name="T53" fmla="*/ 2337 h 2362"/>
                <a:gd name="T54" fmla="*/ 93 w 1856"/>
                <a:gd name="T55" fmla="*/ 2319 h 2362"/>
                <a:gd name="T56" fmla="*/ 67 w 1856"/>
                <a:gd name="T57" fmla="*/ 2295 h 2362"/>
                <a:gd name="T58" fmla="*/ 44 w 1856"/>
                <a:gd name="T59" fmla="*/ 2269 h 2362"/>
                <a:gd name="T60" fmla="*/ 25 w 1856"/>
                <a:gd name="T61" fmla="*/ 2241 h 2362"/>
                <a:gd name="T62" fmla="*/ 12 w 1856"/>
                <a:gd name="T63" fmla="*/ 2208 h 2362"/>
                <a:gd name="T64" fmla="*/ 3 w 1856"/>
                <a:gd name="T65" fmla="*/ 2173 h 2362"/>
                <a:gd name="T66" fmla="*/ 0 w 1856"/>
                <a:gd name="T67" fmla="*/ 2137 h 2362"/>
                <a:gd name="T68" fmla="*/ 0 w 1856"/>
                <a:gd name="T69" fmla="*/ 225 h 2362"/>
                <a:gd name="T70" fmla="*/ 3 w 1856"/>
                <a:gd name="T71" fmla="*/ 189 h 2362"/>
                <a:gd name="T72" fmla="*/ 12 w 1856"/>
                <a:gd name="T73" fmla="*/ 154 h 2362"/>
                <a:gd name="T74" fmla="*/ 25 w 1856"/>
                <a:gd name="T75" fmla="*/ 121 h 2362"/>
                <a:gd name="T76" fmla="*/ 44 w 1856"/>
                <a:gd name="T77" fmla="*/ 93 h 2362"/>
                <a:gd name="T78" fmla="*/ 67 w 1856"/>
                <a:gd name="T79" fmla="*/ 67 h 2362"/>
                <a:gd name="T80" fmla="*/ 93 w 1856"/>
                <a:gd name="T81" fmla="*/ 43 h 2362"/>
                <a:gd name="T82" fmla="*/ 123 w 1856"/>
                <a:gd name="T83" fmla="*/ 25 h 2362"/>
                <a:gd name="T84" fmla="*/ 154 w 1856"/>
                <a:gd name="T85" fmla="*/ 12 h 2362"/>
                <a:gd name="T86" fmla="*/ 189 w 1856"/>
                <a:gd name="T87" fmla="*/ 3 h 2362"/>
                <a:gd name="T88" fmla="*/ 225 w 1856"/>
                <a:gd name="T89" fmla="*/ 0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856" h="2362">
                  <a:moveTo>
                    <a:pt x="225" y="0"/>
                  </a:moveTo>
                  <a:lnTo>
                    <a:pt x="1631" y="0"/>
                  </a:lnTo>
                  <a:lnTo>
                    <a:pt x="1667" y="3"/>
                  </a:lnTo>
                  <a:lnTo>
                    <a:pt x="1702" y="12"/>
                  </a:lnTo>
                  <a:lnTo>
                    <a:pt x="1735" y="25"/>
                  </a:lnTo>
                  <a:lnTo>
                    <a:pt x="1764" y="43"/>
                  </a:lnTo>
                  <a:lnTo>
                    <a:pt x="1789" y="67"/>
                  </a:lnTo>
                  <a:lnTo>
                    <a:pt x="1813" y="93"/>
                  </a:lnTo>
                  <a:lnTo>
                    <a:pt x="1831" y="121"/>
                  </a:lnTo>
                  <a:lnTo>
                    <a:pt x="1844" y="154"/>
                  </a:lnTo>
                  <a:lnTo>
                    <a:pt x="1853" y="189"/>
                  </a:lnTo>
                  <a:lnTo>
                    <a:pt x="1856" y="225"/>
                  </a:lnTo>
                  <a:lnTo>
                    <a:pt x="1856" y="2137"/>
                  </a:lnTo>
                  <a:lnTo>
                    <a:pt x="1853" y="2173"/>
                  </a:lnTo>
                  <a:lnTo>
                    <a:pt x="1844" y="2208"/>
                  </a:lnTo>
                  <a:lnTo>
                    <a:pt x="1831" y="2241"/>
                  </a:lnTo>
                  <a:lnTo>
                    <a:pt x="1813" y="2269"/>
                  </a:lnTo>
                  <a:lnTo>
                    <a:pt x="1789" y="2295"/>
                  </a:lnTo>
                  <a:lnTo>
                    <a:pt x="1764" y="2319"/>
                  </a:lnTo>
                  <a:lnTo>
                    <a:pt x="1735" y="2337"/>
                  </a:lnTo>
                  <a:lnTo>
                    <a:pt x="1702" y="2350"/>
                  </a:lnTo>
                  <a:lnTo>
                    <a:pt x="1667" y="2359"/>
                  </a:lnTo>
                  <a:lnTo>
                    <a:pt x="1631" y="2362"/>
                  </a:lnTo>
                  <a:lnTo>
                    <a:pt x="225" y="2362"/>
                  </a:lnTo>
                  <a:lnTo>
                    <a:pt x="189" y="2359"/>
                  </a:lnTo>
                  <a:lnTo>
                    <a:pt x="154" y="2350"/>
                  </a:lnTo>
                  <a:lnTo>
                    <a:pt x="123" y="2337"/>
                  </a:lnTo>
                  <a:lnTo>
                    <a:pt x="93" y="2319"/>
                  </a:lnTo>
                  <a:lnTo>
                    <a:pt x="67" y="2295"/>
                  </a:lnTo>
                  <a:lnTo>
                    <a:pt x="44" y="2269"/>
                  </a:lnTo>
                  <a:lnTo>
                    <a:pt x="25" y="2241"/>
                  </a:lnTo>
                  <a:lnTo>
                    <a:pt x="12" y="2208"/>
                  </a:lnTo>
                  <a:lnTo>
                    <a:pt x="3" y="2173"/>
                  </a:lnTo>
                  <a:lnTo>
                    <a:pt x="0" y="2137"/>
                  </a:lnTo>
                  <a:lnTo>
                    <a:pt x="0" y="225"/>
                  </a:lnTo>
                  <a:lnTo>
                    <a:pt x="3" y="189"/>
                  </a:lnTo>
                  <a:lnTo>
                    <a:pt x="12" y="154"/>
                  </a:lnTo>
                  <a:lnTo>
                    <a:pt x="25" y="121"/>
                  </a:lnTo>
                  <a:lnTo>
                    <a:pt x="44" y="93"/>
                  </a:lnTo>
                  <a:lnTo>
                    <a:pt x="67" y="67"/>
                  </a:lnTo>
                  <a:lnTo>
                    <a:pt x="93" y="43"/>
                  </a:lnTo>
                  <a:lnTo>
                    <a:pt x="123" y="25"/>
                  </a:lnTo>
                  <a:lnTo>
                    <a:pt x="154" y="12"/>
                  </a:lnTo>
                  <a:lnTo>
                    <a:pt x="189" y="3"/>
                  </a:lnTo>
                  <a:lnTo>
                    <a:pt x="225"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59" name="Freeform 92"/>
            <p:cNvSpPr>
              <a:spLocks noEditPoints="1"/>
            </p:cNvSpPr>
            <p:nvPr/>
          </p:nvSpPr>
          <p:spPr bwMode="auto">
            <a:xfrm>
              <a:off x="4849813" y="2976563"/>
              <a:ext cx="368300" cy="485775"/>
            </a:xfrm>
            <a:custGeom>
              <a:avLst/>
              <a:gdLst>
                <a:gd name="T0" fmla="*/ 787 w 1630"/>
                <a:gd name="T1" fmla="*/ 1884 h 2136"/>
                <a:gd name="T2" fmla="*/ 765 w 1630"/>
                <a:gd name="T3" fmla="*/ 1887 h 2136"/>
                <a:gd name="T4" fmla="*/ 745 w 1630"/>
                <a:gd name="T5" fmla="*/ 1895 h 2136"/>
                <a:gd name="T6" fmla="*/ 728 w 1630"/>
                <a:gd name="T7" fmla="*/ 1908 h 2136"/>
                <a:gd name="T8" fmla="*/ 714 w 1630"/>
                <a:gd name="T9" fmla="*/ 1925 h 2136"/>
                <a:gd name="T10" fmla="*/ 706 w 1630"/>
                <a:gd name="T11" fmla="*/ 1945 h 2136"/>
                <a:gd name="T12" fmla="*/ 702 w 1630"/>
                <a:gd name="T13" fmla="*/ 1968 h 2136"/>
                <a:gd name="T14" fmla="*/ 706 w 1630"/>
                <a:gd name="T15" fmla="*/ 1990 h 2136"/>
                <a:gd name="T16" fmla="*/ 714 w 1630"/>
                <a:gd name="T17" fmla="*/ 2010 h 2136"/>
                <a:gd name="T18" fmla="*/ 728 w 1630"/>
                <a:gd name="T19" fmla="*/ 2027 h 2136"/>
                <a:gd name="T20" fmla="*/ 745 w 1630"/>
                <a:gd name="T21" fmla="*/ 2041 h 2136"/>
                <a:gd name="T22" fmla="*/ 765 w 1630"/>
                <a:gd name="T23" fmla="*/ 2049 h 2136"/>
                <a:gd name="T24" fmla="*/ 787 w 1630"/>
                <a:gd name="T25" fmla="*/ 2051 h 2136"/>
                <a:gd name="T26" fmla="*/ 809 w 1630"/>
                <a:gd name="T27" fmla="*/ 2049 h 2136"/>
                <a:gd name="T28" fmla="*/ 829 w 1630"/>
                <a:gd name="T29" fmla="*/ 2041 h 2136"/>
                <a:gd name="T30" fmla="*/ 846 w 1630"/>
                <a:gd name="T31" fmla="*/ 2027 h 2136"/>
                <a:gd name="T32" fmla="*/ 860 w 1630"/>
                <a:gd name="T33" fmla="*/ 2010 h 2136"/>
                <a:gd name="T34" fmla="*/ 868 w 1630"/>
                <a:gd name="T35" fmla="*/ 1990 h 2136"/>
                <a:gd name="T36" fmla="*/ 872 w 1630"/>
                <a:gd name="T37" fmla="*/ 1968 h 2136"/>
                <a:gd name="T38" fmla="*/ 868 w 1630"/>
                <a:gd name="T39" fmla="*/ 1945 h 2136"/>
                <a:gd name="T40" fmla="*/ 860 w 1630"/>
                <a:gd name="T41" fmla="*/ 1925 h 2136"/>
                <a:gd name="T42" fmla="*/ 846 w 1630"/>
                <a:gd name="T43" fmla="*/ 1908 h 2136"/>
                <a:gd name="T44" fmla="*/ 829 w 1630"/>
                <a:gd name="T45" fmla="*/ 1895 h 2136"/>
                <a:gd name="T46" fmla="*/ 809 w 1630"/>
                <a:gd name="T47" fmla="*/ 1887 h 2136"/>
                <a:gd name="T48" fmla="*/ 787 w 1630"/>
                <a:gd name="T49" fmla="*/ 1884 h 2136"/>
                <a:gd name="T50" fmla="*/ 112 w 1630"/>
                <a:gd name="T51" fmla="*/ 168 h 2136"/>
                <a:gd name="T52" fmla="*/ 112 w 1630"/>
                <a:gd name="T53" fmla="*/ 1799 h 2136"/>
                <a:gd name="T54" fmla="*/ 1518 w 1630"/>
                <a:gd name="T55" fmla="*/ 1799 h 2136"/>
                <a:gd name="T56" fmla="*/ 1518 w 1630"/>
                <a:gd name="T57" fmla="*/ 168 h 2136"/>
                <a:gd name="T58" fmla="*/ 112 w 1630"/>
                <a:gd name="T59" fmla="*/ 168 h 2136"/>
                <a:gd name="T60" fmla="*/ 112 w 1630"/>
                <a:gd name="T61" fmla="*/ 0 h 2136"/>
                <a:gd name="T62" fmla="*/ 1518 w 1630"/>
                <a:gd name="T63" fmla="*/ 0 h 2136"/>
                <a:gd name="T64" fmla="*/ 1543 w 1630"/>
                <a:gd name="T65" fmla="*/ 3 h 2136"/>
                <a:gd name="T66" fmla="*/ 1568 w 1630"/>
                <a:gd name="T67" fmla="*/ 12 h 2136"/>
                <a:gd name="T68" fmla="*/ 1589 w 1630"/>
                <a:gd name="T69" fmla="*/ 24 h 2136"/>
                <a:gd name="T70" fmla="*/ 1606 w 1630"/>
                <a:gd name="T71" fmla="*/ 42 h 2136"/>
                <a:gd name="T72" fmla="*/ 1619 w 1630"/>
                <a:gd name="T73" fmla="*/ 62 h 2136"/>
                <a:gd name="T74" fmla="*/ 1628 w 1630"/>
                <a:gd name="T75" fmla="*/ 87 h 2136"/>
                <a:gd name="T76" fmla="*/ 1630 w 1630"/>
                <a:gd name="T77" fmla="*/ 112 h 2136"/>
                <a:gd name="T78" fmla="*/ 1630 w 1630"/>
                <a:gd name="T79" fmla="*/ 2024 h 2136"/>
                <a:gd name="T80" fmla="*/ 1628 w 1630"/>
                <a:gd name="T81" fmla="*/ 2049 h 2136"/>
                <a:gd name="T82" fmla="*/ 1619 w 1630"/>
                <a:gd name="T83" fmla="*/ 2074 h 2136"/>
                <a:gd name="T84" fmla="*/ 1606 w 1630"/>
                <a:gd name="T85" fmla="*/ 2094 h 2136"/>
                <a:gd name="T86" fmla="*/ 1589 w 1630"/>
                <a:gd name="T87" fmla="*/ 2112 h 2136"/>
                <a:gd name="T88" fmla="*/ 1568 w 1630"/>
                <a:gd name="T89" fmla="*/ 2124 h 2136"/>
                <a:gd name="T90" fmla="*/ 1543 w 1630"/>
                <a:gd name="T91" fmla="*/ 2133 h 2136"/>
                <a:gd name="T92" fmla="*/ 1518 w 1630"/>
                <a:gd name="T93" fmla="*/ 2136 h 2136"/>
                <a:gd name="T94" fmla="*/ 112 w 1630"/>
                <a:gd name="T95" fmla="*/ 2136 h 2136"/>
                <a:gd name="T96" fmla="*/ 87 w 1630"/>
                <a:gd name="T97" fmla="*/ 2133 h 2136"/>
                <a:gd name="T98" fmla="*/ 62 w 1630"/>
                <a:gd name="T99" fmla="*/ 2124 h 2136"/>
                <a:gd name="T100" fmla="*/ 42 w 1630"/>
                <a:gd name="T101" fmla="*/ 2112 h 2136"/>
                <a:gd name="T102" fmla="*/ 24 w 1630"/>
                <a:gd name="T103" fmla="*/ 2094 h 2136"/>
                <a:gd name="T104" fmla="*/ 12 w 1630"/>
                <a:gd name="T105" fmla="*/ 2074 h 2136"/>
                <a:gd name="T106" fmla="*/ 3 w 1630"/>
                <a:gd name="T107" fmla="*/ 2049 h 2136"/>
                <a:gd name="T108" fmla="*/ 0 w 1630"/>
                <a:gd name="T109" fmla="*/ 2024 h 2136"/>
                <a:gd name="T110" fmla="*/ 0 w 1630"/>
                <a:gd name="T111" fmla="*/ 112 h 2136"/>
                <a:gd name="T112" fmla="*/ 3 w 1630"/>
                <a:gd name="T113" fmla="*/ 87 h 2136"/>
                <a:gd name="T114" fmla="*/ 12 w 1630"/>
                <a:gd name="T115" fmla="*/ 62 h 2136"/>
                <a:gd name="T116" fmla="*/ 24 w 1630"/>
                <a:gd name="T117" fmla="*/ 42 h 2136"/>
                <a:gd name="T118" fmla="*/ 42 w 1630"/>
                <a:gd name="T119" fmla="*/ 24 h 2136"/>
                <a:gd name="T120" fmla="*/ 62 w 1630"/>
                <a:gd name="T121" fmla="*/ 12 h 2136"/>
                <a:gd name="T122" fmla="*/ 87 w 1630"/>
                <a:gd name="T123" fmla="*/ 3 h 2136"/>
                <a:gd name="T124" fmla="*/ 112 w 1630"/>
                <a:gd name="T125" fmla="*/ 0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30" h="2136">
                  <a:moveTo>
                    <a:pt x="787" y="1884"/>
                  </a:moveTo>
                  <a:lnTo>
                    <a:pt x="765" y="1887"/>
                  </a:lnTo>
                  <a:lnTo>
                    <a:pt x="745" y="1895"/>
                  </a:lnTo>
                  <a:lnTo>
                    <a:pt x="728" y="1908"/>
                  </a:lnTo>
                  <a:lnTo>
                    <a:pt x="714" y="1925"/>
                  </a:lnTo>
                  <a:lnTo>
                    <a:pt x="706" y="1945"/>
                  </a:lnTo>
                  <a:lnTo>
                    <a:pt x="702" y="1968"/>
                  </a:lnTo>
                  <a:lnTo>
                    <a:pt x="706" y="1990"/>
                  </a:lnTo>
                  <a:lnTo>
                    <a:pt x="714" y="2010"/>
                  </a:lnTo>
                  <a:lnTo>
                    <a:pt x="728" y="2027"/>
                  </a:lnTo>
                  <a:lnTo>
                    <a:pt x="745" y="2041"/>
                  </a:lnTo>
                  <a:lnTo>
                    <a:pt x="765" y="2049"/>
                  </a:lnTo>
                  <a:lnTo>
                    <a:pt x="787" y="2051"/>
                  </a:lnTo>
                  <a:lnTo>
                    <a:pt x="809" y="2049"/>
                  </a:lnTo>
                  <a:lnTo>
                    <a:pt x="829" y="2041"/>
                  </a:lnTo>
                  <a:lnTo>
                    <a:pt x="846" y="2027"/>
                  </a:lnTo>
                  <a:lnTo>
                    <a:pt x="860" y="2010"/>
                  </a:lnTo>
                  <a:lnTo>
                    <a:pt x="868" y="1990"/>
                  </a:lnTo>
                  <a:lnTo>
                    <a:pt x="872" y="1968"/>
                  </a:lnTo>
                  <a:lnTo>
                    <a:pt x="868" y="1945"/>
                  </a:lnTo>
                  <a:lnTo>
                    <a:pt x="860" y="1925"/>
                  </a:lnTo>
                  <a:lnTo>
                    <a:pt x="846" y="1908"/>
                  </a:lnTo>
                  <a:lnTo>
                    <a:pt x="829" y="1895"/>
                  </a:lnTo>
                  <a:lnTo>
                    <a:pt x="809" y="1887"/>
                  </a:lnTo>
                  <a:lnTo>
                    <a:pt x="787" y="1884"/>
                  </a:lnTo>
                  <a:close/>
                  <a:moveTo>
                    <a:pt x="112" y="168"/>
                  </a:moveTo>
                  <a:lnTo>
                    <a:pt x="112" y="1799"/>
                  </a:lnTo>
                  <a:lnTo>
                    <a:pt x="1518" y="1799"/>
                  </a:lnTo>
                  <a:lnTo>
                    <a:pt x="1518" y="168"/>
                  </a:lnTo>
                  <a:lnTo>
                    <a:pt x="112" y="168"/>
                  </a:lnTo>
                  <a:close/>
                  <a:moveTo>
                    <a:pt x="112" y="0"/>
                  </a:moveTo>
                  <a:lnTo>
                    <a:pt x="1518" y="0"/>
                  </a:lnTo>
                  <a:lnTo>
                    <a:pt x="1543" y="3"/>
                  </a:lnTo>
                  <a:lnTo>
                    <a:pt x="1568" y="12"/>
                  </a:lnTo>
                  <a:lnTo>
                    <a:pt x="1589" y="24"/>
                  </a:lnTo>
                  <a:lnTo>
                    <a:pt x="1606" y="42"/>
                  </a:lnTo>
                  <a:lnTo>
                    <a:pt x="1619" y="62"/>
                  </a:lnTo>
                  <a:lnTo>
                    <a:pt x="1628" y="87"/>
                  </a:lnTo>
                  <a:lnTo>
                    <a:pt x="1630" y="112"/>
                  </a:lnTo>
                  <a:lnTo>
                    <a:pt x="1630" y="2024"/>
                  </a:lnTo>
                  <a:lnTo>
                    <a:pt x="1628" y="2049"/>
                  </a:lnTo>
                  <a:lnTo>
                    <a:pt x="1619" y="2074"/>
                  </a:lnTo>
                  <a:lnTo>
                    <a:pt x="1606" y="2094"/>
                  </a:lnTo>
                  <a:lnTo>
                    <a:pt x="1589" y="2112"/>
                  </a:lnTo>
                  <a:lnTo>
                    <a:pt x="1568" y="2124"/>
                  </a:lnTo>
                  <a:lnTo>
                    <a:pt x="1543" y="2133"/>
                  </a:lnTo>
                  <a:lnTo>
                    <a:pt x="1518" y="2136"/>
                  </a:lnTo>
                  <a:lnTo>
                    <a:pt x="112" y="2136"/>
                  </a:lnTo>
                  <a:lnTo>
                    <a:pt x="87" y="2133"/>
                  </a:lnTo>
                  <a:lnTo>
                    <a:pt x="62" y="2124"/>
                  </a:lnTo>
                  <a:lnTo>
                    <a:pt x="42" y="2112"/>
                  </a:lnTo>
                  <a:lnTo>
                    <a:pt x="24" y="2094"/>
                  </a:lnTo>
                  <a:lnTo>
                    <a:pt x="12" y="2074"/>
                  </a:lnTo>
                  <a:lnTo>
                    <a:pt x="3" y="2049"/>
                  </a:lnTo>
                  <a:lnTo>
                    <a:pt x="0" y="2024"/>
                  </a:lnTo>
                  <a:lnTo>
                    <a:pt x="0" y="112"/>
                  </a:lnTo>
                  <a:lnTo>
                    <a:pt x="3" y="87"/>
                  </a:lnTo>
                  <a:lnTo>
                    <a:pt x="12" y="62"/>
                  </a:lnTo>
                  <a:lnTo>
                    <a:pt x="24" y="42"/>
                  </a:lnTo>
                  <a:lnTo>
                    <a:pt x="42" y="24"/>
                  </a:lnTo>
                  <a:lnTo>
                    <a:pt x="62" y="12"/>
                  </a:lnTo>
                  <a:lnTo>
                    <a:pt x="87" y="3"/>
                  </a:lnTo>
                  <a:lnTo>
                    <a:pt x="112"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60" name="Rectangle 93"/>
            <p:cNvSpPr>
              <a:spLocks noChangeArrowheads="1"/>
            </p:cNvSpPr>
            <p:nvPr/>
          </p:nvSpPr>
          <p:spPr bwMode="auto">
            <a:xfrm>
              <a:off x="4900613" y="3041651"/>
              <a:ext cx="266700" cy="317500"/>
            </a:xfrm>
            <a:prstGeom prst="rect">
              <a:avLst/>
            </a:prstGeom>
            <a:solidFill>
              <a:srgbClr val="7FD9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61" name="Freeform 94"/>
            <p:cNvSpPr>
              <a:spLocks/>
            </p:cNvSpPr>
            <p:nvPr/>
          </p:nvSpPr>
          <p:spPr bwMode="auto">
            <a:xfrm>
              <a:off x="4900613" y="3041651"/>
              <a:ext cx="266700" cy="317500"/>
            </a:xfrm>
            <a:custGeom>
              <a:avLst/>
              <a:gdLst>
                <a:gd name="T0" fmla="*/ 1180 w 1180"/>
                <a:gd name="T1" fmla="*/ 1405 h 1405"/>
                <a:gd name="T2" fmla="*/ 13 w 1180"/>
                <a:gd name="T3" fmla="*/ 93 h 1405"/>
                <a:gd name="T4" fmla="*/ 33 w 1180"/>
                <a:gd name="T5" fmla="*/ 134 h 1405"/>
                <a:gd name="T6" fmla="*/ 64 w 1180"/>
                <a:gd name="T7" fmla="*/ 174 h 1405"/>
                <a:gd name="T8" fmla="*/ 96 w 1180"/>
                <a:gd name="T9" fmla="*/ 202 h 1405"/>
                <a:gd name="T10" fmla="*/ 141 w 1180"/>
                <a:gd name="T11" fmla="*/ 232 h 1405"/>
                <a:gd name="T12" fmla="*/ 164 w 1180"/>
                <a:gd name="T13" fmla="*/ 281 h 1405"/>
                <a:gd name="T14" fmla="*/ 173 w 1180"/>
                <a:gd name="T15" fmla="*/ 319 h 1405"/>
                <a:gd name="T16" fmla="*/ 184 w 1180"/>
                <a:gd name="T17" fmla="*/ 352 h 1405"/>
                <a:gd name="T18" fmla="*/ 186 w 1180"/>
                <a:gd name="T19" fmla="*/ 417 h 1405"/>
                <a:gd name="T20" fmla="*/ 187 w 1180"/>
                <a:gd name="T21" fmla="*/ 471 h 1405"/>
                <a:gd name="T22" fmla="*/ 221 w 1180"/>
                <a:gd name="T23" fmla="*/ 526 h 1405"/>
                <a:gd name="T24" fmla="*/ 244 w 1180"/>
                <a:gd name="T25" fmla="*/ 556 h 1405"/>
                <a:gd name="T26" fmla="*/ 275 w 1180"/>
                <a:gd name="T27" fmla="*/ 578 h 1405"/>
                <a:gd name="T28" fmla="*/ 330 w 1180"/>
                <a:gd name="T29" fmla="*/ 634 h 1405"/>
                <a:gd name="T30" fmla="*/ 380 w 1180"/>
                <a:gd name="T31" fmla="*/ 713 h 1405"/>
                <a:gd name="T32" fmla="*/ 411 w 1180"/>
                <a:gd name="T33" fmla="*/ 791 h 1405"/>
                <a:gd name="T34" fmla="*/ 416 w 1180"/>
                <a:gd name="T35" fmla="*/ 863 h 1405"/>
                <a:gd name="T36" fmla="*/ 413 w 1180"/>
                <a:gd name="T37" fmla="*/ 922 h 1405"/>
                <a:gd name="T38" fmla="*/ 414 w 1180"/>
                <a:gd name="T39" fmla="*/ 968 h 1405"/>
                <a:gd name="T40" fmla="*/ 460 w 1180"/>
                <a:gd name="T41" fmla="*/ 1011 h 1405"/>
                <a:gd name="T42" fmla="*/ 497 w 1180"/>
                <a:gd name="T43" fmla="*/ 1051 h 1405"/>
                <a:gd name="T44" fmla="*/ 541 w 1180"/>
                <a:gd name="T45" fmla="*/ 1086 h 1405"/>
                <a:gd name="T46" fmla="*/ 574 w 1180"/>
                <a:gd name="T47" fmla="*/ 1091 h 1405"/>
                <a:gd name="T48" fmla="*/ 604 w 1180"/>
                <a:gd name="T49" fmla="*/ 1055 h 1405"/>
                <a:gd name="T50" fmla="*/ 635 w 1180"/>
                <a:gd name="T51" fmla="*/ 996 h 1405"/>
                <a:gd name="T52" fmla="*/ 652 w 1180"/>
                <a:gd name="T53" fmla="*/ 931 h 1405"/>
                <a:gd name="T54" fmla="*/ 675 w 1180"/>
                <a:gd name="T55" fmla="*/ 879 h 1405"/>
                <a:gd name="T56" fmla="*/ 729 w 1180"/>
                <a:gd name="T57" fmla="*/ 827 h 1405"/>
                <a:gd name="T58" fmla="*/ 791 w 1180"/>
                <a:gd name="T59" fmla="*/ 782 h 1405"/>
                <a:gd name="T60" fmla="*/ 825 w 1180"/>
                <a:gd name="T61" fmla="*/ 763 h 1405"/>
                <a:gd name="T62" fmla="*/ 863 w 1180"/>
                <a:gd name="T63" fmla="*/ 755 h 1405"/>
                <a:gd name="T64" fmla="*/ 935 w 1180"/>
                <a:gd name="T65" fmla="*/ 750 h 1405"/>
                <a:gd name="T66" fmla="*/ 1026 w 1180"/>
                <a:gd name="T67" fmla="*/ 745 h 1405"/>
                <a:gd name="T68" fmla="*/ 1068 w 1180"/>
                <a:gd name="T69" fmla="*/ 743 h 1405"/>
                <a:gd name="T70" fmla="*/ 1082 w 1180"/>
                <a:gd name="T71" fmla="*/ 731 h 1405"/>
                <a:gd name="T72" fmla="*/ 1105 w 1180"/>
                <a:gd name="T73" fmla="*/ 705 h 1405"/>
                <a:gd name="T74" fmla="*/ 1123 w 1180"/>
                <a:gd name="T75" fmla="*/ 648 h 1405"/>
                <a:gd name="T76" fmla="*/ 1121 w 1180"/>
                <a:gd name="T77" fmla="*/ 635 h 1405"/>
                <a:gd name="T78" fmla="*/ 1107 w 1180"/>
                <a:gd name="T79" fmla="*/ 627 h 1405"/>
                <a:gd name="T80" fmla="*/ 1044 w 1180"/>
                <a:gd name="T81" fmla="*/ 613 h 1405"/>
                <a:gd name="T82" fmla="*/ 930 w 1180"/>
                <a:gd name="T83" fmla="*/ 564 h 1405"/>
                <a:gd name="T84" fmla="*/ 878 w 1180"/>
                <a:gd name="T85" fmla="*/ 529 h 1405"/>
                <a:gd name="T86" fmla="*/ 860 w 1180"/>
                <a:gd name="T87" fmla="*/ 487 h 1405"/>
                <a:gd name="T88" fmla="*/ 876 w 1180"/>
                <a:gd name="T89" fmla="*/ 428 h 1405"/>
                <a:gd name="T90" fmla="*/ 898 w 1180"/>
                <a:gd name="T91" fmla="*/ 375 h 1405"/>
                <a:gd name="T92" fmla="*/ 876 w 1180"/>
                <a:gd name="T93" fmla="*/ 341 h 1405"/>
                <a:gd name="T94" fmla="*/ 843 w 1180"/>
                <a:gd name="T95" fmla="*/ 321 h 1405"/>
                <a:gd name="T96" fmla="*/ 812 w 1180"/>
                <a:gd name="T97" fmla="*/ 321 h 1405"/>
                <a:gd name="T98" fmla="*/ 745 w 1180"/>
                <a:gd name="T99" fmla="*/ 300 h 1405"/>
                <a:gd name="T100" fmla="*/ 673 w 1180"/>
                <a:gd name="T101" fmla="*/ 264 h 1405"/>
                <a:gd name="T102" fmla="*/ 625 w 1180"/>
                <a:gd name="T103" fmla="*/ 225 h 1405"/>
                <a:gd name="T104" fmla="*/ 614 w 1180"/>
                <a:gd name="T105" fmla="*/ 195 h 1405"/>
                <a:gd name="T106" fmla="*/ 606 w 1180"/>
                <a:gd name="T107" fmla="*/ 139 h 1405"/>
                <a:gd name="T108" fmla="*/ 603 w 1180"/>
                <a:gd name="T109" fmla="*/ 43 h 1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80" h="1405">
                  <a:moveTo>
                    <a:pt x="603" y="0"/>
                  </a:moveTo>
                  <a:lnTo>
                    <a:pt x="1180" y="0"/>
                  </a:lnTo>
                  <a:lnTo>
                    <a:pt x="1180" y="1405"/>
                  </a:lnTo>
                  <a:lnTo>
                    <a:pt x="0" y="1405"/>
                  </a:lnTo>
                  <a:lnTo>
                    <a:pt x="0" y="77"/>
                  </a:lnTo>
                  <a:lnTo>
                    <a:pt x="13" y="93"/>
                  </a:lnTo>
                  <a:lnTo>
                    <a:pt x="22" y="108"/>
                  </a:lnTo>
                  <a:lnTo>
                    <a:pt x="26" y="124"/>
                  </a:lnTo>
                  <a:lnTo>
                    <a:pt x="33" y="134"/>
                  </a:lnTo>
                  <a:lnTo>
                    <a:pt x="41" y="147"/>
                  </a:lnTo>
                  <a:lnTo>
                    <a:pt x="53" y="161"/>
                  </a:lnTo>
                  <a:lnTo>
                    <a:pt x="64" y="174"/>
                  </a:lnTo>
                  <a:lnTo>
                    <a:pt x="77" y="186"/>
                  </a:lnTo>
                  <a:lnTo>
                    <a:pt x="88" y="196"/>
                  </a:lnTo>
                  <a:lnTo>
                    <a:pt x="96" y="202"/>
                  </a:lnTo>
                  <a:lnTo>
                    <a:pt x="114" y="208"/>
                  </a:lnTo>
                  <a:lnTo>
                    <a:pt x="129" y="219"/>
                  </a:lnTo>
                  <a:lnTo>
                    <a:pt x="141" y="232"/>
                  </a:lnTo>
                  <a:lnTo>
                    <a:pt x="150" y="247"/>
                  </a:lnTo>
                  <a:lnTo>
                    <a:pt x="157" y="264"/>
                  </a:lnTo>
                  <a:lnTo>
                    <a:pt x="164" y="281"/>
                  </a:lnTo>
                  <a:lnTo>
                    <a:pt x="168" y="297"/>
                  </a:lnTo>
                  <a:lnTo>
                    <a:pt x="172" y="312"/>
                  </a:lnTo>
                  <a:lnTo>
                    <a:pt x="173" y="319"/>
                  </a:lnTo>
                  <a:lnTo>
                    <a:pt x="175" y="325"/>
                  </a:lnTo>
                  <a:lnTo>
                    <a:pt x="181" y="338"/>
                  </a:lnTo>
                  <a:lnTo>
                    <a:pt x="184" y="352"/>
                  </a:lnTo>
                  <a:lnTo>
                    <a:pt x="186" y="369"/>
                  </a:lnTo>
                  <a:lnTo>
                    <a:pt x="186" y="391"/>
                  </a:lnTo>
                  <a:lnTo>
                    <a:pt x="186" y="417"/>
                  </a:lnTo>
                  <a:lnTo>
                    <a:pt x="186" y="434"/>
                  </a:lnTo>
                  <a:lnTo>
                    <a:pt x="186" y="452"/>
                  </a:lnTo>
                  <a:lnTo>
                    <a:pt x="187" y="471"/>
                  </a:lnTo>
                  <a:lnTo>
                    <a:pt x="187" y="487"/>
                  </a:lnTo>
                  <a:lnTo>
                    <a:pt x="204" y="504"/>
                  </a:lnTo>
                  <a:lnTo>
                    <a:pt x="221" y="526"/>
                  </a:lnTo>
                  <a:lnTo>
                    <a:pt x="227" y="535"/>
                  </a:lnTo>
                  <a:lnTo>
                    <a:pt x="236" y="545"/>
                  </a:lnTo>
                  <a:lnTo>
                    <a:pt x="244" y="556"/>
                  </a:lnTo>
                  <a:lnTo>
                    <a:pt x="251" y="564"/>
                  </a:lnTo>
                  <a:lnTo>
                    <a:pt x="258" y="568"/>
                  </a:lnTo>
                  <a:lnTo>
                    <a:pt x="275" y="578"/>
                  </a:lnTo>
                  <a:lnTo>
                    <a:pt x="293" y="592"/>
                  </a:lnTo>
                  <a:lnTo>
                    <a:pt x="311" y="611"/>
                  </a:lnTo>
                  <a:lnTo>
                    <a:pt x="330" y="634"/>
                  </a:lnTo>
                  <a:lnTo>
                    <a:pt x="348" y="659"/>
                  </a:lnTo>
                  <a:lnTo>
                    <a:pt x="364" y="686"/>
                  </a:lnTo>
                  <a:lnTo>
                    <a:pt x="380" y="713"/>
                  </a:lnTo>
                  <a:lnTo>
                    <a:pt x="393" y="742"/>
                  </a:lnTo>
                  <a:lnTo>
                    <a:pt x="404" y="768"/>
                  </a:lnTo>
                  <a:lnTo>
                    <a:pt x="411" y="791"/>
                  </a:lnTo>
                  <a:lnTo>
                    <a:pt x="415" y="812"/>
                  </a:lnTo>
                  <a:lnTo>
                    <a:pt x="416" y="837"/>
                  </a:lnTo>
                  <a:lnTo>
                    <a:pt x="416" y="863"/>
                  </a:lnTo>
                  <a:lnTo>
                    <a:pt x="415" y="891"/>
                  </a:lnTo>
                  <a:lnTo>
                    <a:pt x="414" y="905"/>
                  </a:lnTo>
                  <a:lnTo>
                    <a:pt x="413" y="922"/>
                  </a:lnTo>
                  <a:lnTo>
                    <a:pt x="413" y="940"/>
                  </a:lnTo>
                  <a:lnTo>
                    <a:pt x="414" y="955"/>
                  </a:lnTo>
                  <a:lnTo>
                    <a:pt x="414" y="968"/>
                  </a:lnTo>
                  <a:lnTo>
                    <a:pt x="428" y="979"/>
                  </a:lnTo>
                  <a:lnTo>
                    <a:pt x="443" y="994"/>
                  </a:lnTo>
                  <a:lnTo>
                    <a:pt x="460" y="1011"/>
                  </a:lnTo>
                  <a:lnTo>
                    <a:pt x="470" y="1024"/>
                  </a:lnTo>
                  <a:lnTo>
                    <a:pt x="483" y="1036"/>
                  </a:lnTo>
                  <a:lnTo>
                    <a:pt x="497" y="1051"/>
                  </a:lnTo>
                  <a:lnTo>
                    <a:pt x="511" y="1064"/>
                  </a:lnTo>
                  <a:lnTo>
                    <a:pt x="526" y="1076"/>
                  </a:lnTo>
                  <a:lnTo>
                    <a:pt x="541" y="1086"/>
                  </a:lnTo>
                  <a:lnTo>
                    <a:pt x="554" y="1092"/>
                  </a:lnTo>
                  <a:lnTo>
                    <a:pt x="566" y="1094"/>
                  </a:lnTo>
                  <a:lnTo>
                    <a:pt x="574" y="1091"/>
                  </a:lnTo>
                  <a:lnTo>
                    <a:pt x="583" y="1084"/>
                  </a:lnTo>
                  <a:lnTo>
                    <a:pt x="593" y="1071"/>
                  </a:lnTo>
                  <a:lnTo>
                    <a:pt x="604" y="1055"/>
                  </a:lnTo>
                  <a:lnTo>
                    <a:pt x="615" y="1037"/>
                  </a:lnTo>
                  <a:lnTo>
                    <a:pt x="625" y="1017"/>
                  </a:lnTo>
                  <a:lnTo>
                    <a:pt x="635" y="996"/>
                  </a:lnTo>
                  <a:lnTo>
                    <a:pt x="643" y="974"/>
                  </a:lnTo>
                  <a:lnTo>
                    <a:pt x="649" y="952"/>
                  </a:lnTo>
                  <a:lnTo>
                    <a:pt x="652" y="931"/>
                  </a:lnTo>
                  <a:lnTo>
                    <a:pt x="654" y="915"/>
                  </a:lnTo>
                  <a:lnTo>
                    <a:pt x="662" y="897"/>
                  </a:lnTo>
                  <a:lnTo>
                    <a:pt x="675" y="879"/>
                  </a:lnTo>
                  <a:lnTo>
                    <a:pt x="690" y="861"/>
                  </a:lnTo>
                  <a:lnTo>
                    <a:pt x="709" y="844"/>
                  </a:lnTo>
                  <a:lnTo>
                    <a:pt x="729" y="827"/>
                  </a:lnTo>
                  <a:lnTo>
                    <a:pt x="750" y="810"/>
                  </a:lnTo>
                  <a:lnTo>
                    <a:pt x="771" y="795"/>
                  </a:lnTo>
                  <a:lnTo>
                    <a:pt x="791" y="782"/>
                  </a:lnTo>
                  <a:lnTo>
                    <a:pt x="810" y="770"/>
                  </a:lnTo>
                  <a:lnTo>
                    <a:pt x="817" y="766"/>
                  </a:lnTo>
                  <a:lnTo>
                    <a:pt x="825" y="763"/>
                  </a:lnTo>
                  <a:lnTo>
                    <a:pt x="835" y="761"/>
                  </a:lnTo>
                  <a:lnTo>
                    <a:pt x="847" y="758"/>
                  </a:lnTo>
                  <a:lnTo>
                    <a:pt x="863" y="755"/>
                  </a:lnTo>
                  <a:lnTo>
                    <a:pt x="882" y="754"/>
                  </a:lnTo>
                  <a:lnTo>
                    <a:pt x="906" y="752"/>
                  </a:lnTo>
                  <a:lnTo>
                    <a:pt x="935" y="750"/>
                  </a:lnTo>
                  <a:lnTo>
                    <a:pt x="969" y="748"/>
                  </a:lnTo>
                  <a:lnTo>
                    <a:pt x="1009" y="746"/>
                  </a:lnTo>
                  <a:lnTo>
                    <a:pt x="1026" y="745"/>
                  </a:lnTo>
                  <a:lnTo>
                    <a:pt x="1043" y="745"/>
                  </a:lnTo>
                  <a:lnTo>
                    <a:pt x="1057" y="744"/>
                  </a:lnTo>
                  <a:lnTo>
                    <a:pt x="1068" y="743"/>
                  </a:lnTo>
                  <a:lnTo>
                    <a:pt x="1072" y="741"/>
                  </a:lnTo>
                  <a:lnTo>
                    <a:pt x="1078" y="736"/>
                  </a:lnTo>
                  <a:lnTo>
                    <a:pt x="1082" y="731"/>
                  </a:lnTo>
                  <a:lnTo>
                    <a:pt x="1086" y="728"/>
                  </a:lnTo>
                  <a:lnTo>
                    <a:pt x="1097" y="716"/>
                  </a:lnTo>
                  <a:lnTo>
                    <a:pt x="1105" y="705"/>
                  </a:lnTo>
                  <a:lnTo>
                    <a:pt x="1114" y="687"/>
                  </a:lnTo>
                  <a:lnTo>
                    <a:pt x="1121" y="668"/>
                  </a:lnTo>
                  <a:lnTo>
                    <a:pt x="1123" y="648"/>
                  </a:lnTo>
                  <a:lnTo>
                    <a:pt x="1123" y="643"/>
                  </a:lnTo>
                  <a:lnTo>
                    <a:pt x="1122" y="639"/>
                  </a:lnTo>
                  <a:lnTo>
                    <a:pt x="1121" y="635"/>
                  </a:lnTo>
                  <a:lnTo>
                    <a:pt x="1119" y="632"/>
                  </a:lnTo>
                  <a:lnTo>
                    <a:pt x="1113" y="627"/>
                  </a:lnTo>
                  <a:lnTo>
                    <a:pt x="1107" y="627"/>
                  </a:lnTo>
                  <a:lnTo>
                    <a:pt x="1100" y="627"/>
                  </a:lnTo>
                  <a:lnTo>
                    <a:pt x="1083" y="624"/>
                  </a:lnTo>
                  <a:lnTo>
                    <a:pt x="1044" y="613"/>
                  </a:lnTo>
                  <a:lnTo>
                    <a:pt x="1000" y="597"/>
                  </a:lnTo>
                  <a:lnTo>
                    <a:pt x="958" y="579"/>
                  </a:lnTo>
                  <a:lnTo>
                    <a:pt x="930" y="564"/>
                  </a:lnTo>
                  <a:lnTo>
                    <a:pt x="901" y="547"/>
                  </a:lnTo>
                  <a:lnTo>
                    <a:pt x="889" y="539"/>
                  </a:lnTo>
                  <a:lnTo>
                    <a:pt x="878" y="529"/>
                  </a:lnTo>
                  <a:lnTo>
                    <a:pt x="868" y="518"/>
                  </a:lnTo>
                  <a:lnTo>
                    <a:pt x="862" y="503"/>
                  </a:lnTo>
                  <a:lnTo>
                    <a:pt x="860" y="487"/>
                  </a:lnTo>
                  <a:lnTo>
                    <a:pt x="862" y="470"/>
                  </a:lnTo>
                  <a:lnTo>
                    <a:pt x="867" y="450"/>
                  </a:lnTo>
                  <a:lnTo>
                    <a:pt x="876" y="428"/>
                  </a:lnTo>
                  <a:lnTo>
                    <a:pt x="886" y="402"/>
                  </a:lnTo>
                  <a:lnTo>
                    <a:pt x="893" y="389"/>
                  </a:lnTo>
                  <a:lnTo>
                    <a:pt x="898" y="375"/>
                  </a:lnTo>
                  <a:lnTo>
                    <a:pt x="904" y="360"/>
                  </a:lnTo>
                  <a:lnTo>
                    <a:pt x="885" y="348"/>
                  </a:lnTo>
                  <a:lnTo>
                    <a:pt x="876" y="341"/>
                  </a:lnTo>
                  <a:lnTo>
                    <a:pt x="864" y="334"/>
                  </a:lnTo>
                  <a:lnTo>
                    <a:pt x="853" y="326"/>
                  </a:lnTo>
                  <a:lnTo>
                    <a:pt x="843" y="321"/>
                  </a:lnTo>
                  <a:lnTo>
                    <a:pt x="837" y="322"/>
                  </a:lnTo>
                  <a:lnTo>
                    <a:pt x="828" y="322"/>
                  </a:lnTo>
                  <a:lnTo>
                    <a:pt x="812" y="321"/>
                  </a:lnTo>
                  <a:lnTo>
                    <a:pt x="791" y="316"/>
                  </a:lnTo>
                  <a:lnTo>
                    <a:pt x="769" y="310"/>
                  </a:lnTo>
                  <a:lnTo>
                    <a:pt x="745" y="300"/>
                  </a:lnTo>
                  <a:lnTo>
                    <a:pt x="719" y="289"/>
                  </a:lnTo>
                  <a:lnTo>
                    <a:pt x="695" y="277"/>
                  </a:lnTo>
                  <a:lnTo>
                    <a:pt x="673" y="264"/>
                  </a:lnTo>
                  <a:lnTo>
                    <a:pt x="653" y="251"/>
                  </a:lnTo>
                  <a:lnTo>
                    <a:pt x="637" y="238"/>
                  </a:lnTo>
                  <a:lnTo>
                    <a:pt x="625" y="225"/>
                  </a:lnTo>
                  <a:lnTo>
                    <a:pt x="621" y="217"/>
                  </a:lnTo>
                  <a:lnTo>
                    <a:pt x="617" y="207"/>
                  </a:lnTo>
                  <a:lnTo>
                    <a:pt x="614" y="195"/>
                  </a:lnTo>
                  <a:lnTo>
                    <a:pt x="611" y="180"/>
                  </a:lnTo>
                  <a:lnTo>
                    <a:pt x="608" y="162"/>
                  </a:lnTo>
                  <a:lnTo>
                    <a:pt x="606" y="139"/>
                  </a:lnTo>
                  <a:lnTo>
                    <a:pt x="605" y="113"/>
                  </a:lnTo>
                  <a:lnTo>
                    <a:pt x="604" y="81"/>
                  </a:lnTo>
                  <a:lnTo>
                    <a:pt x="603" y="43"/>
                  </a:lnTo>
                  <a:lnTo>
                    <a:pt x="603"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62" name="Freeform 95"/>
            <p:cNvSpPr>
              <a:spLocks/>
            </p:cNvSpPr>
            <p:nvPr/>
          </p:nvSpPr>
          <p:spPr bwMode="auto">
            <a:xfrm>
              <a:off x="4900613" y="3041651"/>
              <a:ext cx="266700" cy="317500"/>
            </a:xfrm>
            <a:custGeom>
              <a:avLst/>
              <a:gdLst>
                <a:gd name="T0" fmla="*/ 1180 w 1180"/>
                <a:gd name="T1" fmla="*/ 1405 h 1405"/>
                <a:gd name="T2" fmla="*/ 13 w 1180"/>
                <a:gd name="T3" fmla="*/ 192 h 1405"/>
                <a:gd name="T4" fmla="*/ 56 w 1180"/>
                <a:gd name="T5" fmla="*/ 237 h 1405"/>
                <a:gd name="T6" fmla="*/ 93 w 1180"/>
                <a:gd name="T7" fmla="*/ 256 h 1405"/>
                <a:gd name="T8" fmla="*/ 114 w 1180"/>
                <a:gd name="T9" fmla="*/ 292 h 1405"/>
                <a:gd name="T10" fmla="*/ 125 w 1180"/>
                <a:gd name="T11" fmla="*/ 335 h 1405"/>
                <a:gd name="T12" fmla="*/ 133 w 1180"/>
                <a:gd name="T13" fmla="*/ 357 h 1405"/>
                <a:gd name="T14" fmla="*/ 135 w 1180"/>
                <a:gd name="T15" fmla="*/ 398 h 1405"/>
                <a:gd name="T16" fmla="*/ 135 w 1180"/>
                <a:gd name="T17" fmla="*/ 456 h 1405"/>
                <a:gd name="T18" fmla="*/ 138 w 1180"/>
                <a:gd name="T19" fmla="*/ 505 h 1405"/>
                <a:gd name="T20" fmla="*/ 154 w 1180"/>
                <a:gd name="T21" fmla="*/ 526 h 1405"/>
                <a:gd name="T22" fmla="*/ 187 w 1180"/>
                <a:gd name="T23" fmla="*/ 566 h 1405"/>
                <a:gd name="T24" fmla="*/ 226 w 1180"/>
                <a:gd name="T25" fmla="*/ 610 h 1405"/>
                <a:gd name="T26" fmla="*/ 263 w 1180"/>
                <a:gd name="T27" fmla="*/ 634 h 1405"/>
                <a:gd name="T28" fmla="*/ 305 w 1180"/>
                <a:gd name="T29" fmla="*/ 689 h 1405"/>
                <a:gd name="T30" fmla="*/ 344 w 1180"/>
                <a:gd name="T31" fmla="*/ 757 h 1405"/>
                <a:gd name="T32" fmla="*/ 364 w 1180"/>
                <a:gd name="T33" fmla="*/ 818 h 1405"/>
                <a:gd name="T34" fmla="*/ 364 w 1180"/>
                <a:gd name="T35" fmla="*/ 875 h 1405"/>
                <a:gd name="T36" fmla="*/ 362 w 1180"/>
                <a:gd name="T37" fmla="*/ 939 h 1405"/>
                <a:gd name="T38" fmla="*/ 368 w 1180"/>
                <a:gd name="T39" fmla="*/ 990 h 1405"/>
                <a:gd name="T40" fmla="*/ 388 w 1180"/>
                <a:gd name="T41" fmla="*/ 1012 h 1405"/>
                <a:gd name="T42" fmla="*/ 425 w 1180"/>
                <a:gd name="T43" fmla="*/ 1050 h 1405"/>
                <a:gd name="T44" fmla="*/ 475 w 1180"/>
                <a:gd name="T45" fmla="*/ 1101 h 1405"/>
                <a:gd name="T46" fmla="*/ 533 w 1180"/>
                <a:gd name="T47" fmla="*/ 1139 h 1405"/>
                <a:gd name="T48" fmla="*/ 593 w 1180"/>
                <a:gd name="T49" fmla="*/ 1140 h 1405"/>
                <a:gd name="T50" fmla="*/ 642 w 1180"/>
                <a:gd name="T51" fmla="*/ 1093 h 1405"/>
                <a:gd name="T52" fmla="*/ 678 w 1180"/>
                <a:gd name="T53" fmla="*/ 1023 h 1405"/>
                <a:gd name="T54" fmla="*/ 698 w 1180"/>
                <a:gd name="T55" fmla="*/ 957 h 1405"/>
                <a:gd name="T56" fmla="*/ 706 w 1180"/>
                <a:gd name="T57" fmla="*/ 923 h 1405"/>
                <a:gd name="T58" fmla="*/ 738 w 1180"/>
                <a:gd name="T59" fmla="*/ 887 h 1405"/>
                <a:gd name="T60" fmla="*/ 788 w 1180"/>
                <a:gd name="T61" fmla="*/ 847 h 1405"/>
                <a:gd name="T62" fmla="*/ 829 w 1180"/>
                <a:gd name="T63" fmla="*/ 819 h 1405"/>
                <a:gd name="T64" fmla="*/ 857 w 1180"/>
                <a:gd name="T65" fmla="*/ 807 h 1405"/>
                <a:gd name="T66" fmla="*/ 951 w 1180"/>
                <a:gd name="T67" fmla="*/ 800 h 1405"/>
                <a:gd name="T68" fmla="*/ 1079 w 1180"/>
                <a:gd name="T69" fmla="*/ 793 h 1405"/>
                <a:gd name="T70" fmla="*/ 1119 w 1180"/>
                <a:gd name="T71" fmla="*/ 767 h 1405"/>
                <a:gd name="T72" fmla="*/ 1164 w 1180"/>
                <a:gd name="T73" fmla="*/ 700 h 1405"/>
                <a:gd name="T74" fmla="*/ 1174 w 1180"/>
                <a:gd name="T75" fmla="*/ 623 h 1405"/>
                <a:gd name="T76" fmla="*/ 1153 w 1180"/>
                <a:gd name="T77" fmla="*/ 588 h 1405"/>
                <a:gd name="T78" fmla="*/ 1112 w 1180"/>
                <a:gd name="T79" fmla="*/ 577 h 1405"/>
                <a:gd name="T80" fmla="*/ 1046 w 1180"/>
                <a:gd name="T81" fmla="*/ 560 h 1405"/>
                <a:gd name="T82" fmla="*/ 943 w 1180"/>
                <a:gd name="T83" fmla="*/ 513 h 1405"/>
                <a:gd name="T84" fmla="*/ 918 w 1180"/>
                <a:gd name="T85" fmla="*/ 498 h 1405"/>
                <a:gd name="T86" fmla="*/ 913 w 1180"/>
                <a:gd name="T87" fmla="*/ 476 h 1405"/>
                <a:gd name="T88" fmla="*/ 929 w 1180"/>
                <a:gd name="T89" fmla="*/ 433 h 1405"/>
                <a:gd name="T90" fmla="*/ 950 w 1180"/>
                <a:gd name="T91" fmla="*/ 383 h 1405"/>
                <a:gd name="T92" fmla="*/ 961 w 1180"/>
                <a:gd name="T93" fmla="*/ 343 h 1405"/>
                <a:gd name="T94" fmla="*/ 948 w 1180"/>
                <a:gd name="T95" fmla="*/ 327 h 1405"/>
                <a:gd name="T96" fmla="*/ 910 w 1180"/>
                <a:gd name="T97" fmla="*/ 302 h 1405"/>
                <a:gd name="T98" fmla="*/ 867 w 1180"/>
                <a:gd name="T99" fmla="*/ 276 h 1405"/>
                <a:gd name="T100" fmla="*/ 837 w 1180"/>
                <a:gd name="T101" fmla="*/ 269 h 1405"/>
                <a:gd name="T102" fmla="*/ 805 w 1180"/>
                <a:gd name="T103" fmla="*/ 267 h 1405"/>
                <a:gd name="T104" fmla="*/ 752 w 1180"/>
                <a:gd name="T105" fmla="*/ 248 h 1405"/>
                <a:gd name="T106" fmla="*/ 700 w 1180"/>
                <a:gd name="T107" fmla="*/ 221 h 1405"/>
                <a:gd name="T108" fmla="*/ 668 w 1180"/>
                <a:gd name="T109" fmla="*/ 195 h 1405"/>
                <a:gd name="T110" fmla="*/ 659 w 1180"/>
                <a:gd name="T111" fmla="*/ 155 h 1405"/>
                <a:gd name="T112" fmla="*/ 655 w 1180"/>
                <a:gd name="T113" fmla="*/ 82 h 1405"/>
                <a:gd name="T114" fmla="*/ 655 w 1180"/>
                <a:gd name="T115" fmla="*/ 0 h 1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80" h="1405">
                  <a:moveTo>
                    <a:pt x="655" y="0"/>
                  </a:moveTo>
                  <a:lnTo>
                    <a:pt x="1180" y="0"/>
                  </a:lnTo>
                  <a:lnTo>
                    <a:pt x="1180" y="1405"/>
                  </a:lnTo>
                  <a:lnTo>
                    <a:pt x="0" y="1405"/>
                  </a:lnTo>
                  <a:lnTo>
                    <a:pt x="0" y="176"/>
                  </a:lnTo>
                  <a:lnTo>
                    <a:pt x="13" y="192"/>
                  </a:lnTo>
                  <a:lnTo>
                    <a:pt x="27" y="208"/>
                  </a:lnTo>
                  <a:lnTo>
                    <a:pt x="42" y="223"/>
                  </a:lnTo>
                  <a:lnTo>
                    <a:pt x="56" y="237"/>
                  </a:lnTo>
                  <a:lnTo>
                    <a:pt x="70" y="245"/>
                  </a:lnTo>
                  <a:lnTo>
                    <a:pt x="82" y="250"/>
                  </a:lnTo>
                  <a:lnTo>
                    <a:pt x="93" y="256"/>
                  </a:lnTo>
                  <a:lnTo>
                    <a:pt x="101" y="265"/>
                  </a:lnTo>
                  <a:lnTo>
                    <a:pt x="108" y="278"/>
                  </a:lnTo>
                  <a:lnTo>
                    <a:pt x="114" y="292"/>
                  </a:lnTo>
                  <a:lnTo>
                    <a:pt x="118" y="307"/>
                  </a:lnTo>
                  <a:lnTo>
                    <a:pt x="121" y="322"/>
                  </a:lnTo>
                  <a:lnTo>
                    <a:pt x="125" y="335"/>
                  </a:lnTo>
                  <a:lnTo>
                    <a:pt x="128" y="345"/>
                  </a:lnTo>
                  <a:lnTo>
                    <a:pt x="131" y="352"/>
                  </a:lnTo>
                  <a:lnTo>
                    <a:pt x="133" y="357"/>
                  </a:lnTo>
                  <a:lnTo>
                    <a:pt x="134" y="368"/>
                  </a:lnTo>
                  <a:lnTo>
                    <a:pt x="135" y="381"/>
                  </a:lnTo>
                  <a:lnTo>
                    <a:pt x="135" y="398"/>
                  </a:lnTo>
                  <a:lnTo>
                    <a:pt x="135" y="417"/>
                  </a:lnTo>
                  <a:lnTo>
                    <a:pt x="135" y="437"/>
                  </a:lnTo>
                  <a:lnTo>
                    <a:pt x="135" y="456"/>
                  </a:lnTo>
                  <a:lnTo>
                    <a:pt x="135" y="475"/>
                  </a:lnTo>
                  <a:lnTo>
                    <a:pt x="136" y="491"/>
                  </a:lnTo>
                  <a:lnTo>
                    <a:pt x="138" y="505"/>
                  </a:lnTo>
                  <a:lnTo>
                    <a:pt x="142" y="514"/>
                  </a:lnTo>
                  <a:lnTo>
                    <a:pt x="146" y="520"/>
                  </a:lnTo>
                  <a:lnTo>
                    <a:pt x="154" y="526"/>
                  </a:lnTo>
                  <a:lnTo>
                    <a:pt x="164" y="537"/>
                  </a:lnTo>
                  <a:lnTo>
                    <a:pt x="175" y="550"/>
                  </a:lnTo>
                  <a:lnTo>
                    <a:pt x="187" y="566"/>
                  </a:lnTo>
                  <a:lnTo>
                    <a:pt x="200" y="582"/>
                  </a:lnTo>
                  <a:lnTo>
                    <a:pt x="213" y="597"/>
                  </a:lnTo>
                  <a:lnTo>
                    <a:pt x="226" y="610"/>
                  </a:lnTo>
                  <a:lnTo>
                    <a:pt x="240" y="616"/>
                  </a:lnTo>
                  <a:lnTo>
                    <a:pt x="250" y="622"/>
                  </a:lnTo>
                  <a:lnTo>
                    <a:pt x="263" y="634"/>
                  </a:lnTo>
                  <a:lnTo>
                    <a:pt x="277" y="649"/>
                  </a:lnTo>
                  <a:lnTo>
                    <a:pt x="292" y="668"/>
                  </a:lnTo>
                  <a:lnTo>
                    <a:pt x="305" y="689"/>
                  </a:lnTo>
                  <a:lnTo>
                    <a:pt x="320" y="711"/>
                  </a:lnTo>
                  <a:lnTo>
                    <a:pt x="333" y="734"/>
                  </a:lnTo>
                  <a:lnTo>
                    <a:pt x="344" y="757"/>
                  </a:lnTo>
                  <a:lnTo>
                    <a:pt x="354" y="780"/>
                  </a:lnTo>
                  <a:lnTo>
                    <a:pt x="361" y="800"/>
                  </a:lnTo>
                  <a:lnTo>
                    <a:pt x="364" y="818"/>
                  </a:lnTo>
                  <a:lnTo>
                    <a:pt x="364" y="835"/>
                  </a:lnTo>
                  <a:lnTo>
                    <a:pt x="364" y="854"/>
                  </a:lnTo>
                  <a:lnTo>
                    <a:pt x="364" y="875"/>
                  </a:lnTo>
                  <a:lnTo>
                    <a:pt x="363" y="896"/>
                  </a:lnTo>
                  <a:lnTo>
                    <a:pt x="362" y="918"/>
                  </a:lnTo>
                  <a:lnTo>
                    <a:pt x="362" y="939"/>
                  </a:lnTo>
                  <a:lnTo>
                    <a:pt x="362" y="958"/>
                  </a:lnTo>
                  <a:lnTo>
                    <a:pt x="364" y="976"/>
                  </a:lnTo>
                  <a:lnTo>
                    <a:pt x="368" y="990"/>
                  </a:lnTo>
                  <a:lnTo>
                    <a:pt x="372" y="1000"/>
                  </a:lnTo>
                  <a:lnTo>
                    <a:pt x="379" y="1006"/>
                  </a:lnTo>
                  <a:lnTo>
                    <a:pt x="388" y="1012"/>
                  </a:lnTo>
                  <a:lnTo>
                    <a:pt x="398" y="1022"/>
                  </a:lnTo>
                  <a:lnTo>
                    <a:pt x="411" y="1034"/>
                  </a:lnTo>
                  <a:lnTo>
                    <a:pt x="425" y="1050"/>
                  </a:lnTo>
                  <a:lnTo>
                    <a:pt x="441" y="1066"/>
                  </a:lnTo>
                  <a:lnTo>
                    <a:pt x="457" y="1084"/>
                  </a:lnTo>
                  <a:lnTo>
                    <a:pt x="475" y="1101"/>
                  </a:lnTo>
                  <a:lnTo>
                    <a:pt x="494" y="1116"/>
                  </a:lnTo>
                  <a:lnTo>
                    <a:pt x="513" y="1129"/>
                  </a:lnTo>
                  <a:lnTo>
                    <a:pt x="533" y="1139"/>
                  </a:lnTo>
                  <a:lnTo>
                    <a:pt x="554" y="1145"/>
                  </a:lnTo>
                  <a:lnTo>
                    <a:pt x="574" y="1145"/>
                  </a:lnTo>
                  <a:lnTo>
                    <a:pt x="593" y="1140"/>
                  </a:lnTo>
                  <a:lnTo>
                    <a:pt x="611" y="1129"/>
                  </a:lnTo>
                  <a:lnTo>
                    <a:pt x="627" y="1112"/>
                  </a:lnTo>
                  <a:lnTo>
                    <a:pt x="642" y="1093"/>
                  </a:lnTo>
                  <a:lnTo>
                    <a:pt x="656" y="1070"/>
                  </a:lnTo>
                  <a:lnTo>
                    <a:pt x="668" y="1047"/>
                  </a:lnTo>
                  <a:lnTo>
                    <a:pt x="678" y="1023"/>
                  </a:lnTo>
                  <a:lnTo>
                    <a:pt x="687" y="998"/>
                  </a:lnTo>
                  <a:lnTo>
                    <a:pt x="694" y="976"/>
                  </a:lnTo>
                  <a:lnTo>
                    <a:pt x="698" y="957"/>
                  </a:lnTo>
                  <a:lnTo>
                    <a:pt x="701" y="942"/>
                  </a:lnTo>
                  <a:lnTo>
                    <a:pt x="702" y="933"/>
                  </a:lnTo>
                  <a:lnTo>
                    <a:pt x="706" y="923"/>
                  </a:lnTo>
                  <a:lnTo>
                    <a:pt x="713" y="913"/>
                  </a:lnTo>
                  <a:lnTo>
                    <a:pt x="724" y="900"/>
                  </a:lnTo>
                  <a:lnTo>
                    <a:pt x="738" y="887"/>
                  </a:lnTo>
                  <a:lnTo>
                    <a:pt x="754" y="874"/>
                  </a:lnTo>
                  <a:lnTo>
                    <a:pt x="771" y="860"/>
                  </a:lnTo>
                  <a:lnTo>
                    <a:pt x="788" y="847"/>
                  </a:lnTo>
                  <a:lnTo>
                    <a:pt x="804" y="836"/>
                  </a:lnTo>
                  <a:lnTo>
                    <a:pt x="818" y="826"/>
                  </a:lnTo>
                  <a:lnTo>
                    <a:pt x="829" y="819"/>
                  </a:lnTo>
                  <a:lnTo>
                    <a:pt x="837" y="813"/>
                  </a:lnTo>
                  <a:lnTo>
                    <a:pt x="846" y="809"/>
                  </a:lnTo>
                  <a:lnTo>
                    <a:pt x="857" y="807"/>
                  </a:lnTo>
                  <a:lnTo>
                    <a:pt x="867" y="806"/>
                  </a:lnTo>
                  <a:lnTo>
                    <a:pt x="878" y="806"/>
                  </a:lnTo>
                  <a:lnTo>
                    <a:pt x="951" y="800"/>
                  </a:lnTo>
                  <a:lnTo>
                    <a:pt x="1027" y="797"/>
                  </a:lnTo>
                  <a:lnTo>
                    <a:pt x="1053" y="795"/>
                  </a:lnTo>
                  <a:lnTo>
                    <a:pt x="1079" y="793"/>
                  </a:lnTo>
                  <a:lnTo>
                    <a:pt x="1093" y="787"/>
                  </a:lnTo>
                  <a:lnTo>
                    <a:pt x="1106" y="777"/>
                  </a:lnTo>
                  <a:lnTo>
                    <a:pt x="1119" y="767"/>
                  </a:lnTo>
                  <a:lnTo>
                    <a:pt x="1136" y="749"/>
                  </a:lnTo>
                  <a:lnTo>
                    <a:pt x="1149" y="729"/>
                  </a:lnTo>
                  <a:lnTo>
                    <a:pt x="1164" y="700"/>
                  </a:lnTo>
                  <a:lnTo>
                    <a:pt x="1173" y="669"/>
                  </a:lnTo>
                  <a:lnTo>
                    <a:pt x="1175" y="637"/>
                  </a:lnTo>
                  <a:lnTo>
                    <a:pt x="1174" y="623"/>
                  </a:lnTo>
                  <a:lnTo>
                    <a:pt x="1170" y="608"/>
                  </a:lnTo>
                  <a:lnTo>
                    <a:pt x="1163" y="597"/>
                  </a:lnTo>
                  <a:lnTo>
                    <a:pt x="1153" y="588"/>
                  </a:lnTo>
                  <a:lnTo>
                    <a:pt x="1140" y="583"/>
                  </a:lnTo>
                  <a:lnTo>
                    <a:pt x="1126" y="580"/>
                  </a:lnTo>
                  <a:lnTo>
                    <a:pt x="1112" y="577"/>
                  </a:lnTo>
                  <a:lnTo>
                    <a:pt x="1099" y="575"/>
                  </a:lnTo>
                  <a:lnTo>
                    <a:pt x="1086" y="573"/>
                  </a:lnTo>
                  <a:lnTo>
                    <a:pt x="1046" y="560"/>
                  </a:lnTo>
                  <a:lnTo>
                    <a:pt x="1007" y="544"/>
                  </a:lnTo>
                  <a:lnTo>
                    <a:pt x="975" y="529"/>
                  </a:lnTo>
                  <a:lnTo>
                    <a:pt x="943" y="513"/>
                  </a:lnTo>
                  <a:lnTo>
                    <a:pt x="935" y="509"/>
                  </a:lnTo>
                  <a:lnTo>
                    <a:pt x="926" y="504"/>
                  </a:lnTo>
                  <a:lnTo>
                    <a:pt x="918" y="498"/>
                  </a:lnTo>
                  <a:lnTo>
                    <a:pt x="912" y="491"/>
                  </a:lnTo>
                  <a:lnTo>
                    <a:pt x="911" y="486"/>
                  </a:lnTo>
                  <a:lnTo>
                    <a:pt x="913" y="476"/>
                  </a:lnTo>
                  <a:lnTo>
                    <a:pt x="917" y="464"/>
                  </a:lnTo>
                  <a:lnTo>
                    <a:pt x="922" y="449"/>
                  </a:lnTo>
                  <a:lnTo>
                    <a:pt x="929" y="433"/>
                  </a:lnTo>
                  <a:lnTo>
                    <a:pt x="936" y="416"/>
                  </a:lnTo>
                  <a:lnTo>
                    <a:pt x="943" y="399"/>
                  </a:lnTo>
                  <a:lnTo>
                    <a:pt x="950" y="383"/>
                  </a:lnTo>
                  <a:lnTo>
                    <a:pt x="956" y="368"/>
                  </a:lnTo>
                  <a:lnTo>
                    <a:pt x="959" y="354"/>
                  </a:lnTo>
                  <a:lnTo>
                    <a:pt x="961" y="343"/>
                  </a:lnTo>
                  <a:lnTo>
                    <a:pt x="960" y="335"/>
                  </a:lnTo>
                  <a:lnTo>
                    <a:pt x="957" y="332"/>
                  </a:lnTo>
                  <a:lnTo>
                    <a:pt x="948" y="327"/>
                  </a:lnTo>
                  <a:lnTo>
                    <a:pt x="937" y="320"/>
                  </a:lnTo>
                  <a:lnTo>
                    <a:pt x="923" y="312"/>
                  </a:lnTo>
                  <a:lnTo>
                    <a:pt x="910" y="302"/>
                  </a:lnTo>
                  <a:lnTo>
                    <a:pt x="895" y="293"/>
                  </a:lnTo>
                  <a:lnTo>
                    <a:pt x="881" y="284"/>
                  </a:lnTo>
                  <a:lnTo>
                    <a:pt x="867" y="276"/>
                  </a:lnTo>
                  <a:lnTo>
                    <a:pt x="855" y="270"/>
                  </a:lnTo>
                  <a:lnTo>
                    <a:pt x="845" y="268"/>
                  </a:lnTo>
                  <a:lnTo>
                    <a:pt x="837" y="269"/>
                  </a:lnTo>
                  <a:lnTo>
                    <a:pt x="830" y="271"/>
                  </a:lnTo>
                  <a:lnTo>
                    <a:pt x="819" y="270"/>
                  </a:lnTo>
                  <a:lnTo>
                    <a:pt x="805" y="267"/>
                  </a:lnTo>
                  <a:lnTo>
                    <a:pt x="789" y="262"/>
                  </a:lnTo>
                  <a:lnTo>
                    <a:pt x="771" y="256"/>
                  </a:lnTo>
                  <a:lnTo>
                    <a:pt x="752" y="248"/>
                  </a:lnTo>
                  <a:lnTo>
                    <a:pt x="734" y="240"/>
                  </a:lnTo>
                  <a:lnTo>
                    <a:pt x="716" y="230"/>
                  </a:lnTo>
                  <a:lnTo>
                    <a:pt x="700" y="221"/>
                  </a:lnTo>
                  <a:lnTo>
                    <a:pt x="686" y="212"/>
                  </a:lnTo>
                  <a:lnTo>
                    <a:pt x="675" y="204"/>
                  </a:lnTo>
                  <a:lnTo>
                    <a:pt x="668" y="195"/>
                  </a:lnTo>
                  <a:lnTo>
                    <a:pt x="664" y="187"/>
                  </a:lnTo>
                  <a:lnTo>
                    <a:pt x="661" y="173"/>
                  </a:lnTo>
                  <a:lnTo>
                    <a:pt x="659" y="155"/>
                  </a:lnTo>
                  <a:lnTo>
                    <a:pt x="657" y="134"/>
                  </a:lnTo>
                  <a:lnTo>
                    <a:pt x="656" y="109"/>
                  </a:lnTo>
                  <a:lnTo>
                    <a:pt x="655" y="82"/>
                  </a:lnTo>
                  <a:lnTo>
                    <a:pt x="655" y="55"/>
                  </a:lnTo>
                  <a:lnTo>
                    <a:pt x="655" y="27"/>
                  </a:lnTo>
                  <a:lnTo>
                    <a:pt x="655"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63" name="Freeform 96"/>
            <p:cNvSpPr>
              <a:spLocks/>
            </p:cNvSpPr>
            <p:nvPr/>
          </p:nvSpPr>
          <p:spPr bwMode="auto">
            <a:xfrm>
              <a:off x="5076825" y="3292476"/>
              <a:ext cx="25400" cy="25400"/>
            </a:xfrm>
            <a:custGeom>
              <a:avLst/>
              <a:gdLst>
                <a:gd name="T0" fmla="*/ 56 w 112"/>
                <a:gd name="T1" fmla="*/ 0 h 113"/>
                <a:gd name="T2" fmla="*/ 74 w 112"/>
                <a:gd name="T3" fmla="*/ 3 h 113"/>
                <a:gd name="T4" fmla="*/ 90 w 112"/>
                <a:gd name="T5" fmla="*/ 12 h 113"/>
                <a:gd name="T6" fmla="*/ 101 w 112"/>
                <a:gd name="T7" fmla="*/ 23 h 113"/>
                <a:gd name="T8" fmla="*/ 110 w 112"/>
                <a:gd name="T9" fmla="*/ 39 h 113"/>
                <a:gd name="T10" fmla="*/ 112 w 112"/>
                <a:gd name="T11" fmla="*/ 57 h 113"/>
                <a:gd name="T12" fmla="*/ 110 w 112"/>
                <a:gd name="T13" fmla="*/ 74 h 113"/>
                <a:gd name="T14" fmla="*/ 101 w 112"/>
                <a:gd name="T15" fmla="*/ 90 h 113"/>
                <a:gd name="T16" fmla="*/ 90 w 112"/>
                <a:gd name="T17" fmla="*/ 103 h 113"/>
                <a:gd name="T18" fmla="*/ 74 w 112"/>
                <a:gd name="T19" fmla="*/ 110 h 113"/>
                <a:gd name="T20" fmla="*/ 56 w 112"/>
                <a:gd name="T21" fmla="*/ 113 h 113"/>
                <a:gd name="T22" fmla="*/ 38 w 112"/>
                <a:gd name="T23" fmla="*/ 110 h 113"/>
                <a:gd name="T24" fmla="*/ 23 w 112"/>
                <a:gd name="T25" fmla="*/ 103 h 113"/>
                <a:gd name="T26" fmla="*/ 10 w 112"/>
                <a:gd name="T27" fmla="*/ 90 h 113"/>
                <a:gd name="T28" fmla="*/ 3 w 112"/>
                <a:gd name="T29" fmla="*/ 74 h 113"/>
                <a:gd name="T30" fmla="*/ 0 w 112"/>
                <a:gd name="T31" fmla="*/ 57 h 113"/>
                <a:gd name="T32" fmla="*/ 3 w 112"/>
                <a:gd name="T33" fmla="*/ 39 h 113"/>
                <a:gd name="T34" fmla="*/ 10 w 112"/>
                <a:gd name="T35" fmla="*/ 23 h 113"/>
                <a:gd name="T36" fmla="*/ 23 w 112"/>
                <a:gd name="T37" fmla="*/ 12 h 113"/>
                <a:gd name="T38" fmla="*/ 38 w 112"/>
                <a:gd name="T39" fmla="*/ 3 h 113"/>
                <a:gd name="T40" fmla="*/ 56 w 112"/>
                <a:gd name="T4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2" h="113">
                  <a:moveTo>
                    <a:pt x="56" y="0"/>
                  </a:moveTo>
                  <a:lnTo>
                    <a:pt x="74" y="3"/>
                  </a:lnTo>
                  <a:lnTo>
                    <a:pt x="90" y="12"/>
                  </a:lnTo>
                  <a:lnTo>
                    <a:pt x="101" y="23"/>
                  </a:lnTo>
                  <a:lnTo>
                    <a:pt x="110" y="39"/>
                  </a:lnTo>
                  <a:lnTo>
                    <a:pt x="112" y="57"/>
                  </a:lnTo>
                  <a:lnTo>
                    <a:pt x="110" y="74"/>
                  </a:lnTo>
                  <a:lnTo>
                    <a:pt x="101" y="90"/>
                  </a:lnTo>
                  <a:lnTo>
                    <a:pt x="90" y="103"/>
                  </a:lnTo>
                  <a:lnTo>
                    <a:pt x="74" y="110"/>
                  </a:lnTo>
                  <a:lnTo>
                    <a:pt x="56" y="113"/>
                  </a:lnTo>
                  <a:lnTo>
                    <a:pt x="38" y="110"/>
                  </a:lnTo>
                  <a:lnTo>
                    <a:pt x="23" y="103"/>
                  </a:lnTo>
                  <a:lnTo>
                    <a:pt x="10" y="90"/>
                  </a:lnTo>
                  <a:lnTo>
                    <a:pt x="3" y="74"/>
                  </a:lnTo>
                  <a:lnTo>
                    <a:pt x="0" y="57"/>
                  </a:lnTo>
                  <a:lnTo>
                    <a:pt x="3" y="39"/>
                  </a:lnTo>
                  <a:lnTo>
                    <a:pt x="10" y="23"/>
                  </a:lnTo>
                  <a:lnTo>
                    <a:pt x="23" y="12"/>
                  </a:lnTo>
                  <a:lnTo>
                    <a:pt x="38" y="3"/>
                  </a:lnTo>
                  <a:lnTo>
                    <a:pt x="56" y="0"/>
                  </a:lnTo>
                  <a:close/>
                </a:path>
              </a:pathLst>
            </a:custGeom>
            <a:solidFill>
              <a:srgbClr val="F7FF7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64" name="Freeform 97"/>
            <p:cNvSpPr>
              <a:spLocks/>
            </p:cNvSpPr>
            <p:nvPr/>
          </p:nvSpPr>
          <p:spPr bwMode="auto">
            <a:xfrm>
              <a:off x="4935538" y="3213101"/>
              <a:ext cx="23813" cy="23813"/>
            </a:xfrm>
            <a:custGeom>
              <a:avLst/>
              <a:gdLst>
                <a:gd name="T0" fmla="*/ 51 w 103"/>
                <a:gd name="T1" fmla="*/ 0 h 103"/>
                <a:gd name="T2" fmla="*/ 68 w 103"/>
                <a:gd name="T3" fmla="*/ 4 h 103"/>
                <a:gd name="T4" fmla="*/ 82 w 103"/>
                <a:gd name="T5" fmla="*/ 11 h 103"/>
                <a:gd name="T6" fmla="*/ 92 w 103"/>
                <a:gd name="T7" fmla="*/ 22 h 103"/>
                <a:gd name="T8" fmla="*/ 100 w 103"/>
                <a:gd name="T9" fmla="*/ 36 h 103"/>
                <a:gd name="T10" fmla="*/ 103 w 103"/>
                <a:gd name="T11" fmla="*/ 52 h 103"/>
                <a:gd name="T12" fmla="*/ 100 w 103"/>
                <a:gd name="T13" fmla="*/ 68 h 103"/>
                <a:gd name="T14" fmla="*/ 92 w 103"/>
                <a:gd name="T15" fmla="*/ 83 h 103"/>
                <a:gd name="T16" fmla="*/ 82 w 103"/>
                <a:gd name="T17" fmla="*/ 93 h 103"/>
                <a:gd name="T18" fmla="*/ 68 w 103"/>
                <a:gd name="T19" fmla="*/ 101 h 103"/>
                <a:gd name="T20" fmla="*/ 51 w 103"/>
                <a:gd name="T21" fmla="*/ 103 h 103"/>
                <a:gd name="T22" fmla="*/ 35 w 103"/>
                <a:gd name="T23" fmla="*/ 101 h 103"/>
                <a:gd name="T24" fmla="*/ 21 w 103"/>
                <a:gd name="T25" fmla="*/ 93 h 103"/>
                <a:gd name="T26" fmla="*/ 10 w 103"/>
                <a:gd name="T27" fmla="*/ 83 h 103"/>
                <a:gd name="T28" fmla="*/ 2 w 103"/>
                <a:gd name="T29" fmla="*/ 68 h 103"/>
                <a:gd name="T30" fmla="*/ 0 w 103"/>
                <a:gd name="T31" fmla="*/ 52 h 103"/>
                <a:gd name="T32" fmla="*/ 2 w 103"/>
                <a:gd name="T33" fmla="*/ 36 h 103"/>
                <a:gd name="T34" fmla="*/ 10 w 103"/>
                <a:gd name="T35" fmla="*/ 22 h 103"/>
                <a:gd name="T36" fmla="*/ 21 w 103"/>
                <a:gd name="T37" fmla="*/ 11 h 103"/>
                <a:gd name="T38" fmla="*/ 35 w 103"/>
                <a:gd name="T39" fmla="*/ 4 h 103"/>
                <a:gd name="T40" fmla="*/ 51 w 103"/>
                <a:gd name="T41"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3" h="103">
                  <a:moveTo>
                    <a:pt x="51" y="0"/>
                  </a:moveTo>
                  <a:lnTo>
                    <a:pt x="68" y="4"/>
                  </a:lnTo>
                  <a:lnTo>
                    <a:pt x="82" y="11"/>
                  </a:lnTo>
                  <a:lnTo>
                    <a:pt x="92" y="22"/>
                  </a:lnTo>
                  <a:lnTo>
                    <a:pt x="100" y="36"/>
                  </a:lnTo>
                  <a:lnTo>
                    <a:pt x="103" y="52"/>
                  </a:lnTo>
                  <a:lnTo>
                    <a:pt x="100" y="68"/>
                  </a:lnTo>
                  <a:lnTo>
                    <a:pt x="92" y="83"/>
                  </a:lnTo>
                  <a:lnTo>
                    <a:pt x="82" y="93"/>
                  </a:lnTo>
                  <a:lnTo>
                    <a:pt x="68" y="101"/>
                  </a:lnTo>
                  <a:lnTo>
                    <a:pt x="51" y="103"/>
                  </a:lnTo>
                  <a:lnTo>
                    <a:pt x="35" y="101"/>
                  </a:lnTo>
                  <a:lnTo>
                    <a:pt x="21" y="93"/>
                  </a:lnTo>
                  <a:lnTo>
                    <a:pt x="10" y="83"/>
                  </a:lnTo>
                  <a:lnTo>
                    <a:pt x="2" y="68"/>
                  </a:lnTo>
                  <a:lnTo>
                    <a:pt x="0" y="52"/>
                  </a:lnTo>
                  <a:lnTo>
                    <a:pt x="2" y="36"/>
                  </a:lnTo>
                  <a:lnTo>
                    <a:pt x="10" y="22"/>
                  </a:lnTo>
                  <a:lnTo>
                    <a:pt x="21" y="11"/>
                  </a:lnTo>
                  <a:lnTo>
                    <a:pt x="35" y="4"/>
                  </a:lnTo>
                  <a:lnTo>
                    <a:pt x="51"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65" name="Freeform 98"/>
            <p:cNvSpPr>
              <a:spLocks/>
            </p:cNvSpPr>
            <p:nvPr/>
          </p:nvSpPr>
          <p:spPr bwMode="auto">
            <a:xfrm>
              <a:off x="5078413" y="3060701"/>
              <a:ext cx="23813" cy="23813"/>
            </a:xfrm>
            <a:custGeom>
              <a:avLst/>
              <a:gdLst>
                <a:gd name="T0" fmla="*/ 53 w 104"/>
                <a:gd name="T1" fmla="*/ 0 h 104"/>
                <a:gd name="T2" fmla="*/ 69 w 104"/>
                <a:gd name="T3" fmla="*/ 2 h 104"/>
                <a:gd name="T4" fmla="*/ 83 w 104"/>
                <a:gd name="T5" fmla="*/ 9 h 104"/>
                <a:gd name="T6" fmla="*/ 95 w 104"/>
                <a:gd name="T7" fmla="*/ 21 h 104"/>
                <a:gd name="T8" fmla="*/ 102 w 104"/>
                <a:gd name="T9" fmla="*/ 36 h 104"/>
                <a:gd name="T10" fmla="*/ 104 w 104"/>
                <a:gd name="T11" fmla="*/ 51 h 104"/>
                <a:gd name="T12" fmla="*/ 102 w 104"/>
                <a:gd name="T13" fmla="*/ 68 h 104"/>
                <a:gd name="T14" fmla="*/ 95 w 104"/>
                <a:gd name="T15" fmla="*/ 83 h 104"/>
                <a:gd name="T16" fmla="*/ 83 w 104"/>
                <a:gd name="T17" fmla="*/ 95 h 104"/>
                <a:gd name="T18" fmla="*/ 69 w 104"/>
                <a:gd name="T19" fmla="*/ 102 h 104"/>
                <a:gd name="T20" fmla="*/ 53 w 104"/>
                <a:gd name="T21" fmla="*/ 104 h 104"/>
                <a:gd name="T22" fmla="*/ 36 w 104"/>
                <a:gd name="T23" fmla="*/ 102 h 104"/>
                <a:gd name="T24" fmla="*/ 21 w 104"/>
                <a:gd name="T25" fmla="*/ 95 h 104"/>
                <a:gd name="T26" fmla="*/ 9 w 104"/>
                <a:gd name="T27" fmla="*/ 83 h 104"/>
                <a:gd name="T28" fmla="*/ 2 w 104"/>
                <a:gd name="T29" fmla="*/ 68 h 104"/>
                <a:gd name="T30" fmla="*/ 0 w 104"/>
                <a:gd name="T31" fmla="*/ 51 h 104"/>
                <a:gd name="T32" fmla="*/ 2 w 104"/>
                <a:gd name="T33" fmla="*/ 36 h 104"/>
                <a:gd name="T34" fmla="*/ 9 w 104"/>
                <a:gd name="T35" fmla="*/ 21 h 104"/>
                <a:gd name="T36" fmla="*/ 21 w 104"/>
                <a:gd name="T37" fmla="*/ 9 h 104"/>
                <a:gd name="T38" fmla="*/ 36 w 104"/>
                <a:gd name="T39" fmla="*/ 2 h 104"/>
                <a:gd name="T40" fmla="*/ 53 w 104"/>
                <a:gd name="T41"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4" h="104">
                  <a:moveTo>
                    <a:pt x="53" y="0"/>
                  </a:moveTo>
                  <a:lnTo>
                    <a:pt x="69" y="2"/>
                  </a:lnTo>
                  <a:lnTo>
                    <a:pt x="83" y="9"/>
                  </a:lnTo>
                  <a:lnTo>
                    <a:pt x="95" y="21"/>
                  </a:lnTo>
                  <a:lnTo>
                    <a:pt x="102" y="36"/>
                  </a:lnTo>
                  <a:lnTo>
                    <a:pt x="104" y="51"/>
                  </a:lnTo>
                  <a:lnTo>
                    <a:pt x="102" y="68"/>
                  </a:lnTo>
                  <a:lnTo>
                    <a:pt x="95" y="83"/>
                  </a:lnTo>
                  <a:lnTo>
                    <a:pt x="83" y="95"/>
                  </a:lnTo>
                  <a:lnTo>
                    <a:pt x="69" y="102"/>
                  </a:lnTo>
                  <a:lnTo>
                    <a:pt x="53" y="104"/>
                  </a:lnTo>
                  <a:lnTo>
                    <a:pt x="36" y="102"/>
                  </a:lnTo>
                  <a:lnTo>
                    <a:pt x="21" y="95"/>
                  </a:lnTo>
                  <a:lnTo>
                    <a:pt x="9" y="83"/>
                  </a:lnTo>
                  <a:lnTo>
                    <a:pt x="2" y="68"/>
                  </a:lnTo>
                  <a:lnTo>
                    <a:pt x="0" y="51"/>
                  </a:lnTo>
                  <a:lnTo>
                    <a:pt x="2" y="36"/>
                  </a:lnTo>
                  <a:lnTo>
                    <a:pt x="9" y="21"/>
                  </a:lnTo>
                  <a:lnTo>
                    <a:pt x="21" y="9"/>
                  </a:lnTo>
                  <a:lnTo>
                    <a:pt x="36" y="2"/>
                  </a:lnTo>
                  <a:lnTo>
                    <a:pt x="53"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67" name="Freeform 100"/>
            <p:cNvSpPr>
              <a:spLocks/>
            </p:cNvSpPr>
            <p:nvPr/>
          </p:nvSpPr>
          <p:spPr bwMode="auto">
            <a:xfrm>
              <a:off x="4900613" y="3236913"/>
              <a:ext cx="125413" cy="122238"/>
            </a:xfrm>
            <a:custGeom>
              <a:avLst/>
              <a:gdLst>
                <a:gd name="T0" fmla="*/ 0 w 554"/>
                <a:gd name="T1" fmla="*/ 0 h 544"/>
                <a:gd name="T2" fmla="*/ 24 w 554"/>
                <a:gd name="T3" fmla="*/ 15 h 544"/>
                <a:gd name="T4" fmla="*/ 50 w 554"/>
                <a:gd name="T5" fmla="*/ 33 h 544"/>
                <a:gd name="T6" fmla="*/ 74 w 554"/>
                <a:gd name="T7" fmla="*/ 54 h 544"/>
                <a:gd name="T8" fmla="*/ 96 w 554"/>
                <a:gd name="T9" fmla="*/ 78 h 544"/>
                <a:gd name="T10" fmla="*/ 115 w 554"/>
                <a:gd name="T11" fmla="*/ 106 h 544"/>
                <a:gd name="T12" fmla="*/ 136 w 554"/>
                <a:gd name="T13" fmla="*/ 137 h 544"/>
                <a:gd name="T14" fmla="*/ 163 w 554"/>
                <a:gd name="T15" fmla="*/ 167 h 544"/>
                <a:gd name="T16" fmla="*/ 193 w 554"/>
                <a:gd name="T17" fmla="*/ 195 h 544"/>
                <a:gd name="T18" fmla="*/ 226 w 554"/>
                <a:gd name="T19" fmla="*/ 223 h 544"/>
                <a:gd name="T20" fmla="*/ 261 w 554"/>
                <a:gd name="T21" fmla="*/ 248 h 544"/>
                <a:gd name="T22" fmla="*/ 297 w 554"/>
                <a:gd name="T23" fmla="*/ 272 h 544"/>
                <a:gd name="T24" fmla="*/ 333 w 554"/>
                <a:gd name="T25" fmla="*/ 295 h 544"/>
                <a:gd name="T26" fmla="*/ 369 w 554"/>
                <a:gd name="T27" fmla="*/ 315 h 544"/>
                <a:gd name="T28" fmla="*/ 401 w 554"/>
                <a:gd name="T29" fmla="*/ 333 h 544"/>
                <a:gd name="T30" fmla="*/ 427 w 554"/>
                <a:gd name="T31" fmla="*/ 349 h 544"/>
                <a:gd name="T32" fmla="*/ 448 w 554"/>
                <a:gd name="T33" fmla="*/ 368 h 544"/>
                <a:gd name="T34" fmla="*/ 466 w 554"/>
                <a:gd name="T35" fmla="*/ 390 h 544"/>
                <a:gd name="T36" fmla="*/ 482 w 554"/>
                <a:gd name="T37" fmla="*/ 413 h 544"/>
                <a:gd name="T38" fmla="*/ 495 w 554"/>
                <a:gd name="T39" fmla="*/ 437 h 544"/>
                <a:gd name="T40" fmla="*/ 507 w 554"/>
                <a:gd name="T41" fmla="*/ 462 h 544"/>
                <a:gd name="T42" fmla="*/ 518 w 554"/>
                <a:gd name="T43" fmla="*/ 484 h 544"/>
                <a:gd name="T44" fmla="*/ 527 w 554"/>
                <a:gd name="T45" fmla="*/ 505 h 544"/>
                <a:gd name="T46" fmla="*/ 537 w 554"/>
                <a:gd name="T47" fmla="*/ 522 h 544"/>
                <a:gd name="T48" fmla="*/ 545 w 554"/>
                <a:gd name="T49" fmla="*/ 536 h 544"/>
                <a:gd name="T50" fmla="*/ 554 w 554"/>
                <a:gd name="T51" fmla="*/ 544 h 544"/>
                <a:gd name="T52" fmla="*/ 0 w 554"/>
                <a:gd name="T53" fmla="*/ 544 h 544"/>
                <a:gd name="T54" fmla="*/ 0 w 554"/>
                <a:gd name="T55" fmla="*/ 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54" h="544">
                  <a:moveTo>
                    <a:pt x="0" y="0"/>
                  </a:moveTo>
                  <a:lnTo>
                    <a:pt x="24" y="15"/>
                  </a:lnTo>
                  <a:lnTo>
                    <a:pt x="50" y="33"/>
                  </a:lnTo>
                  <a:lnTo>
                    <a:pt x="74" y="54"/>
                  </a:lnTo>
                  <a:lnTo>
                    <a:pt x="96" y="78"/>
                  </a:lnTo>
                  <a:lnTo>
                    <a:pt x="115" y="106"/>
                  </a:lnTo>
                  <a:lnTo>
                    <a:pt x="136" y="137"/>
                  </a:lnTo>
                  <a:lnTo>
                    <a:pt x="163" y="167"/>
                  </a:lnTo>
                  <a:lnTo>
                    <a:pt x="193" y="195"/>
                  </a:lnTo>
                  <a:lnTo>
                    <a:pt x="226" y="223"/>
                  </a:lnTo>
                  <a:lnTo>
                    <a:pt x="261" y="248"/>
                  </a:lnTo>
                  <a:lnTo>
                    <a:pt x="297" y="272"/>
                  </a:lnTo>
                  <a:lnTo>
                    <a:pt x="333" y="295"/>
                  </a:lnTo>
                  <a:lnTo>
                    <a:pt x="369" y="315"/>
                  </a:lnTo>
                  <a:lnTo>
                    <a:pt x="401" y="333"/>
                  </a:lnTo>
                  <a:lnTo>
                    <a:pt x="427" y="349"/>
                  </a:lnTo>
                  <a:lnTo>
                    <a:pt x="448" y="368"/>
                  </a:lnTo>
                  <a:lnTo>
                    <a:pt x="466" y="390"/>
                  </a:lnTo>
                  <a:lnTo>
                    <a:pt x="482" y="413"/>
                  </a:lnTo>
                  <a:lnTo>
                    <a:pt x="495" y="437"/>
                  </a:lnTo>
                  <a:lnTo>
                    <a:pt x="507" y="462"/>
                  </a:lnTo>
                  <a:lnTo>
                    <a:pt x="518" y="484"/>
                  </a:lnTo>
                  <a:lnTo>
                    <a:pt x="527" y="505"/>
                  </a:lnTo>
                  <a:lnTo>
                    <a:pt x="537" y="522"/>
                  </a:lnTo>
                  <a:lnTo>
                    <a:pt x="545" y="536"/>
                  </a:lnTo>
                  <a:lnTo>
                    <a:pt x="554" y="544"/>
                  </a:lnTo>
                  <a:lnTo>
                    <a:pt x="0" y="544"/>
                  </a:lnTo>
                  <a:lnTo>
                    <a:pt x="0" y="0"/>
                  </a:lnTo>
                  <a:close/>
                </a:path>
              </a:pathLst>
            </a:custGeom>
            <a:solidFill>
              <a:srgbClr val="F79A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68" name="Freeform 101"/>
            <p:cNvSpPr>
              <a:spLocks/>
            </p:cNvSpPr>
            <p:nvPr/>
          </p:nvSpPr>
          <p:spPr bwMode="auto">
            <a:xfrm>
              <a:off x="4900613" y="3270251"/>
              <a:ext cx="98425" cy="88900"/>
            </a:xfrm>
            <a:custGeom>
              <a:avLst/>
              <a:gdLst>
                <a:gd name="T0" fmla="*/ 0 w 439"/>
                <a:gd name="T1" fmla="*/ 0 h 391"/>
                <a:gd name="T2" fmla="*/ 24 w 439"/>
                <a:gd name="T3" fmla="*/ 20 h 391"/>
                <a:gd name="T4" fmla="*/ 48 w 439"/>
                <a:gd name="T5" fmla="*/ 42 h 391"/>
                <a:gd name="T6" fmla="*/ 70 w 439"/>
                <a:gd name="T7" fmla="*/ 68 h 391"/>
                <a:gd name="T8" fmla="*/ 88 w 439"/>
                <a:gd name="T9" fmla="*/ 94 h 391"/>
                <a:gd name="T10" fmla="*/ 101 w 439"/>
                <a:gd name="T11" fmla="*/ 114 h 391"/>
                <a:gd name="T12" fmla="*/ 119 w 439"/>
                <a:gd name="T13" fmla="*/ 131 h 391"/>
                <a:gd name="T14" fmla="*/ 141 w 439"/>
                <a:gd name="T15" fmla="*/ 146 h 391"/>
                <a:gd name="T16" fmla="*/ 165 w 439"/>
                <a:gd name="T17" fmla="*/ 159 h 391"/>
                <a:gd name="T18" fmla="*/ 190 w 439"/>
                <a:gd name="T19" fmla="*/ 169 h 391"/>
                <a:gd name="T20" fmla="*/ 219 w 439"/>
                <a:gd name="T21" fmla="*/ 180 h 391"/>
                <a:gd name="T22" fmla="*/ 247 w 439"/>
                <a:gd name="T23" fmla="*/ 190 h 391"/>
                <a:gd name="T24" fmla="*/ 277 w 439"/>
                <a:gd name="T25" fmla="*/ 201 h 391"/>
                <a:gd name="T26" fmla="*/ 305 w 439"/>
                <a:gd name="T27" fmla="*/ 212 h 391"/>
                <a:gd name="T28" fmla="*/ 334 w 439"/>
                <a:gd name="T29" fmla="*/ 225 h 391"/>
                <a:gd name="T30" fmla="*/ 361 w 439"/>
                <a:gd name="T31" fmla="*/ 240 h 391"/>
                <a:gd name="T32" fmla="*/ 379 w 439"/>
                <a:gd name="T33" fmla="*/ 253 h 391"/>
                <a:gd name="T34" fmla="*/ 395 w 439"/>
                <a:gd name="T35" fmla="*/ 268 h 391"/>
                <a:gd name="T36" fmla="*/ 408 w 439"/>
                <a:gd name="T37" fmla="*/ 287 h 391"/>
                <a:gd name="T38" fmla="*/ 417 w 439"/>
                <a:gd name="T39" fmla="*/ 306 h 391"/>
                <a:gd name="T40" fmla="*/ 426 w 439"/>
                <a:gd name="T41" fmla="*/ 328 h 391"/>
                <a:gd name="T42" fmla="*/ 432 w 439"/>
                <a:gd name="T43" fmla="*/ 350 h 391"/>
                <a:gd name="T44" fmla="*/ 436 w 439"/>
                <a:gd name="T45" fmla="*/ 371 h 391"/>
                <a:gd name="T46" fmla="*/ 439 w 439"/>
                <a:gd name="T47" fmla="*/ 391 h 391"/>
                <a:gd name="T48" fmla="*/ 0 w 439"/>
                <a:gd name="T49" fmla="*/ 391 h 391"/>
                <a:gd name="T50" fmla="*/ 0 w 439"/>
                <a:gd name="T51" fmla="*/ 0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39" h="391">
                  <a:moveTo>
                    <a:pt x="0" y="0"/>
                  </a:moveTo>
                  <a:lnTo>
                    <a:pt x="24" y="20"/>
                  </a:lnTo>
                  <a:lnTo>
                    <a:pt x="48" y="42"/>
                  </a:lnTo>
                  <a:lnTo>
                    <a:pt x="70" y="68"/>
                  </a:lnTo>
                  <a:lnTo>
                    <a:pt x="88" y="94"/>
                  </a:lnTo>
                  <a:lnTo>
                    <a:pt x="101" y="114"/>
                  </a:lnTo>
                  <a:lnTo>
                    <a:pt x="119" y="131"/>
                  </a:lnTo>
                  <a:lnTo>
                    <a:pt x="141" y="146"/>
                  </a:lnTo>
                  <a:lnTo>
                    <a:pt x="165" y="159"/>
                  </a:lnTo>
                  <a:lnTo>
                    <a:pt x="190" y="169"/>
                  </a:lnTo>
                  <a:lnTo>
                    <a:pt x="219" y="180"/>
                  </a:lnTo>
                  <a:lnTo>
                    <a:pt x="247" y="190"/>
                  </a:lnTo>
                  <a:lnTo>
                    <a:pt x="277" y="201"/>
                  </a:lnTo>
                  <a:lnTo>
                    <a:pt x="305" y="212"/>
                  </a:lnTo>
                  <a:lnTo>
                    <a:pt x="334" y="225"/>
                  </a:lnTo>
                  <a:lnTo>
                    <a:pt x="361" y="240"/>
                  </a:lnTo>
                  <a:lnTo>
                    <a:pt x="379" y="253"/>
                  </a:lnTo>
                  <a:lnTo>
                    <a:pt x="395" y="268"/>
                  </a:lnTo>
                  <a:lnTo>
                    <a:pt x="408" y="287"/>
                  </a:lnTo>
                  <a:lnTo>
                    <a:pt x="417" y="306"/>
                  </a:lnTo>
                  <a:lnTo>
                    <a:pt x="426" y="328"/>
                  </a:lnTo>
                  <a:lnTo>
                    <a:pt x="432" y="350"/>
                  </a:lnTo>
                  <a:lnTo>
                    <a:pt x="436" y="371"/>
                  </a:lnTo>
                  <a:lnTo>
                    <a:pt x="439" y="391"/>
                  </a:lnTo>
                  <a:lnTo>
                    <a:pt x="0" y="391"/>
                  </a:lnTo>
                  <a:lnTo>
                    <a:pt x="0" y="0"/>
                  </a:lnTo>
                  <a:close/>
                </a:path>
              </a:pathLst>
            </a:custGeom>
            <a:solidFill>
              <a:srgbClr val="FAD1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69" name="Freeform 102"/>
            <p:cNvSpPr>
              <a:spLocks/>
            </p:cNvSpPr>
            <p:nvPr/>
          </p:nvSpPr>
          <p:spPr bwMode="auto">
            <a:xfrm>
              <a:off x="4951413" y="3295651"/>
              <a:ext cx="34925" cy="33338"/>
            </a:xfrm>
            <a:custGeom>
              <a:avLst/>
              <a:gdLst>
                <a:gd name="T0" fmla="*/ 75 w 150"/>
                <a:gd name="T1" fmla="*/ 0 h 150"/>
                <a:gd name="T2" fmla="*/ 95 w 150"/>
                <a:gd name="T3" fmla="*/ 2 h 150"/>
                <a:gd name="T4" fmla="*/ 113 w 150"/>
                <a:gd name="T5" fmla="*/ 10 h 150"/>
                <a:gd name="T6" fmla="*/ 128 w 150"/>
                <a:gd name="T7" fmla="*/ 22 h 150"/>
                <a:gd name="T8" fmla="*/ 140 w 150"/>
                <a:gd name="T9" fmla="*/ 37 h 150"/>
                <a:gd name="T10" fmla="*/ 147 w 150"/>
                <a:gd name="T11" fmla="*/ 55 h 150"/>
                <a:gd name="T12" fmla="*/ 150 w 150"/>
                <a:gd name="T13" fmla="*/ 75 h 150"/>
                <a:gd name="T14" fmla="*/ 147 w 150"/>
                <a:gd name="T15" fmla="*/ 95 h 150"/>
                <a:gd name="T16" fmla="*/ 140 w 150"/>
                <a:gd name="T17" fmla="*/ 113 h 150"/>
                <a:gd name="T18" fmla="*/ 128 w 150"/>
                <a:gd name="T19" fmla="*/ 128 h 150"/>
                <a:gd name="T20" fmla="*/ 113 w 150"/>
                <a:gd name="T21" fmla="*/ 139 h 150"/>
                <a:gd name="T22" fmla="*/ 95 w 150"/>
                <a:gd name="T23" fmla="*/ 147 h 150"/>
                <a:gd name="T24" fmla="*/ 75 w 150"/>
                <a:gd name="T25" fmla="*/ 150 h 150"/>
                <a:gd name="T26" fmla="*/ 55 w 150"/>
                <a:gd name="T27" fmla="*/ 147 h 150"/>
                <a:gd name="T28" fmla="*/ 37 w 150"/>
                <a:gd name="T29" fmla="*/ 139 h 150"/>
                <a:gd name="T30" fmla="*/ 21 w 150"/>
                <a:gd name="T31" fmla="*/ 128 h 150"/>
                <a:gd name="T32" fmla="*/ 10 w 150"/>
                <a:gd name="T33" fmla="*/ 113 h 150"/>
                <a:gd name="T34" fmla="*/ 2 w 150"/>
                <a:gd name="T35" fmla="*/ 95 h 150"/>
                <a:gd name="T36" fmla="*/ 0 w 150"/>
                <a:gd name="T37" fmla="*/ 75 h 150"/>
                <a:gd name="T38" fmla="*/ 2 w 150"/>
                <a:gd name="T39" fmla="*/ 55 h 150"/>
                <a:gd name="T40" fmla="*/ 10 w 150"/>
                <a:gd name="T41" fmla="*/ 37 h 150"/>
                <a:gd name="T42" fmla="*/ 21 w 150"/>
                <a:gd name="T43" fmla="*/ 22 h 150"/>
                <a:gd name="T44" fmla="*/ 37 w 150"/>
                <a:gd name="T45" fmla="*/ 10 h 150"/>
                <a:gd name="T46" fmla="*/ 55 w 150"/>
                <a:gd name="T47" fmla="*/ 2 h 150"/>
                <a:gd name="T48" fmla="*/ 75 w 150"/>
                <a:gd name="T49"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0" h="150">
                  <a:moveTo>
                    <a:pt x="75" y="0"/>
                  </a:moveTo>
                  <a:lnTo>
                    <a:pt x="95" y="2"/>
                  </a:lnTo>
                  <a:lnTo>
                    <a:pt x="113" y="10"/>
                  </a:lnTo>
                  <a:lnTo>
                    <a:pt x="128" y="22"/>
                  </a:lnTo>
                  <a:lnTo>
                    <a:pt x="140" y="37"/>
                  </a:lnTo>
                  <a:lnTo>
                    <a:pt x="147" y="55"/>
                  </a:lnTo>
                  <a:lnTo>
                    <a:pt x="150" y="75"/>
                  </a:lnTo>
                  <a:lnTo>
                    <a:pt x="147" y="95"/>
                  </a:lnTo>
                  <a:lnTo>
                    <a:pt x="140" y="113"/>
                  </a:lnTo>
                  <a:lnTo>
                    <a:pt x="128" y="128"/>
                  </a:lnTo>
                  <a:lnTo>
                    <a:pt x="113" y="139"/>
                  </a:lnTo>
                  <a:lnTo>
                    <a:pt x="95" y="147"/>
                  </a:lnTo>
                  <a:lnTo>
                    <a:pt x="75" y="150"/>
                  </a:lnTo>
                  <a:lnTo>
                    <a:pt x="55" y="147"/>
                  </a:lnTo>
                  <a:lnTo>
                    <a:pt x="37" y="139"/>
                  </a:lnTo>
                  <a:lnTo>
                    <a:pt x="21" y="128"/>
                  </a:lnTo>
                  <a:lnTo>
                    <a:pt x="10" y="113"/>
                  </a:lnTo>
                  <a:lnTo>
                    <a:pt x="2" y="95"/>
                  </a:lnTo>
                  <a:lnTo>
                    <a:pt x="0" y="75"/>
                  </a:lnTo>
                  <a:lnTo>
                    <a:pt x="2" y="55"/>
                  </a:lnTo>
                  <a:lnTo>
                    <a:pt x="10" y="37"/>
                  </a:lnTo>
                  <a:lnTo>
                    <a:pt x="21" y="22"/>
                  </a:lnTo>
                  <a:lnTo>
                    <a:pt x="37" y="10"/>
                  </a:lnTo>
                  <a:lnTo>
                    <a:pt x="55" y="2"/>
                  </a:lnTo>
                  <a:lnTo>
                    <a:pt x="75"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846" name="Group 845"/>
          <p:cNvGrpSpPr>
            <a:grpSpLocks noChangeAspect="1"/>
          </p:cNvGrpSpPr>
          <p:nvPr/>
        </p:nvGrpSpPr>
        <p:grpSpPr>
          <a:xfrm>
            <a:off x="4769818" y="3038445"/>
            <a:ext cx="536575" cy="460375"/>
            <a:chOff x="6121400" y="3044825"/>
            <a:chExt cx="536575" cy="460375"/>
          </a:xfrm>
        </p:grpSpPr>
        <p:sp useBgFill="1">
          <p:nvSpPr>
            <p:cNvPr id="673" name="Freeform 107"/>
            <p:cNvSpPr>
              <a:spLocks/>
            </p:cNvSpPr>
            <p:nvPr/>
          </p:nvSpPr>
          <p:spPr bwMode="auto">
            <a:xfrm>
              <a:off x="6121400" y="3044825"/>
              <a:ext cx="536575" cy="460375"/>
            </a:xfrm>
            <a:custGeom>
              <a:avLst/>
              <a:gdLst>
                <a:gd name="T0" fmla="*/ 225 w 2362"/>
                <a:gd name="T1" fmla="*/ 0 h 2024"/>
                <a:gd name="T2" fmla="*/ 2137 w 2362"/>
                <a:gd name="T3" fmla="*/ 0 h 2024"/>
                <a:gd name="T4" fmla="*/ 2173 w 2362"/>
                <a:gd name="T5" fmla="*/ 3 h 2024"/>
                <a:gd name="T6" fmla="*/ 2208 w 2362"/>
                <a:gd name="T7" fmla="*/ 12 h 2024"/>
                <a:gd name="T8" fmla="*/ 2241 w 2362"/>
                <a:gd name="T9" fmla="*/ 25 h 2024"/>
                <a:gd name="T10" fmla="*/ 2269 w 2362"/>
                <a:gd name="T11" fmla="*/ 43 h 2024"/>
                <a:gd name="T12" fmla="*/ 2295 w 2362"/>
                <a:gd name="T13" fmla="*/ 65 h 2024"/>
                <a:gd name="T14" fmla="*/ 2319 w 2362"/>
                <a:gd name="T15" fmla="*/ 92 h 2024"/>
                <a:gd name="T16" fmla="*/ 2337 w 2362"/>
                <a:gd name="T17" fmla="*/ 121 h 2024"/>
                <a:gd name="T18" fmla="*/ 2350 w 2362"/>
                <a:gd name="T19" fmla="*/ 154 h 2024"/>
                <a:gd name="T20" fmla="*/ 2359 w 2362"/>
                <a:gd name="T21" fmla="*/ 188 h 2024"/>
                <a:gd name="T22" fmla="*/ 2362 w 2362"/>
                <a:gd name="T23" fmla="*/ 225 h 2024"/>
                <a:gd name="T24" fmla="*/ 2362 w 2362"/>
                <a:gd name="T25" fmla="*/ 1799 h 2024"/>
                <a:gd name="T26" fmla="*/ 2359 w 2362"/>
                <a:gd name="T27" fmla="*/ 1836 h 2024"/>
                <a:gd name="T28" fmla="*/ 2350 w 2362"/>
                <a:gd name="T29" fmla="*/ 1870 h 2024"/>
                <a:gd name="T30" fmla="*/ 2337 w 2362"/>
                <a:gd name="T31" fmla="*/ 1903 h 2024"/>
                <a:gd name="T32" fmla="*/ 2319 w 2362"/>
                <a:gd name="T33" fmla="*/ 1932 h 2024"/>
                <a:gd name="T34" fmla="*/ 2295 w 2362"/>
                <a:gd name="T35" fmla="*/ 1959 h 2024"/>
                <a:gd name="T36" fmla="*/ 2269 w 2362"/>
                <a:gd name="T37" fmla="*/ 1981 h 2024"/>
                <a:gd name="T38" fmla="*/ 2241 w 2362"/>
                <a:gd name="T39" fmla="*/ 1999 h 2024"/>
                <a:gd name="T40" fmla="*/ 2208 w 2362"/>
                <a:gd name="T41" fmla="*/ 2012 h 2024"/>
                <a:gd name="T42" fmla="*/ 2173 w 2362"/>
                <a:gd name="T43" fmla="*/ 2021 h 2024"/>
                <a:gd name="T44" fmla="*/ 2137 w 2362"/>
                <a:gd name="T45" fmla="*/ 2024 h 2024"/>
                <a:gd name="T46" fmla="*/ 225 w 2362"/>
                <a:gd name="T47" fmla="*/ 2024 h 2024"/>
                <a:gd name="T48" fmla="*/ 189 w 2362"/>
                <a:gd name="T49" fmla="*/ 2021 h 2024"/>
                <a:gd name="T50" fmla="*/ 154 w 2362"/>
                <a:gd name="T51" fmla="*/ 2012 h 2024"/>
                <a:gd name="T52" fmla="*/ 121 w 2362"/>
                <a:gd name="T53" fmla="*/ 1999 h 2024"/>
                <a:gd name="T54" fmla="*/ 93 w 2362"/>
                <a:gd name="T55" fmla="*/ 1981 h 2024"/>
                <a:gd name="T56" fmla="*/ 67 w 2362"/>
                <a:gd name="T57" fmla="*/ 1959 h 2024"/>
                <a:gd name="T58" fmla="*/ 43 w 2362"/>
                <a:gd name="T59" fmla="*/ 1932 h 2024"/>
                <a:gd name="T60" fmla="*/ 25 w 2362"/>
                <a:gd name="T61" fmla="*/ 1903 h 2024"/>
                <a:gd name="T62" fmla="*/ 12 w 2362"/>
                <a:gd name="T63" fmla="*/ 1870 h 2024"/>
                <a:gd name="T64" fmla="*/ 3 w 2362"/>
                <a:gd name="T65" fmla="*/ 1836 h 2024"/>
                <a:gd name="T66" fmla="*/ 0 w 2362"/>
                <a:gd name="T67" fmla="*/ 1799 h 2024"/>
                <a:gd name="T68" fmla="*/ 0 w 2362"/>
                <a:gd name="T69" fmla="*/ 225 h 2024"/>
                <a:gd name="T70" fmla="*/ 3 w 2362"/>
                <a:gd name="T71" fmla="*/ 188 h 2024"/>
                <a:gd name="T72" fmla="*/ 12 w 2362"/>
                <a:gd name="T73" fmla="*/ 154 h 2024"/>
                <a:gd name="T74" fmla="*/ 25 w 2362"/>
                <a:gd name="T75" fmla="*/ 121 h 2024"/>
                <a:gd name="T76" fmla="*/ 43 w 2362"/>
                <a:gd name="T77" fmla="*/ 92 h 2024"/>
                <a:gd name="T78" fmla="*/ 67 w 2362"/>
                <a:gd name="T79" fmla="*/ 65 h 2024"/>
                <a:gd name="T80" fmla="*/ 93 w 2362"/>
                <a:gd name="T81" fmla="*/ 43 h 2024"/>
                <a:gd name="T82" fmla="*/ 121 w 2362"/>
                <a:gd name="T83" fmla="*/ 25 h 2024"/>
                <a:gd name="T84" fmla="*/ 154 w 2362"/>
                <a:gd name="T85" fmla="*/ 12 h 2024"/>
                <a:gd name="T86" fmla="*/ 189 w 2362"/>
                <a:gd name="T87" fmla="*/ 3 h 2024"/>
                <a:gd name="T88" fmla="*/ 225 w 2362"/>
                <a:gd name="T89" fmla="*/ 0 h 2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62" h="2024">
                  <a:moveTo>
                    <a:pt x="225" y="0"/>
                  </a:moveTo>
                  <a:lnTo>
                    <a:pt x="2137" y="0"/>
                  </a:lnTo>
                  <a:lnTo>
                    <a:pt x="2173" y="3"/>
                  </a:lnTo>
                  <a:lnTo>
                    <a:pt x="2208" y="12"/>
                  </a:lnTo>
                  <a:lnTo>
                    <a:pt x="2241" y="25"/>
                  </a:lnTo>
                  <a:lnTo>
                    <a:pt x="2269" y="43"/>
                  </a:lnTo>
                  <a:lnTo>
                    <a:pt x="2295" y="65"/>
                  </a:lnTo>
                  <a:lnTo>
                    <a:pt x="2319" y="92"/>
                  </a:lnTo>
                  <a:lnTo>
                    <a:pt x="2337" y="121"/>
                  </a:lnTo>
                  <a:lnTo>
                    <a:pt x="2350" y="154"/>
                  </a:lnTo>
                  <a:lnTo>
                    <a:pt x="2359" y="188"/>
                  </a:lnTo>
                  <a:lnTo>
                    <a:pt x="2362" y="225"/>
                  </a:lnTo>
                  <a:lnTo>
                    <a:pt x="2362" y="1799"/>
                  </a:lnTo>
                  <a:lnTo>
                    <a:pt x="2359" y="1836"/>
                  </a:lnTo>
                  <a:lnTo>
                    <a:pt x="2350" y="1870"/>
                  </a:lnTo>
                  <a:lnTo>
                    <a:pt x="2337" y="1903"/>
                  </a:lnTo>
                  <a:lnTo>
                    <a:pt x="2319" y="1932"/>
                  </a:lnTo>
                  <a:lnTo>
                    <a:pt x="2295" y="1959"/>
                  </a:lnTo>
                  <a:lnTo>
                    <a:pt x="2269" y="1981"/>
                  </a:lnTo>
                  <a:lnTo>
                    <a:pt x="2241" y="1999"/>
                  </a:lnTo>
                  <a:lnTo>
                    <a:pt x="2208" y="2012"/>
                  </a:lnTo>
                  <a:lnTo>
                    <a:pt x="2173" y="2021"/>
                  </a:lnTo>
                  <a:lnTo>
                    <a:pt x="2137" y="2024"/>
                  </a:lnTo>
                  <a:lnTo>
                    <a:pt x="225" y="2024"/>
                  </a:lnTo>
                  <a:lnTo>
                    <a:pt x="189" y="2021"/>
                  </a:lnTo>
                  <a:lnTo>
                    <a:pt x="154" y="2012"/>
                  </a:lnTo>
                  <a:lnTo>
                    <a:pt x="121" y="1999"/>
                  </a:lnTo>
                  <a:lnTo>
                    <a:pt x="93" y="1981"/>
                  </a:lnTo>
                  <a:lnTo>
                    <a:pt x="67" y="1959"/>
                  </a:lnTo>
                  <a:lnTo>
                    <a:pt x="43" y="1932"/>
                  </a:lnTo>
                  <a:lnTo>
                    <a:pt x="25" y="1903"/>
                  </a:lnTo>
                  <a:lnTo>
                    <a:pt x="12" y="1870"/>
                  </a:lnTo>
                  <a:lnTo>
                    <a:pt x="3" y="1836"/>
                  </a:lnTo>
                  <a:lnTo>
                    <a:pt x="0" y="1799"/>
                  </a:lnTo>
                  <a:lnTo>
                    <a:pt x="0" y="225"/>
                  </a:lnTo>
                  <a:lnTo>
                    <a:pt x="3" y="188"/>
                  </a:lnTo>
                  <a:lnTo>
                    <a:pt x="12" y="154"/>
                  </a:lnTo>
                  <a:lnTo>
                    <a:pt x="25" y="121"/>
                  </a:lnTo>
                  <a:lnTo>
                    <a:pt x="43" y="92"/>
                  </a:lnTo>
                  <a:lnTo>
                    <a:pt x="67" y="65"/>
                  </a:lnTo>
                  <a:lnTo>
                    <a:pt x="93" y="43"/>
                  </a:lnTo>
                  <a:lnTo>
                    <a:pt x="121" y="25"/>
                  </a:lnTo>
                  <a:lnTo>
                    <a:pt x="154" y="12"/>
                  </a:lnTo>
                  <a:lnTo>
                    <a:pt x="189" y="3"/>
                  </a:lnTo>
                  <a:lnTo>
                    <a:pt x="225"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74" name="Rectangle 108"/>
            <p:cNvSpPr>
              <a:spLocks noChangeArrowheads="1"/>
            </p:cNvSpPr>
            <p:nvPr/>
          </p:nvSpPr>
          <p:spPr bwMode="auto">
            <a:xfrm>
              <a:off x="6211888" y="3148013"/>
              <a:ext cx="355600" cy="215900"/>
            </a:xfrm>
            <a:prstGeom prst="rect">
              <a:avLst/>
            </a:prstGeom>
            <a:solidFill>
              <a:srgbClr val="7FD9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75" name="Freeform 109"/>
            <p:cNvSpPr>
              <a:spLocks/>
            </p:cNvSpPr>
            <p:nvPr/>
          </p:nvSpPr>
          <p:spPr bwMode="auto">
            <a:xfrm>
              <a:off x="6211888" y="3148013"/>
              <a:ext cx="355600" cy="215900"/>
            </a:xfrm>
            <a:custGeom>
              <a:avLst/>
              <a:gdLst>
                <a:gd name="T0" fmla="*/ 468 w 1574"/>
                <a:gd name="T1" fmla="*/ 0 h 956"/>
                <a:gd name="T2" fmla="*/ 468 w 1574"/>
                <a:gd name="T3" fmla="*/ 14 h 956"/>
                <a:gd name="T4" fmla="*/ 468 w 1574"/>
                <a:gd name="T5" fmla="*/ 49 h 956"/>
                <a:gd name="T6" fmla="*/ 477 w 1574"/>
                <a:gd name="T7" fmla="*/ 72 h 956"/>
                <a:gd name="T8" fmla="*/ 500 w 1574"/>
                <a:gd name="T9" fmla="*/ 91 h 956"/>
                <a:gd name="T10" fmla="*/ 524 w 1574"/>
                <a:gd name="T11" fmla="*/ 111 h 956"/>
                <a:gd name="T12" fmla="*/ 549 w 1574"/>
                <a:gd name="T13" fmla="*/ 131 h 956"/>
                <a:gd name="T14" fmla="*/ 568 w 1574"/>
                <a:gd name="T15" fmla="*/ 144 h 956"/>
                <a:gd name="T16" fmla="*/ 593 w 1574"/>
                <a:gd name="T17" fmla="*/ 163 h 956"/>
                <a:gd name="T18" fmla="*/ 622 w 1574"/>
                <a:gd name="T19" fmla="*/ 198 h 956"/>
                <a:gd name="T20" fmla="*/ 654 w 1574"/>
                <a:gd name="T21" fmla="*/ 246 h 956"/>
                <a:gd name="T22" fmla="*/ 683 w 1574"/>
                <a:gd name="T23" fmla="*/ 301 h 956"/>
                <a:gd name="T24" fmla="*/ 705 w 1574"/>
                <a:gd name="T25" fmla="*/ 358 h 956"/>
                <a:gd name="T26" fmla="*/ 715 w 1574"/>
                <a:gd name="T27" fmla="*/ 412 h 956"/>
                <a:gd name="T28" fmla="*/ 716 w 1574"/>
                <a:gd name="T29" fmla="*/ 466 h 956"/>
                <a:gd name="T30" fmla="*/ 715 w 1574"/>
                <a:gd name="T31" fmla="*/ 512 h 956"/>
                <a:gd name="T32" fmla="*/ 714 w 1574"/>
                <a:gd name="T33" fmla="*/ 548 h 956"/>
                <a:gd name="T34" fmla="*/ 715 w 1574"/>
                <a:gd name="T35" fmla="*/ 579 h 956"/>
                <a:gd name="T36" fmla="*/ 741 w 1574"/>
                <a:gd name="T37" fmla="*/ 607 h 956"/>
                <a:gd name="T38" fmla="*/ 762 w 1574"/>
                <a:gd name="T39" fmla="*/ 636 h 956"/>
                <a:gd name="T40" fmla="*/ 784 w 1574"/>
                <a:gd name="T41" fmla="*/ 662 h 956"/>
                <a:gd name="T42" fmla="*/ 808 w 1574"/>
                <a:gd name="T43" fmla="*/ 690 h 956"/>
                <a:gd name="T44" fmla="*/ 830 w 1574"/>
                <a:gd name="T45" fmla="*/ 707 h 956"/>
                <a:gd name="T46" fmla="*/ 848 w 1574"/>
                <a:gd name="T47" fmla="*/ 680 h 956"/>
                <a:gd name="T48" fmla="*/ 865 w 1574"/>
                <a:gd name="T49" fmla="*/ 639 h 956"/>
                <a:gd name="T50" fmla="*/ 880 w 1574"/>
                <a:gd name="T51" fmla="*/ 594 h 956"/>
                <a:gd name="T52" fmla="*/ 889 w 1574"/>
                <a:gd name="T53" fmla="*/ 554 h 956"/>
                <a:gd name="T54" fmla="*/ 895 w 1574"/>
                <a:gd name="T55" fmla="*/ 521 h 956"/>
                <a:gd name="T56" fmla="*/ 915 w 1574"/>
                <a:gd name="T57" fmla="*/ 481 h 956"/>
                <a:gd name="T58" fmla="*/ 948 w 1574"/>
                <a:gd name="T59" fmla="*/ 441 h 956"/>
                <a:gd name="T60" fmla="*/ 986 w 1574"/>
                <a:gd name="T61" fmla="*/ 404 h 956"/>
                <a:gd name="T62" fmla="*/ 1022 w 1574"/>
                <a:gd name="T63" fmla="*/ 374 h 956"/>
                <a:gd name="T64" fmla="*/ 1044 w 1574"/>
                <a:gd name="T65" fmla="*/ 357 h 956"/>
                <a:gd name="T66" fmla="*/ 1064 w 1574"/>
                <a:gd name="T67" fmla="*/ 350 h 956"/>
                <a:gd name="T68" fmla="*/ 1097 w 1574"/>
                <a:gd name="T69" fmla="*/ 343 h 956"/>
                <a:gd name="T70" fmla="*/ 1148 w 1574"/>
                <a:gd name="T71" fmla="*/ 338 h 956"/>
                <a:gd name="T72" fmla="*/ 1224 w 1574"/>
                <a:gd name="T73" fmla="*/ 333 h 956"/>
                <a:gd name="T74" fmla="*/ 1254 w 1574"/>
                <a:gd name="T75" fmla="*/ 331 h 956"/>
                <a:gd name="T76" fmla="*/ 1271 w 1574"/>
                <a:gd name="T77" fmla="*/ 326 h 956"/>
                <a:gd name="T78" fmla="*/ 1278 w 1574"/>
                <a:gd name="T79" fmla="*/ 317 h 956"/>
                <a:gd name="T80" fmla="*/ 1240 w 1574"/>
                <a:gd name="T81" fmla="*/ 289 h 956"/>
                <a:gd name="T82" fmla="*/ 1216 w 1574"/>
                <a:gd name="T83" fmla="*/ 261 h 956"/>
                <a:gd name="T84" fmla="*/ 1208 w 1574"/>
                <a:gd name="T85" fmla="*/ 228 h 956"/>
                <a:gd name="T86" fmla="*/ 1215 w 1574"/>
                <a:gd name="T87" fmla="*/ 190 h 956"/>
                <a:gd name="T88" fmla="*/ 1233 w 1574"/>
                <a:gd name="T89" fmla="*/ 138 h 956"/>
                <a:gd name="T90" fmla="*/ 1242 w 1574"/>
                <a:gd name="T91" fmla="*/ 108 h 956"/>
                <a:gd name="T92" fmla="*/ 1241 w 1574"/>
                <a:gd name="T93" fmla="*/ 88 h 956"/>
                <a:gd name="T94" fmla="*/ 1224 w 1574"/>
                <a:gd name="T95" fmla="*/ 74 h 956"/>
                <a:gd name="T96" fmla="*/ 1205 w 1574"/>
                <a:gd name="T97" fmla="*/ 59 h 956"/>
                <a:gd name="T98" fmla="*/ 1184 w 1574"/>
                <a:gd name="T99" fmla="*/ 43 h 956"/>
                <a:gd name="T100" fmla="*/ 1169 w 1574"/>
                <a:gd name="T101" fmla="*/ 16 h 956"/>
                <a:gd name="T102" fmla="*/ 1574 w 1574"/>
                <a:gd name="T103" fmla="*/ 0 h 956"/>
                <a:gd name="T104" fmla="*/ 0 w 1574"/>
                <a:gd name="T105" fmla="*/ 956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74" h="956">
                  <a:moveTo>
                    <a:pt x="0" y="0"/>
                  </a:moveTo>
                  <a:lnTo>
                    <a:pt x="468" y="0"/>
                  </a:lnTo>
                  <a:lnTo>
                    <a:pt x="468" y="0"/>
                  </a:lnTo>
                  <a:lnTo>
                    <a:pt x="468" y="14"/>
                  </a:lnTo>
                  <a:lnTo>
                    <a:pt x="468" y="31"/>
                  </a:lnTo>
                  <a:lnTo>
                    <a:pt x="468" y="49"/>
                  </a:lnTo>
                  <a:lnTo>
                    <a:pt x="469" y="66"/>
                  </a:lnTo>
                  <a:lnTo>
                    <a:pt x="477" y="72"/>
                  </a:lnTo>
                  <a:lnTo>
                    <a:pt x="488" y="80"/>
                  </a:lnTo>
                  <a:lnTo>
                    <a:pt x="500" y="91"/>
                  </a:lnTo>
                  <a:lnTo>
                    <a:pt x="511" y="100"/>
                  </a:lnTo>
                  <a:lnTo>
                    <a:pt x="524" y="111"/>
                  </a:lnTo>
                  <a:lnTo>
                    <a:pt x="537" y="121"/>
                  </a:lnTo>
                  <a:lnTo>
                    <a:pt x="549" y="131"/>
                  </a:lnTo>
                  <a:lnTo>
                    <a:pt x="560" y="138"/>
                  </a:lnTo>
                  <a:lnTo>
                    <a:pt x="568" y="144"/>
                  </a:lnTo>
                  <a:lnTo>
                    <a:pt x="580" y="151"/>
                  </a:lnTo>
                  <a:lnTo>
                    <a:pt x="593" y="163"/>
                  </a:lnTo>
                  <a:lnTo>
                    <a:pt x="607" y="179"/>
                  </a:lnTo>
                  <a:lnTo>
                    <a:pt x="622" y="198"/>
                  </a:lnTo>
                  <a:lnTo>
                    <a:pt x="638" y="221"/>
                  </a:lnTo>
                  <a:lnTo>
                    <a:pt x="654" y="246"/>
                  </a:lnTo>
                  <a:lnTo>
                    <a:pt x="670" y="273"/>
                  </a:lnTo>
                  <a:lnTo>
                    <a:pt x="683" y="301"/>
                  </a:lnTo>
                  <a:lnTo>
                    <a:pt x="695" y="330"/>
                  </a:lnTo>
                  <a:lnTo>
                    <a:pt x="705" y="358"/>
                  </a:lnTo>
                  <a:lnTo>
                    <a:pt x="712" y="386"/>
                  </a:lnTo>
                  <a:lnTo>
                    <a:pt x="715" y="412"/>
                  </a:lnTo>
                  <a:lnTo>
                    <a:pt x="716" y="437"/>
                  </a:lnTo>
                  <a:lnTo>
                    <a:pt x="716" y="466"/>
                  </a:lnTo>
                  <a:lnTo>
                    <a:pt x="715" y="495"/>
                  </a:lnTo>
                  <a:lnTo>
                    <a:pt x="715" y="512"/>
                  </a:lnTo>
                  <a:lnTo>
                    <a:pt x="714" y="530"/>
                  </a:lnTo>
                  <a:lnTo>
                    <a:pt x="714" y="548"/>
                  </a:lnTo>
                  <a:lnTo>
                    <a:pt x="714" y="565"/>
                  </a:lnTo>
                  <a:lnTo>
                    <a:pt x="715" y="579"/>
                  </a:lnTo>
                  <a:lnTo>
                    <a:pt x="728" y="592"/>
                  </a:lnTo>
                  <a:lnTo>
                    <a:pt x="741" y="607"/>
                  </a:lnTo>
                  <a:lnTo>
                    <a:pt x="754" y="625"/>
                  </a:lnTo>
                  <a:lnTo>
                    <a:pt x="762" y="636"/>
                  </a:lnTo>
                  <a:lnTo>
                    <a:pt x="772" y="649"/>
                  </a:lnTo>
                  <a:lnTo>
                    <a:pt x="784" y="662"/>
                  </a:lnTo>
                  <a:lnTo>
                    <a:pt x="795" y="677"/>
                  </a:lnTo>
                  <a:lnTo>
                    <a:pt x="808" y="690"/>
                  </a:lnTo>
                  <a:lnTo>
                    <a:pt x="820" y="700"/>
                  </a:lnTo>
                  <a:lnTo>
                    <a:pt x="830" y="707"/>
                  </a:lnTo>
                  <a:lnTo>
                    <a:pt x="839" y="696"/>
                  </a:lnTo>
                  <a:lnTo>
                    <a:pt x="848" y="680"/>
                  </a:lnTo>
                  <a:lnTo>
                    <a:pt x="857" y="660"/>
                  </a:lnTo>
                  <a:lnTo>
                    <a:pt x="865" y="639"/>
                  </a:lnTo>
                  <a:lnTo>
                    <a:pt x="874" y="616"/>
                  </a:lnTo>
                  <a:lnTo>
                    <a:pt x="880" y="594"/>
                  </a:lnTo>
                  <a:lnTo>
                    <a:pt x="886" y="573"/>
                  </a:lnTo>
                  <a:lnTo>
                    <a:pt x="889" y="554"/>
                  </a:lnTo>
                  <a:lnTo>
                    <a:pt x="892" y="540"/>
                  </a:lnTo>
                  <a:lnTo>
                    <a:pt x="895" y="521"/>
                  </a:lnTo>
                  <a:lnTo>
                    <a:pt x="902" y="501"/>
                  </a:lnTo>
                  <a:lnTo>
                    <a:pt x="915" y="481"/>
                  </a:lnTo>
                  <a:lnTo>
                    <a:pt x="930" y="460"/>
                  </a:lnTo>
                  <a:lnTo>
                    <a:pt x="948" y="441"/>
                  </a:lnTo>
                  <a:lnTo>
                    <a:pt x="967" y="422"/>
                  </a:lnTo>
                  <a:lnTo>
                    <a:pt x="986" y="404"/>
                  </a:lnTo>
                  <a:lnTo>
                    <a:pt x="1004" y="388"/>
                  </a:lnTo>
                  <a:lnTo>
                    <a:pt x="1022" y="374"/>
                  </a:lnTo>
                  <a:lnTo>
                    <a:pt x="1035" y="362"/>
                  </a:lnTo>
                  <a:lnTo>
                    <a:pt x="1044" y="357"/>
                  </a:lnTo>
                  <a:lnTo>
                    <a:pt x="1053" y="353"/>
                  </a:lnTo>
                  <a:lnTo>
                    <a:pt x="1064" y="350"/>
                  </a:lnTo>
                  <a:lnTo>
                    <a:pt x="1079" y="347"/>
                  </a:lnTo>
                  <a:lnTo>
                    <a:pt x="1097" y="343"/>
                  </a:lnTo>
                  <a:lnTo>
                    <a:pt x="1120" y="340"/>
                  </a:lnTo>
                  <a:lnTo>
                    <a:pt x="1148" y="338"/>
                  </a:lnTo>
                  <a:lnTo>
                    <a:pt x="1182" y="336"/>
                  </a:lnTo>
                  <a:lnTo>
                    <a:pt x="1224" y="333"/>
                  </a:lnTo>
                  <a:lnTo>
                    <a:pt x="1239" y="332"/>
                  </a:lnTo>
                  <a:lnTo>
                    <a:pt x="1254" y="331"/>
                  </a:lnTo>
                  <a:lnTo>
                    <a:pt x="1268" y="330"/>
                  </a:lnTo>
                  <a:lnTo>
                    <a:pt x="1271" y="326"/>
                  </a:lnTo>
                  <a:lnTo>
                    <a:pt x="1274" y="322"/>
                  </a:lnTo>
                  <a:lnTo>
                    <a:pt x="1278" y="317"/>
                  </a:lnTo>
                  <a:lnTo>
                    <a:pt x="1258" y="303"/>
                  </a:lnTo>
                  <a:lnTo>
                    <a:pt x="1240" y="289"/>
                  </a:lnTo>
                  <a:lnTo>
                    <a:pt x="1225" y="275"/>
                  </a:lnTo>
                  <a:lnTo>
                    <a:pt x="1216" y="261"/>
                  </a:lnTo>
                  <a:lnTo>
                    <a:pt x="1211" y="245"/>
                  </a:lnTo>
                  <a:lnTo>
                    <a:pt x="1208" y="228"/>
                  </a:lnTo>
                  <a:lnTo>
                    <a:pt x="1211" y="210"/>
                  </a:lnTo>
                  <a:lnTo>
                    <a:pt x="1215" y="190"/>
                  </a:lnTo>
                  <a:lnTo>
                    <a:pt x="1222" y="166"/>
                  </a:lnTo>
                  <a:lnTo>
                    <a:pt x="1233" y="138"/>
                  </a:lnTo>
                  <a:lnTo>
                    <a:pt x="1237" y="124"/>
                  </a:lnTo>
                  <a:lnTo>
                    <a:pt x="1242" y="108"/>
                  </a:lnTo>
                  <a:lnTo>
                    <a:pt x="1248" y="93"/>
                  </a:lnTo>
                  <a:lnTo>
                    <a:pt x="1241" y="88"/>
                  </a:lnTo>
                  <a:lnTo>
                    <a:pt x="1234" y="81"/>
                  </a:lnTo>
                  <a:lnTo>
                    <a:pt x="1224" y="74"/>
                  </a:lnTo>
                  <a:lnTo>
                    <a:pt x="1215" y="66"/>
                  </a:lnTo>
                  <a:lnTo>
                    <a:pt x="1205" y="59"/>
                  </a:lnTo>
                  <a:lnTo>
                    <a:pt x="1198" y="54"/>
                  </a:lnTo>
                  <a:lnTo>
                    <a:pt x="1184" y="43"/>
                  </a:lnTo>
                  <a:lnTo>
                    <a:pt x="1175" y="31"/>
                  </a:lnTo>
                  <a:lnTo>
                    <a:pt x="1169" y="16"/>
                  </a:lnTo>
                  <a:lnTo>
                    <a:pt x="1167" y="0"/>
                  </a:lnTo>
                  <a:lnTo>
                    <a:pt x="1574" y="0"/>
                  </a:lnTo>
                  <a:lnTo>
                    <a:pt x="1574" y="956"/>
                  </a:lnTo>
                  <a:lnTo>
                    <a:pt x="0" y="956"/>
                  </a:lnTo>
                  <a:lnTo>
                    <a:pt x="0"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76" name="Freeform 110"/>
            <p:cNvSpPr>
              <a:spLocks/>
            </p:cNvSpPr>
            <p:nvPr/>
          </p:nvSpPr>
          <p:spPr bwMode="auto">
            <a:xfrm>
              <a:off x="6211888" y="3148013"/>
              <a:ext cx="355600" cy="215900"/>
            </a:xfrm>
            <a:custGeom>
              <a:avLst/>
              <a:gdLst>
                <a:gd name="T0" fmla="*/ 406 w 1574"/>
                <a:gd name="T1" fmla="*/ 0 h 956"/>
                <a:gd name="T2" fmla="*/ 406 w 1574"/>
                <a:gd name="T3" fmla="*/ 40 h 956"/>
                <a:gd name="T4" fmla="*/ 407 w 1574"/>
                <a:gd name="T5" fmla="*/ 75 h 956"/>
                <a:gd name="T6" fmla="*/ 412 w 1574"/>
                <a:gd name="T7" fmla="*/ 98 h 956"/>
                <a:gd name="T8" fmla="*/ 423 w 1574"/>
                <a:gd name="T9" fmla="*/ 108 h 956"/>
                <a:gd name="T10" fmla="*/ 445 w 1574"/>
                <a:gd name="T11" fmla="*/ 126 h 956"/>
                <a:gd name="T12" fmla="*/ 474 w 1574"/>
                <a:gd name="T13" fmla="*/ 150 h 956"/>
                <a:gd name="T14" fmla="*/ 505 w 1574"/>
                <a:gd name="T15" fmla="*/ 175 h 956"/>
                <a:gd name="T16" fmla="*/ 532 w 1574"/>
                <a:gd name="T17" fmla="*/ 195 h 956"/>
                <a:gd name="T18" fmla="*/ 551 w 1574"/>
                <a:gd name="T19" fmla="*/ 207 h 956"/>
                <a:gd name="T20" fmla="*/ 573 w 1574"/>
                <a:gd name="T21" fmla="*/ 231 h 956"/>
                <a:gd name="T22" fmla="*/ 597 w 1574"/>
                <a:gd name="T23" fmla="*/ 269 h 956"/>
                <a:gd name="T24" fmla="*/ 620 w 1574"/>
                <a:gd name="T25" fmla="*/ 314 h 956"/>
                <a:gd name="T26" fmla="*/ 639 w 1574"/>
                <a:gd name="T27" fmla="*/ 359 h 956"/>
                <a:gd name="T28" fmla="*/ 651 w 1574"/>
                <a:gd name="T29" fmla="*/ 400 h 956"/>
                <a:gd name="T30" fmla="*/ 654 w 1574"/>
                <a:gd name="T31" fmla="*/ 435 h 956"/>
                <a:gd name="T32" fmla="*/ 654 w 1574"/>
                <a:gd name="T33" fmla="*/ 479 h 956"/>
                <a:gd name="T34" fmla="*/ 652 w 1574"/>
                <a:gd name="T35" fmla="*/ 525 h 956"/>
                <a:gd name="T36" fmla="*/ 652 w 1574"/>
                <a:gd name="T37" fmla="*/ 568 h 956"/>
                <a:gd name="T38" fmla="*/ 656 w 1574"/>
                <a:gd name="T39" fmla="*/ 602 h 956"/>
                <a:gd name="T40" fmla="*/ 667 w 1574"/>
                <a:gd name="T41" fmla="*/ 620 h 956"/>
                <a:gd name="T42" fmla="*/ 683 w 1574"/>
                <a:gd name="T43" fmla="*/ 636 h 956"/>
                <a:gd name="T44" fmla="*/ 708 w 1574"/>
                <a:gd name="T45" fmla="*/ 667 h 956"/>
                <a:gd name="T46" fmla="*/ 736 w 1574"/>
                <a:gd name="T47" fmla="*/ 704 h 956"/>
                <a:gd name="T48" fmla="*/ 769 w 1574"/>
                <a:gd name="T49" fmla="*/ 738 h 956"/>
                <a:gd name="T50" fmla="*/ 804 w 1574"/>
                <a:gd name="T51" fmla="*/ 763 h 956"/>
                <a:gd name="T52" fmla="*/ 839 w 1574"/>
                <a:gd name="T53" fmla="*/ 770 h 956"/>
                <a:gd name="T54" fmla="*/ 869 w 1574"/>
                <a:gd name="T55" fmla="*/ 754 h 956"/>
                <a:gd name="T56" fmla="*/ 896 w 1574"/>
                <a:gd name="T57" fmla="*/ 720 h 956"/>
                <a:gd name="T58" fmla="*/ 918 w 1574"/>
                <a:gd name="T59" fmla="*/ 675 h 956"/>
                <a:gd name="T60" fmla="*/ 935 w 1574"/>
                <a:gd name="T61" fmla="*/ 627 h 956"/>
                <a:gd name="T62" fmla="*/ 947 w 1574"/>
                <a:gd name="T63" fmla="*/ 583 h 956"/>
                <a:gd name="T64" fmla="*/ 953 w 1574"/>
                <a:gd name="T65" fmla="*/ 550 h 956"/>
                <a:gd name="T66" fmla="*/ 956 w 1574"/>
                <a:gd name="T67" fmla="*/ 531 h 956"/>
                <a:gd name="T68" fmla="*/ 973 w 1574"/>
                <a:gd name="T69" fmla="*/ 506 h 956"/>
                <a:gd name="T70" fmla="*/ 999 w 1574"/>
                <a:gd name="T71" fmla="*/ 477 h 956"/>
                <a:gd name="T72" fmla="*/ 1029 w 1574"/>
                <a:gd name="T73" fmla="*/ 449 h 956"/>
                <a:gd name="T74" fmla="*/ 1056 w 1574"/>
                <a:gd name="T75" fmla="*/ 426 h 956"/>
                <a:gd name="T76" fmla="*/ 1073 w 1574"/>
                <a:gd name="T77" fmla="*/ 412 h 956"/>
                <a:gd name="T78" fmla="*/ 1097 w 1574"/>
                <a:gd name="T79" fmla="*/ 406 h 956"/>
                <a:gd name="T80" fmla="*/ 1139 w 1574"/>
                <a:gd name="T81" fmla="*/ 401 h 956"/>
                <a:gd name="T82" fmla="*/ 1191 w 1574"/>
                <a:gd name="T83" fmla="*/ 397 h 956"/>
                <a:gd name="T84" fmla="*/ 1241 w 1574"/>
                <a:gd name="T85" fmla="*/ 394 h 956"/>
                <a:gd name="T86" fmla="*/ 1278 w 1574"/>
                <a:gd name="T87" fmla="*/ 392 h 956"/>
                <a:gd name="T88" fmla="*/ 1298 w 1574"/>
                <a:gd name="T89" fmla="*/ 387 h 956"/>
                <a:gd name="T90" fmla="*/ 1320 w 1574"/>
                <a:gd name="T91" fmla="*/ 364 h 956"/>
                <a:gd name="T92" fmla="*/ 1345 w 1574"/>
                <a:gd name="T93" fmla="*/ 331 h 956"/>
                <a:gd name="T94" fmla="*/ 1368 w 1574"/>
                <a:gd name="T95" fmla="*/ 296 h 956"/>
                <a:gd name="T96" fmla="*/ 1329 w 1574"/>
                <a:gd name="T97" fmla="*/ 275 h 956"/>
                <a:gd name="T98" fmla="*/ 1297 w 1574"/>
                <a:gd name="T99" fmla="*/ 255 h 956"/>
                <a:gd name="T100" fmla="*/ 1276 w 1574"/>
                <a:gd name="T101" fmla="*/ 239 h 956"/>
                <a:gd name="T102" fmla="*/ 1271 w 1574"/>
                <a:gd name="T103" fmla="*/ 227 h 956"/>
                <a:gd name="T104" fmla="*/ 1276 w 1574"/>
                <a:gd name="T105" fmla="*/ 204 h 956"/>
                <a:gd name="T106" fmla="*/ 1287 w 1574"/>
                <a:gd name="T107" fmla="*/ 171 h 956"/>
                <a:gd name="T108" fmla="*/ 1299 w 1574"/>
                <a:gd name="T109" fmla="*/ 134 h 956"/>
                <a:gd name="T110" fmla="*/ 1310 w 1574"/>
                <a:gd name="T111" fmla="*/ 100 h 956"/>
                <a:gd name="T112" fmla="*/ 1315 w 1574"/>
                <a:gd name="T113" fmla="*/ 74 h 956"/>
                <a:gd name="T114" fmla="*/ 1311 w 1574"/>
                <a:gd name="T115" fmla="*/ 61 h 956"/>
                <a:gd name="T116" fmla="*/ 1293 w 1574"/>
                <a:gd name="T117" fmla="*/ 49 h 956"/>
                <a:gd name="T118" fmla="*/ 1268 w 1574"/>
                <a:gd name="T119" fmla="*/ 29 h 956"/>
                <a:gd name="T120" fmla="*/ 1241 w 1574"/>
                <a:gd name="T121" fmla="*/ 7 h 956"/>
                <a:gd name="T122" fmla="*/ 1574 w 1574"/>
                <a:gd name="T123" fmla="*/ 0 h 956"/>
                <a:gd name="T124" fmla="*/ 0 w 1574"/>
                <a:gd name="T125" fmla="*/ 956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74" h="956">
                  <a:moveTo>
                    <a:pt x="0" y="0"/>
                  </a:moveTo>
                  <a:lnTo>
                    <a:pt x="406" y="0"/>
                  </a:lnTo>
                  <a:lnTo>
                    <a:pt x="406" y="20"/>
                  </a:lnTo>
                  <a:lnTo>
                    <a:pt x="406" y="40"/>
                  </a:lnTo>
                  <a:lnTo>
                    <a:pt x="406" y="59"/>
                  </a:lnTo>
                  <a:lnTo>
                    <a:pt x="407" y="75"/>
                  </a:lnTo>
                  <a:lnTo>
                    <a:pt x="409" y="89"/>
                  </a:lnTo>
                  <a:lnTo>
                    <a:pt x="412" y="98"/>
                  </a:lnTo>
                  <a:lnTo>
                    <a:pt x="415" y="104"/>
                  </a:lnTo>
                  <a:lnTo>
                    <a:pt x="423" y="108"/>
                  </a:lnTo>
                  <a:lnTo>
                    <a:pt x="432" y="116"/>
                  </a:lnTo>
                  <a:lnTo>
                    <a:pt x="445" y="126"/>
                  </a:lnTo>
                  <a:lnTo>
                    <a:pt x="460" y="137"/>
                  </a:lnTo>
                  <a:lnTo>
                    <a:pt x="474" y="150"/>
                  </a:lnTo>
                  <a:lnTo>
                    <a:pt x="490" y="164"/>
                  </a:lnTo>
                  <a:lnTo>
                    <a:pt x="505" y="175"/>
                  </a:lnTo>
                  <a:lnTo>
                    <a:pt x="520" y="186"/>
                  </a:lnTo>
                  <a:lnTo>
                    <a:pt x="532" y="195"/>
                  </a:lnTo>
                  <a:lnTo>
                    <a:pt x="543" y="201"/>
                  </a:lnTo>
                  <a:lnTo>
                    <a:pt x="551" y="207"/>
                  </a:lnTo>
                  <a:lnTo>
                    <a:pt x="562" y="217"/>
                  </a:lnTo>
                  <a:lnTo>
                    <a:pt x="573" y="231"/>
                  </a:lnTo>
                  <a:lnTo>
                    <a:pt x="584" y="249"/>
                  </a:lnTo>
                  <a:lnTo>
                    <a:pt x="597" y="269"/>
                  </a:lnTo>
                  <a:lnTo>
                    <a:pt x="608" y="291"/>
                  </a:lnTo>
                  <a:lnTo>
                    <a:pt x="620" y="314"/>
                  </a:lnTo>
                  <a:lnTo>
                    <a:pt x="630" y="336"/>
                  </a:lnTo>
                  <a:lnTo>
                    <a:pt x="639" y="359"/>
                  </a:lnTo>
                  <a:lnTo>
                    <a:pt x="647" y="380"/>
                  </a:lnTo>
                  <a:lnTo>
                    <a:pt x="651" y="400"/>
                  </a:lnTo>
                  <a:lnTo>
                    <a:pt x="654" y="417"/>
                  </a:lnTo>
                  <a:lnTo>
                    <a:pt x="654" y="435"/>
                  </a:lnTo>
                  <a:lnTo>
                    <a:pt x="654" y="456"/>
                  </a:lnTo>
                  <a:lnTo>
                    <a:pt x="654" y="479"/>
                  </a:lnTo>
                  <a:lnTo>
                    <a:pt x="653" y="502"/>
                  </a:lnTo>
                  <a:lnTo>
                    <a:pt x="652" y="525"/>
                  </a:lnTo>
                  <a:lnTo>
                    <a:pt x="652" y="548"/>
                  </a:lnTo>
                  <a:lnTo>
                    <a:pt x="652" y="568"/>
                  </a:lnTo>
                  <a:lnTo>
                    <a:pt x="654" y="587"/>
                  </a:lnTo>
                  <a:lnTo>
                    <a:pt x="656" y="602"/>
                  </a:lnTo>
                  <a:lnTo>
                    <a:pt x="660" y="614"/>
                  </a:lnTo>
                  <a:lnTo>
                    <a:pt x="667" y="620"/>
                  </a:lnTo>
                  <a:lnTo>
                    <a:pt x="674" y="625"/>
                  </a:lnTo>
                  <a:lnTo>
                    <a:pt x="683" y="636"/>
                  </a:lnTo>
                  <a:lnTo>
                    <a:pt x="695" y="651"/>
                  </a:lnTo>
                  <a:lnTo>
                    <a:pt x="708" y="667"/>
                  </a:lnTo>
                  <a:lnTo>
                    <a:pt x="722" y="685"/>
                  </a:lnTo>
                  <a:lnTo>
                    <a:pt x="736" y="704"/>
                  </a:lnTo>
                  <a:lnTo>
                    <a:pt x="752" y="722"/>
                  </a:lnTo>
                  <a:lnTo>
                    <a:pt x="769" y="738"/>
                  </a:lnTo>
                  <a:lnTo>
                    <a:pt x="786" y="752"/>
                  </a:lnTo>
                  <a:lnTo>
                    <a:pt x="804" y="763"/>
                  </a:lnTo>
                  <a:lnTo>
                    <a:pt x="821" y="769"/>
                  </a:lnTo>
                  <a:lnTo>
                    <a:pt x="839" y="770"/>
                  </a:lnTo>
                  <a:lnTo>
                    <a:pt x="855" y="765"/>
                  </a:lnTo>
                  <a:lnTo>
                    <a:pt x="869" y="754"/>
                  </a:lnTo>
                  <a:lnTo>
                    <a:pt x="883" y="739"/>
                  </a:lnTo>
                  <a:lnTo>
                    <a:pt x="896" y="720"/>
                  </a:lnTo>
                  <a:lnTo>
                    <a:pt x="907" y="699"/>
                  </a:lnTo>
                  <a:lnTo>
                    <a:pt x="918" y="675"/>
                  </a:lnTo>
                  <a:lnTo>
                    <a:pt x="927" y="652"/>
                  </a:lnTo>
                  <a:lnTo>
                    <a:pt x="935" y="627"/>
                  </a:lnTo>
                  <a:lnTo>
                    <a:pt x="941" y="604"/>
                  </a:lnTo>
                  <a:lnTo>
                    <a:pt x="947" y="583"/>
                  </a:lnTo>
                  <a:lnTo>
                    <a:pt x="951" y="565"/>
                  </a:lnTo>
                  <a:lnTo>
                    <a:pt x="953" y="550"/>
                  </a:lnTo>
                  <a:lnTo>
                    <a:pt x="954" y="541"/>
                  </a:lnTo>
                  <a:lnTo>
                    <a:pt x="956" y="531"/>
                  </a:lnTo>
                  <a:lnTo>
                    <a:pt x="962" y="519"/>
                  </a:lnTo>
                  <a:lnTo>
                    <a:pt x="973" y="506"/>
                  </a:lnTo>
                  <a:lnTo>
                    <a:pt x="986" y="491"/>
                  </a:lnTo>
                  <a:lnTo>
                    <a:pt x="999" y="477"/>
                  </a:lnTo>
                  <a:lnTo>
                    <a:pt x="1014" y="463"/>
                  </a:lnTo>
                  <a:lnTo>
                    <a:pt x="1029" y="449"/>
                  </a:lnTo>
                  <a:lnTo>
                    <a:pt x="1044" y="436"/>
                  </a:lnTo>
                  <a:lnTo>
                    <a:pt x="1056" y="426"/>
                  </a:lnTo>
                  <a:lnTo>
                    <a:pt x="1066" y="417"/>
                  </a:lnTo>
                  <a:lnTo>
                    <a:pt x="1073" y="412"/>
                  </a:lnTo>
                  <a:lnTo>
                    <a:pt x="1082" y="409"/>
                  </a:lnTo>
                  <a:lnTo>
                    <a:pt x="1097" y="406"/>
                  </a:lnTo>
                  <a:lnTo>
                    <a:pt x="1116" y="404"/>
                  </a:lnTo>
                  <a:lnTo>
                    <a:pt x="1139" y="401"/>
                  </a:lnTo>
                  <a:lnTo>
                    <a:pt x="1164" y="399"/>
                  </a:lnTo>
                  <a:lnTo>
                    <a:pt x="1191" y="397"/>
                  </a:lnTo>
                  <a:lnTo>
                    <a:pt x="1217" y="396"/>
                  </a:lnTo>
                  <a:lnTo>
                    <a:pt x="1241" y="394"/>
                  </a:lnTo>
                  <a:lnTo>
                    <a:pt x="1262" y="393"/>
                  </a:lnTo>
                  <a:lnTo>
                    <a:pt x="1278" y="392"/>
                  </a:lnTo>
                  <a:lnTo>
                    <a:pt x="1289" y="391"/>
                  </a:lnTo>
                  <a:lnTo>
                    <a:pt x="1298" y="387"/>
                  </a:lnTo>
                  <a:lnTo>
                    <a:pt x="1309" y="377"/>
                  </a:lnTo>
                  <a:lnTo>
                    <a:pt x="1320" y="364"/>
                  </a:lnTo>
                  <a:lnTo>
                    <a:pt x="1332" y="349"/>
                  </a:lnTo>
                  <a:lnTo>
                    <a:pt x="1345" y="331"/>
                  </a:lnTo>
                  <a:lnTo>
                    <a:pt x="1356" y="314"/>
                  </a:lnTo>
                  <a:lnTo>
                    <a:pt x="1368" y="296"/>
                  </a:lnTo>
                  <a:lnTo>
                    <a:pt x="1348" y="286"/>
                  </a:lnTo>
                  <a:lnTo>
                    <a:pt x="1329" y="275"/>
                  </a:lnTo>
                  <a:lnTo>
                    <a:pt x="1312" y="264"/>
                  </a:lnTo>
                  <a:lnTo>
                    <a:pt x="1297" y="255"/>
                  </a:lnTo>
                  <a:lnTo>
                    <a:pt x="1285" y="245"/>
                  </a:lnTo>
                  <a:lnTo>
                    <a:pt x="1276" y="239"/>
                  </a:lnTo>
                  <a:lnTo>
                    <a:pt x="1272" y="233"/>
                  </a:lnTo>
                  <a:lnTo>
                    <a:pt x="1271" y="227"/>
                  </a:lnTo>
                  <a:lnTo>
                    <a:pt x="1273" y="217"/>
                  </a:lnTo>
                  <a:lnTo>
                    <a:pt x="1276" y="204"/>
                  </a:lnTo>
                  <a:lnTo>
                    <a:pt x="1281" y="188"/>
                  </a:lnTo>
                  <a:lnTo>
                    <a:pt x="1287" y="171"/>
                  </a:lnTo>
                  <a:lnTo>
                    <a:pt x="1293" y="153"/>
                  </a:lnTo>
                  <a:lnTo>
                    <a:pt x="1299" y="134"/>
                  </a:lnTo>
                  <a:lnTo>
                    <a:pt x="1306" y="116"/>
                  </a:lnTo>
                  <a:lnTo>
                    <a:pt x="1310" y="100"/>
                  </a:lnTo>
                  <a:lnTo>
                    <a:pt x="1314" y="86"/>
                  </a:lnTo>
                  <a:lnTo>
                    <a:pt x="1315" y="74"/>
                  </a:lnTo>
                  <a:lnTo>
                    <a:pt x="1315" y="66"/>
                  </a:lnTo>
                  <a:lnTo>
                    <a:pt x="1311" y="61"/>
                  </a:lnTo>
                  <a:lnTo>
                    <a:pt x="1303" y="56"/>
                  </a:lnTo>
                  <a:lnTo>
                    <a:pt x="1293" y="49"/>
                  </a:lnTo>
                  <a:lnTo>
                    <a:pt x="1280" y="39"/>
                  </a:lnTo>
                  <a:lnTo>
                    <a:pt x="1268" y="29"/>
                  </a:lnTo>
                  <a:lnTo>
                    <a:pt x="1254" y="18"/>
                  </a:lnTo>
                  <a:lnTo>
                    <a:pt x="1241" y="7"/>
                  </a:lnTo>
                  <a:lnTo>
                    <a:pt x="1229" y="0"/>
                  </a:lnTo>
                  <a:lnTo>
                    <a:pt x="1574" y="0"/>
                  </a:lnTo>
                  <a:lnTo>
                    <a:pt x="1574" y="956"/>
                  </a:lnTo>
                  <a:lnTo>
                    <a:pt x="0" y="956"/>
                  </a:lnTo>
                  <a:lnTo>
                    <a:pt x="0"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77" name="Freeform 111"/>
            <p:cNvSpPr>
              <a:spLocks/>
            </p:cNvSpPr>
            <p:nvPr/>
          </p:nvSpPr>
          <p:spPr bwMode="auto">
            <a:xfrm>
              <a:off x="6484938" y="3201988"/>
              <a:ext cx="82550" cy="161925"/>
            </a:xfrm>
            <a:custGeom>
              <a:avLst/>
              <a:gdLst>
                <a:gd name="T0" fmla="*/ 367 w 367"/>
                <a:gd name="T1" fmla="*/ 0 h 713"/>
                <a:gd name="T2" fmla="*/ 367 w 367"/>
                <a:gd name="T3" fmla="*/ 713 h 713"/>
                <a:gd name="T4" fmla="*/ 0 w 367"/>
                <a:gd name="T5" fmla="*/ 713 h 713"/>
                <a:gd name="T6" fmla="*/ 9 w 367"/>
                <a:gd name="T7" fmla="*/ 701 h 713"/>
                <a:gd name="T8" fmla="*/ 17 w 367"/>
                <a:gd name="T9" fmla="*/ 690 h 713"/>
                <a:gd name="T10" fmla="*/ 25 w 367"/>
                <a:gd name="T11" fmla="*/ 680 h 713"/>
                <a:gd name="T12" fmla="*/ 30 w 367"/>
                <a:gd name="T13" fmla="*/ 673 h 713"/>
                <a:gd name="T14" fmla="*/ 33 w 367"/>
                <a:gd name="T15" fmla="*/ 667 h 713"/>
                <a:gd name="T16" fmla="*/ 44 w 367"/>
                <a:gd name="T17" fmla="*/ 642 h 713"/>
                <a:gd name="T18" fmla="*/ 49 w 367"/>
                <a:gd name="T19" fmla="*/ 616 h 713"/>
                <a:gd name="T20" fmla="*/ 52 w 367"/>
                <a:gd name="T21" fmla="*/ 589 h 713"/>
                <a:gd name="T22" fmla="*/ 53 w 367"/>
                <a:gd name="T23" fmla="*/ 563 h 713"/>
                <a:gd name="T24" fmla="*/ 53 w 367"/>
                <a:gd name="T25" fmla="*/ 536 h 713"/>
                <a:gd name="T26" fmla="*/ 55 w 367"/>
                <a:gd name="T27" fmla="*/ 509 h 713"/>
                <a:gd name="T28" fmla="*/ 60 w 367"/>
                <a:gd name="T29" fmla="*/ 483 h 713"/>
                <a:gd name="T30" fmla="*/ 67 w 367"/>
                <a:gd name="T31" fmla="*/ 457 h 713"/>
                <a:gd name="T32" fmla="*/ 79 w 367"/>
                <a:gd name="T33" fmla="*/ 434 h 713"/>
                <a:gd name="T34" fmla="*/ 93 w 367"/>
                <a:gd name="T35" fmla="*/ 414 h 713"/>
                <a:gd name="T36" fmla="*/ 110 w 367"/>
                <a:gd name="T37" fmla="*/ 394 h 713"/>
                <a:gd name="T38" fmla="*/ 128 w 367"/>
                <a:gd name="T39" fmla="*/ 376 h 713"/>
                <a:gd name="T40" fmla="*/ 147 w 367"/>
                <a:gd name="T41" fmla="*/ 358 h 713"/>
                <a:gd name="T42" fmla="*/ 166 w 367"/>
                <a:gd name="T43" fmla="*/ 339 h 713"/>
                <a:gd name="T44" fmla="*/ 183 w 367"/>
                <a:gd name="T45" fmla="*/ 320 h 713"/>
                <a:gd name="T46" fmla="*/ 198 w 367"/>
                <a:gd name="T47" fmla="*/ 299 h 713"/>
                <a:gd name="T48" fmla="*/ 226 w 367"/>
                <a:gd name="T49" fmla="*/ 252 h 713"/>
                <a:gd name="T50" fmla="*/ 255 w 367"/>
                <a:gd name="T51" fmla="*/ 202 h 713"/>
                <a:gd name="T52" fmla="*/ 282 w 367"/>
                <a:gd name="T53" fmla="*/ 149 h 713"/>
                <a:gd name="T54" fmla="*/ 311 w 367"/>
                <a:gd name="T55" fmla="*/ 97 h 713"/>
                <a:gd name="T56" fmla="*/ 340 w 367"/>
                <a:gd name="T57" fmla="*/ 46 h 713"/>
                <a:gd name="T58" fmla="*/ 367 w 367"/>
                <a:gd name="T59" fmla="*/ 0 h 7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7" h="713">
                  <a:moveTo>
                    <a:pt x="367" y="0"/>
                  </a:moveTo>
                  <a:lnTo>
                    <a:pt x="367" y="713"/>
                  </a:lnTo>
                  <a:lnTo>
                    <a:pt x="0" y="713"/>
                  </a:lnTo>
                  <a:lnTo>
                    <a:pt x="9" y="701"/>
                  </a:lnTo>
                  <a:lnTo>
                    <a:pt x="17" y="690"/>
                  </a:lnTo>
                  <a:lnTo>
                    <a:pt x="25" y="680"/>
                  </a:lnTo>
                  <a:lnTo>
                    <a:pt x="30" y="673"/>
                  </a:lnTo>
                  <a:lnTo>
                    <a:pt x="33" y="667"/>
                  </a:lnTo>
                  <a:lnTo>
                    <a:pt x="44" y="642"/>
                  </a:lnTo>
                  <a:lnTo>
                    <a:pt x="49" y="616"/>
                  </a:lnTo>
                  <a:lnTo>
                    <a:pt x="52" y="589"/>
                  </a:lnTo>
                  <a:lnTo>
                    <a:pt x="53" y="563"/>
                  </a:lnTo>
                  <a:lnTo>
                    <a:pt x="53" y="536"/>
                  </a:lnTo>
                  <a:lnTo>
                    <a:pt x="55" y="509"/>
                  </a:lnTo>
                  <a:lnTo>
                    <a:pt x="60" y="483"/>
                  </a:lnTo>
                  <a:lnTo>
                    <a:pt x="67" y="457"/>
                  </a:lnTo>
                  <a:lnTo>
                    <a:pt x="79" y="434"/>
                  </a:lnTo>
                  <a:lnTo>
                    <a:pt x="93" y="414"/>
                  </a:lnTo>
                  <a:lnTo>
                    <a:pt x="110" y="394"/>
                  </a:lnTo>
                  <a:lnTo>
                    <a:pt x="128" y="376"/>
                  </a:lnTo>
                  <a:lnTo>
                    <a:pt x="147" y="358"/>
                  </a:lnTo>
                  <a:lnTo>
                    <a:pt x="166" y="339"/>
                  </a:lnTo>
                  <a:lnTo>
                    <a:pt x="183" y="320"/>
                  </a:lnTo>
                  <a:lnTo>
                    <a:pt x="198" y="299"/>
                  </a:lnTo>
                  <a:lnTo>
                    <a:pt x="226" y="252"/>
                  </a:lnTo>
                  <a:lnTo>
                    <a:pt x="255" y="202"/>
                  </a:lnTo>
                  <a:lnTo>
                    <a:pt x="282" y="149"/>
                  </a:lnTo>
                  <a:lnTo>
                    <a:pt x="311" y="97"/>
                  </a:lnTo>
                  <a:lnTo>
                    <a:pt x="340" y="46"/>
                  </a:lnTo>
                  <a:lnTo>
                    <a:pt x="367" y="0"/>
                  </a:lnTo>
                  <a:close/>
                </a:path>
              </a:pathLst>
            </a:custGeom>
            <a:solidFill>
              <a:srgbClr val="F79A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78" name="Freeform 112"/>
            <p:cNvSpPr>
              <a:spLocks/>
            </p:cNvSpPr>
            <p:nvPr/>
          </p:nvSpPr>
          <p:spPr bwMode="auto">
            <a:xfrm>
              <a:off x="6515100" y="3235325"/>
              <a:ext cx="52388" cy="128588"/>
            </a:xfrm>
            <a:custGeom>
              <a:avLst/>
              <a:gdLst>
                <a:gd name="T0" fmla="*/ 235 w 235"/>
                <a:gd name="T1" fmla="*/ 0 h 568"/>
                <a:gd name="T2" fmla="*/ 235 w 235"/>
                <a:gd name="T3" fmla="*/ 568 h 568"/>
                <a:gd name="T4" fmla="*/ 19 w 235"/>
                <a:gd name="T5" fmla="*/ 568 h 568"/>
                <a:gd name="T6" fmla="*/ 15 w 235"/>
                <a:gd name="T7" fmla="*/ 567 h 568"/>
                <a:gd name="T8" fmla="*/ 9 w 235"/>
                <a:gd name="T9" fmla="*/ 567 h 568"/>
                <a:gd name="T10" fmla="*/ 4 w 235"/>
                <a:gd name="T11" fmla="*/ 567 h 568"/>
                <a:gd name="T12" fmla="*/ 0 w 235"/>
                <a:gd name="T13" fmla="*/ 568 h 568"/>
                <a:gd name="T14" fmla="*/ 10 w 235"/>
                <a:gd name="T15" fmla="*/ 553 h 568"/>
                <a:gd name="T16" fmla="*/ 17 w 235"/>
                <a:gd name="T17" fmla="*/ 537 h 568"/>
                <a:gd name="T18" fmla="*/ 24 w 235"/>
                <a:gd name="T19" fmla="*/ 520 h 568"/>
                <a:gd name="T20" fmla="*/ 29 w 235"/>
                <a:gd name="T21" fmla="*/ 490 h 568"/>
                <a:gd name="T22" fmla="*/ 31 w 235"/>
                <a:gd name="T23" fmla="*/ 457 h 568"/>
                <a:gd name="T24" fmla="*/ 32 w 235"/>
                <a:gd name="T25" fmla="*/ 425 h 568"/>
                <a:gd name="T26" fmla="*/ 33 w 235"/>
                <a:gd name="T27" fmla="*/ 401 h 568"/>
                <a:gd name="T28" fmla="*/ 36 w 235"/>
                <a:gd name="T29" fmla="*/ 378 h 568"/>
                <a:gd name="T30" fmla="*/ 43 w 235"/>
                <a:gd name="T31" fmla="*/ 355 h 568"/>
                <a:gd name="T32" fmla="*/ 52 w 235"/>
                <a:gd name="T33" fmla="*/ 332 h 568"/>
                <a:gd name="T34" fmla="*/ 66 w 235"/>
                <a:gd name="T35" fmla="*/ 311 h 568"/>
                <a:gd name="T36" fmla="*/ 83 w 235"/>
                <a:gd name="T37" fmla="*/ 292 h 568"/>
                <a:gd name="T38" fmla="*/ 102 w 235"/>
                <a:gd name="T39" fmla="*/ 275 h 568"/>
                <a:gd name="T40" fmla="*/ 121 w 235"/>
                <a:gd name="T41" fmla="*/ 257 h 568"/>
                <a:gd name="T42" fmla="*/ 139 w 235"/>
                <a:gd name="T43" fmla="*/ 238 h 568"/>
                <a:gd name="T44" fmla="*/ 154 w 235"/>
                <a:gd name="T45" fmla="*/ 218 h 568"/>
                <a:gd name="T46" fmla="*/ 178 w 235"/>
                <a:gd name="T47" fmla="*/ 175 h 568"/>
                <a:gd name="T48" fmla="*/ 185 w 235"/>
                <a:gd name="T49" fmla="*/ 158 h 568"/>
                <a:gd name="T50" fmla="*/ 192 w 235"/>
                <a:gd name="T51" fmla="*/ 140 h 568"/>
                <a:gd name="T52" fmla="*/ 196 w 235"/>
                <a:gd name="T53" fmla="*/ 121 h 568"/>
                <a:gd name="T54" fmla="*/ 234 w 235"/>
                <a:gd name="T55" fmla="*/ 3 h 568"/>
                <a:gd name="T56" fmla="*/ 234 w 235"/>
                <a:gd name="T57" fmla="*/ 1 h 568"/>
                <a:gd name="T58" fmla="*/ 235 w 235"/>
                <a:gd name="T59" fmla="*/ 0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5" h="568">
                  <a:moveTo>
                    <a:pt x="235" y="0"/>
                  </a:moveTo>
                  <a:lnTo>
                    <a:pt x="235" y="568"/>
                  </a:lnTo>
                  <a:lnTo>
                    <a:pt x="19" y="568"/>
                  </a:lnTo>
                  <a:lnTo>
                    <a:pt x="15" y="567"/>
                  </a:lnTo>
                  <a:lnTo>
                    <a:pt x="9" y="567"/>
                  </a:lnTo>
                  <a:lnTo>
                    <a:pt x="4" y="567"/>
                  </a:lnTo>
                  <a:lnTo>
                    <a:pt x="0" y="568"/>
                  </a:lnTo>
                  <a:lnTo>
                    <a:pt x="10" y="553"/>
                  </a:lnTo>
                  <a:lnTo>
                    <a:pt x="17" y="537"/>
                  </a:lnTo>
                  <a:lnTo>
                    <a:pt x="24" y="520"/>
                  </a:lnTo>
                  <a:lnTo>
                    <a:pt x="29" y="490"/>
                  </a:lnTo>
                  <a:lnTo>
                    <a:pt x="31" y="457"/>
                  </a:lnTo>
                  <a:lnTo>
                    <a:pt x="32" y="425"/>
                  </a:lnTo>
                  <a:lnTo>
                    <a:pt x="33" y="401"/>
                  </a:lnTo>
                  <a:lnTo>
                    <a:pt x="36" y="378"/>
                  </a:lnTo>
                  <a:lnTo>
                    <a:pt x="43" y="355"/>
                  </a:lnTo>
                  <a:lnTo>
                    <a:pt x="52" y="332"/>
                  </a:lnTo>
                  <a:lnTo>
                    <a:pt x="66" y="311"/>
                  </a:lnTo>
                  <a:lnTo>
                    <a:pt x="83" y="292"/>
                  </a:lnTo>
                  <a:lnTo>
                    <a:pt x="102" y="275"/>
                  </a:lnTo>
                  <a:lnTo>
                    <a:pt x="121" y="257"/>
                  </a:lnTo>
                  <a:lnTo>
                    <a:pt x="139" y="238"/>
                  </a:lnTo>
                  <a:lnTo>
                    <a:pt x="154" y="218"/>
                  </a:lnTo>
                  <a:lnTo>
                    <a:pt x="178" y="175"/>
                  </a:lnTo>
                  <a:lnTo>
                    <a:pt x="185" y="158"/>
                  </a:lnTo>
                  <a:lnTo>
                    <a:pt x="192" y="140"/>
                  </a:lnTo>
                  <a:lnTo>
                    <a:pt x="196" y="121"/>
                  </a:lnTo>
                  <a:lnTo>
                    <a:pt x="234" y="3"/>
                  </a:lnTo>
                  <a:lnTo>
                    <a:pt x="234" y="1"/>
                  </a:lnTo>
                  <a:lnTo>
                    <a:pt x="235" y="0"/>
                  </a:lnTo>
                  <a:close/>
                </a:path>
              </a:pathLst>
            </a:custGeom>
            <a:solidFill>
              <a:srgbClr val="FAD1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79" name="Freeform 113"/>
            <p:cNvSpPr>
              <a:spLocks/>
            </p:cNvSpPr>
            <p:nvPr/>
          </p:nvSpPr>
          <p:spPr bwMode="auto">
            <a:xfrm>
              <a:off x="6211888" y="3232150"/>
              <a:ext cx="133350" cy="131763"/>
            </a:xfrm>
            <a:custGeom>
              <a:avLst/>
              <a:gdLst>
                <a:gd name="T0" fmla="*/ 0 w 594"/>
                <a:gd name="T1" fmla="*/ 0 h 584"/>
                <a:gd name="T2" fmla="*/ 21 w 594"/>
                <a:gd name="T3" fmla="*/ 13 h 584"/>
                <a:gd name="T4" fmla="*/ 44 w 594"/>
                <a:gd name="T5" fmla="*/ 28 h 584"/>
                <a:gd name="T6" fmla="*/ 67 w 594"/>
                <a:gd name="T7" fmla="*/ 45 h 584"/>
                <a:gd name="T8" fmla="*/ 88 w 594"/>
                <a:gd name="T9" fmla="*/ 65 h 584"/>
                <a:gd name="T10" fmla="*/ 107 w 594"/>
                <a:gd name="T11" fmla="*/ 88 h 584"/>
                <a:gd name="T12" fmla="*/ 124 w 594"/>
                <a:gd name="T13" fmla="*/ 113 h 584"/>
                <a:gd name="T14" fmla="*/ 147 w 594"/>
                <a:gd name="T15" fmla="*/ 147 h 584"/>
                <a:gd name="T16" fmla="*/ 174 w 594"/>
                <a:gd name="T17" fmla="*/ 178 h 584"/>
                <a:gd name="T18" fmla="*/ 207 w 594"/>
                <a:gd name="T19" fmla="*/ 209 h 584"/>
                <a:gd name="T20" fmla="*/ 242 w 594"/>
                <a:gd name="T21" fmla="*/ 239 h 584"/>
                <a:gd name="T22" fmla="*/ 280 w 594"/>
                <a:gd name="T23" fmla="*/ 266 h 584"/>
                <a:gd name="T24" fmla="*/ 318 w 594"/>
                <a:gd name="T25" fmla="*/ 291 h 584"/>
                <a:gd name="T26" fmla="*/ 357 w 594"/>
                <a:gd name="T27" fmla="*/ 316 h 584"/>
                <a:gd name="T28" fmla="*/ 395 w 594"/>
                <a:gd name="T29" fmla="*/ 337 h 584"/>
                <a:gd name="T30" fmla="*/ 431 w 594"/>
                <a:gd name="T31" fmla="*/ 356 h 584"/>
                <a:gd name="T32" fmla="*/ 455 w 594"/>
                <a:gd name="T33" fmla="*/ 372 h 584"/>
                <a:gd name="T34" fmla="*/ 476 w 594"/>
                <a:gd name="T35" fmla="*/ 391 h 584"/>
                <a:gd name="T36" fmla="*/ 495 w 594"/>
                <a:gd name="T37" fmla="*/ 412 h 584"/>
                <a:gd name="T38" fmla="*/ 511 w 594"/>
                <a:gd name="T39" fmla="*/ 434 h 584"/>
                <a:gd name="T40" fmla="*/ 526 w 594"/>
                <a:gd name="T41" fmla="*/ 457 h 584"/>
                <a:gd name="T42" fmla="*/ 538 w 594"/>
                <a:gd name="T43" fmla="*/ 482 h 584"/>
                <a:gd name="T44" fmla="*/ 549 w 594"/>
                <a:gd name="T45" fmla="*/ 505 h 584"/>
                <a:gd name="T46" fmla="*/ 559 w 594"/>
                <a:gd name="T47" fmla="*/ 526 h 584"/>
                <a:gd name="T48" fmla="*/ 568 w 594"/>
                <a:gd name="T49" fmla="*/ 546 h 584"/>
                <a:gd name="T50" fmla="*/ 577 w 594"/>
                <a:gd name="T51" fmla="*/ 562 h 584"/>
                <a:gd name="T52" fmla="*/ 585 w 594"/>
                <a:gd name="T53" fmla="*/ 576 h 584"/>
                <a:gd name="T54" fmla="*/ 594 w 594"/>
                <a:gd name="T55" fmla="*/ 584 h 584"/>
                <a:gd name="T56" fmla="*/ 0 w 594"/>
                <a:gd name="T57" fmla="*/ 584 h 584"/>
                <a:gd name="T58" fmla="*/ 0 w 594"/>
                <a:gd name="T59" fmla="*/ 0 h 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94" h="584">
                  <a:moveTo>
                    <a:pt x="0" y="0"/>
                  </a:moveTo>
                  <a:lnTo>
                    <a:pt x="21" y="13"/>
                  </a:lnTo>
                  <a:lnTo>
                    <a:pt x="44" y="28"/>
                  </a:lnTo>
                  <a:lnTo>
                    <a:pt x="67" y="45"/>
                  </a:lnTo>
                  <a:lnTo>
                    <a:pt x="88" y="65"/>
                  </a:lnTo>
                  <a:lnTo>
                    <a:pt x="107" y="88"/>
                  </a:lnTo>
                  <a:lnTo>
                    <a:pt x="124" y="113"/>
                  </a:lnTo>
                  <a:lnTo>
                    <a:pt x="147" y="147"/>
                  </a:lnTo>
                  <a:lnTo>
                    <a:pt x="174" y="178"/>
                  </a:lnTo>
                  <a:lnTo>
                    <a:pt x="207" y="209"/>
                  </a:lnTo>
                  <a:lnTo>
                    <a:pt x="242" y="239"/>
                  </a:lnTo>
                  <a:lnTo>
                    <a:pt x="280" y="266"/>
                  </a:lnTo>
                  <a:lnTo>
                    <a:pt x="318" y="291"/>
                  </a:lnTo>
                  <a:lnTo>
                    <a:pt x="357" y="316"/>
                  </a:lnTo>
                  <a:lnTo>
                    <a:pt x="395" y="337"/>
                  </a:lnTo>
                  <a:lnTo>
                    <a:pt x="431" y="356"/>
                  </a:lnTo>
                  <a:lnTo>
                    <a:pt x="455" y="372"/>
                  </a:lnTo>
                  <a:lnTo>
                    <a:pt x="476" y="391"/>
                  </a:lnTo>
                  <a:lnTo>
                    <a:pt x="495" y="412"/>
                  </a:lnTo>
                  <a:lnTo>
                    <a:pt x="511" y="434"/>
                  </a:lnTo>
                  <a:lnTo>
                    <a:pt x="526" y="457"/>
                  </a:lnTo>
                  <a:lnTo>
                    <a:pt x="538" y="482"/>
                  </a:lnTo>
                  <a:lnTo>
                    <a:pt x="549" y="505"/>
                  </a:lnTo>
                  <a:lnTo>
                    <a:pt x="559" y="526"/>
                  </a:lnTo>
                  <a:lnTo>
                    <a:pt x="568" y="546"/>
                  </a:lnTo>
                  <a:lnTo>
                    <a:pt x="577" y="562"/>
                  </a:lnTo>
                  <a:lnTo>
                    <a:pt x="585" y="576"/>
                  </a:lnTo>
                  <a:lnTo>
                    <a:pt x="594" y="584"/>
                  </a:lnTo>
                  <a:lnTo>
                    <a:pt x="0" y="584"/>
                  </a:lnTo>
                  <a:lnTo>
                    <a:pt x="0" y="0"/>
                  </a:lnTo>
                  <a:close/>
                </a:path>
              </a:pathLst>
            </a:custGeom>
            <a:solidFill>
              <a:srgbClr val="F79A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80" name="Freeform 114"/>
            <p:cNvSpPr>
              <a:spLocks/>
            </p:cNvSpPr>
            <p:nvPr/>
          </p:nvSpPr>
          <p:spPr bwMode="auto">
            <a:xfrm>
              <a:off x="6211888" y="3268663"/>
              <a:ext cx="106363" cy="95250"/>
            </a:xfrm>
            <a:custGeom>
              <a:avLst/>
              <a:gdLst>
                <a:gd name="T0" fmla="*/ 0 w 471"/>
                <a:gd name="T1" fmla="*/ 0 h 420"/>
                <a:gd name="T2" fmla="*/ 26 w 471"/>
                <a:gd name="T3" fmla="*/ 21 h 420"/>
                <a:gd name="T4" fmla="*/ 52 w 471"/>
                <a:gd name="T5" fmla="*/ 45 h 420"/>
                <a:gd name="T6" fmla="*/ 75 w 471"/>
                <a:gd name="T7" fmla="*/ 71 h 420"/>
                <a:gd name="T8" fmla="*/ 94 w 471"/>
                <a:gd name="T9" fmla="*/ 100 h 420"/>
                <a:gd name="T10" fmla="*/ 108 w 471"/>
                <a:gd name="T11" fmla="*/ 120 h 420"/>
                <a:gd name="T12" fmla="*/ 125 w 471"/>
                <a:gd name="T13" fmla="*/ 137 h 420"/>
                <a:gd name="T14" fmla="*/ 145 w 471"/>
                <a:gd name="T15" fmla="*/ 152 h 420"/>
                <a:gd name="T16" fmla="*/ 168 w 471"/>
                <a:gd name="T17" fmla="*/ 165 h 420"/>
                <a:gd name="T18" fmla="*/ 192 w 471"/>
                <a:gd name="T19" fmla="*/ 177 h 420"/>
                <a:gd name="T20" fmla="*/ 220 w 471"/>
                <a:gd name="T21" fmla="*/ 188 h 420"/>
                <a:gd name="T22" fmla="*/ 247 w 471"/>
                <a:gd name="T23" fmla="*/ 198 h 420"/>
                <a:gd name="T24" fmla="*/ 276 w 471"/>
                <a:gd name="T25" fmla="*/ 208 h 420"/>
                <a:gd name="T26" fmla="*/ 304 w 471"/>
                <a:gd name="T27" fmla="*/ 218 h 420"/>
                <a:gd name="T28" fmla="*/ 333 w 471"/>
                <a:gd name="T29" fmla="*/ 230 h 420"/>
                <a:gd name="T30" fmla="*/ 360 w 471"/>
                <a:gd name="T31" fmla="*/ 243 h 420"/>
                <a:gd name="T32" fmla="*/ 388 w 471"/>
                <a:gd name="T33" fmla="*/ 256 h 420"/>
                <a:gd name="T34" fmla="*/ 407 w 471"/>
                <a:gd name="T35" fmla="*/ 271 h 420"/>
                <a:gd name="T36" fmla="*/ 424 w 471"/>
                <a:gd name="T37" fmla="*/ 288 h 420"/>
                <a:gd name="T38" fmla="*/ 437 w 471"/>
                <a:gd name="T39" fmla="*/ 308 h 420"/>
                <a:gd name="T40" fmla="*/ 448 w 471"/>
                <a:gd name="T41" fmla="*/ 329 h 420"/>
                <a:gd name="T42" fmla="*/ 456 w 471"/>
                <a:gd name="T43" fmla="*/ 351 h 420"/>
                <a:gd name="T44" fmla="*/ 463 w 471"/>
                <a:gd name="T45" fmla="*/ 375 h 420"/>
                <a:gd name="T46" fmla="*/ 468 w 471"/>
                <a:gd name="T47" fmla="*/ 397 h 420"/>
                <a:gd name="T48" fmla="*/ 471 w 471"/>
                <a:gd name="T49" fmla="*/ 420 h 420"/>
                <a:gd name="T50" fmla="*/ 0 w 471"/>
                <a:gd name="T51" fmla="*/ 420 h 420"/>
                <a:gd name="T52" fmla="*/ 0 w 471"/>
                <a:gd name="T53" fmla="*/ 0 h 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71" h="420">
                  <a:moveTo>
                    <a:pt x="0" y="0"/>
                  </a:moveTo>
                  <a:lnTo>
                    <a:pt x="26" y="21"/>
                  </a:lnTo>
                  <a:lnTo>
                    <a:pt x="52" y="45"/>
                  </a:lnTo>
                  <a:lnTo>
                    <a:pt x="75" y="71"/>
                  </a:lnTo>
                  <a:lnTo>
                    <a:pt x="94" y="100"/>
                  </a:lnTo>
                  <a:lnTo>
                    <a:pt x="108" y="120"/>
                  </a:lnTo>
                  <a:lnTo>
                    <a:pt x="125" y="137"/>
                  </a:lnTo>
                  <a:lnTo>
                    <a:pt x="145" y="152"/>
                  </a:lnTo>
                  <a:lnTo>
                    <a:pt x="168" y="165"/>
                  </a:lnTo>
                  <a:lnTo>
                    <a:pt x="192" y="177"/>
                  </a:lnTo>
                  <a:lnTo>
                    <a:pt x="220" y="188"/>
                  </a:lnTo>
                  <a:lnTo>
                    <a:pt x="247" y="198"/>
                  </a:lnTo>
                  <a:lnTo>
                    <a:pt x="276" y="208"/>
                  </a:lnTo>
                  <a:lnTo>
                    <a:pt x="304" y="218"/>
                  </a:lnTo>
                  <a:lnTo>
                    <a:pt x="333" y="230"/>
                  </a:lnTo>
                  <a:lnTo>
                    <a:pt x="360" y="243"/>
                  </a:lnTo>
                  <a:lnTo>
                    <a:pt x="388" y="256"/>
                  </a:lnTo>
                  <a:lnTo>
                    <a:pt x="407" y="271"/>
                  </a:lnTo>
                  <a:lnTo>
                    <a:pt x="424" y="288"/>
                  </a:lnTo>
                  <a:lnTo>
                    <a:pt x="437" y="308"/>
                  </a:lnTo>
                  <a:lnTo>
                    <a:pt x="448" y="329"/>
                  </a:lnTo>
                  <a:lnTo>
                    <a:pt x="456" y="351"/>
                  </a:lnTo>
                  <a:lnTo>
                    <a:pt x="463" y="375"/>
                  </a:lnTo>
                  <a:lnTo>
                    <a:pt x="468" y="397"/>
                  </a:lnTo>
                  <a:lnTo>
                    <a:pt x="471" y="420"/>
                  </a:lnTo>
                  <a:lnTo>
                    <a:pt x="0" y="420"/>
                  </a:lnTo>
                  <a:lnTo>
                    <a:pt x="0" y="0"/>
                  </a:lnTo>
                  <a:close/>
                </a:path>
              </a:pathLst>
            </a:custGeom>
            <a:solidFill>
              <a:srgbClr val="FAD1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81" name="Freeform 115"/>
            <p:cNvSpPr>
              <a:spLocks/>
            </p:cNvSpPr>
            <p:nvPr/>
          </p:nvSpPr>
          <p:spPr bwMode="auto">
            <a:xfrm>
              <a:off x="6297613" y="3228975"/>
              <a:ext cx="23813" cy="22225"/>
            </a:xfrm>
            <a:custGeom>
              <a:avLst/>
              <a:gdLst>
                <a:gd name="T0" fmla="*/ 51 w 101"/>
                <a:gd name="T1" fmla="*/ 0 h 99"/>
                <a:gd name="T2" fmla="*/ 67 w 101"/>
                <a:gd name="T3" fmla="*/ 2 h 99"/>
                <a:gd name="T4" fmla="*/ 81 w 101"/>
                <a:gd name="T5" fmla="*/ 10 h 99"/>
                <a:gd name="T6" fmla="*/ 91 w 101"/>
                <a:gd name="T7" fmla="*/ 20 h 99"/>
                <a:gd name="T8" fmla="*/ 99 w 101"/>
                <a:gd name="T9" fmla="*/ 34 h 99"/>
                <a:gd name="T10" fmla="*/ 101 w 101"/>
                <a:gd name="T11" fmla="*/ 50 h 99"/>
                <a:gd name="T12" fmla="*/ 99 w 101"/>
                <a:gd name="T13" fmla="*/ 66 h 99"/>
                <a:gd name="T14" fmla="*/ 91 w 101"/>
                <a:gd name="T15" fmla="*/ 79 h 99"/>
                <a:gd name="T16" fmla="*/ 81 w 101"/>
                <a:gd name="T17" fmla="*/ 90 h 99"/>
                <a:gd name="T18" fmla="*/ 67 w 101"/>
                <a:gd name="T19" fmla="*/ 97 h 99"/>
                <a:gd name="T20" fmla="*/ 51 w 101"/>
                <a:gd name="T21" fmla="*/ 99 h 99"/>
                <a:gd name="T22" fmla="*/ 35 w 101"/>
                <a:gd name="T23" fmla="*/ 97 h 99"/>
                <a:gd name="T24" fmla="*/ 22 w 101"/>
                <a:gd name="T25" fmla="*/ 90 h 99"/>
                <a:gd name="T26" fmla="*/ 11 w 101"/>
                <a:gd name="T27" fmla="*/ 79 h 99"/>
                <a:gd name="T28" fmla="*/ 4 w 101"/>
                <a:gd name="T29" fmla="*/ 66 h 99"/>
                <a:gd name="T30" fmla="*/ 0 w 101"/>
                <a:gd name="T31" fmla="*/ 50 h 99"/>
                <a:gd name="T32" fmla="*/ 4 w 101"/>
                <a:gd name="T33" fmla="*/ 34 h 99"/>
                <a:gd name="T34" fmla="*/ 11 w 101"/>
                <a:gd name="T35" fmla="*/ 20 h 99"/>
                <a:gd name="T36" fmla="*/ 22 w 101"/>
                <a:gd name="T37" fmla="*/ 10 h 99"/>
                <a:gd name="T38" fmla="*/ 35 w 101"/>
                <a:gd name="T39" fmla="*/ 2 h 99"/>
                <a:gd name="T40" fmla="*/ 51 w 101"/>
                <a:gd name="T41"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1" h="99">
                  <a:moveTo>
                    <a:pt x="51" y="0"/>
                  </a:moveTo>
                  <a:lnTo>
                    <a:pt x="67" y="2"/>
                  </a:lnTo>
                  <a:lnTo>
                    <a:pt x="81" y="10"/>
                  </a:lnTo>
                  <a:lnTo>
                    <a:pt x="91" y="20"/>
                  </a:lnTo>
                  <a:lnTo>
                    <a:pt x="99" y="34"/>
                  </a:lnTo>
                  <a:lnTo>
                    <a:pt x="101" y="50"/>
                  </a:lnTo>
                  <a:lnTo>
                    <a:pt x="99" y="66"/>
                  </a:lnTo>
                  <a:lnTo>
                    <a:pt x="91" y="79"/>
                  </a:lnTo>
                  <a:lnTo>
                    <a:pt x="81" y="90"/>
                  </a:lnTo>
                  <a:lnTo>
                    <a:pt x="67" y="97"/>
                  </a:lnTo>
                  <a:lnTo>
                    <a:pt x="51" y="99"/>
                  </a:lnTo>
                  <a:lnTo>
                    <a:pt x="35" y="97"/>
                  </a:lnTo>
                  <a:lnTo>
                    <a:pt x="22" y="90"/>
                  </a:lnTo>
                  <a:lnTo>
                    <a:pt x="11" y="79"/>
                  </a:lnTo>
                  <a:lnTo>
                    <a:pt x="4" y="66"/>
                  </a:lnTo>
                  <a:lnTo>
                    <a:pt x="0" y="50"/>
                  </a:lnTo>
                  <a:lnTo>
                    <a:pt x="4" y="34"/>
                  </a:lnTo>
                  <a:lnTo>
                    <a:pt x="11" y="20"/>
                  </a:lnTo>
                  <a:lnTo>
                    <a:pt x="22" y="10"/>
                  </a:lnTo>
                  <a:lnTo>
                    <a:pt x="35" y="2"/>
                  </a:lnTo>
                  <a:lnTo>
                    <a:pt x="51"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82" name="Freeform 116"/>
            <p:cNvSpPr>
              <a:spLocks/>
            </p:cNvSpPr>
            <p:nvPr/>
          </p:nvSpPr>
          <p:spPr bwMode="auto">
            <a:xfrm>
              <a:off x="6272213" y="3298825"/>
              <a:ext cx="34925" cy="34925"/>
            </a:xfrm>
            <a:custGeom>
              <a:avLst/>
              <a:gdLst>
                <a:gd name="T0" fmla="*/ 76 w 154"/>
                <a:gd name="T1" fmla="*/ 0 h 153"/>
                <a:gd name="T2" fmla="*/ 97 w 154"/>
                <a:gd name="T3" fmla="*/ 3 h 153"/>
                <a:gd name="T4" fmla="*/ 116 w 154"/>
                <a:gd name="T5" fmla="*/ 10 h 153"/>
                <a:gd name="T6" fmla="*/ 130 w 154"/>
                <a:gd name="T7" fmla="*/ 22 h 153"/>
                <a:gd name="T8" fmla="*/ 143 w 154"/>
                <a:gd name="T9" fmla="*/ 38 h 153"/>
                <a:gd name="T10" fmla="*/ 150 w 154"/>
                <a:gd name="T11" fmla="*/ 56 h 153"/>
                <a:gd name="T12" fmla="*/ 154 w 154"/>
                <a:gd name="T13" fmla="*/ 77 h 153"/>
                <a:gd name="T14" fmla="*/ 150 w 154"/>
                <a:gd name="T15" fmla="*/ 97 h 153"/>
                <a:gd name="T16" fmla="*/ 143 w 154"/>
                <a:gd name="T17" fmla="*/ 115 h 153"/>
                <a:gd name="T18" fmla="*/ 130 w 154"/>
                <a:gd name="T19" fmla="*/ 131 h 153"/>
                <a:gd name="T20" fmla="*/ 116 w 154"/>
                <a:gd name="T21" fmla="*/ 142 h 153"/>
                <a:gd name="T22" fmla="*/ 97 w 154"/>
                <a:gd name="T23" fmla="*/ 150 h 153"/>
                <a:gd name="T24" fmla="*/ 76 w 154"/>
                <a:gd name="T25" fmla="*/ 153 h 153"/>
                <a:gd name="T26" fmla="*/ 56 w 154"/>
                <a:gd name="T27" fmla="*/ 150 h 153"/>
                <a:gd name="T28" fmla="*/ 38 w 154"/>
                <a:gd name="T29" fmla="*/ 142 h 153"/>
                <a:gd name="T30" fmla="*/ 23 w 154"/>
                <a:gd name="T31" fmla="*/ 131 h 153"/>
                <a:gd name="T32" fmla="*/ 11 w 154"/>
                <a:gd name="T33" fmla="*/ 115 h 153"/>
                <a:gd name="T34" fmla="*/ 2 w 154"/>
                <a:gd name="T35" fmla="*/ 97 h 153"/>
                <a:gd name="T36" fmla="*/ 0 w 154"/>
                <a:gd name="T37" fmla="*/ 77 h 153"/>
                <a:gd name="T38" fmla="*/ 2 w 154"/>
                <a:gd name="T39" fmla="*/ 56 h 153"/>
                <a:gd name="T40" fmla="*/ 11 w 154"/>
                <a:gd name="T41" fmla="*/ 38 h 153"/>
                <a:gd name="T42" fmla="*/ 23 w 154"/>
                <a:gd name="T43" fmla="*/ 22 h 153"/>
                <a:gd name="T44" fmla="*/ 38 w 154"/>
                <a:gd name="T45" fmla="*/ 10 h 153"/>
                <a:gd name="T46" fmla="*/ 56 w 154"/>
                <a:gd name="T47" fmla="*/ 3 h 153"/>
                <a:gd name="T48" fmla="*/ 76 w 154"/>
                <a:gd name="T49"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4" h="153">
                  <a:moveTo>
                    <a:pt x="76" y="0"/>
                  </a:moveTo>
                  <a:lnTo>
                    <a:pt x="97" y="3"/>
                  </a:lnTo>
                  <a:lnTo>
                    <a:pt x="116" y="10"/>
                  </a:lnTo>
                  <a:lnTo>
                    <a:pt x="130" y="22"/>
                  </a:lnTo>
                  <a:lnTo>
                    <a:pt x="143" y="38"/>
                  </a:lnTo>
                  <a:lnTo>
                    <a:pt x="150" y="56"/>
                  </a:lnTo>
                  <a:lnTo>
                    <a:pt x="154" y="77"/>
                  </a:lnTo>
                  <a:lnTo>
                    <a:pt x="150" y="97"/>
                  </a:lnTo>
                  <a:lnTo>
                    <a:pt x="143" y="115"/>
                  </a:lnTo>
                  <a:lnTo>
                    <a:pt x="130" y="131"/>
                  </a:lnTo>
                  <a:lnTo>
                    <a:pt x="116" y="142"/>
                  </a:lnTo>
                  <a:lnTo>
                    <a:pt x="97" y="150"/>
                  </a:lnTo>
                  <a:lnTo>
                    <a:pt x="76" y="153"/>
                  </a:lnTo>
                  <a:lnTo>
                    <a:pt x="56" y="150"/>
                  </a:lnTo>
                  <a:lnTo>
                    <a:pt x="38" y="142"/>
                  </a:lnTo>
                  <a:lnTo>
                    <a:pt x="23" y="131"/>
                  </a:lnTo>
                  <a:lnTo>
                    <a:pt x="11" y="115"/>
                  </a:lnTo>
                  <a:lnTo>
                    <a:pt x="2" y="97"/>
                  </a:lnTo>
                  <a:lnTo>
                    <a:pt x="0" y="77"/>
                  </a:lnTo>
                  <a:lnTo>
                    <a:pt x="2" y="56"/>
                  </a:lnTo>
                  <a:lnTo>
                    <a:pt x="11" y="38"/>
                  </a:lnTo>
                  <a:lnTo>
                    <a:pt x="23" y="22"/>
                  </a:lnTo>
                  <a:lnTo>
                    <a:pt x="38" y="10"/>
                  </a:lnTo>
                  <a:lnTo>
                    <a:pt x="56" y="3"/>
                  </a:lnTo>
                  <a:lnTo>
                    <a:pt x="76"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83" name="Freeform 117"/>
            <p:cNvSpPr>
              <a:spLocks/>
            </p:cNvSpPr>
            <p:nvPr/>
          </p:nvSpPr>
          <p:spPr bwMode="auto">
            <a:xfrm>
              <a:off x="6259513" y="3189288"/>
              <a:ext cx="22225" cy="23813"/>
            </a:xfrm>
            <a:custGeom>
              <a:avLst/>
              <a:gdLst>
                <a:gd name="T0" fmla="*/ 50 w 100"/>
                <a:gd name="T1" fmla="*/ 0 h 100"/>
                <a:gd name="T2" fmla="*/ 66 w 100"/>
                <a:gd name="T3" fmla="*/ 2 h 100"/>
                <a:gd name="T4" fmla="*/ 80 w 100"/>
                <a:gd name="T5" fmla="*/ 9 h 100"/>
                <a:gd name="T6" fmla="*/ 90 w 100"/>
                <a:gd name="T7" fmla="*/ 20 h 100"/>
                <a:gd name="T8" fmla="*/ 98 w 100"/>
                <a:gd name="T9" fmla="*/ 34 h 100"/>
                <a:gd name="T10" fmla="*/ 100 w 100"/>
                <a:gd name="T11" fmla="*/ 50 h 100"/>
                <a:gd name="T12" fmla="*/ 98 w 100"/>
                <a:gd name="T13" fmla="*/ 65 h 100"/>
                <a:gd name="T14" fmla="*/ 90 w 100"/>
                <a:gd name="T15" fmla="*/ 79 h 100"/>
                <a:gd name="T16" fmla="*/ 80 w 100"/>
                <a:gd name="T17" fmla="*/ 91 h 100"/>
                <a:gd name="T18" fmla="*/ 66 w 100"/>
                <a:gd name="T19" fmla="*/ 97 h 100"/>
                <a:gd name="T20" fmla="*/ 50 w 100"/>
                <a:gd name="T21" fmla="*/ 100 h 100"/>
                <a:gd name="T22" fmla="*/ 34 w 100"/>
                <a:gd name="T23" fmla="*/ 97 h 100"/>
                <a:gd name="T24" fmla="*/ 20 w 100"/>
                <a:gd name="T25" fmla="*/ 91 h 100"/>
                <a:gd name="T26" fmla="*/ 10 w 100"/>
                <a:gd name="T27" fmla="*/ 79 h 100"/>
                <a:gd name="T28" fmla="*/ 2 w 100"/>
                <a:gd name="T29" fmla="*/ 65 h 100"/>
                <a:gd name="T30" fmla="*/ 0 w 100"/>
                <a:gd name="T31" fmla="*/ 50 h 100"/>
                <a:gd name="T32" fmla="*/ 2 w 100"/>
                <a:gd name="T33" fmla="*/ 34 h 100"/>
                <a:gd name="T34" fmla="*/ 10 w 100"/>
                <a:gd name="T35" fmla="*/ 20 h 100"/>
                <a:gd name="T36" fmla="*/ 20 w 100"/>
                <a:gd name="T37" fmla="*/ 9 h 100"/>
                <a:gd name="T38" fmla="*/ 34 w 100"/>
                <a:gd name="T39" fmla="*/ 2 h 100"/>
                <a:gd name="T40" fmla="*/ 50 w 100"/>
                <a:gd name="T41"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0" h="100">
                  <a:moveTo>
                    <a:pt x="50" y="0"/>
                  </a:moveTo>
                  <a:lnTo>
                    <a:pt x="66" y="2"/>
                  </a:lnTo>
                  <a:lnTo>
                    <a:pt x="80" y="9"/>
                  </a:lnTo>
                  <a:lnTo>
                    <a:pt x="90" y="20"/>
                  </a:lnTo>
                  <a:lnTo>
                    <a:pt x="98" y="34"/>
                  </a:lnTo>
                  <a:lnTo>
                    <a:pt x="100" y="50"/>
                  </a:lnTo>
                  <a:lnTo>
                    <a:pt x="98" y="65"/>
                  </a:lnTo>
                  <a:lnTo>
                    <a:pt x="90" y="79"/>
                  </a:lnTo>
                  <a:lnTo>
                    <a:pt x="80" y="91"/>
                  </a:lnTo>
                  <a:lnTo>
                    <a:pt x="66" y="97"/>
                  </a:lnTo>
                  <a:lnTo>
                    <a:pt x="50" y="100"/>
                  </a:lnTo>
                  <a:lnTo>
                    <a:pt x="34" y="97"/>
                  </a:lnTo>
                  <a:lnTo>
                    <a:pt x="20" y="91"/>
                  </a:lnTo>
                  <a:lnTo>
                    <a:pt x="10" y="79"/>
                  </a:lnTo>
                  <a:lnTo>
                    <a:pt x="2" y="65"/>
                  </a:lnTo>
                  <a:lnTo>
                    <a:pt x="0" y="50"/>
                  </a:lnTo>
                  <a:lnTo>
                    <a:pt x="2" y="34"/>
                  </a:lnTo>
                  <a:lnTo>
                    <a:pt x="10" y="20"/>
                  </a:lnTo>
                  <a:lnTo>
                    <a:pt x="20" y="9"/>
                  </a:lnTo>
                  <a:lnTo>
                    <a:pt x="34" y="2"/>
                  </a:lnTo>
                  <a:lnTo>
                    <a:pt x="50"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84" name="Freeform 118"/>
            <p:cNvSpPr>
              <a:spLocks/>
            </p:cNvSpPr>
            <p:nvPr/>
          </p:nvSpPr>
          <p:spPr bwMode="auto">
            <a:xfrm>
              <a:off x="6456363" y="3279775"/>
              <a:ext cx="22225" cy="22225"/>
            </a:xfrm>
            <a:custGeom>
              <a:avLst/>
              <a:gdLst>
                <a:gd name="T0" fmla="*/ 49 w 100"/>
                <a:gd name="T1" fmla="*/ 0 h 100"/>
                <a:gd name="T2" fmla="*/ 65 w 100"/>
                <a:gd name="T3" fmla="*/ 3 h 100"/>
                <a:gd name="T4" fmla="*/ 79 w 100"/>
                <a:gd name="T5" fmla="*/ 10 h 100"/>
                <a:gd name="T6" fmla="*/ 89 w 100"/>
                <a:gd name="T7" fmla="*/ 21 h 100"/>
                <a:gd name="T8" fmla="*/ 97 w 100"/>
                <a:gd name="T9" fmla="*/ 35 h 100"/>
                <a:gd name="T10" fmla="*/ 100 w 100"/>
                <a:gd name="T11" fmla="*/ 51 h 100"/>
                <a:gd name="T12" fmla="*/ 97 w 100"/>
                <a:gd name="T13" fmla="*/ 67 h 100"/>
                <a:gd name="T14" fmla="*/ 89 w 100"/>
                <a:gd name="T15" fmla="*/ 80 h 100"/>
                <a:gd name="T16" fmla="*/ 79 w 100"/>
                <a:gd name="T17" fmla="*/ 91 h 100"/>
                <a:gd name="T18" fmla="*/ 65 w 100"/>
                <a:gd name="T19" fmla="*/ 98 h 100"/>
                <a:gd name="T20" fmla="*/ 49 w 100"/>
                <a:gd name="T21" fmla="*/ 100 h 100"/>
                <a:gd name="T22" fmla="*/ 33 w 100"/>
                <a:gd name="T23" fmla="*/ 98 h 100"/>
                <a:gd name="T24" fmla="*/ 20 w 100"/>
                <a:gd name="T25" fmla="*/ 91 h 100"/>
                <a:gd name="T26" fmla="*/ 9 w 100"/>
                <a:gd name="T27" fmla="*/ 80 h 100"/>
                <a:gd name="T28" fmla="*/ 2 w 100"/>
                <a:gd name="T29" fmla="*/ 67 h 100"/>
                <a:gd name="T30" fmla="*/ 0 w 100"/>
                <a:gd name="T31" fmla="*/ 51 h 100"/>
                <a:gd name="T32" fmla="*/ 2 w 100"/>
                <a:gd name="T33" fmla="*/ 35 h 100"/>
                <a:gd name="T34" fmla="*/ 9 w 100"/>
                <a:gd name="T35" fmla="*/ 21 h 100"/>
                <a:gd name="T36" fmla="*/ 20 w 100"/>
                <a:gd name="T37" fmla="*/ 10 h 100"/>
                <a:gd name="T38" fmla="*/ 33 w 100"/>
                <a:gd name="T39" fmla="*/ 3 h 100"/>
                <a:gd name="T40" fmla="*/ 49 w 100"/>
                <a:gd name="T41"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0" h="100">
                  <a:moveTo>
                    <a:pt x="49" y="0"/>
                  </a:moveTo>
                  <a:lnTo>
                    <a:pt x="65" y="3"/>
                  </a:lnTo>
                  <a:lnTo>
                    <a:pt x="79" y="10"/>
                  </a:lnTo>
                  <a:lnTo>
                    <a:pt x="89" y="21"/>
                  </a:lnTo>
                  <a:lnTo>
                    <a:pt x="97" y="35"/>
                  </a:lnTo>
                  <a:lnTo>
                    <a:pt x="100" y="51"/>
                  </a:lnTo>
                  <a:lnTo>
                    <a:pt x="97" y="67"/>
                  </a:lnTo>
                  <a:lnTo>
                    <a:pt x="89" y="80"/>
                  </a:lnTo>
                  <a:lnTo>
                    <a:pt x="79" y="91"/>
                  </a:lnTo>
                  <a:lnTo>
                    <a:pt x="65" y="98"/>
                  </a:lnTo>
                  <a:lnTo>
                    <a:pt x="49" y="100"/>
                  </a:lnTo>
                  <a:lnTo>
                    <a:pt x="33" y="98"/>
                  </a:lnTo>
                  <a:lnTo>
                    <a:pt x="20" y="91"/>
                  </a:lnTo>
                  <a:lnTo>
                    <a:pt x="9" y="80"/>
                  </a:lnTo>
                  <a:lnTo>
                    <a:pt x="2" y="67"/>
                  </a:lnTo>
                  <a:lnTo>
                    <a:pt x="0" y="51"/>
                  </a:lnTo>
                  <a:lnTo>
                    <a:pt x="2" y="35"/>
                  </a:lnTo>
                  <a:lnTo>
                    <a:pt x="9" y="21"/>
                  </a:lnTo>
                  <a:lnTo>
                    <a:pt x="20" y="10"/>
                  </a:lnTo>
                  <a:lnTo>
                    <a:pt x="33" y="3"/>
                  </a:lnTo>
                  <a:lnTo>
                    <a:pt x="49" y="0"/>
                  </a:lnTo>
                  <a:close/>
                </a:path>
              </a:pathLst>
            </a:custGeom>
            <a:solidFill>
              <a:srgbClr val="F7FF7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85" name="Freeform 119"/>
            <p:cNvSpPr>
              <a:spLocks noEditPoints="1"/>
            </p:cNvSpPr>
            <p:nvPr/>
          </p:nvSpPr>
          <p:spPr bwMode="auto">
            <a:xfrm>
              <a:off x="6146800" y="3070225"/>
              <a:ext cx="485775" cy="409575"/>
            </a:xfrm>
            <a:custGeom>
              <a:avLst/>
              <a:gdLst>
                <a:gd name="T0" fmla="*/ 1327 w 2136"/>
                <a:gd name="T1" fmla="*/ 1521 h 1800"/>
                <a:gd name="T2" fmla="*/ 1290 w 2136"/>
                <a:gd name="T3" fmla="*/ 1543 h 1800"/>
                <a:gd name="T4" fmla="*/ 1268 w 2136"/>
                <a:gd name="T5" fmla="*/ 1580 h 1800"/>
                <a:gd name="T6" fmla="*/ 1268 w 2136"/>
                <a:gd name="T7" fmla="*/ 1626 h 1800"/>
                <a:gd name="T8" fmla="*/ 1290 w 2136"/>
                <a:gd name="T9" fmla="*/ 1663 h 1800"/>
                <a:gd name="T10" fmla="*/ 1327 w 2136"/>
                <a:gd name="T11" fmla="*/ 1684 h 1800"/>
                <a:gd name="T12" fmla="*/ 1371 w 2136"/>
                <a:gd name="T13" fmla="*/ 1684 h 1800"/>
                <a:gd name="T14" fmla="*/ 1409 w 2136"/>
                <a:gd name="T15" fmla="*/ 1663 h 1800"/>
                <a:gd name="T16" fmla="*/ 1430 w 2136"/>
                <a:gd name="T17" fmla="*/ 1626 h 1800"/>
                <a:gd name="T18" fmla="*/ 1430 w 2136"/>
                <a:gd name="T19" fmla="*/ 1580 h 1800"/>
                <a:gd name="T20" fmla="*/ 1409 w 2136"/>
                <a:gd name="T21" fmla="*/ 1543 h 1800"/>
                <a:gd name="T22" fmla="*/ 1371 w 2136"/>
                <a:gd name="T23" fmla="*/ 1521 h 1800"/>
                <a:gd name="T24" fmla="*/ 1068 w 2136"/>
                <a:gd name="T25" fmla="*/ 1518 h 1800"/>
                <a:gd name="T26" fmla="*/ 1026 w 2136"/>
                <a:gd name="T27" fmla="*/ 1530 h 1800"/>
                <a:gd name="T28" fmla="*/ 995 w 2136"/>
                <a:gd name="T29" fmla="*/ 1560 h 1800"/>
                <a:gd name="T30" fmla="*/ 983 w 2136"/>
                <a:gd name="T31" fmla="*/ 1602 h 1800"/>
                <a:gd name="T32" fmla="*/ 995 w 2136"/>
                <a:gd name="T33" fmla="*/ 1646 h 1800"/>
                <a:gd name="T34" fmla="*/ 1026 w 2136"/>
                <a:gd name="T35" fmla="*/ 1675 h 1800"/>
                <a:gd name="T36" fmla="*/ 1068 w 2136"/>
                <a:gd name="T37" fmla="*/ 1687 h 1800"/>
                <a:gd name="T38" fmla="*/ 1110 w 2136"/>
                <a:gd name="T39" fmla="*/ 1675 h 1800"/>
                <a:gd name="T40" fmla="*/ 1141 w 2136"/>
                <a:gd name="T41" fmla="*/ 1646 h 1800"/>
                <a:gd name="T42" fmla="*/ 1153 w 2136"/>
                <a:gd name="T43" fmla="*/ 1602 h 1800"/>
                <a:gd name="T44" fmla="*/ 1141 w 2136"/>
                <a:gd name="T45" fmla="*/ 1560 h 1800"/>
                <a:gd name="T46" fmla="*/ 1110 w 2136"/>
                <a:gd name="T47" fmla="*/ 1530 h 1800"/>
                <a:gd name="T48" fmla="*/ 1068 w 2136"/>
                <a:gd name="T49" fmla="*/ 1518 h 1800"/>
                <a:gd name="T50" fmla="*/ 765 w 2136"/>
                <a:gd name="T51" fmla="*/ 1521 h 1800"/>
                <a:gd name="T52" fmla="*/ 727 w 2136"/>
                <a:gd name="T53" fmla="*/ 1543 h 1800"/>
                <a:gd name="T54" fmla="*/ 706 w 2136"/>
                <a:gd name="T55" fmla="*/ 1580 h 1800"/>
                <a:gd name="T56" fmla="*/ 706 w 2136"/>
                <a:gd name="T57" fmla="*/ 1626 h 1800"/>
                <a:gd name="T58" fmla="*/ 727 w 2136"/>
                <a:gd name="T59" fmla="*/ 1663 h 1800"/>
                <a:gd name="T60" fmla="*/ 765 w 2136"/>
                <a:gd name="T61" fmla="*/ 1684 h 1800"/>
                <a:gd name="T62" fmla="*/ 809 w 2136"/>
                <a:gd name="T63" fmla="*/ 1684 h 1800"/>
                <a:gd name="T64" fmla="*/ 846 w 2136"/>
                <a:gd name="T65" fmla="*/ 1663 h 1800"/>
                <a:gd name="T66" fmla="*/ 868 w 2136"/>
                <a:gd name="T67" fmla="*/ 1626 h 1800"/>
                <a:gd name="T68" fmla="*/ 868 w 2136"/>
                <a:gd name="T69" fmla="*/ 1580 h 1800"/>
                <a:gd name="T70" fmla="*/ 846 w 2136"/>
                <a:gd name="T71" fmla="*/ 1543 h 1800"/>
                <a:gd name="T72" fmla="*/ 809 w 2136"/>
                <a:gd name="T73" fmla="*/ 1521 h 1800"/>
                <a:gd name="T74" fmla="*/ 168 w 2136"/>
                <a:gd name="T75" fmla="*/ 225 h 1800"/>
                <a:gd name="T76" fmla="*/ 1968 w 2136"/>
                <a:gd name="T77" fmla="*/ 1406 h 1800"/>
                <a:gd name="T78" fmla="*/ 168 w 2136"/>
                <a:gd name="T79" fmla="*/ 225 h 1800"/>
                <a:gd name="T80" fmla="*/ 2024 w 2136"/>
                <a:gd name="T81" fmla="*/ 0 h 1800"/>
                <a:gd name="T82" fmla="*/ 2074 w 2136"/>
                <a:gd name="T83" fmla="*/ 12 h 1800"/>
                <a:gd name="T84" fmla="*/ 2112 w 2136"/>
                <a:gd name="T85" fmla="*/ 42 h 1800"/>
                <a:gd name="T86" fmla="*/ 2133 w 2136"/>
                <a:gd name="T87" fmla="*/ 87 h 1800"/>
                <a:gd name="T88" fmla="*/ 2136 w 2136"/>
                <a:gd name="T89" fmla="*/ 1687 h 1800"/>
                <a:gd name="T90" fmla="*/ 2124 w 2136"/>
                <a:gd name="T91" fmla="*/ 1737 h 1800"/>
                <a:gd name="T92" fmla="*/ 2094 w 2136"/>
                <a:gd name="T93" fmla="*/ 1775 h 1800"/>
                <a:gd name="T94" fmla="*/ 2049 w 2136"/>
                <a:gd name="T95" fmla="*/ 1797 h 1800"/>
                <a:gd name="T96" fmla="*/ 112 w 2136"/>
                <a:gd name="T97" fmla="*/ 1800 h 1800"/>
                <a:gd name="T98" fmla="*/ 62 w 2136"/>
                <a:gd name="T99" fmla="*/ 1788 h 1800"/>
                <a:gd name="T100" fmla="*/ 24 w 2136"/>
                <a:gd name="T101" fmla="*/ 1758 h 1800"/>
                <a:gd name="T102" fmla="*/ 3 w 2136"/>
                <a:gd name="T103" fmla="*/ 1713 h 1800"/>
                <a:gd name="T104" fmla="*/ 0 w 2136"/>
                <a:gd name="T105" fmla="*/ 113 h 1800"/>
                <a:gd name="T106" fmla="*/ 12 w 2136"/>
                <a:gd name="T107" fmla="*/ 63 h 1800"/>
                <a:gd name="T108" fmla="*/ 42 w 2136"/>
                <a:gd name="T109" fmla="*/ 25 h 1800"/>
                <a:gd name="T110" fmla="*/ 87 w 2136"/>
                <a:gd name="T111" fmla="*/ 3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36" h="1800">
                  <a:moveTo>
                    <a:pt x="1349" y="1518"/>
                  </a:moveTo>
                  <a:lnTo>
                    <a:pt x="1327" y="1521"/>
                  </a:lnTo>
                  <a:lnTo>
                    <a:pt x="1307" y="1530"/>
                  </a:lnTo>
                  <a:lnTo>
                    <a:pt x="1290" y="1543"/>
                  </a:lnTo>
                  <a:lnTo>
                    <a:pt x="1276" y="1560"/>
                  </a:lnTo>
                  <a:lnTo>
                    <a:pt x="1268" y="1580"/>
                  </a:lnTo>
                  <a:lnTo>
                    <a:pt x="1264" y="1602"/>
                  </a:lnTo>
                  <a:lnTo>
                    <a:pt x="1268" y="1626"/>
                  </a:lnTo>
                  <a:lnTo>
                    <a:pt x="1276" y="1646"/>
                  </a:lnTo>
                  <a:lnTo>
                    <a:pt x="1290" y="1663"/>
                  </a:lnTo>
                  <a:lnTo>
                    <a:pt x="1307" y="1675"/>
                  </a:lnTo>
                  <a:lnTo>
                    <a:pt x="1327" y="1684"/>
                  </a:lnTo>
                  <a:lnTo>
                    <a:pt x="1349" y="1687"/>
                  </a:lnTo>
                  <a:lnTo>
                    <a:pt x="1371" y="1684"/>
                  </a:lnTo>
                  <a:lnTo>
                    <a:pt x="1391" y="1675"/>
                  </a:lnTo>
                  <a:lnTo>
                    <a:pt x="1409" y="1663"/>
                  </a:lnTo>
                  <a:lnTo>
                    <a:pt x="1422" y="1646"/>
                  </a:lnTo>
                  <a:lnTo>
                    <a:pt x="1430" y="1626"/>
                  </a:lnTo>
                  <a:lnTo>
                    <a:pt x="1434" y="1602"/>
                  </a:lnTo>
                  <a:lnTo>
                    <a:pt x="1430" y="1580"/>
                  </a:lnTo>
                  <a:lnTo>
                    <a:pt x="1422" y="1560"/>
                  </a:lnTo>
                  <a:lnTo>
                    <a:pt x="1409" y="1543"/>
                  </a:lnTo>
                  <a:lnTo>
                    <a:pt x="1391" y="1530"/>
                  </a:lnTo>
                  <a:lnTo>
                    <a:pt x="1371" y="1521"/>
                  </a:lnTo>
                  <a:lnTo>
                    <a:pt x="1349" y="1518"/>
                  </a:lnTo>
                  <a:close/>
                  <a:moveTo>
                    <a:pt x="1068" y="1518"/>
                  </a:moveTo>
                  <a:lnTo>
                    <a:pt x="1046" y="1521"/>
                  </a:lnTo>
                  <a:lnTo>
                    <a:pt x="1026" y="1530"/>
                  </a:lnTo>
                  <a:lnTo>
                    <a:pt x="1009" y="1543"/>
                  </a:lnTo>
                  <a:lnTo>
                    <a:pt x="995" y="1560"/>
                  </a:lnTo>
                  <a:lnTo>
                    <a:pt x="987" y="1580"/>
                  </a:lnTo>
                  <a:lnTo>
                    <a:pt x="983" y="1602"/>
                  </a:lnTo>
                  <a:lnTo>
                    <a:pt x="987" y="1626"/>
                  </a:lnTo>
                  <a:lnTo>
                    <a:pt x="995" y="1646"/>
                  </a:lnTo>
                  <a:lnTo>
                    <a:pt x="1009" y="1663"/>
                  </a:lnTo>
                  <a:lnTo>
                    <a:pt x="1026" y="1675"/>
                  </a:lnTo>
                  <a:lnTo>
                    <a:pt x="1046" y="1684"/>
                  </a:lnTo>
                  <a:lnTo>
                    <a:pt x="1068" y="1687"/>
                  </a:lnTo>
                  <a:lnTo>
                    <a:pt x="1090" y="1684"/>
                  </a:lnTo>
                  <a:lnTo>
                    <a:pt x="1110" y="1675"/>
                  </a:lnTo>
                  <a:lnTo>
                    <a:pt x="1127" y="1663"/>
                  </a:lnTo>
                  <a:lnTo>
                    <a:pt x="1141" y="1646"/>
                  </a:lnTo>
                  <a:lnTo>
                    <a:pt x="1149" y="1626"/>
                  </a:lnTo>
                  <a:lnTo>
                    <a:pt x="1153" y="1602"/>
                  </a:lnTo>
                  <a:lnTo>
                    <a:pt x="1149" y="1580"/>
                  </a:lnTo>
                  <a:lnTo>
                    <a:pt x="1141" y="1560"/>
                  </a:lnTo>
                  <a:lnTo>
                    <a:pt x="1127" y="1543"/>
                  </a:lnTo>
                  <a:lnTo>
                    <a:pt x="1110" y="1530"/>
                  </a:lnTo>
                  <a:lnTo>
                    <a:pt x="1090" y="1521"/>
                  </a:lnTo>
                  <a:lnTo>
                    <a:pt x="1068" y="1518"/>
                  </a:lnTo>
                  <a:close/>
                  <a:moveTo>
                    <a:pt x="787" y="1518"/>
                  </a:moveTo>
                  <a:lnTo>
                    <a:pt x="765" y="1521"/>
                  </a:lnTo>
                  <a:lnTo>
                    <a:pt x="745" y="1530"/>
                  </a:lnTo>
                  <a:lnTo>
                    <a:pt x="727" y="1543"/>
                  </a:lnTo>
                  <a:lnTo>
                    <a:pt x="714" y="1560"/>
                  </a:lnTo>
                  <a:lnTo>
                    <a:pt x="706" y="1580"/>
                  </a:lnTo>
                  <a:lnTo>
                    <a:pt x="702" y="1602"/>
                  </a:lnTo>
                  <a:lnTo>
                    <a:pt x="706" y="1626"/>
                  </a:lnTo>
                  <a:lnTo>
                    <a:pt x="714" y="1646"/>
                  </a:lnTo>
                  <a:lnTo>
                    <a:pt x="727" y="1663"/>
                  </a:lnTo>
                  <a:lnTo>
                    <a:pt x="745" y="1675"/>
                  </a:lnTo>
                  <a:lnTo>
                    <a:pt x="765" y="1684"/>
                  </a:lnTo>
                  <a:lnTo>
                    <a:pt x="787" y="1687"/>
                  </a:lnTo>
                  <a:lnTo>
                    <a:pt x="809" y="1684"/>
                  </a:lnTo>
                  <a:lnTo>
                    <a:pt x="829" y="1675"/>
                  </a:lnTo>
                  <a:lnTo>
                    <a:pt x="846" y="1663"/>
                  </a:lnTo>
                  <a:lnTo>
                    <a:pt x="860" y="1646"/>
                  </a:lnTo>
                  <a:lnTo>
                    <a:pt x="868" y="1626"/>
                  </a:lnTo>
                  <a:lnTo>
                    <a:pt x="872" y="1602"/>
                  </a:lnTo>
                  <a:lnTo>
                    <a:pt x="868" y="1580"/>
                  </a:lnTo>
                  <a:lnTo>
                    <a:pt x="860" y="1560"/>
                  </a:lnTo>
                  <a:lnTo>
                    <a:pt x="846" y="1543"/>
                  </a:lnTo>
                  <a:lnTo>
                    <a:pt x="829" y="1530"/>
                  </a:lnTo>
                  <a:lnTo>
                    <a:pt x="809" y="1521"/>
                  </a:lnTo>
                  <a:lnTo>
                    <a:pt x="787" y="1518"/>
                  </a:lnTo>
                  <a:close/>
                  <a:moveTo>
                    <a:pt x="168" y="225"/>
                  </a:moveTo>
                  <a:lnTo>
                    <a:pt x="168" y="1406"/>
                  </a:lnTo>
                  <a:lnTo>
                    <a:pt x="1968" y="1406"/>
                  </a:lnTo>
                  <a:lnTo>
                    <a:pt x="1968" y="225"/>
                  </a:lnTo>
                  <a:lnTo>
                    <a:pt x="168" y="225"/>
                  </a:lnTo>
                  <a:close/>
                  <a:moveTo>
                    <a:pt x="112" y="0"/>
                  </a:moveTo>
                  <a:lnTo>
                    <a:pt x="2024" y="0"/>
                  </a:lnTo>
                  <a:lnTo>
                    <a:pt x="2049" y="3"/>
                  </a:lnTo>
                  <a:lnTo>
                    <a:pt x="2074" y="12"/>
                  </a:lnTo>
                  <a:lnTo>
                    <a:pt x="2094" y="25"/>
                  </a:lnTo>
                  <a:lnTo>
                    <a:pt x="2112" y="42"/>
                  </a:lnTo>
                  <a:lnTo>
                    <a:pt x="2124" y="63"/>
                  </a:lnTo>
                  <a:lnTo>
                    <a:pt x="2133" y="87"/>
                  </a:lnTo>
                  <a:lnTo>
                    <a:pt x="2136" y="113"/>
                  </a:lnTo>
                  <a:lnTo>
                    <a:pt x="2136" y="1687"/>
                  </a:lnTo>
                  <a:lnTo>
                    <a:pt x="2133" y="1713"/>
                  </a:lnTo>
                  <a:lnTo>
                    <a:pt x="2124" y="1737"/>
                  </a:lnTo>
                  <a:lnTo>
                    <a:pt x="2112" y="1758"/>
                  </a:lnTo>
                  <a:lnTo>
                    <a:pt x="2094" y="1775"/>
                  </a:lnTo>
                  <a:lnTo>
                    <a:pt x="2074" y="1788"/>
                  </a:lnTo>
                  <a:lnTo>
                    <a:pt x="2049" y="1797"/>
                  </a:lnTo>
                  <a:lnTo>
                    <a:pt x="2024" y="1800"/>
                  </a:lnTo>
                  <a:lnTo>
                    <a:pt x="112" y="1800"/>
                  </a:lnTo>
                  <a:lnTo>
                    <a:pt x="87" y="1797"/>
                  </a:lnTo>
                  <a:lnTo>
                    <a:pt x="62" y="1788"/>
                  </a:lnTo>
                  <a:lnTo>
                    <a:pt x="42" y="1775"/>
                  </a:lnTo>
                  <a:lnTo>
                    <a:pt x="24" y="1758"/>
                  </a:lnTo>
                  <a:lnTo>
                    <a:pt x="12" y="1737"/>
                  </a:lnTo>
                  <a:lnTo>
                    <a:pt x="3" y="1713"/>
                  </a:lnTo>
                  <a:lnTo>
                    <a:pt x="0" y="1687"/>
                  </a:lnTo>
                  <a:lnTo>
                    <a:pt x="0" y="113"/>
                  </a:lnTo>
                  <a:lnTo>
                    <a:pt x="3" y="87"/>
                  </a:lnTo>
                  <a:lnTo>
                    <a:pt x="12" y="63"/>
                  </a:lnTo>
                  <a:lnTo>
                    <a:pt x="24" y="42"/>
                  </a:lnTo>
                  <a:lnTo>
                    <a:pt x="42" y="25"/>
                  </a:lnTo>
                  <a:lnTo>
                    <a:pt x="62" y="12"/>
                  </a:lnTo>
                  <a:lnTo>
                    <a:pt x="87" y="3"/>
                  </a:lnTo>
                  <a:lnTo>
                    <a:pt x="112"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844" name="Group 843"/>
          <p:cNvGrpSpPr>
            <a:grpSpLocks noChangeAspect="1"/>
          </p:cNvGrpSpPr>
          <p:nvPr/>
        </p:nvGrpSpPr>
        <p:grpSpPr>
          <a:xfrm>
            <a:off x="5888037" y="3038445"/>
            <a:ext cx="536575" cy="485775"/>
            <a:chOff x="7396163" y="3054350"/>
            <a:chExt cx="536575" cy="485775"/>
          </a:xfrm>
        </p:grpSpPr>
        <p:sp useBgFill="1">
          <p:nvSpPr>
            <p:cNvPr id="689" name="Freeform 124"/>
            <p:cNvSpPr>
              <a:spLocks/>
            </p:cNvSpPr>
            <p:nvPr/>
          </p:nvSpPr>
          <p:spPr bwMode="auto">
            <a:xfrm>
              <a:off x="7396163" y="3054350"/>
              <a:ext cx="536575" cy="485775"/>
            </a:xfrm>
            <a:custGeom>
              <a:avLst/>
              <a:gdLst>
                <a:gd name="T0" fmla="*/ 2081 w 2362"/>
                <a:gd name="T1" fmla="*/ 0 h 2137"/>
                <a:gd name="T2" fmla="*/ 2161 w 2362"/>
                <a:gd name="T3" fmla="*/ 12 h 2137"/>
                <a:gd name="T4" fmla="*/ 2233 w 2362"/>
                <a:gd name="T5" fmla="*/ 45 h 2137"/>
                <a:gd name="T6" fmla="*/ 2292 w 2362"/>
                <a:gd name="T7" fmla="*/ 97 h 2137"/>
                <a:gd name="T8" fmla="*/ 2336 w 2362"/>
                <a:gd name="T9" fmla="*/ 163 h 2137"/>
                <a:gd name="T10" fmla="*/ 2359 w 2362"/>
                <a:gd name="T11" fmla="*/ 240 h 2137"/>
                <a:gd name="T12" fmla="*/ 2362 w 2362"/>
                <a:gd name="T13" fmla="*/ 1462 h 2137"/>
                <a:gd name="T14" fmla="*/ 2349 w 2362"/>
                <a:gd name="T15" fmla="*/ 1543 h 2137"/>
                <a:gd name="T16" fmla="*/ 2317 w 2362"/>
                <a:gd name="T17" fmla="*/ 1615 h 2137"/>
                <a:gd name="T18" fmla="*/ 2265 w 2362"/>
                <a:gd name="T19" fmla="*/ 1674 h 2137"/>
                <a:gd name="T20" fmla="*/ 2199 w 2362"/>
                <a:gd name="T21" fmla="*/ 1717 h 2137"/>
                <a:gd name="T22" fmla="*/ 2122 w 2362"/>
                <a:gd name="T23" fmla="*/ 1740 h 2137"/>
                <a:gd name="T24" fmla="*/ 1518 w 2362"/>
                <a:gd name="T25" fmla="*/ 1743 h 2137"/>
                <a:gd name="T26" fmla="*/ 1555 w 2362"/>
                <a:gd name="T27" fmla="*/ 1802 h 2137"/>
                <a:gd name="T28" fmla="*/ 1622 w 2362"/>
                <a:gd name="T29" fmla="*/ 1824 h 2137"/>
                <a:gd name="T30" fmla="*/ 1677 w 2362"/>
                <a:gd name="T31" fmla="*/ 1866 h 2137"/>
                <a:gd name="T32" fmla="*/ 1718 w 2362"/>
                <a:gd name="T33" fmla="*/ 1920 h 2137"/>
                <a:gd name="T34" fmla="*/ 1740 w 2362"/>
                <a:gd name="T35" fmla="*/ 1988 h 2137"/>
                <a:gd name="T36" fmla="*/ 1740 w 2362"/>
                <a:gd name="T37" fmla="*/ 2049 h 2137"/>
                <a:gd name="T38" fmla="*/ 1719 w 2362"/>
                <a:gd name="T39" fmla="*/ 2095 h 2137"/>
                <a:gd name="T40" fmla="*/ 1681 w 2362"/>
                <a:gd name="T41" fmla="*/ 2125 h 2137"/>
                <a:gd name="T42" fmla="*/ 1631 w 2362"/>
                <a:gd name="T43" fmla="*/ 2137 h 2137"/>
                <a:gd name="T44" fmla="*/ 706 w 2362"/>
                <a:gd name="T45" fmla="*/ 2134 h 2137"/>
                <a:gd name="T46" fmla="*/ 661 w 2362"/>
                <a:gd name="T47" fmla="*/ 2112 h 2137"/>
                <a:gd name="T48" fmla="*/ 631 w 2362"/>
                <a:gd name="T49" fmla="*/ 2074 h 2137"/>
                <a:gd name="T50" fmla="*/ 619 w 2362"/>
                <a:gd name="T51" fmla="*/ 2024 h 2137"/>
                <a:gd name="T52" fmla="*/ 631 w 2362"/>
                <a:gd name="T53" fmla="*/ 1953 h 2137"/>
                <a:gd name="T54" fmla="*/ 662 w 2362"/>
                <a:gd name="T55" fmla="*/ 1891 h 2137"/>
                <a:gd name="T56" fmla="*/ 711 w 2362"/>
                <a:gd name="T57" fmla="*/ 1842 h 2137"/>
                <a:gd name="T58" fmla="*/ 772 w 2362"/>
                <a:gd name="T59" fmla="*/ 1811 h 2137"/>
                <a:gd name="T60" fmla="*/ 844 w 2362"/>
                <a:gd name="T61" fmla="*/ 1799 h 2137"/>
                <a:gd name="T62" fmla="*/ 281 w 2362"/>
                <a:gd name="T63" fmla="*/ 1743 h 2137"/>
                <a:gd name="T64" fmla="*/ 201 w 2362"/>
                <a:gd name="T65" fmla="*/ 1731 h 2137"/>
                <a:gd name="T66" fmla="*/ 129 w 2362"/>
                <a:gd name="T67" fmla="*/ 1698 h 2137"/>
                <a:gd name="T68" fmla="*/ 70 w 2362"/>
                <a:gd name="T69" fmla="*/ 1646 h 2137"/>
                <a:gd name="T70" fmla="*/ 26 w 2362"/>
                <a:gd name="T71" fmla="*/ 1580 h 2137"/>
                <a:gd name="T72" fmla="*/ 3 w 2362"/>
                <a:gd name="T73" fmla="*/ 1503 h 2137"/>
                <a:gd name="T74" fmla="*/ 0 w 2362"/>
                <a:gd name="T75" fmla="*/ 281 h 2137"/>
                <a:gd name="T76" fmla="*/ 13 w 2362"/>
                <a:gd name="T77" fmla="*/ 200 h 2137"/>
                <a:gd name="T78" fmla="*/ 45 w 2362"/>
                <a:gd name="T79" fmla="*/ 128 h 2137"/>
                <a:gd name="T80" fmla="*/ 97 w 2362"/>
                <a:gd name="T81" fmla="*/ 69 h 2137"/>
                <a:gd name="T82" fmla="*/ 163 w 2362"/>
                <a:gd name="T83" fmla="*/ 26 h 2137"/>
                <a:gd name="T84" fmla="*/ 240 w 2362"/>
                <a:gd name="T85" fmla="*/ 3 h 2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62" h="2137">
                  <a:moveTo>
                    <a:pt x="281" y="0"/>
                  </a:moveTo>
                  <a:lnTo>
                    <a:pt x="2081" y="0"/>
                  </a:lnTo>
                  <a:lnTo>
                    <a:pt x="2122" y="3"/>
                  </a:lnTo>
                  <a:lnTo>
                    <a:pt x="2161" y="12"/>
                  </a:lnTo>
                  <a:lnTo>
                    <a:pt x="2199" y="26"/>
                  </a:lnTo>
                  <a:lnTo>
                    <a:pt x="2233" y="45"/>
                  </a:lnTo>
                  <a:lnTo>
                    <a:pt x="2265" y="69"/>
                  </a:lnTo>
                  <a:lnTo>
                    <a:pt x="2292" y="97"/>
                  </a:lnTo>
                  <a:lnTo>
                    <a:pt x="2317" y="128"/>
                  </a:lnTo>
                  <a:lnTo>
                    <a:pt x="2336" y="163"/>
                  </a:lnTo>
                  <a:lnTo>
                    <a:pt x="2349" y="200"/>
                  </a:lnTo>
                  <a:lnTo>
                    <a:pt x="2359" y="240"/>
                  </a:lnTo>
                  <a:lnTo>
                    <a:pt x="2362" y="281"/>
                  </a:lnTo>
                  <a:lnTo>
                    <a:pt x="2362" y="1462"/>
                  </a:lnTo>
                  <a:lnTo>
                    <a:pt x="2359" y="1503"/>
                  </a:lnTo>
                  <a:lnTo>
                    <a:pt x="2349" y="1543"/>
                  </a:lnTo>
                  <a:lnTo>
                    <a:pt x="2336" y="1580"/>
                  </a:lnTo>
                  <a:lnTo>
                    <a:pt x="2317" y="1615"/>
                  </a:lnTo>
                  <a:lnTo>
                    <a:pt x="2292" y="1646"/>
                  </a:lnTo>
                  <a:lnTo>
                    <a:pt x="2265" y="1674"/>
                  </a:lnTo>
                  <a:lnTo>
                    <a:pt x="2233" y="1698"/>
                  </a:lnTo>
                  <a:lnTo>
                    <a:pt x="2199" y="1717"/>
                  </a:lnTo>
                  <a:lnTo>
                    <a:pt x="2161" y="1731"/>
                  </a:lnTo>
                  <a:lnTo>
                    <a:pt x="2122" y="1740"/>
                  </a:lnTo>
                  <a:lnTo>
                    <a:pt x="2081" y="1743"/>
                  </a:lnTo>
                  <a:lnTo>
                    <a:pt x="1518" y="1743"/>
                  </a:lnTo>
                  <a:lnTo>
                    <a:pt x="1518" y="1799"/>
                  </a:lnTo>
                  <a:lnTo>
                    <a:pt x="1555" y="1802"/>
                  </a:lnTo>
                  <a:lnTo>
                    <a:pt x="1590" y="1811"/>
                  </a:lnTo>
                  <a:lnTo>
                    <a:pt x="1622" y="1824"/>
                  </a:lnTo>
                  <a:lnTo>
                    <a:pt x="1651" y="1842"/>
                  </a:lnTo>
                  <a:lnTo>
                    <a:pt x="1677" y="1866"/>
                  </a:lnTo>
                  <a:lnTo>
                    <a:pt x="1700" y="1891"/>
                  </a:lnTo>
                  <a:lnTo>
                    <a:pt x="1718" y="1920"/>
                  </a:lnTo>
                  <a:lnTo>
                    <a:pt x="1731" y="1953"/>
                  </a:lnTo>
                  <a:lnTo>
                    <a:pt x="1740" y="1988"/>
                  </a:lnTo>
                  <a:lnTo>
                    <a:pt x="1743" y="2024"/>
                  </a:lnTo>
                  <a:lnTo>
                    <a:pt x="1740" y="2049"/>
                  </a:lnTo>
                  <a:lnTo>
                    <a:pt x="1731" y="2074"/>
                  </a:lnTo>
                  <a:lnTo>
                    <a:pt x="1719" y="2095"/>
                  </a:lnTo>
                  <a:lnTo>
                    <a:pt x="1701" y="2112"/>
                  </a:lnTo>
                  <a:lnTo>
                    <a:pt x="1681" y="2125"/>
                  </a:lnTo>
                  <a:lnTo>
                    <a:pt x="1656" y="2134"/>
                  </a:lnTo>
                  <a:lnTo>
                    <a:pt x="1631" y="2137"/>
                  </a:lnTo>
                  <a:lnTo>
                    <a:pt x="731" y="2137"/>
                  </a:lnTo>
                  <a:lnTo>
                    <a:pt x="706" y="2134"/>
                  </a:lnTo>
                  <a:lnTo>
                    <a:pt x="681" y="2125"/>
                  </a:lnTo>
                  <a:lnTo>
                    <a:pt x="661" y="2112"/>
                  </a:lnTo>
                  <a:lnTo>
                    <a:pt x="643" y="2095"/>
                  </a:lnTo>
                  <a:lnTo>
                    <a:pt x="631" y="2074"/>
                  </a:lnTo>
                  <a:lnTo>
                    <a:pt x="622" y="2049"/>
                  </a:lnTo>
                  <a:lnTo>
                    <a:pt x="619" y="2024"/>
                  </a:lnTo>
                  <a:lnTo>
                    <a:pt x="622" y="1988"/>
                  </a:lnTo>
                  <a:lnTo>
                    <a:pt x="631" y="1953"/>
                  </a:lnTo>
                  <a:lnTo>
                    <a:pt x="644" y="1920"/>
                  </a:lnTo>
                  <a:lnTo>
                    <a:pt x="662" y="1891"/>
                  </a:lnTo>
                  <a:lnTo>
                    <a:pt x="685" y="1866"/>
                  </a:lnTo>
                  <a:lnTo>
                    <a:pt x="711" y="1842"/>
                  </a:lnTo>
                  <a:lnTo>
                    <a:pt x="740" y="1824"/>
                  </a:lnTo>
                  <a:lnTo>
                    <a:pt x="772" y="1811"/>
                  </a:lnTo>
                  <a:lnTo>
                    <a:pt x="807" y="1802"/>
                  </a:lnTo>
                  <a:lnTo>
                    <a:pt x="844" y="1799"/>
                  </a:lnTo>
                  <a:lnTo>
                    <a:pt x="844" y="1743"/>
                  </a:lnTo>
                  <a:lnTo>
                    <a:pt x="281" y="1743"/>
                  </a:lnTo>
                  <a:lnTo>
                    <a:pt x="240" y="1740"/>
                  </a:lnTo>
                  <a:lnTo>
                    <a:pt x="201" y="1731"/>
                  </a:lnTo>
                  <a:lnTo>
                    <a:pt x="163" y="1717"/>
                  </a:lnTo>
                  <a:lnTo>
                    <a:pt x="129" y="1698"/>
                  </a:lnTo>
                  <a:lnTo>
                    <a:pt x="97" y="1674"/>
                  </a:lnTo>
                  <a:lnTo>
                    <a:pt x="70" y="1646"/>
                  </a:lnTo>
                  <a:lnTo>
                    <a:pt x="45" y="1615"/>
                  </a:lnTo>
                  <a:lnTo>
                    <a:pt x="26" y="1580"/>
                  </a:lnTo>
                  <a:lnTo>
                    <a:pt x="13" y="1543"/>
                  </a:lnTo>
                  <a:lnTo>
                    <a:pt x="3" y="1503"/>
                  </a:lnTo>
                  <a:lnTo>
                    <a:pt x="0" y="1462"/>
                  </a:lnTo>
                  <a:lnTo>
                    <a:pt x="0" y="281"/>
                  </a:lnTo>
                  <a:lnTo>
                    <a:pt x="3" y="240"/>
                  </a:lnTo>
                  <a:lnTo>
                    <a:pt x="13" y="200"/>
                  </a:lnTo>
                  <a:lnTo>
                    <a:pt x="26" y="163"/>
                  </a:lnTo>
                  <a:lnTo>
                    <a:pt x="45" y="128"/>
                  </a:lnTo>
                  <a:lnTo>
                    <a:pt x="70" y="97"/>
                  </a:lnTo>
                  <a:lnTo>
                    <a:pt x="97" y="69"/>
                  </a:lnTo>
                  <a:lnTo>
                    <a:pt x="129" y="45"/>
                  </a:lnTo>
                  <a:lnTo>
                    <a:pt x="163" y="26"/>
                  </a:lnTo>
                  <a:lnTo>
                    <a:pt x="201" y="12"/>
                  </a:lnTo>
                  <a:lnTo>
                    <a:pt x="240" y="3"/>
                  </a:lnTo>
                  <a:lnTo>
                    <a:pt x="281"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90" name="Freeform 125"/>
            <p:cNvSpPr>
              <a:spLocks noEditPoints="1"/>
            </p:cNvSpPr>
            <p:nvPr/>
          </p:nvSpPr>
          <p:spPr bwMode="auto">
            <a:xfrm>
              <a:off x="7421563" y="3079750"/>
              <a:ext cx="485775" cy="434975"/>
            </a:xfrm>
            <a:custGeom>
              <a:avLst/>
              <a:gdLst>
                <a:gd name="T0" fmla="*/ 1293 w 2136"/>
                <a:gd name="T1" fmla="*/ 1631 h 1912"/>
                <a:gd name="T2" fmla="*/ 1405 w 2136"/>
                <a:gd name="T3" fmla="*/ 1800 h 1912"/>
                <a:gd name="T4" fmla="*/ 1455 w 2136"/>
                <a:gd name="T5" fmla="*/ 1811 h 1912"/>
                <a:gd name="T6" fmla="*/ 1493 w 2136"/>
                <a:gd name="T7" fmla="*/ 1841 h 1912"/>
                <a:gd name="T8" fmla="*/ 1515 w 2136"/>
                <a:gd name="T9" fmla="*/ 1887 h 1912"/>
                <a:gd name="T10" fmla="*/ 618 w 2136"/>
                <a:gd name="T11" fmla="*/ 1912 h 1912"/>
                <a:gd name="T12" fmla="*/ 630 w 2136"/>
                <a:gd name="T13" fmla="*/ 1862 h 1912"/>
                <a:gd name="T14" fmla="*/ 660 w 2136"/>
                <a:gd name="T15" fmla="*/ 1824 h 1912"/>
                <a:gd name="T16" fmla="*/ 705 w 2136"/>
                <a:gd name="T17" fmla="*/ 1802 h 1912"/>
                <a:gd name="T18" fmla="*/ 843 w 2136"/>
                <a:gd name="T19" fmla="*/ 1800 h 1912"/>
                <a:gd name="T20" fmla="*/ 168 w 2136"/>
                <a:gd name="T21" fmla="*/ 169 h 1912"/>
                <a:gd name="T22" fmla="*/ 1968 w 2136"/>
                <a:gd name="T23" fmla="*/ 1294 h 1912"/>
                <a:gd name="T24" fmla="*/ 168 w 2136"/>
                <a:gd name="T25" fmla="*/ 169 h 1912"/>
                <a:gd name="T26" fmla="*/ 483 w 2136"/>
                <a:gd name="T27" fmla="*/ 0 h 1912"/>
                <a:gd name="T28" fmla="*/ 829 w 2136"/>
                <a:gd name="T29" fmla="*/ 0 h 1912"/>
                <a:gd name="T30" fmla="*/ 989 w 2136"/>
                <a:gd name="T31" fmla="*/ 0 h 1912"/>
                <a:gd name="T32" fmla="*/ 1226 w 2136"/>
                <a:gd name="T33" fmla="*/ 0 h 1912"/>
                <a:gd name="T34" fmla="*/ 1389 w 2136"/>
                <a:gd name="T35" fmla="*/ 0 h 1912"/>
                <a:gd name="T36" fmla="*/ 1751 w 2136"/>
                <a:gd name="T37" fmla="*/ 0 h 1912"/>
                <a:gd name="T38" fmla="*/ 1968 w 2136"/>
                <a:gd name="T39" fmla="*/ 0 h 1912"/>
                <a:gd name="T40" fmla="*/ 2026 w 2136"/>
                <a:gd name="T41" fmla="*/ 11 h 1912"/>
                <a:gd name="T42" fmla="*/ 2076 w 2136"/>
                <a:gd name="T43" fmla="*/ 40 h 1912"/>
                <a:gd name="T44" fmla="*/ 2113 w 2136"/>
                <a:gd name="T45" fmla="*/ 83 h 1912"/>
                <a:gd name="T46" fmla="*/ 2134 w 2136"/>
                <a:gd name="T47" fmla="*/ 138 h 1912"/>
                <a:gd name="T48" fmla="*/ 2136 w 2136"/>
                <a:gd name="T49" fmla="*/ 570 h 1912"/>
                <a:gd name="T50" fmla="*/ 2136 w 2136"/>
                <a:gd name="T51" fmla="*/ 822 h 1912"/>
                <a:gd name="T52" fmla="*/ 2134 w 2136"/>
                <a:gd name="T53" fmla="*/ 1381 h 1912"/>
                <a:gd name="T54" fmla="*/ 2113 w 2136"/>
                <a:gd name="T55" fmla="*/ 1435 h 1912"/>
                <a:gd name="T56" fmla="*/ 2076 w 2136"/>
                <a:gd name="T57" fmla="*/ 1479 h 1912"/>
                <a:gd name="T58" fmla="*/ 2026 w 2136"/>
                <a:gd name="T59" fmla="*/ 1507 h 1912"/>
                <a:gd name="T60" fmla="*/ 1968 w 2136"/>
                <a:gd name="T61" fmla="*/ 1518 h 1912"/>
                <a:gd name="T62" fmla="*/ 138 w 2136"/>
                <a:gd name="T63" fmla="*/ 1516 h 1912"/>
                <a:gd name="T64" fmla="*/ 83 w 2136"/>
                <a:gd name="T65" fmla="*/ 1496 h 1912"/>
                <a:gd name="T66" fmla="*/ 39 w 2136"/>
                <a:gd name="T67" fmla="*/ 1459 h 1912"/>
                <a:gd name="T68" fmla="*/ 11 w 2136"/>
                <a:gd name="T69" fmla="*/ 1409 h 1912"/>
                <a:gd name="T70" fmla="*/ 0 w 2136"/>
                <a:gd name="T71" fmla="*/ 1350 h 1912"/>
                <a:gd name="T72" fmla="*/ 0 w 2136"/>
                <a:gd name="T73" fmla="*/ 822 h 1912"/>
                <a:gd name="T74" fmla="*/ 0 w 2136"/>
                <a:gd name="T75" fmla="*/ 169 h 1912"/>
                <a:gd name="T76" fmla="*/ 11 w 2136"/>
                <a:gd name="T77" fmla="*/ 110 h 1912"/>
                <a:gd name="T78" fmla="*/ 39 w 2136"/>
                <a:gd name="T79" fmla="*/ 60 h 1912"/>
                <a:gd name="T80" fmla="*/ 83 w 2136"/>
                <a:gd name="T81" fmla="*/ 23 h 1912"/>
                <a:gd name="T82" fmla="*/ 138 w 2136"/>
                <a:gd name="T83" fmla="*/ 3 h 1912"/>
                <a:gd name="T84" fmla="*/ 280 w 2136"/>
                <a:gd name="T85" fmla="*/ 0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36" h="1912">
                  <a:moveTo>
                    <a:pt x="843" y="1631"/>
                  </a:moveTo>
                  <a:lnTo>
                    <a:pt x="1293" y="1631"/>
                  </a:lnTo>
                  <a:lnTo>
                    <a:pt x="1293" y="1800"/>
                  </a:lnTo>
                  <a:lnTo>
                    <a:pt x="1405" y="1800"/>
                  </a:lnTo>
                  <a:lnTo>
                    <a:pt x="1431" y="1802"/>
                  </a:lnTo>
                  <a:lnTo>
                    <a:pt x="1455" y="1811"/>
                  </a:lnTo>
                  <a:lnTo>
                    <a:pt x="1476" y="1824"/>
                  </a:lnTo>
                  <a:lnTo>
                    <a:pt x="1493" y="1841"/>
                  </a:lnTo>
                  <a:lnTo>
                    <a:pt x="1506" y="1862"/>
                  </a:lnTo>
                  <a:lnTo>
                    <a:pt x="1515" y="1887"/>
                  </a:lnTo>
                  <a:lnTo>
                    <a:pt x="1518" y="1912"/>
                  </a:lnTo>
                  <a:lnTo>
                    <a:pt x="618" y="1912"/>
                  </a:lnTo>
                  <a:lnTo>
                    <a:pt x="621" y="1887"/>
                  </a:lnTo>
                  <a:lnTo>
                    <a:pt x="630" y="1862"/>
                  </a:lnTo>
                  <a:lnTo>
                    <a:pt x="643" y="1841"/>
                  </a:lnTo>
                  <a:lnTo>
                    <a:pt x="660" y="1824"/>
                  </a:lnTo>
                  <a:lnTo>
                    <a:pt x="681" y="1811"/>
                  </a:lnTo>
                  <a:lnTo>
                    <a:pt x="705" y="1802"/>
                  </a:lnTo>
                  <a:lnTo>
                    <a:pt x="731" y="1800"/>
                  </a:lnTo>
                  <a:lnTo>
                    <a:pt x="843" y="1800"/>
                  </a:lnTo>
                  <a:lnTo>
                    <a:pt x="843" y="1631"/>
                  </a:lnTo>
                  <a:close/>
                  <a:moveTo>
                    <a:pt x="168" y="169"/>
                  </a:moveTo>
                  <a:lnTo>
                    <a:pt x="168" y="1294"/>
                  </a:lnTo>
                  <a:lnTo>
                    <a:pt x="1968" y="1294"/>
                  </a:lnTo>
                  <a:lnTo>
                    <a:pt x="1968" y="169"/>
                  </a:lnTo>
                  <a:lnTo>
                    <a:pt x="168" y="169"/>
                  </a:lnTo>
                  <a:close/>
                  <a:moveTo>
                    <a:pt x="385" y="0"/>
                  </a:moveTo>
                  <a:lnTo>
                    <a:pt x="483" y="0"/>
                  </a:lnTo>
                  <a:lnTo>
                    <a:pt x="575" y="0"/>
                  </a:lnTo>
                  <a:lnTo>
                    <a:pt x="829" y="0"/>
                  </a:lnTo>
                  <a:lnTo>
                    <a:pt x="910" y="0"/>
                  </a:lnTo>
                  <a:lnTo>
                    <a:pt x="989" y="0"/>
                  </a:lnTo>
                  <a:lnTo>
                    <a:pt x="1147" y="0"/>
                  </a:lnTo>
                  <a:lnTo>
                    <a:pt x="1226" y="0"/>
                  </a:lnTo>
                  <a:lnTo>
                    <a:pt x="1307" y="0"/>
                  </a:lnTo>
                  <a:lnTo>
                    <a:pt x="1389" y="0"/>
                  </a:lnTo>
                  <a:lnTo>
                    <a:pt x="1653" y="0"/>
                  </a:lnTo>
                  <a:lnTo>
                    <a:pt x="1751" y="0"/>
                  </a:lnTo>
                  <a:lnTo>
                    <a:pt x="1856" y="0"/>
                  </a:lnTo>
                  <a:lnTo>
                    <a:pt x="1968" y="0"/>
                  </a:lnTo>
                  <a:lnTo>
                    <a:pt x="1998" y="3"/>
                  </a:lnTo>
                  <a:lnTo>
                    <a:pt x="2026" y="11"/>
                  </a:lnTo>
                  <a:lnTo>
                    <a:pt x="2053" y="23"/>
                  </a:lnTo>
                  <a:lnTo>
                    <a:pt x="2076" y="40"/>
                  </a:lnTo>
                  <a:lnTo>
                    <a:pt x="2097" y="60"/>
                  </a:lnTo>
                  <a:lnTo>
                    <a:pt x="2113" y="83"/>
                  </a:lnTo>
                  <a:lnTo>
                    <a:pt x="2125" y="110"/>
                  </a:lnTo>
                  <a:lnTo>
                    <a:pt x="2134" y="138"/>
                  </a:lnTo>
                  <a:lnTo>
                    <a:pt x="2136" y="169"/>
                  </a:lnTo>
                  <a:lnTo>
                    <a:pt x="2136" y="570"/>
                  </a:lnTo>
                  <a:lnTo>
                    <a:pt x="2136" y="696"/>
                  </a:lnTo>
                  <a:lnTo>
                    <a:pt x="2136" y="822"/>
                  </a:lnTo>
                  <a:lnTo>
                    <a:pt x="2136" y="1350"/>
                  </a:lnTo>
                  <a:lnTo>
                    <a:pt x="2134" y="1381"/>
                  </a:lnTo>
                  <a:lnTo>
                    <a:pt x="2125" y="1409"/>
                  </a:lnTo>
                  <a:lnTo>
                    <a:pt x="2113" y="1435"/>
                  </a:lnTo>
                  <a:lnTo>
                    <a:pt x="2097" y="1459"/>
                  </a:lnTo>
                  <a:lnTo>
                    <a:pt x="2076" y="1479"/>
                  </a:lnTo>
                  <a:lnTo>
                    <a:pt x="2053" y="1496"/>
                  </a:lnTo>
                  <a:lnTo>
                    <a:pt x="2026" y="1507"/>
                  </a:lnTo>
                  <a:lnTo>
                    <a:pt x="1998" y="1516"/>
                  </a:lnTo>
                  <a:lnTo>
                    <a:pt x="1968" y="1518"/>
                  </a:lnTo>
                  <a:lnTo>
                    <a:pt x="168" y="1518"/>
                  </a:lnTo>
                  <a:lnTo>
                    <a:pt x="138" y="1516"/>
                  </a:lnTo>
                  <a:lnTo>
                    <a:pt x="110" y="1507"/>
                  </a:lnTo>
                  <a:lnTo>
                    <a:pt x="83" y="1496"/>
                  </a:lnTo>
                  <a:lnTo>
                    <a:pt x="60" y="1479"/>
                  </a:lnTo>
                  <a:lnTo>
                    <a:pt x="39" y="1459"/>
                  </a:lnTo>
                  <a:lnTo>
                    <a:pt x="23" y="1435"/>
                  </a:lnTo>
                  <a:lnTo>
                    <a:pt x="11" y="1409"/>
                  </a:lnTo>
                  <a:lnTo>
                    <a:pt x="2" y="1381"/>
                  </a:lnTo>
                  <a:lnTo>
                    <a:pt x="0" y="1350"/>
                  </a:lnTo>
                  <a:lnTo>
                    <a:pt x="0" y="948"/>
                  </a:lnTo>
                  <a:lnTo>
                    <a:pt x="0" y="822"/>
                  </a:lnTo>
                  <a:lnTo>
                    <a:pt x="0" y="696"/>
                  </a:lnTo>
                  <a:lnTo>
                    <a:pt x="0" y="169"/>
                  </a:lnTo>
                  <a:lnTo>
                    <a:pt x="2" y="138"/>
                  </a:lnTo>
                  <a:lnTo>
                    <a:pt x="11" y="110"/>
                  </a:lnTo>
                  <a:lnTo>
                    <a:pt x="23" y="83"/>
                  </a:lnTo>
                  <a:lnTo>
                    <a:pt x="39" y="60"/>
                  </a:lnTo>
                  <a:lnTo>
                    <a:pt x="60" y="40"/>
                  </a:lnTo>
                  <a:lnTo>
                    <a:pt x="83" y="23"/>
                  </a:lnTo>
                  <a:lnTo>
                    <a:pt x="110" y="11"/>
                  </a:lnTo>
                  <a:lnTo>
                    <a:pt x="138" y="3"/>
                  </a:lnTo>
                  <a:lnTo>
                    <a:pt x="168" y="0"/>
                  </a:lnTo>
                  <a:lnTo>
                    <a:pt x="280" y="0"/>
                  </a:lnTo>
                  <a:lnTo>
                    <a:pt x="38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91" name="Rectangle 126"/>
            <p:cNvSpPr>
              <a:spLocks noChangeArrowheads="1"/>
            </p:cNvSpPr>
            <p:nvPr/>
          </p:nvSpPr>
          <p:spPr bwMode="auto">
            <a:xfrm>
              <a:off x="7486651" y="3144838"/>
              <a:ext cx="355600" cy="203200"/>
            </a:xfrm>
            <a:prstGeom prst="rect">
              <a:avLst/>
            </a:prstGeom>
            <a:solidFill>
              <a:srgbClr val="7FD9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92" name="Freeform 127"/>
            <p:cNvSpPr>
              <a:spLocks/>
            </p:cNvSpPr>
            <p:nvPr/>
          </p:nvSpPr>
          <p:spPr bwMode="auto">
            <a:xfrm>
              <a:off x="7486651" y="3144838"/>
              <a:ext cx="355600" cy="203200"/>
            </a:xfrm>
            <a:custGeom>
              <a:avLst/>
              <a:gdLst>
                <a:gd name="T0" fmla="*/ 399 w 1574"/>
                <a:gd name="T1" fmla="*/ 0 h 899"/>
                <a:gd name="T2" fmla="*/ 399 w 1574"/>
                <a:gd name="T3" fmla="*/ 13 h 899"/>
                <a:gd name="T4" fmla="*/ 399 w 1574"/>
                <a:gd name="T5" fmla="*/ 45 h 899"/>
                <a:gd name="T6" fmla="*/ 413 w 1574"/>
                <a:gd name="T7" fmla="*/ 72 h 899"/>
                <a:gd name="T8" fmla="*/ 439 w 1574"/>
                <a:gd name="T9" fmla="*/ 94 h 899"/>
                <a:gd name="T10" fmla="*/ 465 w 1574"/>
                <a:gd name="T11" fmla="*/ 114 h 899"/>
                <a:gd name="T12" fmla="*/ 486 w 1574"/>
                <a:gd name="T13" fmla="*/ 130 h 899"/>
                <a:gd name="T14" fmla="*/ 504 w 1574"/>
                <a:gd name="T15" fmla="*/ 142 h 899"/>
                <a:gd name="T16" fmla="*/ 530 w 1574"/>
                <a:gd name="T17" fmla="*/ 168 h 899"/>
                <a:gd name="T18" fmla="*/ 560 w 1574"/>
                <a:gd name="T19" fmla="*/ 207 h 899"/>
                <a:gd name="T20" fmla="*/ 588 w 1574"/>
                <a:gd name="T21" fmla="*/ 257 h 899"/>
                <a:gd name="T22" fmla="*/ 613 w 1574"/>
                <a:gd name="T23" fmla="*/ 310 h 899"/>
                <a:gd name="T24" fmla="*/ 629 w 1574"/>
                <a:gd name="T25" fmla="*/ 362 h 899"/>
                <a:gd name="T26" fmla="*/ 634 w 1574"/>
                <a:gd name="T27" fmla="*/ 412 h 899"/>
                <a:gd name="T28" fmla="*/ 632 w 1574"/>
                <a:gd name="T29" fmla="*/ 466 h 899"/>
                <a:gd name="T30" fmla="*/ 631 w 1574"/>
                <a:gd name="T31" fmla="*/ 507 h 899"/>
                <a:gd name="T32" fmla="*/ 632 w 1574"/>
                <a:gd name="T33" fmla="*/ 544 h 899"/>
                <a:gd name="T34" fmla="*/ 656 w 1574"/>
                <a:gd name="T35" fmla="*/ 572 h 899"/>
                <a:gd name="T36" fmla="*/ 676 w 1574"/>
                <a:gd name="T37" fmla="*/ 598 h 899"/>
                <a:gd name="T38" fmla="*/ 696 w 1574"/>
                <a:gd name="T39" fmla="*/ 623 h 899"/>
                <a:gd name="T40" fmla="*/ 719 w 1574"/>
                <a:gd name="T41" fmla="*/ 649 h 899"/>
                <a:gd name="T42" fmla="*/ 739 w 1574"/>
                <a:gd name="T43" fmla="*/ 664 h 899"/>
                <a:gd name="T44" fmla="*/ 757 w 1574"/>
                <a:gd name="T45" fmla="*/ 640 h 899"/>
                <a:gd name="T46" fmla="*/ 773 w 1574"/>
                <a:gd name="T47" fmla="*/ 601 h 899"/>
                <a:gd name="T48" fmla="*/ 788 w 1574"/>
                <a:gd name="T49" fmla="*/ 559 h 899"/>
                <a:gd name="T50" fmla="*/ 797 w 1574"/>
                <a:gd name="T51" fmla="*/ 521 h 899"/>
                <a:gd name="T52" fmla="*/ 802 w 1574"/>
                <a:gd name="T53" fmla="*/ 487 h 899"/>
                <a:gd name="T54" fmla="*/ 824 w 1574"/>
                <a:gd name="T55" fmla="*/ 445 h 899"/>
                <a:gd name="T56" fmla="*/ 860 w 1574"/>
                <a:gd name="T57" fmla="*/ 404 h 899"/>
                <a:gd name="T58" fmla="*/ 900 w 1574"/>
                <a:gd name="T59" fmla="*/ 368 h 899"/>
                <a:gd name="T60" fmla="*/ 934 w 1574"/>
                <a:gd name="T61" fmla="*/ 341 h 899"/>
                <a:gd name="T62" fmla="*/ 950 w 1574"/>
                <a:gd name="T63" fmla="*/ 332 h 899"/>
                <a:gd name="T64" fmla="*/ 974 w 1574"/>
                <a:gd name="T65" fmla="*/ 325 h 899"/>
                <a:gd name="T66" fmla="*/ 1013 w 1574"/>
                <a:gd name="T67" fmla="*/ 320 h 899"/>
                <a:gd name="T68" fmla="*/ 1072 w 1574"/>
                <a:gd name="T69" fmla="*/ 316 h 899"/>
                <a:gd name="T70" fmla="*/ 1132 w 1574"/>
                <a:gd name="T71" fmla="*/ 312 h 899"/>
                <a:gd name="T72" fmla="*/ 1157 w 1574"/>
                <a:gd name="T73" fmla="*/ 305 h 899"/>
                <a:gd name="T74" fmla="*/ 1143 w 1574"/>
                <a:gd name="T75" fmla="*/ 285 h 899"/>
                <a:gd name="T76" fmla="*/ 1112 w 1574"/>
                <a:gd name="T77" fmla="*/ 259 h 899"/>
                <a:gd name="T78" fmla="*/ 1098 w 1574"/>
                <a:gd name="T79" fmla="*/ 230 h 899"/>
                <a:gd name="T80" fmla="*/ 1098 w 1574"/>
                <a:gd name="T81" fmla="*/ 198 h 899"/>
                <a:gd name="T82" fmla="*/ 1109 w 1574"/>
                <a:gd name="T83" fmla="*/ 156 h 899"/>
                <a:gd name="T84" fmla="*/ 1123 w 1574"/>
                <a:gd name="T85" fmla="*/ 116 h 899"/>
                <a:gd name="T86" fmla="*/ 1133 w 1574"/>
                <a:gd name="T87" fmla="*/ 87 h 899"/>
                <a:gd name="T88" fmla="*/ 1121 w 1574"/>
                <a:gd name="T89" fmla="*/ 76 h 899"/>
                <a:gd name="T90" fmla="*/ 1097 w 1574"/>
                <a:gd name="T91" fmla="*/ 57 h 899"/>
                <a:gd name="T92" fmla="*/ 1074 w 1574"/>
                <a:gd name="T93" fmla="*/ 40 h 899"/>
                <a:gd name="T94" fmla="*/ 1060 w 1574"/>
                <a:gd name="T95" fmla="*/ 15 h 899"/>
                <a:gd name="T96" fmla="*/ 1574 w 1574"/>
                <a:gd name="T97" fmla="*/ 0 h 899"/>
                <a:gd name="T98" fmla="*/ 0 w 1574"/>
                <a:gd name="T99" fmla="*/ 899 h 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74" h="899">
                  <a:moveTo>
                    <a:pt x="0" y="0"/>
                  </a:moveTo>
                  <a:lnTo>
                    <a:pt x="399" y="0"/>
                  </a:lnTo>
                  <a:lnTo>
                    <a:pt x="399" y="0"/>
                  </a:lnTo>
                  <a:lnTo>
                    <a:pt x="399" y="13"/>
                  </a:lnTo>
                  <a:lnTo>
                    <a:pt x="399" y="29"/>
                  </a:lnTo>
                  <a:lnTo>
                    <a:pt x="399" y="45"/>
                  </a:lnTo>
                  <a:lnTo>
                    <a:pt x="400" y="61"/>
                  </a:lnTo>
                  <a:lnTo>
                    <a:pt x="413" y="72"/>
                  </a:lnTo>
                  <a:lnTo>
                    <a:pt x="430" y="86"/>
                  </a:lnTo>
                  <a:lnTo>
                    <a:pt x="439" y="94"/>
                  </a:lnTo>
                  <a:lnTo>
                    <a:pt x="452" y="104"/>
                  </a:lnTo>
                  <a:lnTo>
                    <a:pt x="465" y="114"/>
                  </a:lnTo>
                  <a:lnTo>
                    <a:pt x="476" y="123"/>
                  </a:lnTo>
                  <a:lnTo>
                    <a:pt x="486" y="130"/>
                  </a:lnTo>
                  <a:lnTo>
                    <a:pt x="493" y="135"/>
                  </a:lnTo>
                  <a:lnTo>
                    <a:pt x="504" y="142"/>
                  </a:lnTo>
                  <a:lnTo>
                    <a:pt x="517" y="152"/>
                  </a:lnTo>
                  <a:lnTo>
                    <a:pt x="530" y="168"/>
                  </a:lnTo>
                  <a:lnTo>
                    <a:pt x="545" y="186"/>
                  </a:lnTo>
                  <a:lnTo>
                    <a:pt x="560" y="207"/>
                  </a:lnTo>
                  <a:lnTo>
                    <a:pt x="575" y="231"/>
                  </a:lnTo>
                  <a:lnTo>
                    <a:pt x="588" y="257"/>
                  </a:lnTo>
                  <a:lnTo>
                    <a:pt x="602" y="283"/>
                  </a:lnTo>
                  <a:lnTo>
                    <a:pt x="613" y="310"/>
                  </a:lnTo>
                  <a:lnTo>
                    <a:pt x="622" y="337"/>
                  </a:lnTo>
                  <a:lnTo>
                    <a:pt x="629" y="362"/>
                  </a:lnTo>
                  <a:lnTo>
                    <a:pt x="633" y="388"/>
                  </a:lnTo>
                  <a:lnTo>
                    <a:pt x="634" y="412"/>
                  </a:lnTo>
                  <a:lnTo>
                    <a:pt x="633" y="438"/>
                  </a:lnTo>
                  <a:lnTo>
                    <a:pt x="632" y="466"/>
                  </a:lnTo>
                  <a:lnTo>
                    <a:pt x="632" y="486"/>
                  </a:lnTo>
                  <a:lnTo>
                    <a:pt x="631" y="507"/>
                  </a:lnTo>
                  <a:lnTo>
                    <a:pt x="631" y="528"/>
                  </a:lnTo>
                  <a:lnTo>
                    <a:pt x="632" y="544"/>
                  </a:lnTo>
                  <a:lnTo>
                    <a:pt x="643" y="557"/>
                  </a:lnTo>
                  <a:lnTo>
                    <a:pt x="656" y="572"/>
                  </a:lnTo>
                  <a:lnTo>
                    <a:pt x="669" y="588"/>
                  </a:lnTo>
                  <a:lnTo>
                    <a:pt x="676" y="598"/>
                  </a:lnTo>
                  <a:lnTo>
                    <a:pt x="686" y="611"/>
                  </a:lnTo>
                  <a:lnTo>
                    <a:pt x="696" y="623"/>
                  </a:lnTo>
                  <a:lnTo>
                    <a:pt x="708" y="637"/>
                  </a:lnTo>
                  <a:lnTo>
                    <a:pt x="719" y="649"/>
                  </a:lnTo>
                  <a:lnTo>
                    <a:pt x="730" y="658"/>
                  </a:lnTo>
                  <a:lnTo>
                    <a:pt x="739" y="664"/>
                  </a:lnTo>
                  <a:lnTo>
                    <a:pt x="748" y="655"/>
                  </a:lnTo>
                  <a:lnTo>
                    <a:pt x="757" y="640"/>
                  </a:lnTo>
                  <a:lnTo>
                    <a:pt x="766" y="621"/>
                  </a:lnTo>
                  <a:lnTo>
                    <a:pt x="773" y="601"/>
                  </a:lnTo>
                  <a:lnTo>
                    <a:pt x="781" y="580"/>
                  </a:lnTo>
                  <a:lnTo>
                    <a:pt x="788" y="559"/>
                  </a:lnTo>
                  <a:lnTo>
                    <a:pt x="792" y="539"/>
                  </a:lnTo>
                  <a:lnTo>
                    <a:pt x="797" y="521"/>
                  </a:lnTo>
                  <a:lnTo>
                    <a:pt x="798" y="508"/>
                  </a:lnTo>
                  <a:lnTo>
                    <a:pt x="802" y="487"/>
                  </a:lnTo>
                  <a:lnTo>
                    <a:pt x="810" y="467"/>
                  </a:lnTo>
                  <a:lnTo>
                    <a:pt x="824" y="445"/>
                  </a:lnTo>
                  <a:lnTo>
                    <a:pt x="841" y="425"/>
                  </a:lnTo>
                  <a:lnTo>
                    <a:pt x="860" y="404"/>
                  </a:lnTo>
                  <a:lnTo>
                    <a:pt x="880" y="385"/>
                  </a:lnTo>
                  <a:lnTo>
                    <a:pt x="900" y="368"/>
                  </a:lnTo>
                  <a:lnTo>
                    <a:pt x="918" y="353"/>
                  </a:lnTo>
                  <a:lnTo>
                    <a:pt x="934" y="341"/>
                  </a:lnTo>
                  <a:lnTo>
                    <a:pt x="941" y="336"/>
                  </a:lnTo>
                  <a:lnTo>
                    <a:pt x="950" y="332"/>
                  </a:lnTo>
                  <a:lnTo>
                    <a:pt x="960" y="329"/>
                  </a:lnTo>
                  <a:lnTo>
                    <a:pt x="974" y="325"/>
                  </a:lnTo>
                  <a:lnTo>
                    <a:pt x="991" y="322"/>
                  </a:lnTo>
                  <a:lnTo>
                    <a:pt x="1013" y="320"/>
                  </a:lnTo>
                  <a:lnTo>
                    <a:pt x="1039" y="318"/>
                  </a:lnTo>
                  <a:lnTo>
                    <a:pt x="1072" y="316"/>
                  </a:lnTo>
                  <a:lnTo>
                    <a:pt x="1111" y="313"/>
                  </a:lnTo>
                  <a:lnTo>
                    <a:pt x="1132" y="312"/>
                  </a:lnTo>
                  <a:lnTo>
                    <a:pt x="1151" y="311"/>
                  </a:lnTo>
                  <a:lnTo>
                    <a:pt x="1157" y="305"/>
                  </a:lnTo>
                  <a:lnTo>
                    <a:pt x="1162" y="298"/>
                  </a:lnTo>
                  <a:lnTo>
                    <a:pt x="1143" y="285"/>
                  </a:lnTo>
                  <a:lnTo>
                    <a:pt x="1126" y="272"/>
                  </a:lnTo>
                  <a:lnTo>
                    <a:pt x="1112" y="259"/>
                  </a:lnTo>
                  <a:lnTo>
                    <a:pt x="1103" y="245"/>
                  </a:lnTo>
                  <a:lnTo>
                    <a:pt x="1098" y="230"/>
                  </a:lnTo>
                  <a:lnTo>
                    <a:pt x="1097" y="214"/>
                  </a:lnTo>
                  <a:lnTo>
                    <a:pt x="1098" y="198"/>
                  </a:lnTo>
                  <a:lnTo>
                    <a:pt x="1103" y="179"/>
                  </a:lnTo>
                  <a:lnTo>
                    <a:pt x="1109" y="156"/>
                  </a:lnTo>
                  <a:lnTo>
                    <a:pt x="1119" y="130"/>
                  </a:lnTo>
                  <a:lnTo>
                    <a:pt x="1123" y="116"/>
                  </a:lnTo>
                  <a:lnTo>
                    <a:pt x="1128" y="101"/>
                  </a:lnTo>
                  <a:lnTo>
                    <a:pt x="1133" y="87"/>
                  </a:lnTo>
                  <a:lnTo>
                    <a:pt x="1127" y="81"/>
                  </a:lnTo>
                  <a:lnTo>
                    <a:pt x="1121" y="76"/>
                  </a:lnTo>
                  <a:lnTo>
                    <a:pt x="1108" y="67"/>
                  </a:lnTo>
                  <a:lnTo>
                    <a:pt x="1097" y="57"/>
                  </a:lnTo>
                  <a:lnTo>
                    <a:pt x="1086" y="50"/>
                  </a:lnTo>
                  <a:lnTo>
                    <a:pt x="1074" y="40"/>
                  </a:lnTo>
                  <a:lnTo>
                    <a:pt x="1065" y="29"/>
                  </a:lnTo>
                  <a:lnTo>
                    <a:pt x="1060" y="15"/>
                  </a:lnTo>
                  <a:lnTo>
                    <a:pt x="1057" y="0"/>
                  </a:lnTo>
                  <a:lnTo>
                    <a:pt x="1574" y="0"/>
                  </a:lnTo>
                  <a:lnTo>
                    <a:pt x="1574" y="899"/>
                  </a:lnTo>
                  <a:lnTo>
                    <a:pt x="0" y="899"/>
                  </a:lnTo>
                  <a:lnTo>
                    <a:pt x="0"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93" name="Freeform 128"/>
            <p:cNvSpPr>
              <a:spLocks/>
            </p:cNvSpPr>
            <p:nvPr/>
          </p:nvSpPr>
          <p:spPr bwMode="auto">
            <a:xfrm>
              <a:off x="7486651" y="3144838"/>
              <a:ext cx="355600" cy="203200"/>
            </a:xfrm>
            <a:custGeom>
              <a:avLst/>
              <a:gdLst>
                <a:gd name="T0" fmla="*/ 340 w 1574"/>
                <a:gd name="T1" fmla="*/ 0 h 899"/>
                <a:gd name="T2" fmla="*/ 340 w 1574"/>
                <a:gd name="T3" fmla="*/ 37 h 899"/>
                <a:gd name="T4" fmla="*/ 342 w 1574"/>
                <a:gd name="T5" fmla="*/ 71 h 899"/>
                <a:gd name="T6" fmla="*/ 346 w 1574"/>
                <a:gd name="T7" fmla="*/ 93 h 899"/>
                <a:gd name="T8" fmla="*/ 356 w 1574"/>
                <a:gd name="T9" fmla="*/ 101 h 899"/>
                <a:gd name="T10" fmla="*/ 378 w 1574"/>
                <a:gd name="T11" fmla="*/ 118 h 899"/>
                <a:gd name="T12" fmla="*/ 406 w 1574"/>
                <a:gd name="T13" fmla="*/ 142 h 899"/>
                <a:gd name="T14" fmla="*/ 434 w 1574"/>
                <a:gd name="T15" fmla="*/ 165 h 899"/>
                <a:gd name="T16" fmla="*/ 461 w 1574"/>
                <a:gd name="T17" fmla="*/ 183 h 899"/>
                <a:gd name="T18" fmla="*/ 480 w 1574"/>
                <a:gd name="T19" fmla="*/ 194 h 899"/>
                <a:gd name="T20" fmla="*/ 501 w 1574"/>
                <a:gd name="T21" fmla="*/ 222 h 899"/>
                <a:gd name="T22" fmla="*/ 525 w 1574"/>
                <a:gd name="T23" fmla="*/ 262 h 899"/>
                <a:gd name="T24" fmla="*/ 548 w 1574"/>
                <a:gd name="T25" fmla="*/ 308 h 899"/>
                <a:gd name="T26" fmla="*/ 566 w 1574"/>
                <a:gd name="T27" fmla="*/ 354 h 899"/>
                <a:gd name="T28" fmla="*/ 574 w 1574"/>
                <a:gd name="T29" fmla="*/ 392 h 899"/>
                <a:gd name="T30" fmla="*/ 575 w 1574"/>
                <a:gd name="T31" fmla="*/ 429 h 899"/>
                <a:gd name="T32" fmla="*/ 574 w 1574"/>
                <a:gd name="T33" fmla="*/ 472 h 899"/>
                <a:gd name="T34" fmla="*/ 573 w 1574"/>
                <a:gd name="T35" fmla="*/ 516 h 899"/>
                <a:gd name="T36" fmla="*/ 574 w 1574"/>
                <a:gd name="T37" fmla="*/ 553 h 899"/>
                <a:gd name="T38" fmla="*/ 581 w 1574"/>
                <a:gd name="T39" fmla="*/ 577 h 899"/>
                <a:gd name="T40" fmla="*/ 595 w 1574"/>
                <a:gd name="T41" fmla="*/ 589 h 899"/>
                <a:gd name="T42" fmla="*/ 616 w 1574"/>
                <a:gd name="T43" fmla="*/ 616 h 899"/>
                <a:gd name="T44" fmla="*/ 644 w 1574"/>
                <a:gd name="T45" fmla="*/ 652 h 899"/>
                <a:gd name="T46" fmla="*/ 677 w 1574"/>
                <a:gd name="T47" fmla="*/ 689 h 899"/>
                <a:gd name="T48" fmla="*/ 712 w 1574"/>
                <a:gd name="T49" fmla="*/ 716 h 899"/>
                <a:gd name="T50" fmla="*/ 749 w 1574"/>
                <a:gd name="T51" fmla="*/ 725 h 899"/>
                <a:gd name="T52" fmla="*/ 780 w 1574"/>
                <a:gd name="T53" fmla="*/ 708 h 899"/>
                <a:gd name="T54" fmla="*/ 806 w 1574"/>
                <a:gd name="T55" fmla="*/ 671 h 899"/>
                <a:gd name="T56" fmla="*/ 827 w 1574"/>
                <a:gd name="T57" fmla="*/ 624 h 899"/>
                <a:gd name="T58" fmla="*/ 843 w 1574"/>
                <a:gd name="T59" fmla="*/ 576 h 899"/>
                <a:gd name="T60" fmla="*/ 854 w 1574"/>
                <a:gd name="T61" fmla="*/ 533 h 899"/>
                <a:gd name="T62" fmla="*/ 857 w 1574"/>
                <a:gd name="T63" fmla="*/ 508 h 899"/>
                <a:gd name="T64" fmla="*/ 865 w 1574"/>
                <a:gd name="T65" fmla="*/ 488 h 899"/>
                <a:gd name="T66" fmla="*/ 886 w 1574"/>
                <a:gd name="T67" fmla="*/ 463 h 899"/>
                <a:gd name="T68" fmla="*/ 914 w 1574"/>
                <a:gd name="T69" fmla="*/ 435 h 899"/>
                <a:gd name="T70" fmla="*/ 941 w 1574"/>
                <a:gd name="T71" fmla="*/ 411 h 899"/>
                <a:gd name="T72" fmla="*/ 962 w 1574"/>
                <a:gd name="T73" fmla="*/ 393 h 899"/>
                <a:gd name="T74" fmla="*/ 976 w 1574"/>
                <a:gd name="T75" fmla="*/ 385 h 899"/>
                <a:gd name="T76" fmla="*/ 1009 w 1574"/>
                <a:gd name="T77" fmla="*/ 379 h 899"/>
                <a:gd name="T78" fmla="*/ 1055 w 1574"/>
                <a:gd name="T79" fmla="*/ 375 h 899"/>
                <a:gd name="T80" fmla="*/ 1104 w 1574"/>
                <a:gd name="T81" fmla="*/ 372 h 899"/>
                <a:gd name="T82" fmla="*/ 1147 w 1574"/>
                <a:gd name="T83" fmla="*/ 370 h 899"/>
                <a:gd name="T84" fmla="*/ 1173 w 1574"/>
                <a:gd name="T85" fmla="*/ 368 h 899"/>
                <a:gd name="T86" fmla="*/ 1191 w 1574"/>
                <a:gd name="T87" fmla="*/ 355 h 899"/>
                <a:gd name="T88" fmla="*/ 1213 w 1574"/>
                <a:gd name="T89" fmla="*/ 328 h 899"/>
                <a:gd name="T90" fmla="*/ 1236 w 1574"/>
                <a:gd name="T91" fmla="*/ 295 h 899"/>
                <a:gd name="T92" fmla="*/ 1228 w 1574"/>
                <a:gd name="T93" fmla="*/ 268 h 899"/>
                <a:gd name="T94" fmla="*/ 1194 w 1574"/>
                <a:gd name="T95" fmla="*/ 248 h 899"/>
                <a:gd name="T96" fmla="*/ 1168 w 1574"/>
                <a:gd name="T97" fmla="*/ 231 h 899"/>
                <a:gd name="T98" fmla="*/ 1156 w 1574"/>
                <a:gd name="T99" fmla="*/ 219 h 899"/>
                <a:gd name="T100" fmla="*/ 1157 w 1574"/>
                <a:gd name="T101" fmla="*/ 204 h 899"/>
                <a:gd name="T102" fmla="*/ 1164 w 1574"/>
                <a:gd name="T103" fmla="*/ 176 h 899"/>
                <a:gd name="T104" fmla="*/ 1176 w 1574"/>
                <a:gd name="T105" fmla="*/ 144 h 899"/>
                <a:gd name="T106" fmla="*/ 1187 w 1574"/>
                <a:gd name="T107" fmla="*/ 110 h 899"/>
                <a:gd name="T108" fmla="*/ 1196 w 1574"/>
                <a:gd name="T109" fmla="*/ 80 h 899"/>
                <a:gd name="T110" fmla="*/ 1196 w 1574"/>
                <a:gd name="T111" fmla="*/ 61 h 899"/>
                <a:gd name="T112" fmla="*/ 1185 w 1574"/>
                <a:gd name="T113" fmla="*/ 53 h 899"/>
                <a:gd name="T114" fmla="*/ 1164 w 1574"/>
                <a:gd name="T115" fmla="*/ 37 h 899"/>
                <a:gd name="T116" fmla="*/ 1140 w 1574"/>
                <a:gd name="T117" fmla="*/ 16 h 899"/>
                <a:gd name="T118" fmla="*/ 1116 w 1574"/>
                <a:gd name="T119" fmla="*/ 0 h 899"/>
                <a:gd name="T120" fmla="*/ 1574 w 1574"/>
                <a:gd name="T121" fmla="*/ 899 h 899"/>
                <a:gd name="T122" fmla="*/ 0 w 1574"/>
                <a:gd name="T123" fmla="*/ 0 h 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74" h="899">
                  <a:moveTo>
                    <a:pt x="0" y="0"/>
                  </a:moveTo>
                  <a:lnTo>
                    <a:pt x="340" y="0"/>
                  </a:lnTo>
                  <a:lnTo>
                    <a:pt x="340" y="19"/>
                  </a:lnTo>
                  <a:lnTo>
                    <a:pt x="340" y="37"/>
                  </a:lnTo>
                  <a:lnTo>
                    <a:pt x="341" y="55"/>
                  </a:lnTo>
                  <a:lnTo>
                    <a:pt x="342" y="71"/>
                  </a:lnTo>
                  <a:lnTo>
                    <a:pt x="343" y="83"/>
                  </a:lnTo>
                  <a:lnTo>
                    <a:pt x="346" y="93"/>
                  </a:lnTo>
                  <a:lnTo>
                    <a:pt x="350" y="97"/>
                  </a:lnTo>
                  <a:lnTo>
                    <a:pt x="356" y="101"/>
                  </a:lnTo>
                  <a:lnTo>
                    <a:pt x="366" y="109"/>
                  </a:lnTo>
                  <a:lnTo>
                    <a:pt x="378" y="118"/>
                  </a:lnTo>
                  <a:lnTo>
                    <a:pt x="391" y="130"/>
                  </a:lnTo>
                  <a:lnTo>
                    <a:pt x="406" y="142"/>
                  </a:lnTo>
                  <a:lnTo>
                    <a:pt x="420" y="153"/>
                  </a:lnTo>
                  <a:lnTo>
                    <a:pt x="434" y="165"/>
                  </a:lnTo>
                  <a:lnTo>
                    <a:pt x="448" y="175"/>
                  </a:lnTo>
                  <a:lnTo>
                    <a:pt x="461" y="183"/>
                  </a:lnTo>
                  <a:lnTo>
                    <a:pt x="470" y="189"/>
                  </a:lnTo>
                  <a:lnTo>
                    <a:pt x="480" y="194"/>
                  </a:lnTo>
                  <a:lnTo>
                    <a:pt x="489" y="206"/>
                  </a:lnTo>
                  <a:lnTo>
                    <a:pt x="501" y="222"/>
                  </a:lnTo>
                  <a:lnTo>
                    <a:pt x="513" y="241"/>
                  </a:lnTo>
                  <a:lnTo>
                    <a:pt x="525" y="262"/>
                  </a:lnTo>
                  <a:lnTo>
                    <a:pt x="538" y="285"/>
                  </a:lnTo>
                  <a:lnTo>
                    <a:pt x="548" y="308"/>
                  </a:lnTo>
                  <a:lnTo>
                    <a:pt x="558" y="332"/>
                  </a:lnTo>
                  <a:lnTo>
                    <a:pt x="566" y="354"/>
                  </a:lnTo>
                  <a:lnTo>
                    <a:pt x="572" y="375"/>
                  </a:lnTo>
                  <a:lnTo>
                    <a:pt x="574" y="392"/>
                  </a:lnTo>
                  <a:lnTo>
                    <a:pt x="575" y="410"/>
                  </a:lnTo>
                  <a:lnTo>
                    <a:pt x="575" y="429"/>
                  </a:lnTo>
                  <a:lnTo>
                    <a:pt x="574" y="450"/>
                  </a:lnTo>
                  <a:lnTo>
                    <a:pt x="574" y="472"/>
                  </a:lnTo>
                  <a:lnTo>
                    <a:pt x="573" y="494"/>
                  </a:lnTo>
                  <a:lnTo>
                    <a:pt x="573" y="516"/>
                  </a:lnTo>
                  <a:lnTo>
                    <a:pt x="573" y="535"/>
                  </a:lnTo>
                  <a:lnTo>
                    <a:pt x="574" y="553"/>
                  </a:lnTo>
                  <a:lnTo>
                    <a:pt x="577" y="566"/>
                  </a:lnTo>
                  <a:lnTo>
                    <a:pt x="581" y="577"/>
                  </a:lnTo>
                  <a:lnTo>
                    <a:pt x="586" y="583"/>
                  </a:lnTo>
                  <a:lnTo>
                    <a:pt x="595" y="589"/>
                  </a:lnTo>
                  <a:lnTo>
                    <a:pt x="604" y="601"/>
                  </a:lnTo>
                  <a:lnTo>
                    <a:pt x="616" y="616"/>
                  </a:lnTo>
                  <a:lnTo>
                    <a:pt x="630" y="633"/>
                  </a:lnTo>
                  <a:lnTo>
                    <a:pt x="644" y="652"/>
                  </a:lnTo>
                  <a:lnTo>
                    <a:pt x="660" y="671"/>
                  </a:lnTo>
                  <a:lnTo>
                    <a:pt x="677" y="689"/>
                  </a:lnTo>
                  <a:lnTo>
                    <a:pt x="694" y="705"/>
                  </a:lnTo>
                  <a:lnTo>
                    <a:pt x="712" y="716"/>
                  </a:lnTo>
                  <a:lnTo>
                    <a:pt x="730" y="724"/>
                  </a:lnTo>
                  <a:lnTo>
                    <a:pt x="749" y="725"/>
                  </a:lnTo>
                  <a:lnTo>
                    <a:pt x="765" y="719"/>
                  </a:lnTo>
                  <a:lnTo>
                    <a:pt x="780" y="708"/>
                  </a:lnTo>
                  <a:lnTo>
                    <a:pt x="793" y="691"/>
                  </a:lnTo>
                  <a:lnTo>
                    <a:pt x="806" y="671"/>
                  </a:lnTo>
                  <a:lnTo>
                    <a:pt x="818" y="649"/>
                  </a:lnTo>
                  <a:lnTo>
                    <a:pt x="827" y="624"/>
                  </a:lnTo>
                  <a:lnTo>
                    <a:pt x="837" y="600"/>
                  </a:lnTo>
                  <a:lnTo>
                    <a:pt x="843" y="576"/>
                  </a:lnTo>
                  <a:lnTo>
                    <a:pt x="849" y="554"/>
                  </a:lnTo>
                  <a:lnTo>
                    <a:pt x="854" y="533"/>
                  </a:lnTo>
                  <a:lnTo>
                    <a:pt x="856" y="519"/>
                  </a:lnTo>
                  <a:lnTo>
                    <a:pt x="857" y="508"/>
                  </a:lnTo>
                  <a:lnTo>
                    <a:pt x="859" y="500"/>
                  </a:lnTo>
                  <a:lnTo>
                    <a:pt x="865" y="488"/>
                  </a:lnTo>
                  <a:lnTo>
                    <a:pt x="875" y="475"/>
                  </a:lnTo>
                  <a:lnTo>
                    <a:pt x="886" y="463"/>
                  </a:lnTo>
                  <a:lnTo>
                    <a:pt x="899" y="449"/>
                  </a:lnTo>
                  <a:lnTo>
                    <a:pt x="914" y="435"/>
                  </a:lnTo>
                  <a:lnTo>
                    <a:pt x="927" y="423"/>
                  </a:lnTo>
                  <a:lnTo>
                    <a:pt x="941" y="411"/>
                  </a:lnTo>
                  <a:lnTo>
                    <a:pt x="953" y="400"/>
                  </a:lnTo>
                  <a:lnTo>
                    <a:pt x="962" y="393"/>
                  </a:lnTo>
                  <a:lnTo>
                    <a:pt x="969" y="388"/>
                  </a:lnTo>
                  <a:lnTo>
                    <a:pt x="976" y="385"/>
                  </a:lnTo>
                  <a:lnTo>
                    <a:pt x="991" y="382"/>
                  </a:lnTo>
                  <a:lnTo>
                    <a:pt x="1009" y="379"/>
                  </a:lnTo>
                  <a:lnTo>
                    <a:pt x="1031" y="377"/>
                  </a:lnTo>
                  <a:lnTo>
                    <a:pt x="1055" y="375"/>
                  </a:lnTo>
                  <a:lnTo>
                    <a:pt x="1080" y="374"/>
                  </a:lnTo>
                  <a:lnTo>
                    <a:pt x="1104" y="372"/>
                  </a:lnTo>
                  <a:lnTo>
                    <a:pt x="1127" y="371"/>
                  </a:lnTo>
                  <a:lnTo>
                    <a:pt x="1147" y="370"/>
                  </a:lnTo>
                  <a:lnTo>
                    <a:pt x="1162" y="369"/>
                  </a:lnTo>
                  <a:lnTo>
                    <a:pt x="1173" y="368"/>
                  </a:lnTo>
                  <a:lnTo>
                    <a:pt x="1181" y="363"/>
                  </a:lnTo>
                  <a:lnTo>
                    <a:pt x="1191" y="355"/>
                  </a:lnTo>
                  <a:lnTo>
                    <a:pt x="1201" y="342"/>
                  </a:lnTo>
                  <a:lnTo>
                    <a:pt x="1213" y="328"/>
                  </a:lnTo>
                  <a:lnTo>
                    <a:pt x="1224" y="312"/>
                  </a:lnTo>
                  <a:lnTo>
                    <a:pt x="1236" y="295"/>
                  </a:lnTo>
                  <a:lnTo>
                    <a:pt x="1247" y="279"/>
                  </a:lnTo>
                  <a:lnTo>
                    <a:pt x="1228" y="268"/>
                  </a:lnTo>
                  <a:lnTo>
                    <a:pt x="1210" y="259"/>
                  </a:lnTo>
                  <a:lnTo>
                    <a:pt x="1194" y="248"/>
                  </a:lnTo>
                  <a:lnTo>
                    <a:pt x="1179" y="239"/>
                  </a:lnTo>
                  <a:lnTo>
                    <a:pt x="1168" y="231"/>
                  </a:lnTo>
                  <a:lnTo>
                    <a:pt x="1160" y="224"/>
                  </a:lnTo>
                  <a:lnTo>
                    <a:pt x="1156" y="219"/>
                  </a:lnTo>
                  <a:lnTo>
                    <a:pt x="1155" y="213"/>
                  </a:lnTo>
                  <a:lnTo>
                    <a:pt x="1157" y="204"/>
                  </a:lnTo>
                  <a:lnTo>
                    <a:pt x="1160" y="191"/>
                  </a:lnTo>
                  <a:lnTo>
                    <a:pt x="1164" y="176"/>
                  </a:lnTo>
                  <a:lnTo>
                    <a:pt x="1170" y="161"/>
                  </a:lnTo>
                  <a:lnTo>
                    <a:pt x="1176" y="144"/>
                  </a:lnTo>
                  <a:lnTo>
                    <a:pt x="1182" y="127"/>
                  </a:lnTo>
                  <a:lnTo>
                    <a:pt x="1187" y="110"/>
                  </a:lnTo>
                  <a:lnTo>
                    <a:pt x="1192" y="94"/>
                  </a:lnTo>
                  <a:lnTo>
                    <a:pt x="1196" y="80"/>
                  </a:lnTo>
                  <a:lnTo>
                    <a:pt x="1197" y="69"/>
                  </a:lnTo>
                  <a:lnTo>
                    <a:pt x="1196" y="61"/>
                  </a:lnTo>
                  <a:lnTo>
                    <a:pt x="1193" y="57"/>
                  </a:lnTo>
                  <a:lnTo>
                    <a:pt x="1185" y="53"/>
                  </a:lnTo>
                  <a:lnTo>
                    <a:pt x="1176" y="45"/>
                  </a:lnTo>
                  <a:lnTo>
                    <a:pt x="1164" y="37"/>
                  </a:lnTo>
                  <a:lnTo>
                    <a:pt x="1151" y="26"/>
                  </a:lnTo>
                  <a:lnTo>
                    <a:pt x="1140" y="16"/>
                  </a:lnTo>
                  <a:lnTo>
                    <a:pt x="1127" y="7"/>
                  </a:lnTo>
                  <a:lnTo>
                    <a:pt x="1116" y="0"/>
                  </a:lnTo>
                  <a:lnTo>
                    <a:pt x="1574" y="0"/>
                  </a:lnTo>
                  <a:lnTo>
                    <a:pt x="1574" y="899"/>
                  </a:lnTo>
                  <a:lnTo>
                    <a:pt x="0" y="899"/>
                  </a:lnTo>
                  <a:lnTo>
                    <a:pt x="0"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94" name="Freeform 129"/>
            <p:cNvSpPr>
              <a:spLocks/>
            </p:cNvSpPr>
            <p:nvPr/>
          </p:nvSpPr>
          <p:spPr bwMode="auto">
            <a:xfrm>
              <a:off x="7486651" y="3228975"/>
              <a:ext cx="117475" cy="119063"/>
            </a:xfrm>
            <a:custGeom>
              <a:avLst/>
              <a:gdLst>
                <a:gd name="T0" fmla="*/ 0 w 518"/>
                <a:gd name="T1" fmla="*/ 0 h 523"/>
                <a:gd name="T2" fmla="*/ 21 w 518"/>
                <a:gd name="T3" fmla="*/ 17 h 523"/>
                <a:gd name="T4" fmla="*/ 41 w 518"/>
                <a:gd name="T5" fmla="*/ 35 h 523"/>
                <a:gd name="T6" fmla="*/ 59 w 518"/>
                <a:gd name="T7" fmla="*/ 56 h 523"/>
                <a:gd name="T8" fmla="*/ 75 w 518"/>
                <a:gd name="T9" fmla="*/ 80 h 523"/>
                <a:gd name="T10" fmla="*/ 97 w 518"/>
                <a:gd name="T11" fmla="*/ 112 h 523"/>
                <a:gd name="T12" fmla="*/ 124 w 518"/>
                <a:gd name="T13" fmla="*/ 142 h 523"/>
                <a:gd name="T14" fmla="*/ 153 w 518"/>
                <a:gd name="T15" fmla="*/ 171 h 523"/>
                <a:gd name="T16" fmla="*/ 187 w 518"/>
                <a:gd name="T17" fmla="*/ 199 h 523"/>
                <a:gd name="T18" fmla="*/ 222 w 518"/>
                <a:gd name="T19" fmla="*/ 224 h 523"/>
                <a:gd name="T20" fmla="*/ 259 w 518"/>
                <a:gd name="T21" fmla="*/ 248 h 523"/>
                <a:gd name="T22" fmla="*/ 295 w 518"/>
                <a:gd name="T23" fmla="*/ 271 h 523"/>
                <a:gd name="T24" fmla="*/ 331 w 518"/>
                <a:gd name="T25" fmla="*/ 291 h 523"/>
                <a:gd name="T26" fmla="*/ 364 w 518"/>
                <a:gd name="T27" fmla="*/ 310 h 523"/>
                <a:gd name="T28" fmla="*/ 390 w 518"/>
                <a:gd name="T29" fmla="*/ 325 h 523"/>
                <a:gd name="T30" fmla="*/ 411 w 518"/>
                <a:gd name="T31" fmla="*/ 344 h 523"/>
                <a:gd name="T32" fmla="*/ 430 w 518"/>
                <a:gd name="T33" fmla="*/ 367 h 523"/>
                <a:gd name="T34" fmla="*/ 446 w 518"/>
                <a:gd name="T35" fmla="*/ 391 h 523"/>
                <a:gd name="T36" fmla="*/ 460 w 518"/>
                <a:gd name="T37" fmla="*/ 415 h 523"/>
                <a:gd name="T38" fmla="*/ 471 w 518"/>
                <a:gd name="T39" fmla="*/ 440 h 523"/>
                <a:gd name="T40" fmla="*/ 482 w 518"/>
                <a:gd name="T41" fmla="*/ 462 h 523"/>
                <a:gd name="T42" fmla="*/ 491 w 518"/>
                <a:gd name="T43" fmla="*/ 483 h 523"/>
                <a:gd name="T44" fmla="*/ 501 w 518"/>
                <a:gd name="T45" fmla="*/ 501 h 523"/>
                <a:gd name="T46" fmla="*/ 509 w 518"/>
                <a:gd name="T47" fmla="*/ 515 h 523"/>
                <a:gd name="T48" fmla="*/ 518 w 518"/>
                <a:gd name="T49" fmla="*/ 523 h 523"/>
                <a:gd name="T50" fmla="*/ 0 w 518"/>
                <a:gd name="T51" fmla="*/ 523 h 523"/>
                <a:gd name="T52" fmla="*/ 0 w 518"/>
                <a:gd name="T53" fmla="*/ 0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18" h="523">
                  <a:moveTo>
                    <a:pt x="0" y="0"/>
                  </a:moveTo>
                  <a:lnTo>
                    <a:pt x="21" y="17"/>
                  </a:lnTo>
                  <a:lnTo>
                    <a:pt x="41" y="35"/>
                  </a:lnTo>
                  <a:lnTo>
                    <a:pt x="59" y="56"/>
                  </a:lnTo>
                  <a:lnTo>
                    <a:pt x="75" y="80"/>
                  </a:lnTo>
                  <a:lnTo>
                    <a:pt x="97" y="112"/>
                  </a:lnTo>
                  <a:lnTo>
                    <a:pt x="124" y="142"/>
                  </a:lnTo>
                  <a:lnTo>
                    <a:pt x="153" y="171"/>
                  </a:lnTo>
                  <a:lnTo>
                    <a:pt x="187" y="199"/>
                  </a:lnTo>
                  <a:lnTo>
                    <a:pt x="222" y="224"/>
                  </a:lnTo>
                  <a:lnTo>
                    <a:pt x="259" y="248"/>
                  </a:lnTo>
                  <a:lnTo>
                    <a:pt x="295" y="271"/>
                  </a:lnTo>
                  <a:lnTo>
                    <a:pt x="331" y="291"/>
                  </a:lnTo>
                  <a:lnTo>
                    <a:pt x="364" y="310"/>
                  </a:lnTo>
                  <a:lnTo>
                    <a:pt x="390" y="325"/>
                  </a:lnTo>
                  <a:lnTo>
                    <a:pt x="411" y="344"/>
                  </a:lnTo>
                  <a:lnTo>
                    <a:pt x="430" y="367"/>
                  </a:lnTo>
                  <a:lnTo>
                    <a:pt x="446" y="391"/>
                  </a:lnTo>
                  <a:lnTo>
                    <a:pt x="460" y="415"/>
                  </a:lnTo>
                  <a:lnTo>
                    <a:pt x="471" y="440"/>
                  </a:lnTo>
                  <a:lnTo>
                    <a:pt x="482" y="462"/>
                  </a:lnTo>
                  <a:lnTo>
                    <a:pt x="491" y="483"/>
                  </a:lnTo>
                  <a:lnTo>
                    <a:pt x="501" y="501"/>
                  </a:lnTo>
                  <a:lnTo>
                    <a:pt x="509" y="515"/>
                  </a:lnTo>
                  <a:lnTo>
                    <a:pt x="518" y="523"/>
                  </a:lnTo>
                  <a:lnTo>
                    <a:pt x="0" y="523"/>
                  </a:lnTo>
                  <a:lnTo>
                    <a:pt x="0" y="0"/>
                  </a:lnTo>
                  <a:close/>
                </a:path>
              </a:pathLst>
            </a:custGeom>
            <a:solidFill>
              <a:srgbClr val="F79A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95" name="Freeform 130"/>
            <p:cNvSpPr>
              <a:spLocks/>
            </p:cNvSpPr>
            <p:nvPr/>
          </p:nvSpPr>
          <p:spPr bwMode="auto">
            <a:xfrm>
              <a:off x="7759701" y="3186113"/>
              <a:ext cx="82550" cy="161925"/>
            </a:xfrm>
            <a:custGeom>
              <a:avLst/>
              <a:gdLst>
                <a:gd name="T0" fmla="*/ 367 w 367"/>
                <a:gd name="T1" fmla="*/ 0 h 712"/>
                <a:gd name="T2" fmla="*/ 367 w 367"/>
                <a:gd name="T3" fmla="*/ 712 h 712"/>
                <a:gd name="T4" fmla="*/ 0 w 367"/>
                <a:gd name="T5" fmla="*/ 712 h 712"/>
                <a:gd name="T6" fmla="*/ 9 w 367"/>
                <a:gd name="T7" fmla="*/ 700 h 712"/>
                <a:gd name="T8" fmla="*/ 17 w 367"/>
                <a:gd name="T9" fmla="*/ 690 h 712"/>
                <a:gd name="T10" fmla="*/ 25 w 367"/>
                <a:gd name="T11" fmla="*/ 680 h 712"/>
                <a:gd name="T12" fmla="*/ 30 w 367"/>
                <a:gd name="T13" fmla="*/ 672 h 712"/>
                <a:gd name="T14" fmla="*/ 33 w 367"/>
                <a:gd name="T15" fmla="*/ 667 h 712"/>
                <a:gd name="T16" fmla="*/ 44 w 367"/>
                <a:gd name="T17" fmla="*/ 642 h 712"/>
                <a:gd name="T18" fmla="*/ 49 w 367"/>
                <a:gd name="T19" fmla="*/ 616 h 712"/>
                <a:gd name="T20" fmla="*/ 52 w 367"/>
                <a:gd name="T21" fmla="*/ 589 h 712"/>
                <a:gd name="T22" fmla="*/ 53 w 367"/>
                <a:gd name="T23" fmla="*/ 562 h 712"/>
                <a:gd name="T24" fmla="*/ 53 w 367"/>
                <a:gd name="T25" fmla="*/ 536 h 712"/>
                <a:gd name="T26" fmla="*/ 55 w 367"/>
                <a:gd name="T27" fmla="*/ 508 h 712"/>
                <a:gd name="T28" fmla="*/ 60 w 367"/>
                <a:gd name="T29" fmla="*/ 482 h 712"/>
                <a:gd name="T30" fmla="*/ 67 w 367"/>
                <a:gd name="T31" fmla="*/ 456 h 712"/>
                <a:gd name="T32" fmla="*/ 79 w 367"/>
                <a:gd name="T33" fmla="*/ 434 h 712"/>
                <a:gd name="T34" fmla="*/ 93 w 367"/>
                <a:gd name="T35" fmla="*/ 413 h 712"/>
                <a:gd name="T36" fmla="*/ 110 w 367"/>
                <a:gd name="T37" fmla="*/ 394 h 712"/>
                <a:gd name="T38" fmla="*/ 128 w 367"/>
                <a:gd name="T39" fmla="*/ 376 h 712"/>
                <a:gd name="T40" fmla="*/ 147 w 367"/>
                <a:gd name="T41" fmla="*/ 357 h 712"/>
                <a:gd name="T42" fmla="*/ 166 w 367"/>
                <a:gd name="T43" fmla="*/ 339 h 712"/>
                <a:gd name="T44" fmla="*/ 183 w 367"/>
                <a:gd name="T45" fmla="*/ 320 h 712"/>
                <a:gd name="T46" fmla="*/ 198 w 367"/>
                <a:gd name="T47" fmla="*/ 299 h 712"/>
                <a:gd name="T48" fmla="*/ 226 w 367"/>
                <a:gd name="T49" fmla="*/ 252 h 712"/>
                <a:gd name="T50" fmla="*/ 255 w 367"/>
                <a:gd name="T51" fmla="*/ 202 h 712"/>
                <a:gd name="T52" fmla="*/ 282 w 367"/>
                <a:gd name="T53" fmla="*/ 149 h 712"/>
                <a:gd name="T54" fmla="*/ 311 w 367"/>
                <a:gd name="T55" fmla="*/ 96 h 712"/>
                <a:gd name="T56" fmla="*/ 340 w 367"/>
                <a:gd name="T57" fmla="*/ 45 h 712"/>
                <a:gd name="T58" fmla="*/ 367 w 367"/>
                <a:gd name="T59" fmla="*/ 0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7" h="712">
                  <a:moveTo>
                    <a:pt x="367" y="0"/>
                  </a:moveTo>
                  <a:lnTo>
                    <a:pt x="367" y="712"/>
                  </a:lnTo>
                  <a:lnTo>
                    <a:pt x="0" y="712"/>
                  </a:lnTo>
                  <a:lnTo>
                    <a:pt x="9" y="700"/>
                  </a:lnTo>
                  <a:lnTo>
                    <a:pt x="17" y="690"/>
                  </a:lnTo>
                  <a:lnTo>
                    <a:pt x="25" y="680"/>
                  </a:lnTo>
                  <a:lnTo>
                    <a:pt x="30" y="672"/>
                  </a:lnTo>
                  <a:lnTo>
                    <a:pt x="33" y="667"/>
                  </a:lnTo>
                  <a:lnTo>
                    <a:pt x="44" y="642"/>
                  </a:lnTo>
                  <a:lnTo>
                    <a:pt x="49" y="616"/>
                  </a:lnTo>
                  <a:lnTo>
                    <a:pt x="52" y="589"/>
                  </a:lnTo>
                  <a:lnTo>
                    <a:pt x="53" y="562"/>
                  </a:lnTo>
                  <a:lnTo>
                    <a:pt x="53" y="536"/>
                  </a:lnTo>
                  <a:lnTo>
                    <a:pt x="55" y="508"/>
                  </a:lnTo>
                  <a:lnTo>
                    <a:pt x="60" y="482"/>
                  </a:lnTo>
                  <a:lnTo>
                    <a:pt x="67" y="456"/>
                  </a:lnTo>
                  <a:lnTo>
                    <a:pt x="79" y="434"/>
                  </a:lnTo>
                  <a:lnTo>
                    <a:pt x="93" y="413"/>
                  </a:lnTo>
                  <a:lnTo>
                    <a:pt x="110" y="394"/>
                  </a:lnTo>
                  <a:lnTo>
                    <a:pt x="128" y="376"/>
                  </a:lnTo>
                  <a:lnTo>
                    <a:pt x="147" y="357"/>
                  </a:lnTo>
                  <a:lnTo>
                    <a:pt x="166" y="339"/>
                  </a:lnTo>
                  <a:lnTo>
                    <a:pt x="183" y="320"/>
                  </a:lnTo>
                  <a:lnTo>
                    <a:pt x="198" y="299"/>
                  </a:lnTo>
                  <a:lnTo>
                    <a:pt x="226" y="252"/>
                  </a:lnTo>
                  <a:lnTo>
                    <a:pt x="255" y="202"/>
                  </a:lnTo>
                  <a:lnTo>
                    <a:pt x="282" y="149"/>
                  </a:lnTo>
                  <a:lnTo>
                    <a:pt x="311" y="96"/>
                  </a:lnTo>
                  <a:lnTo>
                    <a:pt x="340" y="45"/>
                  </a:lnTo>
                  <a:lnTo>
                    <a:pt x="367" y="0"/>
                  </a:lnTo>
                  <a:close/>
                </a:path>
              </a:pathLst>
            </a:custGeom>
            <a:solidFill>
              <a:srgbClr val="F79A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96" name="Freeform 131"/>
            <p:cNvSpPr>
              <a:spLocks/>
            </p:cNvSpPr>
            <p:nvPr/>
          </p:nvSpPr>
          <p:spPr bwMode="auto">
            <a:xfrm>
              <a:off x="7486651" y="3267075"/>
              <a:ext cx="90488" cy="80963"/>
            </a:xfrm>
            <a:custGeom>
              <a:avLst/>
              <a:gdLst>
                <a:gd name="T0" fmla="*/ 0 w 402"/>
                <a:gd name="T1" fmla="*/ 0 h 359"/>
                <a:gd name="T2" fmla="*/ 18 w 402"/>
                <a:gd name="T3" fmla="*/ 18 h 359"/>
                <a:gd name="T4" fmla="*/ 34 w 402"/>
                <a:gd name="T5" fmla="*/ 38 h 359"/>
                <a:gd name="T6" fmla="*/ 48 w 402"/>
                <a:gd name="T7" fmla="*/ 59 h 359"/>
                <a:gd name="T8" fmla="*/ 61 w 402"/>
                <a:gd name="T9" fmla="*/ 79 h 359"/>
                <a:gd name="T10" fmla="*/ 79 w 402"/>
                <a:gd name="T11" fmla="*/ 96 h 359"/>
                <a:gd name="T12" fmla="*/ 101 w 402"/>
                <a:gd name="T13" fmla="*/ 111 h 359"/>
                <a:gd name="T14" fmla="*/ 125 w 402"/>
                <a:gd name="T15" fmla="*/ 123 h 359"/>
                <a:gd name="T16" fmla="*/ 151 w 402"/>
                <a:gd name="T17" fmla="*/ 135 h 359"/>
                <a:gd name="T18" fmla="*/ 180 w 402"/>
                <a:gd name="T19" fmla="*/ 146 h 359"/>
                <a:gd name="T20" fmla="*/ 208 w 402"/>
                <a:gd name="T21" fmla="*/ 156 h 359"/>
                <a:gd name="T22" fmla="*/ 238 w 402"/>
                <a:gd name="T23" fmla="*/ 167 h 359"/>
                <a:gd name="T24" fmla="*/ 267 w 402"/>
                <a:gd name="T25" fmla="*/ 178 h 359"/>
                <a:gd name="T26" fmla="*/ 296 w 402"/>
                <a:gd name="T27" fmla="*/ 191 h 359"/>
                <a:gd name="T28" fmla="*/ 323 w 402"/>
                <a:gd name="T29" fmla="*/ 206 h 359"/>
                <a:gd name="T30" fmla="*/ 342 w 402"/>
                <a:gd name="T31" fmla="*/ 220 h 359"/>
                <a:gd name="T32" fmla="*/ 357 w 402"/>
                <a:gd name="T33" fmla="*/ 235 h 359"/>
                <a:gd name="T34" fmla="*/ 370 w 402"/>
                <a:gd name="T35" fmla="*/ 253 h 359"/>
                <a:gd name="T36" fmla="*/ 380 w 402"/>
                <a:gd name="T37" fmla="*/ 273 h 359"/>
                <a:gd name="T38" fmla="*/ 389 w 402"/>
                <a:gd name="T39" fmla="*/ 295 h 359"/>
                <a:gd name="T40" fmla="*/ 395 w 402"/>
                <a:gd name="T41" fmla="*/ 317 h 359"/>
                <a:gd name="T42" fmla="*/ 399 w 402"/>
                <a:gd name="T43" fmla="*/ 338 h 359"/>
                <a:gd name="T44" fmla="*/ 402 w 402"/>
                <a:gd name="T45" fmla="*/ 359 h 359"/>
                <a:gd name="T46" fmla="*/ 0 w 402"/>
                <a:gd name="T47" fmla="*/ 359 h 359"/>
                <a:gd name="T48" fmla="*/ 0 w 402"/>
                <a:gd name="T49" fmla="*/ 0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02" h="359">
                  <a:moveTo>
                    <a:pt x="0" y="0"/>
                  </a:moveTo>
                  <a:lnTo>
                    <a:pt x="18" y="18"/>
                  </a:lnTo>
                  <a:lnTo>
                    <a:pt x="34" y="38"/>
                  </a:lnTo>
                  <a:lnTo>
                    <a:pt x="48" y="59"/>
                  </a:lnTo>
                  <a:lnTo>
                    <a:pt x="61" y="79"/>
                  </a:lnTo>
                  <a:lnTo>
                    <a:pt x="79" y="96"/>
                  </a:lnTo>
                  <a:lnTo>
                    <a:pt x="101" y="111"/>
                  </a:lnTo>
                  <a:lnTo>
                    <a:pt x="125" y="123"/>
                  </a:lnTo>
                  <a:lnTo>
                    <a:pt x="151" y="135"/>
                  </a:lnTo>
                  <a:lnTo>
                    <a:pt x="180" y="146"/>
                  </a:lnTo>
                  <a:lnTo>
                    <a:pt x="208" y="156"/>
                  </a:lnTo>
                  <a:lnTo>
                    <a:pt x="238" y="167"/>
                  </a:lnTo>
                  <a:lnTo>
                    <a:pt x="267" y="178"/>
                  </a:lnTo>
                  <a:lnTo>
                    <a:pt x="296" y="191"/>
                  </a:lnTo>
                  <a:lnTo>
                    <a:pt x="323" y="206"/>
                  </a:lnTo>
                  <a:lnTo>
                    <a:pt x="342" y="220"/>
                  </a:lnTo>
                  <a:lnTo>
                    <a:pt x="357" y="235"/>
                  </a:lnTo>
                  <a:lnTo>
                    <a:pt x="370" y="253"/>
                  </a:lnTo>
                  <a:lnTo>
                    <a:pt x="380" y="273"/>
                  </a:lnTo>
                  <a:lnTo>
                    <a:pt x="389" y="295"/>
                  </a:lnTo>
                  <a:lnTo>
                    <a:pt x="395" y="317"/>
                  </a:lnTo>
                  <a:lnTo>
                    <a:pt x="399" y="338"/>
                  </a:lnTo>
                  <a:lnTo>
                    <a:pt x="402" y="359"/>
                  </a:lnTo>
                  <a:lnTo>
                    <a:pt x="0" y="359"/>
                  </a:lnTo>
                  <a:lnTo>
                    <a:pt x="0" y="0"/>
                  </a:lnTo>
                  <a:close/>
                </a:path>
              </a:pathLst>
            </a:custGeom>
            <a:solidFill>
              <a:srgbClr val="FAD1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97" name="Freeform 132"/>
            <p:cNvSpPr>
              <a:spLocks/>
            </p:cNvSpPr>
            <p:nvPr/>
          </p:nvSpPr>
          <p:spPr bwMode="auto">
            <a:xfrm>
              <a:off x="7558088" y="3221038"/>
              <a:ext cx="22225" cy="20638"/>
            </a:xfrm>
            <a:custGeom>
              <a:avLst/>
              <a:gdLst>
                <a:gd name="T0" fmla="*/ 48 w 94"/>
                <a:gd name="T1" fmla="*/ 0 h 94"/>
                <a:gd name="T2" fmla="*/ 62 w 94"/>
                <a:gd name="T3" fmla="*/ 2 h 94"/>
                <a:gd name="T4" fmla="*/ 75 w 94"/>
                <a:gd name="T5" fmla="*/ 8 h 94"/>
                <a:gd name="T6" fmla="*/ 86 w 94"/>
                <a:gd name="T7" fmla="*/ 19 h 94"/>
                <a:gd name="T8" fmla="*/ 92 w 94"/>
                <a:gd name="T9" fmla="*/ 32 h 94"/>
                <a:gd name="T10" fmla="*/ 94 w 94"/>
                <a:gd name="T11" fmla="*/ 46 h 94"/>
                <a:gd name="T12" fmla="*/ 92 w 94"/>
                <a:gd name="T13" fmla="*/ 61 h 94"/>
                <a:gd name="T14" fmla="*/ 86 w 94"/>
                <a:gd name="T15" fmla="*/ 74 h 94"/>
                <a:gd name="T16" fmla="*/ 75 w 94"/>
                <a:gd name="T17" fmla="*/ 84 h 94"/>
                <a:gd name="T18" fmla="*/ 62 w 94"/>
                <a:gd name="T19" fmla="*/ 91 h 94"/>
                <a:gd name="T20" fmla="*/ 48 w 94"/>
                <a:gd name="T21" fmla="*/ 94 h 94"/>
                <a:gd name="T22" fmla="*/ 33 w 94"/>
                <a:gd name="T23" fmla="*/ 91 h 94"/>
                <a:gd name="T24" fmla="*/ 19 w 94"/>
                <a:gd name="T25" fmla="*/ 84 h 94"/>
                <a:gd name="T26" fmla="*/ 10 w 94"/>
                <a:gd name="T27" fmla="*/ 74 h 94"/>
                <a:gd name="T28" fmla="*/ 2 w 94"/>
                <a:gd name="T29" fmla="*/ 61 h 94"/>
                <a:gd name="T30" fmla="*/ 0 w 94"/>
                <a:gd name="T31" fmla="*/ 46 h 94"/>
                <a:gd name="T32" fmla="*/ 2 w 94"/>
                <a:gd name="T33" fmla="*/ 32 h 94"/>
                <a:gd name="T34" fmla="*/ 10 w 94"/>
                <a:gd name="T35" fmla="*/ 19 h 94"/>
                <a:gd name="T36" fmla="*/ 19 w 94"/>
                <a:gd name="T37" fmla="*/ 8 h 94"/>
                <a:gd name="T38" fmla="*/ 33 w 94"/>
                <a:gd name="T39" fmla="*/ 2 h 94"/>
                <a:gd name="T40" fmla="*/ 48 w 94"/>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94">
                  <a:moveTo>
                    <a:pt x="48" y="0"/>
                  </a:moveTo>
                  <a:lnTo>
                    <a:pt x="62" y="2"/>
                  </a:lnTo>
                  <a:lnTo>
                    <a:pt x="75" y="8"/>
                  </a:lnTo>
                  <a:lnTo>
                    <a:pt x="86" y="19"/>
                  </a:lnTo>
                  <a:lnTo>
                    <a:pt x="92" y="32"/>
                  </a:lnTo>
                  <a:lnTo>
                    <a:pt x="94" y="46"/>
                  </a:lnTo>
                  <a:lnTo>
                    <a:pt x="92" y="61"/>
                  </a:lnTo>
                  <a:lnTo>
                    <a:pt x="86" y="74"/>
                  </a:lnTo>
                  <a:lnTo>
                    <a:pt x="75" y="84"/>
                  </a:lnTo>
                  <a:lnTo>
                    <a:pt x="62" y="91"/>
                  </a:lnTo>
                  <a:lnTo>
                    <a:pt x="48" y="94"/>
                  </a:lnTo>
                  <a:lnTo>
                    <a:pt x="33" y="91"/>
                  </a:lnTo>
                  <a:lnTo>
                    <a:pt x="19" y="84"/>
                  </a:lnTo>
                  <a:lnTo>
                    <a:pt x="10" y="74"/>
                  </a:lnTo>
                  <a:lnTo>
                    <a:pt x="2" y="61"/>
                  </a:lnTo>
                  <a:lnTo>
                    <a:pt x="0" y="46"/>
                  </a:lnTo>
                  <a:lnTo>
                    <a:pt x="2" y="32"/>
                  </a:lnTo>
                  <a:lnTo>
                    <a:pt x="10" y="19"/>
                  </a:lnTo>
                  <a:lnTo>
                    <a:pt x="19" y="8"/>
                  </a:lnTo>
                  <a:lnTo>
                    <a:pt x="33" y="2"/>
                  </a:lnTo>
                  <a:lnTo>
                    <a:pt x="48"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98" name="Freeform 133"/>
            <p:cNvSpPr>
              <a:spLocks/>
            </p:cNvSpPr>
            <p:nvPr/>
          </p:nvSpPr>
          <p:spPr bwMode="auto">
            <a:xfrm>
              <a:off x="7534276" y="3286125"/>
              <a:ext cx="31750" cy="33338"/>
            </a:xfrm>
            <a:custGeom>
              <a:avLst/>
              <a:gdLst>
                <a:gd name="T0" fmla="*/ 72 w 144"/>
                <a:gd name="T1" fmla="*/ 0 h 143"/>
                <a:gd name="T2" fmla="*/ 91 w 144"/>
                <a:gd name="T3" fmla="*/ 2 h 143"/>
                <a:gd name="T4" fmla="*/ 108 w 144"/>
                <a:gd name="T5" fmla="*/ 9 h 143"/>
                <a:gd name="T6" fmla="*/ 123 w 144"/>
                <a:gd name="T7" fmla="*/ 21 h 143"/>
                <a:gd name="T8" fmla="*/ 134 w 144"/>
                <a:gd name="T9" fmla="*/ 35 h 143"/>
                <a:gd name="T10" fmla="*/ 142 w 144"/>
                <a:gd name="T11" fmla="*/ 52 h 143"/>
                <a:gd name="T12" fmla="*/ 144 w 144"/>
                <a:gd name="T13" fmla="*/ 71 h 143"/>
                <a:gd name="T14" fmla="*/ 142 w 144"/>
                <a:gd name="T15" fmla="*/ 90 h 143"/>
                <a:gd name="T16" fmla="*/ 134 w 144"/>
                <a:gd name="T17" fmla="*/ 107 h 143"/>
                <a:gd name="T18" fmla="*/ 123 w 144"/>
                <a:gd name="T19" fmla="*/ 122 h 143"/>
                <a:gd name="T20" fmla="*/ 108 w 144"/>
                <a:gd name="T21" fmla="*/ 134 h 143"/>
                <a:gd name="T22" fmla="*/ 91 w 144"/>
                <a:gd name="T23" fmla="*/ 141 h 143"/>
                <a:gd name="T24" fmla="*/ 72 w 144"/>
                <a:gd name="T25" fmla="*/ 143 h 143"/>
                <a:gd name="T26" fmla="*/ 53 w 144"/>
                <a:gd name="T27" fmla="*/ 141 h 143"/>
                <a:gd name="T28" fmla="*/ 36 w 144"/>
                <a:gd name="T29" fmla="*/ 134 h 143"/>
                <a:gd name="T30" fmla="*/ 21 w 144"/>
                <a:gd name="T31" fmla="*/ 122 h 143"/>
                <a:gd name="T32" fmla="*/ 10 w 144"/>
                <a:gd name="T33" fmla="*/ 107 h 143"/>
                <a:gd name="T34" fmla="*/ 2 w 144"/>
                <a:gd name="T35" fmla="*/ 90 h 143"/>
                <a:gd name="T36" fmla="*/ 0 w 144"/>
                <a:gd name="T37" fmla="*/ 71 h 143"/>
                <a:gd name="T38" fmla="*/ 2 w 144"/>
                <a:gd name="T39" fmla="*/ 52 h 143"/>
                <a:gd name="T40" fmla="*/ 10 w 144"/>
                <a:gd name="T41" fmla="*/ 35 h 143"/>
                <a:gd name="T42" fmla="*/ 21 w 144"/>
                <a:gd name="T43" fmla="*/ 21 h 143"/>
                <a:gd name="T44" fmla="*/ 36 w 144"/>
                <a:gd name="T45" fmla="*/ 9 h 143"/>
                <a:gd name="T46" fmla="*/ 53 w 144"/>
                <a:gd name="T47" fmla="*/ 2 h 143"/>
                <a:gd name="T48" fmla="*/ 72 w 144"/>
                <a:gd name="T49" fmla="*/ 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4" h="143">
                  <a:moveTo>
                    <a:pt x="72" y="0"/>
                  </a:moveTo>
                  <a:lnTo>
                    <a:pt x="91" y="2"/>
                  </a:lnTo>
                  <a:lnTo>
                    <a:pt x="108" y="9"/>
                  </a:lnTo>
                  <a:lnTo>
                    <a:pt x="123" y="21"/>
                  </a:lnTo>
                  <a:lnTo>
                    <a:pt x="134" y="35"/>
                  </a:lnTo>
                  <a:lnTo>
                    <a:pt x="142" y="52"/>
                  </a:lnTo>
                  <a:lnTo>
                    <a:pt x="144" y="71"/>
                  </a:lnTo>
                  <a:lnTo>
                    <a:pt x="142" y="90"/>
                  </a:lnTo>
                  <a:lnTo>
                    <a:pt x="134" y="107"/>
                  </a:lnTo>
                  <a:lnTo>
                    <a:pt x="123" y="122"/>
                  </a:lnTo>
                  <a:lnTo>
                    <a:pt x="108" y="134"/>
                  </a:lnTo>
                  <a:lnTo>
                    <a:pt x="91" y="141"/>
                  </a:lnTo>
                  <a:lnTo>
                    <a:pt x="72" y="143"/>
                  </a:lnTo>
                  <a:lnTo>
                    <a:pt x="53" y="141"/>
                  </a:lnTo>
                  <a:lnTo>
                    <a:pt x="36" y="134"/>
                  </a:lnTo>
                  <a:lnTo>
                    <a:pt x="21" y="122"/>
                  </a:lnTo>
                  <a:lnTo>
                    <a:pt x="10" y="107"/>
                  </a:lnTo>
                  <a:lnTo>
                    <a:pt x="2" y="90"/>
                  </a:lnTo>
                  <a:lnTo>
                    <a:pt x="0" y="71"/>
                  </a:lnTo>
                  <a:lnTo>
                    <a:pt x="2" y="52"/>
                  </a:lnTo>
                  <a:lnTo>
                    <a:pt x="10" y="35"/>
                  </a:lnTo>
                  <a:lnTo>
                    <a:pt x="21" y="21"/>
                  </a:lnTo>
                  <a:lnTo>
                    <a:pt x="36" y="9"/>
                  </a:lnTo>
                  <a:lnTo>
                    <a:pt x="53" y="2"/>
                  </a:lnTo>
                  <a:lnTo>
                    <a:pt x="72"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99" name="Freeform 134"/>
            <p:cNvSpPr>
              <a:spLocks/>
            </p:cNvSpPr>
            <p:nvPr/>
          </p:nvSpPr>
          <p:spPr bwMode="auto">
            <a:xfrm>
              <a:off x="7521576" y="3184525"/>
              <a:ext cx="22225" cy="20638"/>
            </a:xfrm>
            <a:custGeom>
              <a:avLst/>
              <a:gdLst>
                <a:gd name="T0" fmla="*/ 48 w 94"/>
                <a:gd name="T1" fmla="*/ 0 h 95"/>
                <a:gd name="T2" fmla="*/ 63 w 94"/>
                <a:gd name="T3" fmla="*/ 4 h 95"/>
                <a:gd name="T4" fmla="*/ 75 w 94"/>
                <a:gd name="T5" fmla="*/ 10 h 95"/>
                <a:gd name="T6" fmla="*/ 86 w 94"/>
                <a:gd name="T7" fmla="*/ 20 h 95"/>
                <a:gd name="T8" fmla="*/ 92 w 94"/>
                <a:gd name="T9" fmla="*/ 33 h 95"/>
                <a:gd name="T10" fmla="*/ 94 w 94"/>
                <a:gd name="T11" fmla="*/ 48 h 95"/>
                <a:gd name="T12" fmla="*/ 92 w 94"/>
                <a:gd name="T13" fmla="*/ 63 h 95"/>
                <a:gd name="T14" fmla="*/ 86 w 94"/>
                <a:gd name="T15" fmla="*/ 75 h 95"/>
                <a:gd name="T16" fmla="*/ 75 w 94"/>
                <a:gd name="T17" fmla="*/ 86 h 95"/>
                <a:gd name="T18" fmla="*/ 63 w 94"/>
                <a:gd name="T19" fmla="*/ 92 h 95"/>
                <a:gd name="T20" fmla="*/ 48 w 94"/>
                <a:gd name="T21" fmla="*/ 95 h 95"/>
                <a:gd name="T22" fmla="*/ 32 w 94"/>
                <a:gd name="T23" fmla="*/ 92 h 95"/>
                <a:gd name="T24" fmla="*/ 19 w 94"/>
                <a:gd name="T25" fmla="*/ 86 h 95"/>
                <a:gd name="T26" fmla="*/ 10 w 94"/>
                <a:gd name="T27" fmla="*/ 75 h 95"/>
                <a:gd name="T28" fmla="*/ 3 w 94"/>
                <a:gd name="T29" fmla="*/ 63 h 95"/>
                <a:gd name="T30" fmla="*/ 0 w 94"/>
                <a:gd name="T31" fmla="*/ 48 h 95"/>
                <a:gd name="T32" fmla="*/ 3 w 94"/>
                <a:gd name="T33" fmla="*/ 33 h 95"/>
                <a:gd name="T34" fmla="*/ 10 w 94"/>
                <a:gd name="T35" fmla="*/ 20 h 95"/>
                <a:gd name="T36" fmla="*/ 19 w 94"/>
                <a:gd name="T37" fmla="*/ 10 h 95"/>
                <a:gd name="T38" fmla="*/ 32 w 94"/>
                <a:gd name="T39" fmla="*/ 4 h 95"/>
                <a:gd name="T40" fmla="*/ 48 w 94"/>
                <a:gd name="T41"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95">
                  <a:moveTo>
                    <a:pt x="48" y="0"/>
                  </a:moveTo>
                  <a:lnTo>
                    <a:pt x="63" y="4"/>
                  </a:lnTo>
                  <a:lnTo>
                    <a:pt x="75" y="10"/>
                  </a:lnTo>
                  <a:lnTo>
                    <a:pt x="86" y="20"/>
                  </a:lnTo>
                  <a:lnTo>
                    <a:pt x="92" y="33"/>
                  </a:lnTo>
                  <a:lnTo>
                    <a:pt x="94" y="48"/>
                  </a:lnTo>
                  <a:lnTo>
                    <a:pt x="92" y="63"/>
                  </a:lnTo>
                  <a:lnTo>
                    <a:pt x="86" y="75"/>
                  </a:lnTo>
                  <a:lnTo>
                    <a:pt x="75" y="86"/>
                  </a:lnTo>
                  <a:lnTo>
                    <a:pt x="63" y="92"/>
                  </a:lnTo>
                  <a:lnTo>
                    <a:pt x="48" y="95"/>
                  </a:lnTo>
                  <a:lnTo>
                    <a:pt x="32" y="92"/>
                  </a:lnTo>
                  <a:lnTo>
                    <a:pt x="19" y="86"/>
                  </a:lnTo>
                  <a:lnTo>
                    <a:pt x="10" y="75"/>
                  </a:lnTo>
                  <a:lnTo>
                    <a:pt x="3" y="63"/>
                  </a:lnTo>
                  <a:lnTo>
                    <a:pt x="0" y="48"/>
                  </a:lnTo>
                  <a:lnTo>
                    <a:pt x="3" y="33"/>
                  </a:lnTo>
                  <a:lnTo>
                    <a:pt x="10" y="20"/>
                  </a:lnTo>
                  <a:lnTo>
                    <a:pt x="19" y="10"/>
                  </a:lnTo>
                  <a:lnTo>
                    <a:pt x="32" y="4"/>
                  </a:lnTo>
                  <a:lnTo>
                    <a:pt x="48"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00" name="Freeform 135"/>
            <p:cNvSpPr>
              <a:spLocks/>
            </p:cNvSpPr>
            <p:nvPr/>
          </p:nvSpPr>
          <p:spPr bwMode="auto">
            <a:xfrm>
              <a:off x="7727951" y="3268663"/>
              <a:ext cx="22225" cy="20638"/>
            </a:xfrm>
            <a:custGeom>
              <a:avLst/>
              <a:gdLst>
                <a:gd name="T0" fmla="*/ 47 w 95"/>
                <a:gd name="T1" fmla="*/ 0 h 94"/>
                <a:gd name="T2" fmla="*/ 62 w 95"/>
                <a:gd name="T3" fmla="*/ 2 h 94"/>
                <a:gd name="T4" fmla="*/ 75 w 95"/>
                <a:gd name="T5" fmla="*/ 9 h 94"/>
                <a:gd name="T6" fmla="*/ 86 w 95"/>
                <a:gd name="T7" fmla="*/ 19 h 94"/>
                <a:gd name="T8" fmla="*/ 92 w 95"/>
                <a:gd name="T9" fmla="*/ 32 h 94"/>
                <a:gd name="T10" fmla="*/ 95 w 95"/>
                <a:gd name="T11" fmla="*/ 47 h 94"/>
                <a:gd name="T12" fmla="*/ 92 w 95"/>
                <a:gd name="T13" fmla="*/ 61 h 94"/>
                <a:gd name="T14" fmla="*/ 86 w 95"/>
                <a:gd name="T15" fmla="*/ 75 h 94"/>
                <a:gd name="T16" fmla="*/ 75 w 95"/>
                <a:gd name="T17" fmla="*/ 85 h 94"/>
                <a:gd name="T18" fmla="*/ 62 w 95"/>
                <a:gd name="T19" fmla="*/ 92 h 94"/>
                <a:gd name="T20" fmla="*/ 47 w 95"/>
                <a:gd name="T21" fmla="*/ 94 h 94"/>
                <a:gd name="T22" fmla="*/ 33 w 95"/>
                <a:gd name="T23" fmla="*/ 92 h 94"/>
                <a:gd name="T24" fmla="*/ 20 w 95"/>
                <a:gd name="T25" fmla="*/ 85 h 94"/>
                <a:gd name="T26" fmla="*/ 9 w 95"/>
                <a:gd name="T27" fmla="*/ 75 h 94"/>
                <a:gd name="T28" fmla="*/ 3 w 95"/>
                <a:gd name="T29" fmla="*/ 61 h 94"/>
                <a:gd name="T30" fmla="*/ 0 w 95"/>
                <a:gd name="T31" fmla="*/ 47 h 94"/>
                <a:gd name="T32" fmla="*/ 3 w 95"/>
                <a:gd name="T33" fmla="*/ 32 h 94"/>
                <a:gd name="T34" fmla="*/ 9 w 95"/>
                <a:gd name="T35" fmla="*/ 19 h 94"/>
                <a:gd name="T36" fmla="*/ 20 w 95"/>
                <a:gd name="T37" fmla="*/ 9 h 94"/>
                <a:gd name="T38" fmla="*/ 33 w 95"/>
                <a:gd name="T39" fmla="*/ 2 h 94"/>
                <a:gd name="T40" fmla="*/ 47 w 95"/>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5" h="94">
                  <a:moveTo>
                    <a:pt x="47" y="0"/>
                  </a:moveTo>
                  <a:lnTo>
                    <a:pt x="62" y="2"/>
                  </a:lnTo>
                  <a:lnTo>
                    <a:pt x="75" y="9"/>
                  </a:lnTo>
                  <a:lnTo>
                    <a:pt x="86" y="19"/>
                  </a:lnTo>
                  <a:lnTo>
                    <a:pt x="92" y="32"/>
                  </a:lnTo>
                  <a:lnTo>
                    <a:pt x="95" y="47"/>
                  </a:lnTo>
                  <a:lnTo>
                    <a:pt x="92" y="61"/>
                  </a:lnTo>
                  <a:lnTo>
                    <a:pt x="86" y="75"/>
                  </a:lnTo>
                  <a:lnTo>
                    <a:pt x="75" y="85"/>
                  </a:lnTo>
                  <a:lnTo>
                    <a:pt x="62" y="92"/>
                  </a:lnTo>
                  <a:lnTo>
                    <a:pt x="47" y="94"/>
                  </a:lnTo>
                  <a:lnTo>
                    <a:pt x="33" y="92"/>
                  </a:lnTo>
                  <a:lnTo>
                    <a:pt x="20" y="85"/>
                  </a:lnTo>
                  <a:lnTo>
                    <a:pt x="9" y="75"/>
                  </a:lnTo>
                  <a:lnTo>
                    <a:pt x="3" y="61"/>
                  </a:lnTo>
                  <a:lnTo>
                    <a:pt x="0" y="47"/>
                  </a:lnTo>
                  <a:lnTo>
                    <a:pt x="3" y="32"/>
                  </a:lnTo>
                  <a:lnTo>
                    <a:pt x="9" y="19"/>
                  </a:lnTo>
                  <a:lnTo>
                    <a:pt x="20" y="9"/>
                  </a:lnTo>
                  <a:lnTo>
                    <a:pt x="33" y="2"/>
                  </a:lnTo>
                  <a:lnTo>
                    <a:pt x="47" y="0"/>
                  </a:lnTo>
                  <a:close/>
                </a:path>
              </a:pathLst>
            </a:custGeom>
            <a:solidFill>
              <a:srgbClr val="F7FF7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01" name="Freeform 136"/>
            <p:cNvSpPr>
              <a:spLocks/>
            </p:cNvSpPr>
            <p:nvPr/>
          </p:nvSpPr>
          <p:spPr bwMode="auto">
            <a:xfrm>
              <a:off x="7789863" y="3219450"/>
              <a:ext cx="52388" cy="128588"/>
            </a:xfrm>
            <a:custGeom>
              <a:avLst/>
              <a:gdLst>
                <a:gd name="T0" fmla="*/ 235 w 235"/>
                <a:gd name="T1" fmla="*/ 0 h 568"/>
                <a:gd name="T2" fmla="*/ 235 w 235"/>
                <a:gd name="T3" fmla="*/ 568 h 568"/>
                <a:gd name="T4" fmla="*/ 19 w 235"/>
                <a:gd name="T5" fmla="*/ 568 h 568"/>
                <a:gd name="T6" fmla="*/ 15 w 235"/>
                <a:gd name="T7" fmla="*/ 568 h 568"/>
                <a:gd name="T8" fmla="*/ 9 w 235"/>
                <a:gd name="T9" fmla="*/ 567 h 568"/>
                <a:gd name="T10" fmla="*/ 4 w 235"/>
                <a:gd name="T11" fmla="*/ 567 h 568"/>
                <a:gd name="T12" fmla="*/ 0 w 235"/>
                <a:gd name="T13" fmla="*/ 568 h 568"/>
                <a:gd name="T14" fmla="*/ 10 w 235"/>
                <a:gd name="T15" fmla="*/ 554 h 568"/>
                <a:gd name="T16" fmla="*/ 17 w 235"/>
                <a:gd name="T17" fmla="*/ 538 h 568"/>
                <a:gd name="T18" fmla="*/ 24 w 235"/>
                <a:gd name="T19" fmla="*/ 522 h 568"/>
                <a:gd name="T20" fmla="*/ 29 w 235"/>
                <a:gd name="T21" fmla="*/ 490 h 568"/>
                <a:gd name="T22" fmla="*/ 31 w 235"/>
                <a:gd name="T23" fmla="*/ 458 h 568"/>
                <a:gd name="T24" fmla="*/ 32 w 235"/>
                <a:gd name="T25" fmla="*/ 426 h 568"/>
                <a:gd name="T26" fmla="*/ 33 w 235"/>
                <a:gd name="T27" fmla="*/ 402 h 568"/>
                <a:gd name="T28" fmla="*/ 36 w 235"/>
                <a:gd name="T29" fmla="*/ 378 h 568"/>
                <a:gd name="T30" fmla="*/ 43 w 235"/>
                <a:gd name="T31" fmla="*/ 355 h 568"/>
                <a:gd name="T32" fmla="*/ 52 w 235"/>
                <a:gd name="T33" fmla="*/ 332 h 568"/>
                <a:gd name="T34" fmla="*/ 66 w 235"/>
                <a:gd name="T35" fmla="*/ 312 h 568"/>
                <a:gd name="T36" fmla="*/ 83 w 235"/>
                <a:gd name="T37" fmla="*/ 293 h 568"/>
                <a:gd name="T38" fmla="*/ 102 w 235"/>
                <a:gd name="T39" fmla="*/ 275 h 568"/>
                <a:gd name="T40" fmla="*/ 121 w 235"/>
                <a:gd name="T41" fmla="*/ 258 h 568"/>
                <a:gd name="T42" fmla="*/ 139 w 235"/>
                <a:gd name="T43" fmla="*/ 239 h 568"/>
                <a:gd name="T44" fmla="*/ 154 w 235"/>
                <a:gd name="T45" fmla="*/ 218 h 568"/>
                <a:gd name="T46" fmla="*/ 178 w 235"/>
                <a:gd name="T47" fmla="*/ 176 h 568"/>
                <a:gd name="T48" fmla="*/ 185 w 235"/>
                <a:gd name="T49" fmla="*/ 159 h 568"/>
                <a:gd name="T50" fmla="*/ 192 w 235"/>
                <a:gd name="T51" fmla="*/ 140 h 568"/>
                <a:gd name="T52" fmla="*/ 196 w 235"/>
                <a:gd name="T53" fmla="*/ 122 h 568"/>
                <a:gd name="T54" fmla="*/ 234 w 235"/>
                <a:gd name="T55" fmla="*/ 3 h 568"/>
                <a:gd name="T56" fmla="*/ 234 w 235"/>
                <a:gd name="T57" fmla="*/ 2 h 568"/>
                <a:gd name="T58" fmla="*/ 235 w 235"/>
                <a:gd name="T59" fmla="*/ 0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5" h="568">
                  <a:moveTo>
                    <a:pt x="235" y="0"/>
                  </a:moveTo>
                  <a:lnTo>
                    <a:pt x="235" y="568"/>
                  </a:lnTo>
                  <a:lnTo>
                    <a:pt x="19" y="568"/>
                  </a:lnTo>
                  <a:lnTo>
                    <a:pt x="15" y="568"/>
                  </a:lnTo>
                  <a:lnTo>
                    <a:pt x="9" y="567"/>
                  </a:lnTo>
                  <a:lnTo>
                    <a:pt x="4" y="567"/>
                  </a:lnTo>
                  <a:lnTo>
                    <a:pt x="0" y="568"/>
                  </a:lnTo>
                  <a:lnTo>
                    <a:pt x="10" y="554"/>
                  </a:lnTo>
                  <a:lnTo>
                    <a:pt x="17" y="538"/>
                  </a:lnTo>
                  <a:lnTo>
                    <a:pt x="24" y="522"/>
                  </a:lnTo>
                  <a:lnTo>
                    <a:pt x="29" y="490"/>
                  </a:lnTo>
                  <a:lnTo>
                    <a:pt x="31" y="458"/>
                  </a:lnTo>
                  <a:lnTo>
                    <a:pt x="32" y="426"/>
                  </a:lnTo>
                  <a:lnTo>
                    <a:pt x="33" y="402"/>
                  </a:lnTo>
                  <a:lnTo>
                    <a:pt x="36" y="378"/>
                  </a:lnTo>
                  <a:lnTo>
                    <a:pt x="43" y="355"/>
                  </a:lnTo>
                  <a:lnTo>
                    <a:pt x="52" y="332"/>
                  </a:lnTo>
                  <a:lnTo>
                    <a:pt x="66" y="312"/>
                  </a:lnTo>
                  <a:lnTo>
                    <a:pt x="83" y="293"/>
                  </a:lnTo>
                  <a:lnTo>
                    <a:pt x="102" y="275"/>
                  </a:lnTo>
                  <a:lnTo>
                    <a:pt x="121" y="258"/>
                  </a:lnTo>
                  <a:lnTo>
                    <a:pt x="139" y="239"/>
                  </a:lnTo>
                  <a:lnTo>
                    <a:pt x="154" y="218"/>
                  </a:lnTo>
                  <a:lnTo>
                    <a:pt x="178" y="176"/>
                  </a:lnTo>
                  <a:lnTo>
                    <a:pt x="185" y="159"/>
                  </a:lnTo>
                  <a:lnTo>
                    <a:pt x="192" y="140"/>
                  </a:lnTo>
                  <a:lnTo>
                    <a:pt x="196" y="122"/>
                  </a:lnTo>
                  <a:lnTo>
                    <a:pt x="234" y="3"/>
                  </a:lnTo>
                  <a:lnTo>
                    <a:pt x="234" y="2"/>
                  </a:lnTo>
                  <a:lnTo>
                    <a:pt x="235" y="0"/>
                  </a:lnTo>
                  <a:close/>
                </a:path>
              </a:pathLst>
            </a:custGeom>
            <a:solidFill>
              <a:srgbClr val="FAD1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843" name="Group 842"/>
          <p:cNvGrpSpPr>
            <a:grpSpLocks noChangeAspect="1"/>
          </p:cNvGrpSpPr>
          <p:nvPr/>
        </p:nvGrpSpPr>
        <p:grpSpPr>
          <a:xfrm>
            <a:off x="7091997" y="3038445"/>
            <a:ext cx="536575" cy="409575"/>
            <a:chOff x="8596313" y="3111500"/>
            <a:chExt cx="536575" cy="409575"/>
          </a:xfrm>
        </p:grpSpPr>
        <p:sp useBgFill="1">
          <p:nvSpPr>
            <p:cNvPr id="705" name="Freeform 141"/>
            <p:cNvSpPr>
              <a:spLocks/>
            </p:cNvSpPr>
            <p:nvPr/>
          </p:nvSpPr>
          <p:spPr bwMode="auto">
            <a:xfrm>
              <a:off x="8596313" y="3111500"/>
              <a:ext cx="536575" cy="409575"/>
            </a:xfrm>
            <a:custGeom>
              <a:avLst/>
              <a:gdLst>
                <a:gd name="T0" fmla="*/ 113 w 2362"/>
                <a:gd name="T1" fmla="*/ 0 h 1800"/>
                <a:gd name="T2" fmla="*/ 2249 w 2362"/>
                <a:gd name="T3" fmla="*/ 0 h 1800"/>
                <a:gd name="T4" fmla="*/ 2275 w 2362"/>
                <a:gd name="T5" fmla="*/ 3 h 1800"/>
                <a:gd name="T6" fmla="*/ 2299 w 2362"/>
                <a:gd name="T7" fmla="*/ 12 h 1800"/>
                <a:gd name="T8" fmla="*/ 2320 w 2362"/>
                <a:gd name="T9" fmla="*/ 25 h 1800"/>
                <a:gd name="T10" fmla="*/ 2337 w 2362"/>
                <a:gd name="T11" fmla="*/ 42 h 1800"/>
                <a:gd name="T12" fmla="*/ 2350 w 2362"/>
                <a:gd name="T13" fmla="*/ 63 h 1800"/>
                <a:gd name="T14" fmla="*/ 2359 w 2362"/>
                <a:gd name="T15" fmla="*/ 87 h 1800"/>
                <a:gd name="T16" fmla="*/ 2362 w 2362"/>
                <a:gd name="T17" fmla="*/ 113 h 1800"/>
                <a:gd name="T18" fmla="*/ 2362 w 2362"/>
                <a:gd name="T19" fmla="*/ 1687 h 1800"/>
                <a:gd name="T20" fmla="*/ 2359 w 2362"/>
                <a:gd name="T21" fmla="*/ 1713 h 1800"/>
                <a:gd name="T22" fmla="*/ 2350 w 2362"/>
                <a:gd name="T23" fmla="*/ 1737 h 1800"/>
                <a:gd name="T24" fmla="*/ 2337 w 2362"/>
                <a:gd name="T25" fmla="*/ 1758 h 1800"/>
                <a:gd name="T26" fmla="*/ 2320 w 2362"/>
                <a:gd name="T27" fmla="*/ 1775 h 1800"/>
                <a:gd name="T28" fmla="*/ 2299 w 2362"/>
                <a:gd name="T29" fmla="*/ 1788 h 1800"/>
                <a:gd name="T30" fmla="*/ 2275 w 2362"/>
                <a:gd name="T31" fmla="*/ 1797 h 1800"/>
                <a:gd name="T32" fmla="*/ 2249 w 2362"/>
                <a:gd name="T33" fmla="*/ 1800 h 1800"/>
                <a:gd name="T34" fmla="*/ 113 w 2362"/>
                <a:gd name="T35" fmla="*/ 1800 h 1800"/>
                <a:gd name="T36" fmla="*/ 87 w 2362"/>
                <a:gd name="T37" fmla="*/ 1797 h 1800"/>
                <a:gd name="T38" fmla="*/ 63 w 2362"/>
                <a:gd name="T39" fmla="*/ 1788 h 1800"/>
                <a:gd name="T40" fmla="*/ 42 w 2362"/>
                <a:gd name="T41" fmla="*/ 1775 h 1800"/>
                <a:gd name="T42" fmla="*/ 25 w 2362"/>
                <a:gd name="T43" fmla="*/ 1758 h 1800"/>
                <a:gd name="T44" fmla="*/ 12 w 2362"/>
                <a:gd name="T45" fmla="*/ 1737 h 1800"/>
                <a:gd name="T46" fmla="*/ 3 w 2362"/>
                <a:gd name="T47" fmla="*/ 1713 h 1800"/>
                <a:gd name="T48" fmla="*/ 0 w 2362"/>
                <a:gd name="T49" fmla="*/ 1687 h 1800"/>
                <a:gd name="T50" fmla="*/ 0 w 2362"/>
                <a:gd name="T51" fmla="*/ 113 h 1800"/>
                <a:gd name="T52" fmla="*/ 3 w 2362"/>
                <a:gd name="T53" fmla="*/ 87 h 1800"/>
                <a:gd name="T54" fmla="*/ 12 w 2362"/>
                <a:gd name="T55" fmla="*/ 63 h 1800"/>
                <a:gd name="T56" fmla="*/ 25 w 2362"/>
                <a:gd name="T57" fmla="*/ 42 h 1800"/>
                <a:gd name="T58" fmla="*/ 42 w 2362"/>
                <a:gd name="T59" fmla="*/ 25 h 1800"/>
                <a:gd name="T60" fmla="*/ 63 w 2362"/>
                <a:gd name="T61" fmla="*/ 12 h 1800"/>
                <a:gd name="T62" fmla="*/ 87 w 2362"/>
                <a:gd name="T63" fmla="*/ 3 h 1800"/>
                <a:gd name="T64" fmla="*/ 113 w 2362"/>
                <a:gd name="T65" fmla="*/ 0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00">
                  <a:moveTo>
                    <a:pt x="113" y="0"/>
                  </a:moveTo>
                  <a:lnTo>
                    <a:pt x="2249" y="0"/>
                  </a:lnTo>
                  <a:lnTo>
                    <a:pt x="2275" y="3"/>
                  </a:lnTo>
                  <a:lnTo>
                    <a:pt x="2299" y="12"/>
                  </a:lnTo>
                  <a:lnTo>
                    <a:pt x="2320" y="25"/>
                  </a:lnTo>
                  <a:lnTo>
                    <a:pt x="2337" y="42"/>
                  </a:lnTo>
                  <a:lnTo>
                    <a:pt x="2350" y="63"/>
                  </a:lnTo>
                  <a:lnTo>
                    <a:pt x="2359" y="87"/>
                  </a:lnTo>
                  <a:lnTo>
                    <a:pt x="2362" y="113"/>
                  </a:lnTo>
                  <a:lnTo>
                    <a:pt x="2362" y="1687"/>
                  </a:lnTo>
                  <a:lnTo>
                    <a:pt x="2359" y="1713"/>
                  </a:lnTo>
                  <a:lnTo>
                    <a:pt x="2350" y="1737"/>
                  </a:lnTo>
                  <a:lnTo>
                    <a:pt x="2337" y="1758"/>
                  </a:lnTo>
                  <a:lnTo>
                    <a:pt x="2320" y="1775"/>
                  </a:lnTo>
                  <a:lnTo>
                    <a:pt x="2299" y="1788"/>
                  </a:lnTo>
                  <a:lnTo>
                    <a:pt x="2275" y="1797"/>
                  </a:lnTo>
                  <a:lnTo>
                    <a:pt x="2249" y="1800"/>
                  </a:lnTo>
                  <a:lnTo>
                    <a:pt x="113" y="1800"/>
                  </a:lnTo>
                  <a:lnTo>
                    <a:pt x="87" y="1797"/>
                  </a:lnTo>
                  <a:lnTo>
                    <a:pt x="63" y="1788"/>
                  </a:lnTo>
                  <a:lnTo>
                    <a:pt x="42" y="1775"/>
                  </a:lnTo>
                  <a:lnTo>
                    <a:pt x="25" y="1758"/>
                  </a:lnTo>
                  <a:lnTo>
                    <a:pt x="12" y="1737"/>
                  </a:lnTo>
                  <a:lnTo>
                    <a:pt x="3" y="1713"/>
                  </a:lnTo>
                  <a:lnTo>
                    <a:pt x="0" y="1687"/>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06" name="Rectangle 142"/>
            <p:cNvSpPr>
              <a:spLocks noChangeArrowheads="1"/>
            </p:cNvSpPr>
            <p:nvPr/>
          </p:nvSpPr>
          <p:spPr bwMode="auto">
            <a:xfrm>
              <a:off x="8826501" y="3189288"/>
              <a:ext cx="228600" cy="254000"/>
            </a:xfrm>
            <a:prstGeom prst="rect">
              <a:avLst/>
            </a:prstGeom>
            <a:solidFill>
              <a:srgbClr val="7FD9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07" name="Freeform 143"/>
            <p:cNvSpPr>
              <a:spLocks/>
            </p:cNvSpPr>
            <p:nvPr/>
          </p:nvSpPr>
          <p:spPr bwMode="auto">
            <a:xfrm>
              <a:off x="8826501" y="3189288"/>
              <a:ext cx="228600" cy="254000"/>
            </a:xfrm>
            <a:custGeom>
              <a:avLst/>
              <a:gdLst>
                <a:gd name="T0" fmla="*/ 314 w 1012"/>
                <a:gd name="T1" fmla="*/ 0 h 1124"/>
                <a:gd name="T2" fmla="*/ 315 w 1012"/>
                <a:gd name="T3" fmla="*/ 44 h 1124"/>
                <a:gd name="T4" fmla="*/ 338 w 1012"/>
                <a:gd name="T5" fmla="*/ 64 h 1124"/>
                <a:gd name="T6" fmla="*/ 363 w 1012"/>
                <a:gd name="T7" fmla="*/ 86 h 1124"/>
                <a:gd name="T8" fmla="*/ 390 w 1012"/>
                <a:gd name="T9" fmla="*/ 108 h 1124"/>
                <a:gd name="T10" fmla="*/ 416 w 1012"/>
                <a:gd name="T11" fmla="*/ 129 h 1124"/>
                <a:gd name="T12" fmla="*/ 434 w 1012"/>
                <a:gd name="T13" fmla="*/ 142 h 1124"/>
                <a:gd name="T14" fmla="*/ 461 w 1012"/>
                <a:gd name="T15" fmla="*/ 162 h 1124"/>
                <a:gd name="T16" fmla="*/ 493 w 1012"/>
                <a:gd name="T17" fmla="*/ 200 h 1124"/>
                <a:gd name="T18" fmla="*/ 528 w 1012"/>
                <a:gd name="T19" fmla="*/ 251 h 1124"/>
                <a:gd name="T20" fmla="*/ 562 w 1012"/>
                <a:gd name="T21" fmla="*/ 313 h 1124"/>
                <a:gd name="T22" fmla="*/ 589 w 1012"/>
                <a:gd name="T23" fmla="*/ 377 h 1124"/>
                <a:gd name="T24" fmla="*/ 606 w 1012"/>
                <a:gd name="T25" fmla="*/ 441 h 1124"/>
                <a:gd name="T26" fmla="*/ 612 w 1012"/>
                <a:gd name="T27" fmla="*/ 502 h 1124"/>
                <a:gd name="T28" fmla="*/ 611 w 1012"/>
                <a:gd name="T29" fmla="*/ 573 h 1124"/>
                <a:gd name="T30" fmla="*/ 610 w 1012"/>
                <a:gd name="T31" fmla="*/ 615 h 1124"/>
                <a:gd name="T32" fmla="*/ 610 w 1012"/>
                <a:gd name="T33" fmla="*/ 658 h 1124"/>
                <a:gd name="T34" fmla="*/ 624 w 1012"/>
                <a:gd name="T35" fmla="*/ 691 h 1124"/>
                <a:gd name="T36" fmla="*/ 657 w 1012"/>
                <a:gd name="T37" fmla="*/ 732 h 1124"/>
                <a:gd name="T38" fmla="*/ 675 w 1012"/>
                <a:gd name="T39" fmla="*/ 756 h 1124"/>
                <a:gd name="T40" fmla="*/ 699 w 1012"/>
                <a:gd name="T41" fmla="*/ 787 h 1124"/>
                <a:gd name="T42" fmla="*/ 725 w 1012"/>
                <a:gd name="T43" fmla="*/ 814 h 1124"/>
                <a:gd name="T44" fmla="*/ 747 w 1012"/>
                <a:gd name="T45" fmla="*/ 832 h 1124"/>
                <a:gd name="T46" fmla="*/ 767 w 1012"/>
                <a:gd name="T47" fmla="*/ 804 h 1124"/>
                <a:gd name="T48" fmla="*/ 786 w 1012"/>
                <a:gd name="T49" fmla="*/ 760 h 1124"/>
                <a:gd name="T50" fmla="*/ 803 w 1012"/>
                <a:gd name="T51" fmla="*/ 710 h 1124"/>
                <a:gd name="T52" fmla="*/ 815 w 1012"/>
                <a:gd name="T53" fmla="*/ 662 h 1124"/>
                <a:gd name="T54" fmla="*/ 821 w 1012"/>
                <a:gd name="T55" fmla="*/ 627 h 1124"/>
                <a:gd name="T56" fmla="*/ 831 w 1012"/>
                <a:gd name="T57" fmla="*/ 583 h 1124"/>
                <a:gd name="T58" fmla="*/ 860 w 1012"/>
                <a:gd name="T59" fmla="*/ 538 h 1124"/>
                <a:gd name="T60" fmla="*/ 898 w 1012"/>
                <a:gd name="T61" fmla="*/ 494 h 1124"/>
                <a:gd name="T62" fmla="*/ 939 w 1012"/>
                <a:gd name="T63" fmla="*/ 454 h 1124"/>
                <a:gd name="T64" fmla="*/ 977 w 1012"/>
                <a:gd name="T65" fmla="*/ 423 h 1124"/>
                <a:gd name="T66" fmla="*/ 1002 w 1012"/>
                <a:gd name="T67" fmla="*/ 404 h 1124"/>
                <a:gd name="T68" fmla="*/ 1012 w 1012"/>
                <a:gd name="T69" fmla="*/ 1124 h 1124"/>
                <a:gd name="T70" fmla="*/ 0 w 1012"/>
                <a:gd name="T71" fmla="*/ 0 h 1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2" h="1124">
                  <a:moveTo>
                    <a:pt x="0" y="0"/>
                  </a:moveTo>
                  <a:lnTo>
                    <a:pt x="314" y="0"/>
                  </a:lnTo>
                  <a:lnTo>
                    <a:pt x="314" y="23"/>
                  </a:lnTo>
                  <a:lnTo>
                    <a:pt x="315" y="44"/>
                  </a:lnTo>
                  <a:lnTo>
                    <a:pt x="325" y="54"/>
                  </a:lnTo>
                  <a:lnTo>
                    <a:pt x="338" y="64"/>
                  </a:lnTo>
                  <a:lnTo>
                    <a:pt x="353" y="76"/>
                  </a:lnTo>
                  <a:lnTo>
                    <a:pt x="363" y="86"/>
                  </a:lnTo>
                  <a:lnTo>
                    <a:pt x="376" y="97"/>
                  </a:lnTo>
                  <a:lnTo>
                    <a:pt x="390" y="108"/>
                  </a:lnTo>
                  <a:lnTo>
                    <a:pt x="404" y="119"/>
                  </a:lnTo>
                  <a:lnTo>
                    <a:pt x="416" y="129"/>
                  </a:lnTo>
                  <a:lnTo>
                    <a:pt x="427" y="136"/>
                  </a:lnTo>
                  <a:lnTo>
                    <a:pt x="434" y="142"/>
                  </a:lnTo>
                  <a:lnTo>
                    <a:pt x="447" y="149"/>
                  </a:lnTo>
                  <a:lnTo>
                    <a:pt x="461" y="162"/>
                  </a:lnTo>
                  <a:lnTo>
                    <a:pt x="476" y="179"/>
                  </a:lnTo>
                  <a:lnTo>
                    <a:pt x="493" y="200"/>
                  </a:lnTo>
                  <a:lnTo>
                    <a:pt x="511" y="225"/>
                  </a:lnTo>
                  <a:lnTo>
                    <a:pt x="528" y="251"/>
                  </a:lnTo>
                  <a:lnTo>
                    <a:pt x="545" y="281"/>
                  </a:lnTo>
                  <a:lnTo>
                    <a:pt x="562" y="313"/>
                  </a:lnTo>
                  <a:lnTo>
                    <a:pt x="577" y="344"/>
                  </a:lnTo>
                  <a:lnTo>
                    <a:pt x="589" y="377"/>
                  </a:lnTo>
                  <a:lnTo>
                    <a:pt x="599" y="409"/>
                  </a:lnTo>
                  <a:lnTo>
                    <a:pt x="606" y="441"/>
                  </a:lnTo>
                  <a:lnTo>
                    <a:pt x="611" y="471"/>
                  </a:lnTo>
                  <a:lnTo>
                    <a:pt x="612" y="502"/>
                  </a:lnTo>
                  <a:lnTo>
                    <a:pt x="612" y="537"/>
                  </a:lnTo>
                  <a:lnTo>
                    <a:pt x="611" y="573"/>
                  </a:lnTo>
                  <a:lnTo>
                    <a:pt x="610" y="593"/>
                  </a:lnTo>
                  <a:lnTo>
                    <a:pt x="610" y="615"/>
                  </a:lnTo>
                  <a:lnTo>
                    <a:pt x="608" y="638"/>
                  </a:lnTo>
                  <a:lnTo>
                    <a:pt x="610" y="658"/>
                  </a:lnTo>
                  <a:lnTo>
                    <a:pt x="611" y="675"/>
                  </a:lnTo>
                  <a:lnTo>
                    <a:pt x="624" y="691"/>
                  </a:lnTo>
                  <a:lnTo>
                    <a:pt x="640" y="710"/>
                  </a:lnTo>
                  <a:lnTo>
                    <a:pt x="657" y="732"/>
                  </a:lnTo>
                  <a:lnTo>
                    <a:pt x="664" y="743"/>
                  </a:lnTo>
                  <a:lnTo>
                    <a:pt x="675" y="756"/>
                  </a:lnTo>
                  <a:lnTo>
                    <a:pt x="687" y="771"/>
                  </a:lnTo>
                  <a:lnTo>
                    <a:pt x="699" y="787"/>
                  </a:lnTo>
                  <a:lnTo>
                    <a:pt x="712" y="802"/>
                  </a:lnTo>
                  <a:lnTo>
                    <a:pt x="725" y="814"/>
                  </a:lnTo>
                  <a:lnTo>
                    <a:pt x="736" y="825"/>
                  </a:lnTo>
                  <a:lnTo>
                    <a:pt x="747" y="832"/>
                  </a:lnTo>
                  <a:lnTo>
                    <a:pt x="756" y="821"/>
                  </a:lnTo>
                  <a:lnTo>
                    <a:pt x="767" y="804"/>
                  </a:lnTo>
                  <a:lnTo>
                    <a:pt x="776" y="783"/>
                  </a:lnTo>
                  <a:lnTo>
                    <a:pt x="786" y="760"/>
                  </a:lnTo>
                  <a:lnTo>
                    <a:pt x="795" y="735"/>
                  </a:lnTo>
                  <a:lnTo>
                    <a:pt x="803" y="710"/>
                  </a:lnTo>
                  <a:lnTo>
                    <a:pt x="810" y="686"/>
                  </a:lnTo>
                  <a:lnTo>
                    <a:pt x="815" y="662"/>
                  </a:lnTo>
                  <a:lnTo>
                    <a:pt x="819" y="642"/>
                  </a:lnTo>
                  <a:lnTo>
                    <a:pt x="821" y="627"/>
                  </a:lnTo>
                  <a:lnTo>
                    <a:pt x="824" y="605"/>
                  </a:lnTo>
                  <a:lnTo>
                    <a:pt x="831" y="583"/>
                  </a:lnTo>
                  <a:lnTo>
                    <a:pt x="844" y="561"/>
                  </a:lnTo>
                  <a:lnTo>
                    <a:pt x="860" y="538"/>
                  </a:lnTo>
                  <a:lnTo>
                    <a:pt x="878" y="516"/>
                  </a:lnTo>
                  <a:lnTo>
                    <a:pt x="898" y="494"/>
                  </a:lnTo>
                  <a:lnTo>
                    <a:pt x="919" y="473"/>
                  </a:lnTo>
                  <a:lnTo>
                    <a:pt x="939" y="454"/>
                  </a:lnTo>
                  <a:lnTo>
                    <a:pt x="959" y="437"/>
                  </a:lnTo>
                  <a:lnTo>
                    <a:pt x="977" y="423"/>
                  </a:lnTo>
                  <a:lnTo>
                    <a:pt x="993" y="410"/>
                  </a:lnTo>
                  <a:lnTo>
                    <a:pt x="1002" y="404"/>
                  </a:lnTo>
                  <a:lnTo>
                    <a:pt x="1012" y="399"/>
                  </a:lnTo>
                  <a:lnTo>
                    <a:pt x="1012" y="1124"/>
                  </a:lnTo>
                  <a:lnTo>
                    <a:pt x="0" y="1124"/>
                  </a:lnTo>
                  <a:lnTo>
                    <a:pt x="0"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08" name="Freeform 144"/>
            <p:cNvSpPr>
              <a:spLocks/>
            </p:cNvSpPr>
            <p:nvPr/>
          </p:nvSpPr>
          <p:spPr bwMode="auto">
            <a:xfrm>
              <a:off x="8826501" y="3189288"/>
              <a:ext cx="228600" cy="254000"/>
            </a:xfrm>
            <a:custGeom>
              <a:avLst/>
              <a:gdLst>
                <a:gd name="T0" fmla="*/ 240 w 1012"/>
                <a:gd name="T1" fmla="*/ 0 h 1124"/>
                <a:gd name="T2" fmla="*/ 241 w 1012"/>
                <a:gd name="T3" fmla="*/ 43 h 1124"/>
                <a:gd name="T4" fmla="*/ 244 w 1012"/>
                <a:gd name="T5" fmla="*/ 76 h 1124"/>
                <a:gd name="T6" fmla="*/ 251 w 1012"/>
                <a:gd name="T7" fmla="*/ 92 h 1124"/>
                <a:gd name="T8" fmla="*/ 269 w 1012"/>
                <a:gd name="T9" fmla="*/ 105 h 1124"/>
                <a:gd name="T10" fmla="*/ 297 w 1012"/>
                <a:gd name="T11" fmla="*/ 129 h 1124"/>
                <a:gd name="T12" fmla="*/ 331 w 1012"/>
                <a:gd name="T13" fmla="*/ 156 h 1124"/>
                <a:gd name="T14" fmla="*/ 363 w 1012"/>
                <a:gd name="T15" fmla="*/ 184 h 1124"/>
                <a:gd name="T16" fmla="*/ 393 w 1012"/>
                <a:gd name="T17" fmla="*/ 205 h 1124"/>
                <a:gd name="T18" fmla="*/ 414 w 1012"/>
                <a:gd name="T19" fmla="*/ 218 h 1124"/>
                <a:gd name="T20" fmla="*/ 436 w 1012"/>
                <a:gd name="T21" fmla="*/ 244 h 1124"/>
                <a:gd name="T22" fmla="*/ 463 w 1012"/>
                <a:gd name="T23" fmla="*/ 285 h 1124"/>
                <a:gd name="T24" fmla="*/ 488 w 1012"/>
                <a:gd name="T25" fmla="*/ 334 h 1124"/>
                <a:gd name="T26" fmla="*/ 511 w 1012"/>
                <a:gd name="T27" fmla="*/ 387 h 1124"/>
                <a:gd name="T28" fmla="*/ 528 w 1012"/>
                <a:gd name="T29" fmla="*/ 435 h 1124"/>
                <a:gd name="T30" fmla="*/ 537 w 1012"/>
                <a:gd name="T31" fmla="*/ 476 h 1124"/>
                <a:gd name="T32" fmla="*/ 537 w 1012"/>
                <a:gd name="T33" fmla="*/ 520 h 1124"/>
                <a:gd name="T34" fmla="*/ 536 w 1012"/>
                <a:gd name="T35" fmla="*/ 572 h 1124"/>
                <a:gd name="T36" fmla="*/ 535 w 1012"/>
                <a:gd name="T37" fmla="*/ 623 h 1124"/>
                <a:gd name="T38" fmla="*/ 536 w 1012"/>
                <a:gd name="T39" fmla="*/ 671 h 1124"/>
                <a:gd name="T40" fmla="*/ 541 w 1012"/>
                <a:gd name="T41" fmla="*/ 707 h 1124"/>
                <a:gd name="T42" fmla="*/ 552 w 1012"/>
                <a:gd name="T43" fmla="*/ 726 h 1124"/>
                <a:gd name="T44" fmla="*/ 570 w 1012"/>
                <a:gd name="T45" fmla="*/ 744 h 1124"/>
                <a:gd name="T46" fmla="*/ 596 w 1012"/>
                <a:gd name="T47" fmla="*/ 776 h 1124"/>
                <a:gd name="T48" fmla="*/ 626 w 1012"/>
                <a:gd name="T49" fmla="*/ 818 h 1124"/>
                <a:gd name="T50" fmla="*/ 662 w 1012"/>
                <a:gd name="T51" fmla="*/ 858 h 1124"/>
                <a:gd name="T52" fmla="*/ 699 w 1012"/>
                <a:gd name="T53" fmla="*/ 892 h 1124"/>
                <a:gd name="T54" fmla="*/ 738 w 1012"/>
                <a:gd name="T55" fmla="*/ 908 h 1124"/>
                <a:gd name="T56" fmla="*/ 775 w 1012"/>
                <a:gd name="T57" fmla="*/ 904 h 1124"/>
                <a:gd name="T58" fmla="*/ 808 w 1012"/>
                <a:gd name="T59" fmla="*/ 877 h 1124"/>
                <a:gd name="T60" fmla="*/ 836 w 1012"/>
                <a:gd name="T61" fmla="*/ 832 h 1124"/>
                <a:gd name="T62" fmla="*/ 859 w 1012"/>
                <a:gd name="T63" fmla="*/ 780 h 1124"/>
                <a:gd name="T64" fmla="*/ 876 w 1012"/>
                <a:gd name="T65" fmla="*/ 725 h 1124"/>
                <a:gd name="T66" fmla="*/ 888 w 1012"/>
                <a:gd name="T67" fmla="*/ 675 h 1124"/>
                <a:gd name="T68" fmla="*/ 895 w 1012"/>
                <a:gd name="T69" fmla="*/ 639 h 1124"/>
                <a:gd name="T70" fmla="*/ 898 w 1012"/>
                <a:gd name="T71" fmla="*/ 618 h 1124"/>
                <a:gd name="T72" fmla="*/ 913 w 1012"/>
                <a:gd name="T73" fmla="*/ 593 h 1124"/>
                <a:gd name="T74" fmla="*/ 938 w 1012"/>
                <a:gd name="T75" fmla="*/ 563 h 1124"/>
                <a:gd name="T76" fmla="*/ 969 w 1012"/>
                <a:gd name="T77" fmla="*/ 532 h 1124"/>
                <a:gd name="T78" fmla="*/ 999 w 1012"/>
                <a:gd name="T79" fmla="*/ 504 h 1124"/>
                <a:gd name="T80" fmla="*/ 1012 w 1012"/>
                <a:gd name="T81" fmla="*/ 1124 h 1124"/>
                <a:gd name="T82" fmla="*/ 0 w 1012"/>
                <a:gd name="T83" fmla="*/ 0 h 1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12" h="1124">
                  <a:moveTo>
                    <a:pt x="0" y="0"/>
                  </a:moveTo>
                  <a:lnTo>
                    <a:pt x="240" y="0"/>
                  </a:lnTo>
                  <a:lnTo>
                    <a:pt x="240" y="22"/>
                  </a:lnTo>
                  <a:lnTo>
                    <a:pt x="241" y="43"/>
                  </a:lnTo>
                  <a:lnTo>
                    <a:pt x="242" y="61"/>
                  </a:lnTo>
                  <a:lnTo>
                    <a:pt x="244" y="76"/>
                  </a:lnTo>
                  <a:lnTo>
                    <a:pt x="247" y="87"/>
                  </a:lnTo>
                  <a:lnTo>
                    <a:pt x="251" y="92"/>
                  </a:lnTo>
                  <a:lnTo>
                    <a:pt x="259" y="97"/>
                  </a:lnTo>
                  <a:lnTo>
                    <a:pt x="269" y="105"/>
                  </a:lnTo>
                  <a:lnTo>
                    <a:pt x="282" y="116"/>
                  </a:lnTo>
                  <a:lnTo>
                    <a:pt x="297" y="129"/>
                  </a:lnTo>
                  <a:lnTo>
                    <a:pt x="314" y="143"/>
                  </a:lnTo>
                  <a:lnTo>
                    <a:pt x="331" y="156"/>
                  </a:lnTo>
                  <a:lnTo>
                    <a:pt x="348" y="171"/>
                  </a:lnTo>
                  <a:lnTo>
                    <a:pt x="363" y="184"/>
                  </a:lnTo>
                  <a:lnTo>
                    <a:pt x="379" y="195"/>
                  </a:lnTo>
                  <a:lnTo>
                    <a:pt x="393" y="205"/>
                  </a:lnTo>
                  <a:lnTo>
                    <a:pt x="405" y="211"/>
                  </a:lnTo>
                  <a:lnTo>
                    <a:pt x="414" y="218"/>
                  </a:lnTo>
                  <a:lnTo>
                    <a:pt x="425" y="229"/>
                  </a:lnTo>
                  <a:lnTo>
                    <a:pt x="436" y="244"/>
                  </a:lnTo>
                  <a:lnTo>
                    <a:pt x="449" y="263"/>
                  </a:lnTo>
                  <a:lnTo>
                    <a:pt x="463" y="285"/>
                  </a:lnTo>
                  <a:lnTo>
                    <a:pt x="475" y="308"/>
                  </a:lnTo>
                  <a:lnTo>
                    <a:pt x="488" y="334"/>
                  </a:lnTo>
                  <a:lnTo>
                    <a:pt x="501" y="360"/>
                  </a:lnTo>
                  <a:lnTo>
                    <a:pt x="511" y="387"/>
                  </a:lnTo>
                  <a:lnTo>
                    <a:pt x="521" y="412"/>
                  </a:lnTo>
                  <a:lnTo>
                    <a:pt x="528" y="435"/>
                  </a:lnTo>
                  <a:lnTo>
                    <a:pt x="533" y="457"/>
                  </a:lnTo>
                  <a:lnTo>
                    <a:pt x="537" y="476"/>
                  </a:lnTo>
                  <a:lnTo>
                    <a:pt x="537" y="497"/>
                  </a:lnTo>
                  <a:lnTo>
                    <a:pt x="537" y="520"/>
                  </a:lnTo>
                  <a:lnTo>
                    <a:pt x="537" y="545"/>
                  </a:lnTo>
                  <a:lnTo>
                    <a:pt x="536" y="572"/>
                  </a:lnTo>
                  <a:lnTo>
                    <a:pt x="535" y="598"/>
                  </a:lnTo>
                  <a:lnTo>
                    <a:pt x="535" y="623"/>
                  </a:lnTo>
                  <a:lnTo>
                    <a:pt x="535" y="648"/>
                  </a:lnTo>
                  <a:lnTo>
                    <a:pt x="536" y="671"/>
                  </a:lnTo>
                  <a:lnTo>
                    <a:pt x="537" y="691"/>
                  </a:lnTo>
                  <a:lnTo>
                    <a:pt x="541" y="707"/>
                  </a:lnTo>
                  <a:lnTo>
                    <a:pt x="545" y="718"/>
                  </a:lnTo>
                  <a:lnTo>
                    <a:pt x="552" y="726"/>
                  </a:lnTo>
                  <a:lnTo>
                    <a:pt x="561" y="732"/>
                  </a:lnTo>
                  <a:lnTo>
                    <a:pt x="570" y="744"/>
                  </a:lnTo>
                  <a:lnTo>
                    <a:pt x="583" y="758"/>
                  </a:lnTo>
                  <a:lnTo>
                    <a:pt x="596" y="776"/>
                  </a:lnTo>
                  <a:lnTo>
                    <a:pt x="611" y="797"/>
                  </a:lnTo>
                  <a:lnTo>
                    <a:pt x="626" y="818"/>
                  </a:lnTo>
                  <a:lnTo>
                    <a:pt x="644" y="838"/>
                  </a:lnTo>
                  <a:lnTo>
                    <a:pt x="662" y="858"/>
                  </a:lnTo>
                  <a:lnTo>
                    <a:pt x="680" y="876"/>
                  </a:lnTo>
                  <a:lnTo>
                    <a:pt x="699" y="892"/>
                  </a:lnTo>
                  <a:lnTo>
                    <a:pt x="719" y="902"/>
                  </a:lnTo>
                  <a:lnTo>
                    <a:pt x="738" y="908"/>
                  </a:lnTo>
                  <a:lnTo>
                    <a:pt x="758" y="910"/>
                  </a:lnTo>
                  <a:lnTo>
                    <a:pt x="775" y="904"/>
                  </a:lnTo>
                  <a:lnTo>
                    <a:pt x="792" y="893"/>
                  </a:lnTo>
                  <a:lnTo>
                    <a:pt x="808" y="877"/>
                  </a:lnTo>
                  <a:lnTo>
                    <a:pt x="822" y="856"/>
                  </a:lnTo>
                  <a:lnTo>
                    <a:pt x="836" y="832"/>
                  </a:lnTo>
                  <a:lnTo>
                    <a:pt x="847" y="806"/>
                  </a:lnTo>
                  <a:lnTo>
                    <a:pt x="859" y="780"/>
                  </a:lnTo>
                  <a:lnTo>
                    <a:pt x="868" y="751"/>
                  </a:lnTo>
                  <a:lnTo>
                    <a:pt x="876" y="725"/>
                  </a:lnTo>
                  <a:lnTo>
                    <a:pt x="883" y="698"/>
                  </a:lnTo>
                  <a:lnTo>
                    <a:pt x="888" y="675"/>
                  </a:lnTo>
                  <a:lnTo>
                    <a:pt x="893" y="655"/>
                  </a:lnTo>
                  <a:lnTo>
                    <a:pt x="895" y="639"/>
                  </a:lnTo>
                  <a:lnTo>
                    <a:pt x="896" y="629"/>
                  </a:lnTo>
                  <a:lnTo>
                    <a:pt x="898" y="618"/>
                  </a:lnTo>
                  <a:lnTo>
                    <a:pt x="903" y="606"/>
                  </a:lnTo>
                  <a:lnTo>
                    <a:pt x="913" y="593"/>
                  </a:lnTo>
                  <a:lnTo>
                    <a:pt x="924" y="578"/>
                  </a:lnTo>
                  <a:lnTo>
                    <a:pt x="938" y="563"/>
                  </a:lnTo>
                  <a:lnTo>
                    <a:pt x="953" y="547"/>
                  </a:lnTo>
                  <a:lnTo>
                    <a:pt x="969" y="532"/>
                  </a:lnTo>
                  <a:lnTo>
                    <a:pt x="983" y="518"/>
                  </a:lnTo>
                  <a:lnTo>
                    <a:pt x="999" y="504"/>
                  </a:lnTo>
                  <a:lnTo>
                    <a:pt x="1012" y="492"/>
                  </a:lnTo>
                  <a:lnTo>
                    <a:pt x="1012" y="1124"/>
                  </a:lnTo>
                  <a:lnTo>
                    <a:pt x="0" y="1124"/>
                  </a:lnTo>
                  <a:lnTo>
                    <a:pt x="0"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09" name="Freeform 145"/>
            <p:cNvSpPr>
              <a:spLocks/>
            </p:cNvSpPr>
            <p:nvPr/>
          </p:nvSpPr>
          <p:spPr bwMode="auto">
            <a:xfrm>
              <a:off x="8826501" y="3341688"/>
              <a:ext cx="103188" cy="101600"/>
            </a:xfrm>
            <a:custGeom>
              <a:avLst/>
              <a:gdLst>
                <a:gd name="T0" fmla="*/ 0 w 453"/>
                <a:gd name="T1" fmla="*/ 0 h 448"/>
                <a:gd name="T2" fmla="*/ 42 w 453"/>
                <a:gd name="T3" fmla="*/ 36 h 448"/>
                <a:gd name="T4" fmla="*/ 88 w 453"/>
                <a:gd name="T5" fmla="*/ 70 h 448"/>
                <a:gd name="T6" fmla="*/ 134 w 453"/>
                <a:gd name="T7" fmla="*/ 103 h 448"/>
                <a:gd name="T8" fmla="*/ 181 w 453"/>
                <a:gd name="T9" fmla="*/ 131 h 448"/>
                <a:gd name="T10" fmla="*/ 227 w 453"/>
                <a:gd name="T11" fmla="*/ 159 h 448"/>
                <a:gd name="T12" fmla="*/ 270 w 453"/>
                <a:gd name="T13" fmla="*/ 183 h 448"/>
                <a:gd name="T14" fmla="*/ 297 w 453"/>
                <a:gd name="T15" fmla="*/ 200 h 448"/>
                <a:gd name="T16" fmla="*/ 320 w 453"/>
                <a:gd name="T17" fmla="*/ 220 h 448"/>
                <a:gd name="T18" fmla="*/ 341 w 453"/>
                <a:gd name="T19" fmla="*/ 242 h 448"/>
                <a:gd name="T20" fmla="*/ 359 w 453"/>
                <a:gd name="T21" fmla="*/ 266 h 448"/>
                <a:gd name="T22" fmla="*/ 375 w 453"/>
                <a:gd name="T23" fmla="*/ 293 h 448"/>
                <a:gd name="T24" fmla="*/ 390 w 453"/>
                <a:gd name="T25" fmla="*/ 319 h 448"/>
                <a:gd name="T26" fmla="*/ 402 w 453"/>
                <a:gd name="T27" fmla="*/ 344 h 448"/>
                <a:gd name="T28" fmla="*/ 414 w 453"/>
                <a:gd name="T29" fmla="*/ 370 h 448"/>
                <a:gd name="T30" fmla="*/ 425 w 453"/>
                <a:gd name="T31" fmla="*/ 394 h 448"/>
                <a:gd name="T32" fmla="*/ 434 w 453"/>
                <a:gd name="T33" fmla="*/ 415 h 448"/>
                <a:gd name="T34" fmla="*/ 444 w 453"/>
                <a:gd name="T35" fmla="*/ 433 h 448"/>
                <a:gd name="T36" fmla="*/ 453 w 453"/>
                <a:gd name="T37" fmla="*/ 448 h 448"/>
                <a:gd name="T38" fmla="*/ 0 w 453"/>
                <a:gd name="T39" fmla="*/ 448 h 448"/>
                <a:gd name="T40" fmla="*/ 0 w 453"/>
                <a:gd name="T41" fmla="*/ 0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3" h="448">
                  <a:moveTo>
                    <a:pt x="0" y="0"/>
                  </a:moveTo>
                  <a:lnTo>
                    <a:pt x="42" y="36"/>
                  </a:lnTo>
                  <a:lnTo>
                    <a:pt x="88" y="70"/>
                  </a:lnTo>
                  <a:lnTo>
                    <a:pt x="134" y="103"/>
                  </a:lnTo>
                  <a:lnTo>
                    <a:pt x="181" y="131"/>
                  </a:lnTo>
                  <a:lnTo>
                    <a:pt x="227" y="159"/>
                  </a:lnTo>
                  <a:lnTo>
                    <a:pt x="270" y="183"/>
                  </a:lnTo>
                  <a:lnTo>
                    <a:pt x="297" y="200"/>
                  </a:lnTo>
                  <a:lnTo>
                    <a:pt x="320" y="220"/>
                  </a:lnTo>
                  <a:lnTo>
                    <a:pt x="341" y="242"/>
                  </a:lnTo>
                  <a:lnTo>
                    <a:pt x="359" y="266"/>
                  </a:lnTo>
                  <a:lnTo>
                    <a:pt x="375" y="293"/>
                  </a:lnTo>
                  <a:lnTo>
                    <a:pt x="390" y="319"/>
                  </a:lnTo>
                  <a:lnTo>
                    <a:pt x="402" y="344"/>
                  </a:lnTo>
                  <a:lnTo>
                    <a:pt x="414" y="370"/>
                  </a:lnTo>
                  <a:lnTo>
                    <a:pt x="425" y="394"/>
                  </a:lnTo>
                  <a:lnTo>
                    <a:pt x="434" y="415"/>
                  </a:lnTo>
                  <a:lnTo>
                    <a:pt x="444" y="433"/>
                  </a:lnTo>
                  <a:lnTo>
                    <a:pt x="453" y="448"/>
                  </a:lnTo>
                  <a:lnTo>
                    <a:pt x="0" y="448"/>
                  </a:lnTo>
                  <a:lnTo>
                    <a:pt x="0" y="0"/>
                  </a:lnTo>
                  <a:close/>
                </a:path>
              </a:pathLst>
            </a:custGeom>
            <a:solidFill>
              <a:srgbClr val="F79A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10" name="Freeform 146"/>
            <p:cNvSpPr>
              <a:spLocks/>
            </p:cNvSpPr>
            <p:nvPr/>
          </p:nvSpPr>
          <p:spPr bwMode="auto">
            <a:xfrm>
              <a:off x="8826501" y="3379788"/>
              <a:ext cx="68263" cy="63500"/>
            </a:xfrm>
            <a:custGeom>
              <a:avLst/>
              <a:gdLst>
                <a:gd name="T0" fmla="*/ 0 w 305"/>
                <a:gd name="T1" fmla="*/ 0 h 279"/>
                <a:gd name="T2" fmla="*/ 41 w 305"/>
                <a:gd name="T3" fmla="*/ 16 h 279"/>
                <a:gd name="T4" fmla="*/ 83 w 305"/>
                <a:gd name="T5" fmla="*/ 32 h 279"/>
                <a:gd name="T6" fmla="*/ 127 w 305"/>
                <a:gd name="T7" fmla="*/ 48 h 279"/>
                <a:gd name="T8" fmla="*/ 168 w 305"/>
                <a:gd name="T9" fmla="*/ 67 h 279"/>
                <a:gd name="T10" fmla="*/ 209 w 305"/>
                <a:gd name="T11" fmla="*/ 88 h 279"/>
                <a:gd name="T12" fmla="*/ 231 w 305"/>
                <a:gd name="T13" fmla="*/ 105 h 279"/>
                <a:gd name="T14" fmla="*/ 250 w 305"/>
                <a:gd name="T15" fmla="*/ 125 h 279"/>
                <a:gd name="T16" fmla="*/ 266 w 305"/>
                <a:gd name="T17" fmla="*/ 148 h 279"/>
                <a:gd name="T18" fmla="*/ 279 w 305"/>
                <a:gd name="T19" fmla="*/ 173 h 279"/>
                <a:gd name="T20" fmla="*/ 288 w 305"/>
                <a:gd name="T21" fmla="*/ 199 h 279"/>
                <a:gd name="T22" fmla="*/ 296 w 305"/>
                <a:gd name="T23" fmla="*/ 226 h 279"/>
                <a:gd name="T24" fmla="*/ 301 w 305"/>
                <a:gd name="T25" fmla="*/ 253 h 279"/>
                <a:gd name="T26" fmla="*/ 305 w 305"/>
                <a:gd name="T27" fmla="*/ 279 h 279"/>
                <a:gd name="T28" fmla="*/ 0 w 305"/>
                <a:gd name="T29" fmla="*/ 279 h 279"/>
                <a:gd name="T30" fmla="*/ 0 w 305"/>
                <a:gd name="T31"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5" h="279">
                  <a:moveTo>
                    <a:pt x="0" y="0"/>
                  </a:moveTo>
                  <a:lnTo>
                    <a:pt x="41" y="16"/>
                  </a:lnTo>
                  <a:lnTo>
                    <a:pt x="83" y="32"/>
                  </a:lnTo>
                  <a:lnTo>
                    <a:pt x="127" y="48"/>
                  </a:lnTo>
                  <a:lnTo>
                    <a:pt x="168" y="67"/>
                  </a:lnTo>
                  <a:lnTo>
                    <a:pt x="209" y="88"/>
                  </a:lnTo>
                  <a:lnTo>
                    <a:pt x="231" y="105"/>
                  </a:lnTo>
                  <a:lnTo>
                    <a:pt x="250" y="125"/>
                  </a:lnTo>
                  <a:lnTo>
                    <a:pt x="266" y="148"/>
                  </a:lnTo>
                  <a:lnTo>
                    <a:pt x="279" y="173"/>
                  </a:lnTo>
                  <a:lnTo>
                    <a:pt x="288" y="199"/>
                  </a:lnTo>
                  <a:lnTo>
                    <a:pt x="296" y="226"/>
                  </a:lnTo>
                  <a:lnTo>
                    <a:pt x="301" y="253"/>
                  </a:lnTo>
                  <a:lnTo>
                    <a:pt x="305" y="279"/>
                  </a:lnTo>
                  <a:lnTo>
                    <a:pt x="0" y="279"/>
                  </a:lnTo>
                  <a:lnTo>
                    <a:pt x="0" y="0"/>
                  </a:lnTo>
                  <a:close/>
                </a:path>
              </a:pathLst>
            </a:custGeom>
            <a:solidFill>
              <a:srgbClr val="FAD1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11" name="Freeform 147"/>
            <p:cNvSpPr>
              <a:spLocks/>
            </p:cNvSpPr>
            <p:nvPr/>
          </p:nvSpPr>
          <p:spPr bwMode="auto">
            <a:xfrm>
              <a:off x="8874126" y="3281363"/>
              <a:ext cx="26988" cy="26988"/>
            </a:xfrm>
            <a:custGeom>
              <a:avLst/>
              <a:gdLst>
                <a:gd name="T0" fmla="*/ 58 w 116"/>
                <a:gd name="T1" fmla="*/ 0 h 117"/>
                <a:gd name="T2" fmla="*/ 76 w 116"/>
                <a:gd name="T3" fmla="*/ 3 h 117"/>
                <a:gd name="T4" fmla="*/ 92 w 116"/>
                <a:gd name="T5" fmla="*/ 11 h 117"/>
                <a:gd name="T6" fmla="*/ 105 w 116"/>
                <a:gd name="T7" fmla="*/ 24 h 117"/>
                <a:gd name="T8" fmla="*/ 112 w 116"/>
                <a:gd name="T9" fmla="*/ 40 h 117"/>
                <a:gd name="T10" fmla="*/ 116 w 116"/>
                <a:gd name="T11" fmla="*/ 59 h 117"/>
                <a:gd name="T12" fmla="*/ 112 w 116"/>
                <a:gd name="T13" fmla="*/ 77 h 117"/>
                <a:gd name="T14" fmla="*/ 105 w 116"/>
                <a:gd name="T15" fmla="*/ 94 h 117"/>
                <a:gd name="T16" fmla="*/ 92 w 116"/>
                <a:gd name="T17" fmla="*/ 106 h 117"/>
                <a:gd name="T18" fmla="*/ 76 w 116"/>
                <a:gd name="T19" fmla="*/ 115 h 117"/>
                <a:gd name="T20" fmla="*/ 58 w 116"/>
                <a:gd name="T21" fmla="*/ 117 h 117"/>
                <a:gd name="T22" fmla="*/ 39 w 116"/>
                <a:gd name="T23" fmla="*/ 115 h 117"/>
                <a:gd name="T24" fmla="*/ 24 w 116"/>
                <a:gd name="T25" fmla="*/ 106 h 117"/>
                <a:gd name="T26" fmla="*/ 12 w 116"/>
                <a:gd name="T27" fmla="*/ 94 h 117"/>
                <a:gd name="T28" fmla="*/ 4 w 116"/>
                <a:gd name="T29" fmla="*/ 77 h 117"/>
                <a:gd name="T30" fmla="*/ 0 w 116"/>
                <a:gd name="T31" fmla="*/ 59 h 117"/>
                <a:gd name="T32" fmla="*/ 4 w 116"/>
                <a:gd name="T33" fmla="*/ 40 h 117"/>
                <a:gd name="T34" fmla="*/ 12 w 116"/>
                <a:gd name="T35" fmla="*/ 24 h 117"/>
                <a:gd name="T36" fmla="*/ 24 w 116"/>
                <a:gd name="T37" fmla="*/ 11 h 117"/>
                <a:gd name="T38" fmla="*/ 39 w 116"/>
                <a:gd name="T39" fmla="*/ 3 h 117"/>
                <a:gd name="T40" fmla="*/ 58 w 116"/>
                <a:gd name="T4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6" h="117">
                  <a:moveTo>
                    <a:pt x="58" y="0"/>
                  </a:moveTo>
                  <a:lnTo>
                    <a:pt x="76" y="3"/>
                  </a:lnTo>
                  <a:lnTo>
                    <a:pt x="92" y="11"/>
                  </a:lnTo>
                  <a:lnTo>
                    <a:pt x="105" y="24"/>
                  </a:lnTo>
                  <a:lnTo>
                    <a:pt x="112" y="40"/>
                  </a:lnTo>
                  <a:lnTo>
                    <a:pt x="116" y="59"/>
                  </a:lnTo>
                  <a:lnTo>
                    <a:pt x="112" y="77"/>
                  </a:lnTo>
                  <a:lnTo>
                    <a:pt x="105" y="94"/>
                  </a:lnTo>
                  <a:lnTo>
                    <a:pt x="92" y="106"/>
                  </a:lnTo>
                  <a:lnTo>
                    <a:pt x="76" y="115"/>
                  </a:lnTo>
                  <a:lnTo>
                    <a:pt x="58" y="117"/>
                  </a:lnTo>
                  <a:lnTo>
                    <a:pt x="39" y="115"/>
                  </a:lnTo>
                  <a:lnTo>
                    <a:pt x="24" y="106"/>
                  </a:lnTo>
                  <a:lnTo>
                    <a:pt x="12" y="94"/>
                  </a:lnTo>
                  <a:lnTo>
                    <a:pt x="4" y="77"/>
                  </a:lnTo>
                  <a:lnTo>
                    <a:pt x="0" y="59"/>
                  </a:lnTo>
                  <a:lnTo>
                    <a:pt x="4" y="40"/>
                  </a:lnTo>
                  <a:lnTo>
                    <a:pt x="12" y="24"/>
                  </a:lnTo>
                  <a:lnTo>
                    <a:pt x="24" y="11"/>
                  </a:lnTo>
                  <a:lnTo>
                    <a:pt x="39" y="3"/>
                  </a:lnTo>
                  <a:lnTo>
                    <a:pt x="58"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12" name="Freeform 148"/>
            <p:cNvSpPr>
              <a:spLocks/>
            </p:cNvSpPr>
            <p:nvPr/>
          </p:nvSpPr>
          <p:spPr bwMode="auto">
            <a:xfrm>
              <a:off x="8845551" y="3363913"/>
              <a:ext cx="39688" cy="41275"/>
            </a:xfrm>
            <a:custGeom>
              <a:avLst/>
              <a:gdLst>
                <a:gd name="T0" fmla="*/ 88 w 176"/>
                <a:gd name="T1" fmla="*/ 0 h 180"/>
                <a:gd name="T2" fmla="*/ 111 w 176"/>
                <a:gd name="T3" fmla="*/ 3 h 180"/>
                <a:gd name="T4" fmla="*/ 132 w 176"/>
                <a:gd name="T5" fmla="*/ 12 h 180"/>
                <a:gd name="T6" fmla="*/ 150 w 176"/>
                <a:gd name="T7" fmla="*/ 27 h 180"/>
                <a:gd name="T8" fmla="*/ 164 w 176"/>
                <a:gd name="T9" fmla="*/ 45 h 180"/>
                <a:gd name="T10" fmla="*/ 173 w 176"/>
                <a:gd name="T11" fmla="*/ 66 h 180"/>
                <a:gd name="T12" fmla="*/ 176 w 176"/>
                <a:gd name="T13" fmla="*/ 90 h 180"/>
                <a:gd name="T14" fmla="*/ 173 w 176"/>
                <a:gd name="T15" fmla="*/ 113 h 180"/>
                <a:gd name="T16" fmla="*/ 164 w 176"/>
                <a:gd name="T17" fmla="*/ 135 h 180"/>
                <a:gd name="T18" fmla="*/ 150 w 176"/>
                <a:gd name="T19" fmla="*/ 153 h 180"/>
                <a:gd name="T20" fmla="*/ 132 w 176"/>
                <a:gd name="T21" fmla="*/ 167 h 180"/>
                <a:gd name="T22" fmla="*/ 111 w 176"/>
                <a:gd name="T23" fmla="*/ 177 h 180"/>
                <a:gd name="T24" fmla="*/ 88 w 176"/>
                <a:gd name="T25" fmla="*/ 180 h 180"/>
                <a:gd name="T26" fmla="*/ 65 w 176"/>
                <a:gd name="T27" fmla="*/ 177 h 180"/>
                <a:gd name="T28" fmla="*/ 44 w 176"/>
                <a:gd name="T29" fmla="*/ 167 h 180"/>
                <a:gd name="T30" fmla="*/ 26 w 176"/>
                <a:gd name="T31" fmla="*/ 153 h 180"/>
                <a:gd name="T32" fmla="*/ 12 w 176"/>
                <a:gd name="T33" fmla="*/ 135 h 180"/>
                <a:gd name="T34" fmla="*/ 4 w 176"/>
                <a:gd name="T35" fmla="*/ 113 h 180"/>
                <a:gd name="T36" fmla="*/ 0 w 176"/>
                <a:gd name="T37" fmla="*/ 90 h 180"/>
                <a:gd name="T38" fmla="*/ 4 w 176"/>
                <a:gd name="T39" fmla="*/ 66 h 180"/>
                <a:gd name="T40" fmla="*/ 12 w 176"/>
                <a:gd name="T41" fmla="*/ 45 h 180"/>
                <a:gd name="T42" fmla="*/ 26 w 176"/>
                <a:gd name="T43" fmla="*/ 27 h 180"/>
                <a:gd name="T44" fmla="*/ 44 w 176"/>
                <a:gd name="T45" fmla="*/ 12 h 180"/>
                <a:gd name="T46" fmla="*/ 65 w 176"/>
                <a:gd name="T47" fmla="*/ 3 h 180"/>
                <a:gd name="T48" fmla="*/ 88 w 176"/>
                <a:gd name="T49" fmla="*/ 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6" h="180">
                  <a:moveTo>
                    <a:pt x="88" y="0"/>
                  </a:moveTo>
                  <a:lnTo>
                    <a:pt x="111" y="3"/>
                  </a:lnTo>
                  <a:lnTo>
                    <a:pt x="132" y="12"/>
                  </a:lnTo>
                  <a:lnTo>
                    <a:pt x="150" y="27"/>
                  </a:lnTo>
                  <a:lnTo>
                    <a:pt x="164" y="45"/>
                  </a:lnTo>
                  <a:lnTo>
                    <a:pt x="173" y="66"/>
                  </a:lnTo>
                  <a:lnTo>
                    <a:pt x="176" y="90"/>
                  </a:lnTo>
                  <a:lnTo>
                    <a:pt x="173" y="113"/>
                  </a:lnTo>
                  <a:lnTo>
                    <a:pt x="164" y="135"/>
                  </a:lnTo>
                  <a:lnTo>
                    <a:pt x="150" y="153"/>
                  </a:lnTo>
                  <a:lnTo>
                    <a:pt x="132" y="167"/>
                  </a:lnTo>
                  <a:lnTo>
                    <a:pt x="111" y="177"/>
                  </a:lnTo>
                  <a:lnTo>
                    <a:pt x="88" y="180"/>
                  </a:lnTo>
                  <a:lnTo>
                    <a:pt x="65" y="177"/>
                  </a:lnTo>
                  <a:lnTo>
                    <a:pt x="44" y="167"/>
                  </a:lnTo>
                  <a:lnTo>
                    <a:pt x="26" y="153"/>
                  </a:lnTo>
                  <a:lnTo>
                    <a:pt x="12" y="135"/>
                  </a:lnTo>
                  <a:lnTo>
                    <a:pt x="4" y="113"/>
                  </a:lnTo>
                  <a:lnTo>
                    <a:pt x="0" y="90"/>
                  </a:lnTo>
                  <a:lnTo>
                    <a:pt x="4" y="66"/>
                  </a:lnTo>
                  <a:lnTo>
                    <a:pt x="12" y="45"/>
                  </a:lnTo>
                  <a:lnTo>
                    <a:pt x="26" y="27"/>
                  </a:lnTo>
                  <a:lnTo>
                    <a:pt x="44" y="12"/>
                  </a:lnTo>
                  <a:lnTo>
                    <a:pt x="65" y="3"/>
                  </a:lnTo>
                  <a:lnTo>
                    <a:pt x="88"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13" name="Freeform 149"/>
            <p:cNvSpPr>
              <a:spLocks/>
            </p:cNvSpPr>
            <p:nvPr/>
          </p:nvSpPr>
          <p:spPr bwMode="auto">
            <a:xfrm>
              <a:off x="8829676" y="3235325"/>
              <a:ext cx="26988" cy="26988"/>
            </a:xfrm>
            <a:custGeom>
              <a:avLst/>
              <a:gdLst>
                <a:gd name="T0" fmla="*/ 58 w 115"/>
                <a:gd name="T1" fmla="*/ 0 h 118"/>
                <a:gd name="T2" fmla="*/ 76 w 115"/>
                <a:gd name="T3" fmla="*/ 3 h 118"/>
                <a:gd name="T4" fmla="*/ 92 w 115"/>
                <a:gd name="T5" fmla="*/ 12 h 118"/>
                <a:gd name="T6" fmla="*/ 104 w 115"/>
                <a:gd name="T7" fmla="*/ 24 h 118"/>
                <a:gd name="T8" fmla="*/ 112 w 115"/>
                <a:gd name="T9" fmla="*/ 41 h 118"/>
                <a:gd name="T10" fmla="*/ 115 w 115"/>
                <a:gd name="T11" fmla="*/ 59 h 118"/>
                <a:gd name="T12" fmla="*/ 112 w 115"/>
                <a:gd name="T13" fmla="*/ 78 h 118"/>
                <a:gd name="T14" fmla="*/ 104 w 115"/>
                <a:gd name="T15" fmla="*/ 94 h 118"/>
                <a:gd name="T16" fmla="*/ 92 w 115"/>
                <a:gd name="T17" fmla="*/ 107 h 118"/>
                <a:gd name="T18" fmla="*/ 76 w 115"/>
                <a:gd name="T19" fmla="*/ 115 h 118"/>
                <a:gd name="T20" fmla="*/ 58 w 115"/>
                <a:gd name="T21" fmla="*/ 118 h 118"/>
                <a:gd name="T22" fmla="*/ 40 w 115"/>
                <a:gd name="T23" fmla="*/ 115 h 118"/>
                <a:gd name="T24" fmla="*/ 24 w 115"/>
                <a:gd name="T25" fmla="*/ 107 h 118"/>
                <a:gd name="T26" fmla="*/ 12 w 115"/>
                <a:gd name="T27" fmla="*/ 94 h 118"/>
                <a:gd name="T28" fmla="*/ 3 w 115"/>
                <a:gd name="T29" fmla="*/ 78 h 118"/>
                <a:gd name="T30" fmla="*/ 0 w 115"/>
                <a:gd name="T31" fmla="*/ 59 h 118"/>
                <a:gd name="T32" fmla="*/ 3 w 115"/>
                <a:gd name="T33" fmla="*/ 41 h 118"/>
                <a:gd name="T34" fmla="*/ 12 w 115"/>
                <a:gd name="T35" fmla="*/ 24 h 118"/>
                <a:gd name="T36" fmla="*/ 24 w 115"/>
                <a:gd name="T37" fmla="*/ 12 h 118"/>
                <a:gd name="T38" fmla="*/ 40 w 115"/>
                <a:gd name="T39" fmla="*/ 3 h 118"/>
                <a:gd name="T40" fmla="*/ 58 w 115"/>
                <a:gd name="T41"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5" h="118">
                  <a:moveTo>
                    <a:pt x="58" y="0"/>
                  </a:moveTo>
                  <a:lnTo>
                    <a:pt x="76" y="3"/>
                  </a:lnTo>
                  <a:lnTo>
                    <a:pt x="92" y="12"/>
                  </a:lnTo>
                  <a:lnTo>
                    <a:pt x="104" y="24"/>
                  </a:lnTo>
                  <a:lnTo>
                    <a:pt x="112" y="41"/>
                  </a:lnTo>
                  <a:lnTo>
                    <a:pt x="115" y="59"/>
                  </a:lnTo>
                  <a:lnTo>
                    <a:pt x="112" y="78"/>
                  </a:lnTo>
                  <a:lnTo>
                    <a:pt x="104" y="94"/>
                  </a:lnTo>
                  <a:lnTo>
                    <a:pt x="92" y="107"/>
                  </a:lnTo>
                  <a:lnTo>
                    <a:pt x="76" y="115"/>
                  </a:lnTo>
                  <a:lnTo>
                    <a:pt x="58" y="118"/>
                  </a:lnTo>
                  <a:lnTo>
                    <a:pt x="40" y="115"/>
                  </a:lnTo>
                  <a:lnTo>
                    <a:pt x="24" y="107"/>
                  </a:lnTo>
                  <a:lnTo>
                    <a:pt x="12" y="94"/>
                  </a:lnTo>
                  <a:lnTo>
                    <a:pt x="3" y="78"/>
                  </a:lnTo>
                  <a:lnTo>
                    <a:pt x="0" y="59"/>
                  </a:lnTo>
                  <a:lnTo>
                    <a:pt x="3" y="41"/>
                  </a:lnTo>
                  <a:lnTo>
                    <a:pt x="12" y="24"/>
                  </a:lnTo>
                  <a:lnTo>
                    <a:pt x="24" y="12"/>
                  </a:lnTo>
                  <a:lnTo>
                    <a:pt x="40" y="3"/>
                  </a:lnTo>
                  <a:lnTo>
                    <a:pt x="58"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14" name="Freeform 150"/>
            <p:cNvSpPr>
              <a:spLocks noEditPoints="1"/>
            </p:cNvSpPr>
            <p:nvPr/>
          </p:nvSpPr>
          <p:spPr bwMode="auto">
            <a:xfrm>
              <a:off x="8621713" y="3138488"/>
              <a:ext cx="485775" cy="355600"/>
            </a:xfrm>
            <a:custGeom>
              <a:avLst/>
              <a:gdLst>
                <a:gd name="T0" fmla="*/ 225 w 2136"/>
                <a:gd name="T1" fmla="*/ 450 h 1574"/>
                <a:gd name="T2" fmla="*/ 562 w 2136"/>
                <a:gd name="T3" fmla="*/ 450 h 1574"/>
                <a:gd name="T4" fmla="*/ 562 w 2136"/>
                <a:gd name="T5" fmla="*/ 562 h 1574"/>
                <a:gd name="T6" fmla="*/ 225 w 2136"/>
                <a:gd name="T7" fmla="*/ 562 h 1574"/>
                <a:gd name="T8" fmla="*/ 225 w 2136"/>
                <a:gd name="T9" fmla="*/ 450 h 1574"/>
                <a:gd name="T10" fmla="*/ 225 w 2136"/>
                <a:gd name="T11" fmla="*/ 225 h 1574"/>
                <a:gd name="T12" fmla="*/ 562 w 2136"/>
                <a:gd name="T13" fmla="*/ 225 h 1574"/>
                <a:gd name="T14" fmla="*/ 562 w 2136"/>
                <a:gd name="T15" fmla="*/ 337 h 1574"/>
                <a:gd name="T16" fmla="*/ 225 w 2136"/>
                <a:gd name="T17" fmla="*/ 337 h 1574"/>
                <a:gd name="T18" fmla="*/ 225 w 2136"/>
                <a:gd name="T19" fmla="*/ 225 h 1574"/>
                <a:gd name="T20" fmla="*/ 787 w 2136"/>
                <a:gd name="T21" fmla="*/ 112 h 1574"/>
                <a:gd name="T22" fmla="*/ 787 w 2136"/>
                <a:gd name="T23" fmla="*/ 1462 h 1574"/>
                <a:gd name="T24" fmla="*/ 2024 w 2136"/>
                <a:gd name="T25" fmla="*/ 1462 h 1574"/>
                <a:gd name="T26" fmla="*/ 2024 w 2136"/>
                <a:gd name="T27" fmla="*/ 112 h 1574"/>
                <a:gd name="T28" fmla="*/ 787 w 2136"/>
                <a:gd name="T29" fmla="*/ 112 h 1574"/>
                <a:gd name="T30" fmla="*/ 112 w 2136"/>
                <a:gd name="T31" fmla="*/ 112 h 1574"/>
                <a:gd name="T32" fmla="*/ 112 w 2136"/>
                <a:gd name="T33" fmla="*/ 1462 h 1574"/>
                <a:gd name="T34" fmla="*/ 674 w 2136"/>
                <a:gd name="T35" fmla="*/ 1462 h 1574"/>
                <a:gd name="T36" fmla="*/ 674 w 2136"/>
                <a:gd name="T37" fmla="*/ 112 h 1574"/>
                <a:gd name="T38" fmla="*/ 112 w 2136"/>
                <a:gd name="T39" fmla="*/ 112 h 1574"/>
                <a:gd name="T40" fmla="*/ 0 w 2136"/>
                <a:gd name="T41" fmla="*/ 0 h 1574"/>
                <a:gd name="T42" fmla="*/ 2136 w 2136"/>
                <a:gd name="T43" fmla="*/ 0 h 1574"/>
                <a:gd name="T44" fmla="*/ 2136 w 2136"/>
                <a:gd name="T45" fmla="*/ 1574 h 1574"/>
                <a:gd name="T46" fmla="*/ 0 w 2136"/>
                <a:gd name="T47" fmla="*/ 1574 h 1574"/>
                <a:gd name="T48" fmla="*/ 0 w 2136"/>
                <a:gd name="T49" fmla="*/ 0 h 1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36" h="1574">
                  <a:moveTo>
                    <a:pt x="225" y="450"/>
                  </a:moveTo>
                  <a:lnTo>
                    <a:pt x="562" y="450"/>
                  </a:lnTo>
                  <a:lnTo>
                    <a:pt x="562" y="562"/>
                  </a:lnTo>
                  <a:lnTo>
                    <a:pt x="225" y="562"/>
                  </a:lnTo>
                  <a:lnTo>
                    <a:pt x="225" y="450"/>
                  </a:lnTo>
                  <a:close/>
                  <a:moveTo>
                    <a:pt x="225" y="225"/>
                  </a:moveTo>
                  <a:lnTo>
                    <a:pt x="562" y="225"/>
                  </a:lnTo>
                  <a:lnTo>
                    <a:pt x="562" y="337"/>
                  </a:lnTo>
                  <a:lnTo>
                    <a:pt x="225" y="337"/>
                  </a:lnTo>
                  <a:lnTo>
                    <a:pt x="225" y="225"/>
                  </a:lnTo>
                  <a:close/>
                  <a:moveTo>
                    <a:pt x="787" y="112"/>
                  </a:moveTo>
                  <a:lnTo>
                    <a:pt x="787" y="1462"/>
                  </a:lnTo>
                  <a:lnTo>
                    <a:pt x="2024" y="1462"/>
                  </a:lnTo>
                  <a:lnTo>
                    <a:pt x="2024" y="112"/>
                  </a:lnTo>
                  <a:lnTo>
                    <a:pt x="787" y="112"/>
                  </a:lnTo>
                  <a:close/>
                  <a:moveTo>
                    <a:pt x="112" y="112"/>
                  </a:moveTo>
                  <a:lnTo>
                    <a:pt x="112" y="1462"/>
                  </a:lnTo>
                  <a:lnTo>
                    <a:pt x="674" y="1462"/>
                  </a:lnTo>
                  <a:lnTo>
                    <a:pt x="674" y="112"/>
                  </a:lnTo>
                  <a:lnTo>
                    <a:pt x="112" y="112"/>
                  </a:lnTo>
                  <a:close/>
                  <a:moveTo>
                    <a:pt x="0" y="0"/>
                  </a:moveTo>
                  <a:lnTo>
                    <a:pt x="2136" y="0"/>
                  </a:lnTo>
                  <a:lnTo>
                    <a:pt x="2136" y="1574"/>
                  </a:lnTo>
                  <a:lnTo>
                    <a:pt x="0" y="1574"/>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842" name="Group 841"/>
          <p:cNvGrpSpPr>
            <a:grpSpLocks noChangeAspect="1"/>
          </p:cNvGrpSpPr>
          <p:nvPr/>
        </p:nvGrpSpPr>
        <p:grpSpPr>
          <a:xfrm>
            <a:off x="8463597" y="3038445"/>
            <a:ext cx="536575" cy="409575"/>
            <a:chOff x="9577388" y="3132138"/>
            <a:chExt cx="536575" cy="409575"/>
          </a:xfrm>
        </p:grpSpPr>
        <p:sp useBgFill="1">
          <p:nvSpPr>
            <p:cNvPr id="718" name="Freeform 155"/>
            <p:cNvSpPr>
              <a:spLocks/>
            </p:cNvSpPr>
            <p:nvPr/>
          </p:nvSpPr>
          <p:spPr bwMode="auto">
            <a:xfrm>
              <a:off x="9577388" y="3132138"/>
              <a:ext cx="536575" cy="409575"/>
            </a:xfrm>
            <a:custGeom>
              <a:avLst/>
              <a:gdLst>
                <a:gd name="T0" fmla="*/ 113 w 2362"/>
                <a:gd name="T1" fmla="*/ 0 h 1800"/>
                <a:gd name="T2" fmla="*/ 2249 w 2362"/>
                <a:gd name="T3" fmla="*/ 0 h 1800"/>
                <a:gd name="T4" fmla="*/ 2275 w 2362"/>
                <a:gd name="T5" fmla="*/ 3 h 1800"/>
                <a:gd name="T6" fmla="*/ 2299 w 2362"/>
                <a:gd name="T7" fmla="*/ 12 h 1800"/>
                <a:gd name="T8" fmla="*/ 2320 w 2362"/>
                <a:gd name="T9" fmla="*/ 25 h 1800"/>
                <a:gd name="T10" fmla="*/ 2337 w 2362"/>
                <a:gd name="T11" fmla="*/ 42 h 1800"/>
                <a:gd name="T12" fmla="*/ 2350 w 2362"/>
                <a:gd name="T13" fmla="*/ 63 h 1800"/>
                <a:gd name="T14" fmla="*/ 2359 w 2362"/>
                <a:gd name="T15" fmla="*/ 87 h 1800"/>
                <a:gd name="T16" fmla="*/ 2362 w 2362"/>
                <a:gd name="T17" fmla="*/ 113 h 1800"/>
                <a:gd name="T18" fmla="*/ 2362 w 2362"/>
                <a:gd name="T19" fmla="*/ 1687 h 1800"/>
                <a:gd name="T20" fmla="*/ 2359 w 2362"/>
                <a:gd name="T21" fmla="*/ 1713 h 1800"/>
                <a:gd name="T22" fmla="*/ 2350 w 2362"/>
                <a:gd name="T23" fmla="*/ 1737 h 1800"/>
                <a:gd name="T24" fmla="*/ 2337 w 2362"/>
                <a:gd name="T25" fmla="*/ 1758 h 1800"/>
                <a:gd name="T26" fmla="*/ 2320 w 2362"/>
                <a:gd name="T27" fmla="*/ 1775 h 1800"/>
                <a:gd name="T28" fmla="*/ 2299 w 2362"/>
                <a:gd name="T29" fmla="*/ 1788 h 1800"/>
                <a:gd name="T30" fmla="*/ 2275 w 2362"/>
                <a:gd name="T31" fmla="*/ 1797 h 1800"/>
                <a:gd name="T32" fmla="*/ 2249 w 2362"/>
                <a:gd name="T33" fmla="*/ 1800 h 1800"/>
                <a:gd name="T34" fmla="*/ 113 w 2362"/>
                <a:gd name="T35" fmla="*/ 1800 h 1800"/>
                <a:gd name="T36" fmla="*/ 87 w 2362"/>
                <a:gd name="T37" fmla="*/ 1797 h 1800"/>
                <a:gd name="T38" fmla="*/ 63 w 2362"/>
                <a:gd name="T39" fmla="*/ 1788 h 1800"/>
                <a:gd name="T40" fmla="*/ 42 w 2362"/>
                <a:gd name="T41" fmla="*/ 1775 h 1800"/>
                <a:gd name="T42" fmla="*/ 25 w 2362"/>
                <a:gd name="T43" fmla="*/ 1758 h 1800"/>
                <a:gd name="T44" fmla="*/ 12 w 2362"/>
                <a:gd name="T45" fmla="*/ 1737 h 1800"/>
                <a:gd name="T46" fmla="*/ 3 w 2362"/>
                <a:gd name="T47" fmla="*/ 1713 h 1800"/>
                <a:gd name="T48" fmla="*/ 0 w 2362"/>
                <a:gd name="T49" fmla="*/ 1687 h 1800"/>
                <a:gd name="T50" fmla="*/ 0 w 2362"/>
                <a:gd name="T51" fmla="*/ 113 h 1800"/>
                <a:gd name="T52" fmla="*/ 3 w 2362"/>
                <a:gd name="T53" fmla="*/ 87 h 1800"/>
                <a:gd name="T54" fmla="*/ 12 w 2362"/>
                <a:gd name="T55" fmla="*/ 63 h 1800"/>
                <a:gd name="T56" fmla="*/ 25 w 2362"/>
                <a:gd name="T57" fmla="*/ 42 h 1800"/>
                <a:gd name="T58" fmla="*/ 42 w 2362"/>
                <a:gd name="T59" fmla="*/ 25 h 1800"/>
                <a:gd name="T60" fmla="*/ 63 w 2362"/>
                <a:gd name="T61" fmla="*/ 12 h 1800"/>
                <a:gd name="T62" fmla="*/ 87 w 2362"/>
                <a:gd name="T63" fmla="*/ 3 h 1800"/>
                <a:gd name="T64" fmla="*/ 113 w 2362"/>
                <a:gd name="T65" fmla="*/ 0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00">
                  <a:moveTo>
                    <a:pt x="113" y="0"/>
                  </a:moveTo>
                  <a:lnTo>
                    <a:pt x="2249" y="0"/>
                  </a:lnTo>
                  <a:lnTo>
                    <a:pt x="2275" y="3"/>
                  </a:lnTo>
                  <a:lnTo>
                    <a:pt x="2299" y="12"/>
                  </a:lnTo>
                  <a:lnTo>
                    <a:pt x="2320" y="25"/>
                  </a:lnTo>
                  <a:lnTo>
                    <a:pt x="2337" y="42"/>
                  </a:lnTo>
                  <a:lnTo>
                    <a:pt x="2350" y="63"/>
                  </a:lnTo>
                  <a:lnTo>
                    <a:pt x="2359" y="87"/>
                  </a:lnTo>
                  <a:lnTo>
                    <a:pt x="2362" y="113"/>
                  </a:lnTo>
                  <a:lnTo>
                    <a:pt x="2362" y="1687"/>
                  </a:lnTo>
                  <a:lnTo>
                    <a:pt x="2359" y="1713"/>
                  </a:lnTo>
                  <a:lnTo>
                    <a:pt x="2350" y="1737"/>
                  </a:lnTo>
                  <a:lnTo>
                    <a:pt x="2337" y="1758"/>
                  </a:lnTo>
                  <a:lnTo>
                    <a:pt x="2320" y="1775"/>
                  </a:lnTo>
                  <a:lnTo>
                    <a:pt x="2299" y="1788"/>
                  </a:lnTo>
                  <a:lnTo>
                    <a:pt x="2275" y="1797"/>
                  </a:lnTo>
                  <a:lnTo>
                    <a:pt x="2249" y="1800"/>
                  </a:lnTo>
                  <a:lnTo>
                    <a:pt x="113" y="1800"/>
                  </a:lnTo>
                  <a:lnTo>
                    <a:pt x="87" y="1797"/>
                  </a:lnTo>
                  <a:lnTo>
                    <a:pt x="63" y="1788"/>
                  </a:lnTo>
                  <a:lnTo>
                    <a:pt x="42" y="1775"/>
                  </a:lnTo>
                  <a:lnTo>
                    <a:pt x="25" y="1758"/>
                  </a:lnTo>
                  <a:lnTo>
                    <a:pt x="12" y="1737"/>
                  </a:lnTo>
                  <a:lnTo>
                    <a:pt x="3" y="1713"/>
                  </a:lnTo>
                  <a:lnTo>
                    <a:pt x="0" y="1687"/>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19" name="Rectangle 156"/>
            <p:cNvSpPr>
              <a:spLocks noChangeArrowheads="1"/>
            </p:cNvSpPr>
            <p:nvPr/>
          </p:nvSpPr>
          <p:spPr bwMode="auto">
            <a:xfrm>
              <a:off x="9820276" y="3209926"/>
              <a:ext cx="215900" cy="127000"/>
            </a:xfrm>
            <a:prstGeom prst="rect">
              <a:avLst/>
            </a:prstGeom>
            <a:solidFill>
              <a:srgbClr val="7FD9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20" name="Freeform 157"/>
            <p:cNvSpPr>
              <a:spLocks/>
            </p:cNvSpPr>
            <p:nvPr/>
          </p:nvSpPr>
          <p:spPr bwMode="auto">
            <a:xfrm>
              <a:off x="9820276" y="3209926"/>
              <a:ext cx="215900" cy="127000"/>
            </a:xfrm>
            <a:custGeom>
              <a:avLst/>
              <a:gdLst>
                <a:gd name="T0" fmla="*/ 303 w 955"/>
                <a:gd name="T1" fmla="*/ 0 h 562"/>
                <a:gd name="T2" fmla="*/ 314 w 955"/>
                <a:gd name="T3" fmla="*/ 6 h 562"/>
                <a:gd name="T4" fmla="*/ 339 w 955"/>
                <a:gd name="T5" fmla="*/ 34 h 562"/>
                <a:gd name="T6" fmla="*/ 367 w 955"/>
                <a:gd name="T7" fmla="*/ 74 h 562"/>
                <a:gd name="T8" fmla="*/ 391 w 955"/>
                <a:gd name="T9" fmla="*/ 121 h 562"/>
                <a:gd name="T10" fmla="*/ 407 w 955"/>
                <a:gd name="T11" fmla="*/ 171 h 562"/>
                <a:gd name="T12" fmla="*/ 411 w 955"/>
                <a:gd name="T13" fmla="*/ 222 h 562"/>
                <a:gd name="T14" fmla="*/ 410 w 955"/>
                <a:gd name="T15" fmla="*/ 268 h 562"/>
                <a:gd name="T16" fmla="*/ 410 w 955"/>
                <a:gd name="T17" fmla="*/ 301 h 562"/>
                <a:gd name="T18" fmla="*/ 424 w 955"/>
                <a:gd name="T19" fmla="*/ 329 h 562"/>
                <a:gd name="T20" fmla="*/ 445 w 955"/>
                <a:gd name="T21" fmla="*/ 356 h 562"/>
                <a:gd name="T22" fmla="*/ 464 w 955"/>
                <a:gd name="T23" fmla="*/ 379 h 562"/>
                <a:gd name="T24" fmla="*/ 484 w 955"/>
                <a:gd name="T25" fmla="*/ 400 h 562"/>
                <a:gd name="T26" fmla="*/ 500 w 955"/>
                <a:gd name="T27" fmla="*/ 397 h 562"/>
                <a:gd name="T28" fmla="*/ 514 w 955"/>
                <a:gd name="T29" fmla="*/ 368 h 562"/>
                <a:gd name="T30" fmla="*/ 527 w 955"/>
                <a:gd name="T31" fmla="*/ 331 h 562"/>
                <a:gd name="T32" fmla="*/ 536 w 955"/>
                <a:gd name="T33" fmla="*/ 298 h 562"/>
                <a:gd name="T34" fmla="*/ 541 w 955"/>
                <a:gd name="T35" fmla="*/ 268 h 562"/>
                <a:gd name="T36" fmla="*/ 562 w 955"/>
                <a:gd name="T37" fmla="*/ 231 h 562"/>
                <a:gd name="T38" fmla="*/ 595 w 955"/>
                <a:gd name="T39" fmla="*/ 196 h 562"/>
                <a:gd name="T40" fmla="*/ 628 w 955"/>
                <a:gd name="T41" fmla="*/ 168 h 562"/>
                <a:gd name="T42" fmla="*/ 648 w 955"/>
                <a:gd name="T43" fmla="*/ 154 h 562"/>
                <a:gd name="T44" fmla="*/ 666 w 955"/>
                <a:gd name="T45" fmla="*/ 148 h 562"/>
                <a:gd name="T46" fmla="*/ 695 w 955"/>
                <a:gd name="T47" fmla="*/ 143 h 562"/>
                <a:gd name="T48" fmla="*/ 744 w 955"/>
                <a:gd name="T49" fmla="*/ 138 h 562"/>
                <a:gd name="T50" fmla="*/ 793 w 955"/>
                <a:gd name="T51" fmla="*/ 135 h 562"/>
                <a:gd name="T52" fmla="*/ 812 w 955"/>
                <a:gd name="T53" fmla="*/ 130 h 562"/>
                <a:gd name="T54" fmla="*/ 802 w 955"/>
                <a:gd name="T55" fmla="*/ 115 h 562"/>
                <a:gd name="T56" fmla="*/ 779 w 955"/>
                <a:gd name="T57" fmla="*/ 95 h 562"/>
                <a:gd name="T58" fmla="*/ 767 w 955"/>
                <a:gd name="T59" fmla="*/ 72 h 562"/>
                <a:gd name="T60" fmla="*/ 769 w 955"/>
                <a:gd name="T61" fmla="*/ 41 h 562"/>
                <a:gd name="T62" fmla="*/ 782 w 955"/>
                <a:gd name="T63" fmla="*/ 0 h 562"/>
                <a:gd name="T64" fmla="*/ 955 w 955"/>
                <a:gd name="T65" fmla="*/ 562 h 562"/>
                <a:gd name="T66" fmla="*/ 0 w 955"/>
                <a:gd name="T67" fmla="*/ 0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55" h="562">
                  <a:moveTo>
                    <a:pt x="0" y="0"/>
                  </a:moveTo>
                  <a:lnTo>
                    <a:pt x="303" y="0"/>
                  </a:lnTo>
                  <a:lnTo>
                    <a:pt x="304" y="0"/>
                  </a:lnTo>
                  <a:lnTo>
                    <a:pt x="314" y="6"/>
                  </a:lnTo>
                  <a:lnTo>
                    <a:pt x="325" y="18"/>
                  </a:lnTo>
                  <a:lnTo>
                    <a:pt x="339" y="34"/>
                  </a:lnTo>
                  <a:lnTo>
                    <a:pt x="353" y="52"/>
                  </a:lnTo>
                  <a:lnTo>
                    <a:pt x="367" y="74"/>
                  </a:lnTo>
                  <a:lnTo>
                    <a:pt x="379" y="97"/>
                  </a:lnTo>
                  <a:lnTo>
                    <a:pt x="391" y="121"/>
                  </a:lnTo>
                  <a:lnTo>
                    <a:pt x="400" y="147"/>
                  </a:lnTo>
                  <a:lnTo>
                    <a:pt x="407" y="171"/>
                  </a:lnTo>
                  <a:lnTo>
                    <a:pt x="411" y="194"/>
                  </a:lnTo>
                  <a:lnTo>
                    <a:pt x="411" y="222"/>
                  </a:lnTo>
                  <a:lnTo>
                    <a:pt x="410" y="254"/>
                  </a:lnTo>
                  <a:lnTo>
                    <a:pt x="410" y="268"/>
                  </a:lnTo>
                  <a:lnTo>
                    <a:pt x="410" y="285"/>
                  </a:lnTo>
                  <a:lnTo>
                    <a:pt x="410" y="301"/>
                  </a:lnTo>
                  <a:lnTo>
                    <a:pt x="410" y="314"/>
                  </a:lnTo>
                  <a:lnTo>
                    <a:pt x="424" y="329"/>
                  </a:lnTo>
                  <a:lnTo>
                    <a:pt x="438" y="348"/>
                  </a:lnTo>
                  <a:lnTo>
                    <a:pt x="445" y="356"/>
                  </a:lnTo>
                  <a:lnTo>
                    <a:pt x="454" y="368"/>
                  </a:lnTo>
                  <a:lnTo>
                    <a:pt x="464" y="379"/>
                  </a:lnTo>
                  <a:lnTo>
                    <a:pt x="474" y="391"/>
                  </a:lnTo>
                  <a:lnTo>
                    <a:pt x="484" y="400"/>
                  </a:lnTo>
                  <a:lnTo>
                    <a:pt x="493" y="406"/>
                  </a:lnTo>
                  <a:lnTo>
                    <a:pt x="500" y="397"/>
                  </a:lnTo>
                  <a:lnTo>
                    <a:pt x="507" y="383"/>
                  </a:lnTo>
                  <a:lnTo>
                    <a:pt x="514" y="368"/>
                  </a:lnTo>
                  <a:lnTo>
                    <a:pt x="522" y="349"/>
                  </a:lnTo>
                  <a:lnTo>
                    <a:pt x="527" y="331"/>
                  </a:lnTo>
                  <a:lnTo>
                    <a:pt x="532" y="313"/>
                  </a:lnTo>
                  <a:lnTo>
                    <a:pt x="536" y="298"/>
                  </a:lnTo>
                  <a:lnTo>
                    <a:pt x="538" y="285"/>
                  </a:lnTo>
                  <a:lnTo>
                    <a:pt x="541" y="268"/>
                  </a:lnTo>
                  <a:lnTo>
                    <a:pt x="549" y="250"/>
                  </a:lnTo>
                  <a:lnTo>
                    <a:pt x="562" y="231"/>
                  </a:lnTo>
                  <a:lnTo>
                    <a:pt x="578" y="213"/>
                  </a:lnTo>
                  <a:lnTo>
                    <a:pt x="595" y="196"/>
                  </a:lnTo>
                  <a:lnTo>
                    <a:pt x="612" y="182"/>
                  </a:lnTo>
                  <a:lnTo>
                    <a:pt x="628" y="168"/>
                  </a:lnTo>
                  <a:lnTo>
                    <a:pt x="641" y="158"/>
                  </a:lnTo>
                  <a:lnTo>
                    <a:pt x="648" y="154"/>
                  </a:lnTo>
                  <a:lnTo>
                    <a:pt x="656" y="150"/>
                  </a:lnTo>
                  <a:lnTo>
                    <a:pt x="666" y="148"/>
                  </a:lnTo>
                  <a:lnTo>
                    <a:pt x="678" y="145"/>
                  </a:lnTo>
                  <a:lnTo>
                    <a:pt x="695" y="143"/>
                  </a:lnTo>
                  <a:lnTo>
                    <a:pt x="717" y="141"/>
                  </a:lnTo>
                  <a:lnTo>
                    <a:pt x="744" y="138"/>
                  </a:lnTo>
                  <a:lnTo>
                    <a:pt x="778" y="136"/>
                  </a:lnTo>
                  <a:lnTo>
                    <a:pt x="793" y="135"/>
                  </a:lnTo>
                  <a:lnTo>
                    <a:pt x="808" y="134"/>
                  </a:lnTo>
                  <a:lnTo>
                    <a:pt x="812" y="130"/>
                  </a:lnTo>
                  <a:lnTo>
                    <a:pt x="817" y="125"/>
                  </a:lnTo>
                  <a:lnTo>
                    <a:pt x="802" y="115"/>
                  </a:lnTo>
                  <a:lnTo>
                    <a:pt x="789" y="105"/>
                  </a:lnTo>
                  <a:lnTo>
                    <a:pt x="779" y="95"/>
                  </a:lnTo>
                  <a:lnTo>
                    <a:pt x="771" y="85"/>
                  </a:lnTo>
                  <a:lnTo>
                    <a:pt x="767" y="72"/>
                  </a:lnTo>
                  <a:lnTo>
                    <a:pt x="766" y="57"/>
                  </a:lnTo>
                  <a:lnTo>
                    <a:pt x="769" y="41"/>
                  </a:lnTo>
                  <a:lnTo>
                    <a:pt x="774" y="22"/>
                  </a:lnTo>
                  <a:lnTo>
                    <a:pt x="782" y="0"/>
                  </a:lnTo>
                  <a:lnTo>
                    <a:pt x="955" y="0"/>
                  </a:lnTo>
                  <a:lnTo>
                    <a:pt x="955" y="562"/>
                  </a:lnTo>
                  <a:lnTo>
                    <a:pt x="0" y="562"/>
                  </a:lnTo>
                  <a:lnTo>
                    <a:pt x="0"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21" name="Freeform 158"/>
            <p:cNvSpPr>
              <a:spLocks/>
            </p:cNvSpPr>
            <p:nvPr/>
          </p:nvSpPr>
          <p:spPr bwMode="auto">
            <a:xfrm>
              <a:off x="9820276" y="3209926"/>
              <a:ext cx="215900" cy="127000"/>
            </a:xfrm>
            <a:custGeom>
              <a:avLst/>
              <a:gdLst>
                <a:gd name="T0" fmla="*/ 230 w 955"/>
                <a:gd name="T1" fmla="*/ 0 h 562"/>
                <a:gd name="T2" fmla="*/ 256 w 955"/>
                <a:gd name="T3" fmla="*/ 20 h 562"/>
                <a:gd name="T4" fmla="*/ 278 w 955"/>
                <a:gd name="T5" fmla="*/ 37 h 562"/>
                <a:gd name="T6" fmla="*/ 294 w 955"/>
                <a:gd name="T7" fmla="*/ 46 h 562"/>
                <a:gd name="T8" fmla="*/ 313 w 955"/>
                <a:gd name="T9" fmla="*/ 71 h 562"/>
                <a:gd name="T10" fmla="*/ 333 w 955"/>
                <a:gd name="T11" fmla="*/ 106 h 562"/>
                <a:gd name="T12" fmla="*/ 352 w 955"/>
                <a:gd name="T13" fmla="*/ 146 h 562"/>
                <a:gd name="T14" fmla="*/ 363 w 955"/>
                <a:gd name="T15" fmla="*/ 182 h 562"/>
                <a:gd name="T16" fmla="*/ 367 w 955"/>
                <a:gd name="T17" fmla="*/ 211 h 562"/>
                <a:gd name="T18" fmla="*/ 366 w 955"/>
                <a:gd name="T19" fmla="*/ 246 h 562"/>
                <a:gd name="T20" fmla="*/ 364 w 955"/>
                <a:gd name="T21" fmla="*/ 283 h 562"/>
                <a:gd name="T22" fmla="*/ 366 w 955"/>
                <a:gd name="T23" fmla="*/ 316 h 562"/>
                <a:gd name="T24" fmla="*/ 371 w 955"/>
                <a:gd name="T25" fmla="*/ 338 h 562"/>
                <a:gd name="T26" fmla="*/ 382 w 955"/>
                <a:gd name="T27" fmla="*/ 349 h 562"/>
                <a:gd name="T28" fmla="*/ 401 w 955"/>
                <a:gd name="T29" fmla="*/ 372 h 562"/>
                <a:gd name="T30" fmla="*/ 426 w 955"/>
                <a:gd name="T31" fmla="*/ 404 h 562"/>
                <a:gd name="T32" fmla="*/ 454 w 955"/>
                <a:gd name="T33" fmla="*/ 433 h 562"/>
                <a:gd name="T34" fmla="*/ 484 w 955"/>
                <a:gd name="T35" fmla="*/ 450 h 562"/>
                <a:gd name="T36" fmla="*/ 512 w 955"/>
                <a:gd name="T37" fmla="*/ 447 h 562"/>
                <a:gd name="T38" fmla="*/ 537 w 955"/>
                <a:gd name="T39" fmla="*/ 423 h 562"/>
                <a:gd name="T40" fmla="*/ 556 w 955"/>
                <a:gd name="T41" fmla="*/ 386 h 562"/>
                <a:gd name="T42" fmla="*/ 570 w 955"/>
                <a:gd name="T43" fmla="*/ 344 h 562"/>
                <a:gd name="T44" fmla="*/ 579 w 955"/>
                <a:gd name="T45" fmla="*/ 308 h 562"/>
                <a:gd name="T46" fmla="*/ 582 w 955"/>
                <a:gd name="T47" fmla="*/ 286 h 562"/>
                <a:gd name="T48" fmla="*/ 592 w 955"/>
                <a:gd name="T49" fmla="*/ 266 h 562"/>
                <a:gd name="T50" fmla="*/ 614 w 955"/>
                <a:gd name="T51" fmla="*/ 242 h 562"/>
                <a:gd name="T52" fmla="*/ 640 w 955"/>
                <a:gd name="T53" fmla="*/ 218 h 562"/>
                <a:gd name="T54" fmla="*/ 662 w 955"/>
                <a:gd name="T55" fmla="*/ 199 h 562"/>
                <a:gd name="T56" fmla="*/ 675 w 955"/>
                <a:gd name="T57" fmla="*/ 191 h 562"/>
                <a:gd name="T58" fmla="*/ 704 w 955"/>
                <a:gd name="T59" fmla="*/ 187 h 562"/>
                <a:gd name="T60" fmla="*/ 744 w 955"/>
                <a:gd name="T61" fmla="*/ 184 h 562"/>
                <a:gd name="T62" fmla="*/ 785 w 955"/>
                <a:gd name="T63" fmla="*/ 181 h 562"/>
                <a:gd name="T64" fmla="*/ 816 w 955"/>
                <a:gd name="T65" fmla="*/ 179 h 562"/>
                <a:gd name="T66" fmla="*/ 831 w 955"/>
                <a:gd name="T67" fmla="*/ 174 h 562"/>
                <a:gd name="T68" fmla="*/ 850 w 955"/>
                <a:gd name="T69" fmla="*/ 153 h 562"/>
                <a:gd name="T70" fmla="*/ 872 w 955"/>
                <a:gd name="T71" fmla="*/ 125 h 562"/>
                <a:gd name="T72" fmla="*/ 864 w 955"/>
                <a:gd name="T73" fmla="*/ 101 h 562"/>
                <a:gd name="T74" fmla="*/ 835 w 955"/>
                <a:gd name="T75" fmla="*/ 83 h 562"/>
                <a:gd name="T76" fmla="*/ 816 w 955"/>
                <a:gd name="T77" fmla="*/ 69 h 562"/>
                <a:gd name="T78" fmla="*/ 811 w 955"/>
                <a:gd name="T79" fmla="*/ 59 h 562"/>
                <a:gd name="T80" fmla="*/ 816 w 955"/>
                <a:gd name="T81" fmla="*/ 40 h 562"/>
                <a:gd name="T82" fmla="*/ 824 w 955"/>
                <a:gd name="T83" fmla="*/ 14 h 562"/>
                <a:gd name="T84" fmla="*/ 955 w 955"/>
                <a:gd name="T85" fmla="*/ 0 h 562"/>
                <a:gd name="T86" fmla="*/ 0 w 955"/>
                <a:gd name="T87" fmla="*/ 562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55" h="562">
                  <a:moveTo>
                    <a:pt x="0" y="0"/>
                  </a:moveTo>
                  <a:lnTo>
                    <a:pt x="230" y="0"/>
                  </a:lnTo>
                  <a:lnTo>
                    <a:pt x="243" y="11"/>
                  </a:lnTo>
                  <a:lnTo>
                    <a:pt x="256" y="20"/>
                  </a:lnTo>
                  <a:lnTo>
                    <a:pt x="267" y="30"/>
                  </a:lnTo>
                  <a:lnTo>
                    <a:pt x="278" y="37"/>
                  </a:lnTo>
                  <a:lnTo>
                    <a:pt x="286" y="41"/>
                  </a:lnTo>
                  <a:lnTo>
                    <a:pt x="294" y="46"/>
                  </a:lnTo>
                  <a:lnTo>
                    <a:pt x="303" y="57"/>
                  </a:lnTo>
                  <a:lnTo>
                    <a:pt x="313" y="71"/>
                  </a:lnTo>
                  <a:lnTo>
                    <a:pt x="323" y="88"/>
                  </a:lnTo>
                  <a:lnTo>
                    <a:pt x="333" y="106"/>
                  </a:lnTo>
                  <a:lnTo>
                    <a:pt x="342" y="126"/>
                  </a:lnTo>
                  <a:lnTo>
                    <a:pt x="352" y="146"/>
                  </a:lnTo>
                  <a:lnTo>
                    <a:pt x="358" y="165"/>
                  </a:lnTo>
                  <a:lnTo>
                    <a:pt x="363" y="182"/>
                  </a:lnTo>
                  <a:lnTo>
                    <a:pt x="366" y="198"/>
                  </a:lnTo>
                  <a:lnTo>
                    <a:pt x="367" y="211"/>
                  </a:lnTo>
                  <a:lnTo>
                    <a:pt x="367" y="228"/>
                  </a:lnTo>
                  <a:lnTo>
                    <a:pt x="366" y="246"/>
                  </a:lnTo>
                  <a:lnTo>
                    <a:pt x="366" y="265"/>
                  </a:lnTo>
                  <a:lnTo>
                    <a:pt x="364" y="283"/>
                  </a:lnTo>
                  <a:lnTo>
                    <a:pt x="364" y="301"/>
                  </a:lnTo>
                  <a:lnTo>
                    <a:pt x="366" y="316"/>
                  </a:lnTo>
                  <a:lnTo>
                    <a:pt x="368" y="329"/>
                  </a:lnTo>
                  <a:lnTo>
                    <a:pt x="371" y="338"/>
                  </a:lnTo>
                  <a:lnTo>
                    <a:pt x="375" y="343"/>
                  </a:lnTo>
                  <a:lnTo>
                    <a:pt x="382" y="349"/>
                  </a:lnTo>
                  <a:lnTo>
                    <a:pt x="391" y="359"/>
                  </a:lnTo>
                  <a:lnTo>
                    <a:pt x="401" y="372"/>
                  </a:lnTo>
                  <a:lnTo>
                    <a:pt x="413" y="388"/>
                  </a:lnTo>
                  <a:lnTo>
                    <a:pt x="426" y="404"/>
                  </a:lnTo>
                  <a:lnTo>
                    <a:pt x="439" y="419"/>
                  </a:lnTo>
                  <a:lnTo>
                    <a:pt x="454" y="433"/>
                  </a:lnTo>
                  <a:lnTo>
                    <a:pt x="469" y="444"/>
                  </a:lnTo>
                  <a:lnTo>
                    <a:pt x="484" y="450"/>
                  </a:lnTo>
                  <a:lnTo>
                    <a:pt x="500" y="452"/>
                  </a:lnTo>
                  <a:lnTo>
                    <a:pt x="512" y="447"/>
                  </a:lnTo>
                  <a:lnTo>
                    <a:pt x="525" y="436"/>
                  </a:lnTo>
                  <a:lnTo>
                    <a:pt x="537" y="423"/>
                  </a:lnTo>
                  <a:lnTo>
                    <a:pt x="547" y="405"/>
                  </a:lnTo>
                  <a:lnTo>
                    <a:pt x="556" y="386"/>
                  </a:lnTo>
                  <a:lnTo>
                    <a:pt x="564" y="364"/>
                  </a:lnTo>
                  <a:lnTo>
                    <a:pt x="570" y="344"/>
                  </a:lnTo>
                  <a:lnTo>
                    <a:pt x="576" y="325"/>
                  </a:lnTo>
                  <a:lnTo>
                    <a:pt x="579" y="308"/>
                  </a:lnTo>
                  <a:lnTo>
                    <a:pt x="581" y="295"/>
                  </a:lnTo>
                  <a:lnTo>
                    <a:pt x="582" y="286"/>
                  </a:lnTo>
                  <a:lnTo>
                    <a:pt x="585" y="278"/>
                  </a:lnTo>
                  <a:lnTo>
                    <a:pt x="592" y="266"/>
                  </a:lnTo>
                  <a:lnTo>
                    <a:pt x="602" y="255"/>
                  </a:lnTo>
                  <a:lnTo>
                    <a:pt x="614" y="242"/>
                  </a:lnTo>
                  <a:lnTo>
                    <a:pt x="628" y="229"/>
                  </a:lnTo>
                  <a:lnTo>
                    <a:pt x="640" y="218"/>
                  </a:lnTo>
                  <a:lnTo>
                    <a:pt x="652" y="207"/>
                  </a:lnTo>
                  <a:lnTo>
                    <a:pt x="662" y="199"/>
                  </a:lnTo>
                  <a:lnTo>
                    <a:pt x="668" y="194"/>
                  </a:lnTo>
                  <a:lnTo>
                    <a:pt x="675" y="191"/>
                  </a:lnTo>
                  <a:lnTo>
                    <a:pt x="688" y="189"/>
                  </a:lnTo>
                  <a:lnTo>
                    <a:pt x="704" y="187"/>
                  </a:lnTo>
                  <a:lnTo>
                    <a:pt x="723" y="185"/>
                  </a:lnTo>
                  <a:lnTo>
                    <a:pt x="744" y="184"/>
                  </a:lnTo>
                  <a:lnTo>
                    <a:pt x="765" y="183"/>
                  </a:lnTo>
                  <a:lnTo>
                    <a:pt x="785" y="181"/>
                  </a:lnTo>
                  <a:lnTo>
                    <a:pt x="802" y="180"/>
                  </a:lnTo>
                  <a:lnTo>
                    <a:pt x="816" y="179"/>
                  </a:lnTo>
                  <a:lnTo>
                    <a:pt x="824" y="179"/>
                  </a:lnTo>
                  <a:lnTo>
                    <a:pt x="831" y="174"/>
                  </a:lnTo>
                  <a:lnTo>
                    <a:pt x="841" y="166"/>
                  </a:lnTo>
                  <a:lnTo>
                    <a:pt x="850" y="153"/>
                  </a:lnTo>
                  <a:lnTo>
                    <a:pt x="861" y="139"/>
                  </a:lnTo>
                  <a:lnTo>
                    <a:pt x="872" y="125"/>
                  </a:lnTo>
                  <a:lnTo>
                    <a:pt x="881" y="110"/>
                  </a:lnTo>
                  <a:lnTo>
                    <a:pt x="864" y="101"/>
                  </a:lnTo>
                  <a:lnTo>
                    <a:pt x="848" y="92"/>
                  </a:lnTo>
                  <a:lnTo>
                    <a:pt x="835" y="83"/>
                  </a:lnTo>
                  <a:lnTo>
                    <a:pt x="823" y="76"/>
                  </a:lnTo>
                  <a:lnTo>
                    <a:pt x="816" y="69"/>
                  </a:lnTo>
                  <a:lnTo>
                    <a:pt x="811" y="64"/>
                  </a:lnTo>
                  <a:lnTo>
                    <a:pt x="811" y="59"/>
                  </a:lnTo>
                  <a:lnTo>
                    <a:pt x="812" y="51"/>
                  </a:lnTo>
                  <a:lnTo>
                    <a:pt x="816" y="40"/>
                  </a:lnTo>
                  <a:lnTo>
                    <a:pt x="820" y="27"/>
                  </a:lnTo>
                  <a:lnTo>
                    <a:pt x="824" y="14"/>
                  </a:lnTo>
                  <a:lnTo>
                    <a:pt x="829" y="0"/>
                  </a:lnTo>
                  <a:lnTo>
                    <a:pt x="955" y="0"/>
                  </a:lnTo>
                  <a:lnTo>
                    <a:pt x="955" y="562"/>
                  </a:lnTo>
                  <a:lnTo>
                    <a:pt x="0" y="562"/>
                  </a:lnTo>
                  <a:lnTo>
                    <a:pt x="0"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22" name="Freeform 159"/>
            <p:cNvSpPr>
              <a:spLocks/>
            </p:cNvSpPr>
            <p:nvPr/>
          </p:nvSpPr>
          <p:spPr bwMode="auto">
            <a:xfrm>
              <a:off x="9820276" y="3270251"/>
              <a:ext cx="69850" cy="66675"/>
            </a:xfrm>
            <a:custGeom>
              <a:avLst/>
              <a:gdLst>
                <a:gd name="T0" fmla="*/ 0 w 306"/>
                <a:gd name="T1" fmla="*/ 0 h 293"/>
                <a:gd name="T2" fmla="*/ 27 w 306"/>
                <a:gd name="T3" fmla="*/ 31 h 293"/>
                <a:gd name="T4" fmla="*/ 59 w 306"/>
                <a:gd name="T5" fmla="*/ 61 h 293"/>
                <a:gd name="T6" fmla="*/ 95 w 306"/>
                <a:gd name="T7" fmla="*/ 87 h 293"/>
                <a:gd name="T8" fmla="*/ 133 w 306"/>
                <a:gd name="T9" fmla="*/ 111 h 293"/>
                <a:gd name="T10" fmla="*/ 170 w 306"/>
                <a:gd name="T11" fmla="*/ 133 h 293"/>
                <a:gd name="T12" fmla="*/ 205 w 306"/>
                <a:gd name="T13" fmla="*/ 153 h 293"/>
                <a:gd name="T14" fmla="*/ 226 w 306"/>
                <a:gd name="T15" fmla="*/ 166 h 293"/>
                <a:gd name="T16" fmla="*/ 243 w 306"/>
                <a:gd name="T17" fmla="*/ 182 h 293"/>
                <a:gd name="T18" fmla="*/ 258 w 306"/>
                <a:gd name="T19" fmla="*/ 200 h 293"/>
                <a:gd name="T20" fmla="*/ 270 w 306"/>
                <a:gd name="T21" fmla="*/ 220 h 293"/>
                <a:gd name="T22" fmla="*/ 281 w 306"/>
                <a:gd name="T23" fmla="*/ 240 h 293"/>
                <a:gd name="T24" fmla="*/ 291 w 306"/>
                <a:gd name="T25" fmla="*/ 259 h 293"/>
                <a:gd name="T26" fmla="*/ 299 w 306"/>
                <a:gd name="T27" fmla="*/ 277 h 293"/>
                <a:gd name="T28" fmla="*/ 306 w 306"/>
                <a:gd name="T29" fmla="*/ 293 h 293"/>
                <a:gd name="T30" fmla="*/ 0 w 306"/>
                <a:gd name="T31" fmla="*/ 293 h 293"/>
                <a:gd name="T32" fmla="*/ 0 w 306"/>
                <a:gd name="T33"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6" h="293">
                  <a:moveTo>
                    <a:pt x="0" y="0"/>
                  </a:moveTo>
                  <a:lnTo>
                    <a:pt x="27" y="31"/>
                  </a:lnTo>
                  <a:lnTo>
                    <a:pt x="59" y="61"/>
                  </a:lnTo>
                  <a:lnTo>
                    <a:pt x="95" y="87"/>
                  </a:lnTo>
                  <a:lnTo>
                    <a:pt x="133" y="111"/>
                  </a:lnTo>
                  <a:lnTo>
                    <a:pt x="170" y="133"/>
                  </a:lnTo>
                  <a:lnTo>
                    <a:pt x="205" y="153"/>
                  </a:lnTo>
                  <a:lnTo>
                    <a:pt x="226" y="166"/>
                  </a:lnTo>
                  <a:lnTo>
                    <a:pt x="243" y="182"/>
                  </a:lnTo>
                  <a:lnTo>
                    <a:pt x="258" y="200"/>
                  </a:lnTo>
                  <a:lnTo>
                    <a:pt x="270" y="220"/>
                  </a:lnTo>
                  <a:lnTo>
                    <a:pt x="281" y="240"/>
                  </a:lnTo>
                  <a:lnTo>
                    <a:pt x="291" y="259"/>
                  </a:lnTo>
                  <a:lnTo>
                    <a:pt x="299" y="277"/>
                  </a:lnTo>
                  <a:lnTo>
                    <a:pt x="306" y="293"/>
                  </a:lnTo>
                  <a:lnTo>
                    <a:pt x="0" y="293"/>
                  </a:lnTo>
                  <a:lnTo>
                    <a:pt x="0" y="0"/>
                  </a:lnTo>
                  <a:close/>
                </a:path>
              </a:pathLst>
            </a:custGeom>
            <a:solidFill>
              <a:srgbClr val="F79A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23" name="Freeform 160"/>
            <p:cNvSpPr>
              <a:spLocks/>
            </p:cNvSpPr>
            <p:nvPr/>
          </p:nvSpPr>
          <p:spPr bwMode="auto">
            <a:xfrm>
              <a:off x="9820276" y="3298826"/>
              <a:ext cx="52388" cy="38100"/>
            </a:xfrm>
            <a:custGeom>
              <a:avLst/>
              <a:gdLst>
                <a:gd name="T0" fmla="*/ 0 w 230"/>
                <a:gd name="T1" fmla="*/ 0 h 169"/>
                <a:gd name="T2" fmla="*/ 24 w 230"/>
                <a:gd name="T3" fmla="*/ 14 h 169"/>
                <a:gd name="T4" fmla="*/ 53 w 230"/>
                <a:gd name="T5" fmla="*/ 25 h 169"/>
                <a:gd name="T6" fmla="*/ 83 w 230"/>
                <a:gd name="T7" fmla="*/ 36 h 169"/>
                <a:gd name="T8" fmla="*/ 114 w 230"/>
                <a:gd name="T9" fmla="*/ 48 h 169"/>
                <a:gd name="T10" fmla="*/ 145 w 230"/>
                <a:gd name="T11" fmla="*/ 60 h 169"/>
                <a:gd name="T12" fmla="*/ 174 w 230"/>
                <a:gd name="T13" fmla="*/ 75 h 169"/>
                <a:gd name="T14" fmla="*/ 189 w 230"/>
                <a:gd name="T15" fmla="*/ 87 h 169"/>
                <a:gd name="T16" fmla="*/ 202 w 230"/>
                <a:gd name="T17" fmla="*/ 100 h 169"/>
                <a:gd name="T18" fmla="*/ 212 w 230"/>
                <a:gd name="T19" fmla="*/ 116 h 169"/>
                <a:gd name="T20" fmla="*/ 220 w 230"/>
                <a:gd name="T21" fmla="*/ 133 h 169"/>
                <a:gd name="T22" fmla="*/ 226 w 230"/>
                <a:gd name="T23" fmla="*/ 151 h 169"/>
                <a:gd name="T24" fmla="*/ 230 w 230"/>
                <a:gd name="T25" fmla="*/ 169 h 169"/>
                <a:gd name="T26" fmla="*/ 0 w 230"/>
                <a:gd name="T27" fmla="*/ 169 h 169"/>
                <a:gd name="T28" fmla="*/ 0 w 230"/>
                <a:gd name="T29" fmla="*/ 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0" h="169">
                  <a:moveTo>
                    <a:pt x="0" y="0"/>
                  </a:moveTo>
                  <a:lnTo>
                    <a:pt x="24" y="14"/>
                  </a:lnTo>
                  <a:lnTo>
                    <a:pt x="53" y="25"/>
                  </a:lnTo>
                  <a:lnTo>
                    <a:pt x="83" y="36"/>
                  </a:lnTo>
                  <a:lnTo>
                    <a:pt x="114" y="48"/>
                  </a:lnTo>
                  <a:lnTo>
                    <a:pt x="145" y="60"/>
                  </a:lnTo>
                  <a:lnTo>
                    <a:pt x="174" y="75"/>
                  </a:lnTo>
                  <a:lnTo>
                    <a:pt x="189" y="87"/>
                  </a:lnTo>
                  <a:lnTo>
                    <a:pt x="202" y="100"/>
                  </a:lnTo>
                  <a:lnTo>
                    <a:pt x="212" y="116"/>
                  </a:lnTo>
                  <a:lnTo>
                    <a:pt x="220" y="133"/>
                  </a:lnTo>
                  <a:lnTo>
                    <a:pt x="226" y="151"/>
                  </a:lnTo>
                  <a:lnTo>
                    <a:pt x="230" y="169"/>
                  </a:lnTo>
                  <a:lnTo>
                    <a:pt x="0" y="169"/>
                  </a:lnTo>
                  <a:lnTo>
                    <a:pt x="0" y="0"/>
                  </a:lnTo>
                  <a:close/>
                </a:path>
              </a:pathLst>
            </a:custGeom>
            <a:solidFill>
              <a:srgbClr val="FAD1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24" name="Freeform 161"/>
            <p:cNvSpPr>
              <a:spLocks/>
            </p:cNvSpPr>
            <p:nvPr/>
          </p:nvSpPr>
          <p:spPr bwMode="auto">
            <a:xfrm>
              <a:off x="9858376" y="3244851"/>
              <a:ext cx="17463" cy="15875"/>
            </a:xfrm>
            <a:custGeom>
              <a:avLst/>
              <a:gdLst>
                <a:gd name="T0" fmla="*/ 37 w 73"/>
                <a:gd name="T1" fmla="*/ 0 h 73"/>
                <a:gd name="T2" fmla="*/ 51 w 73"/>
                <a:gd name="T3" fmla="*/ 3 h 73"/>
                <a:gd name="T4" fmla="*/ 62 w 73"/>
                <a:gd name="T5" fmla="*/ 11 h 73"/>
                <a:gd name="T6" fmla="*/ 70 w 73"/>
                <a:gd name="T7" fmla="*/ 22 h 73"/>
                <a:gd name="T8" fmla="*/ 73 w 73"/>
                <a:gd name="T9" fmla="*/ 37 h 73"/>
                <a:gd name="T10" fmla="*/ 70 w 73"/>
                <a:gd name="T11" fmla="*/ 51 h 73"/>
                <a:gd name="T12" fmla="*/ 62 w 73"/>
                <a:gd name="T13" fmla="*/ 63 h 73"/>
                <a:gd name="T14" fmla="*/ 51 w 73"/>
                <a:gd name="T15" fmla="*/ 70 h 73"/>
                <a:gd name="T16" fmla="*/ 37 w 73"/>
                <a:gd name="T17" fmla="*/ 73 h 73"/>
                <a:gd name="T18" fmla="*/ 22 w 73"/>
                <a:gd name="T19" fmla="*/ 70 h 73"/>
                <a:gd name="T20" fmla="*/ 11 w 73"/>
                <a:gd name="T21" fmla="*/ 63 h 73"/>
                <a:gd name="T22" fmla="*/ 3 w 73"/>
                <a:gd name="T23" fmla="*/ 51 h 73"/>
                <a:gd name="T24" fmla="*/ 0 w 73"/>
                <a:gd name="T25" fmla="*/ 37 h 73"/>
                <a:gd name="T26" fmla="*/ 3 w 73"/>
                <a:gd name="T27" fmla="*/ 22 h 73"/>
                <a:gd name="T28" fmla="*/ 11 w 73"/>
                <a:gd name="T29" fmla="*/ 11 h 73"/>
                <a:gd name="T30" fmla="*/ 22 w 73"/>
                <a:gd name="T31" fmla="*/ 3 h 73"/>
                <a:gd name="T32" fmla="*/ 37 w 73"/>
                <a:gd name="T33" fmla="*/ 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3" h="73">
                  <a:moveTo>
                    <a:pt x="37" y="0"/>
                  </a:moveTo>
                  <a:lnTo>
                    <a:pt x="51" y="3"/>
                  </a:lnTo>
                  <a:lnTo>
                    <a:pt x="62" y="11"/>
                  </a:lnTo>
                  <a:lnTo>
                    <a:pt x="70" y="22"/>
                  </a:lnTo>
                  <a:lnTo>
                    <a:pt x="73" y="37"/>
                  </a:lnTo>
                  <a:lnTo>
                    <a:pt x="70" y="51"/>
                  </a:lnTo>
                  <a:lnTo>
                    <a:pt x="62" y="63"/>
                  </a:lnTo>
                  <a:lnTo>
                    <a:pt x="51" y="70"/>
                  </a:lnTo>
                  <a:lnTo>
                    <a:pt x="37" y="73"/>
                  </a:lnTo>
                  <a:lnTo>
                    <a:pt x="22" y="70"/>
                  </a:lnTo>
                  <a:lnTo>
                    <a:pt x="11" y="63"/>
                  </a:lnTo>
                  <a:lnTo>
                    <a:pt x="3" y="51"/>
                  </a:lnTo>
                  <a:lnTo>
                    <a:pt x="0" y="37"/>
                  </a:lnTo>
                  <a:lnTo>
                    <a:pt x="3" y="22"/>
                  </a:lnTo>
                  <a:lnTo>
                    <a:pt x="11" y="11"/>
                  </a:lnTo>
                  <a:lnTo>
                    <a:pt x="22" y="3"/>
                  </a:lnTo>
                  <a:lnTo>
                    <a:pt x="37"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25" name="Freeform 162"/>
            <p:cNvSpPr>
              <a:spLocks/>
            </p:cNvSpPr>
            <p:nvPr/>
          </p:nvSpPr>
          <p:spPr bwMode="auto">
            <a:xfrm>
              <a:off x="9840913" y="3295651"/>
              <a:ext cx="23813" cy="23813"/>
            </a:xfrm>
            <a:custGeom>
              <a:avLst/>
              <a:gdLst>
                <a:gd name="T0" fmla="*/ 55 w 110"/>
                <a:gd name="T1" fmla="*/ 0 h 111"/>
                <a:gd name="T2" fmla="*/ 73 w 110"/>
                <a:gd name="T3" fmla="*/ 3 h 111"/>
                <a:gd name="T4" fmla="*/ 87 w 110"/>
                <a:gd name="T5" fmla="*/ 11 h 111"/>
                <a:gd name="T6" fmla="*/ 99 w 110"/>
                <a:gd name="T7" fmla="*/ 23 h 111"/>
                <a:gd name="T8" fmla="*/ 108 w 110"/>
                <a:gd name="T9" fmla="*/ 38 h 111"/>
                <a:gd name="T10" fmla="*/ 110 w 110"/>
                <a:gd name="T11" fmla="*/ 55 h 111"/>
                <a:gd name="T12" fmla="*/ 108 w 110"/>
                <a:gd name="T13" fmla="*/ 73 h 111"/>
                <a:gd name="T14" fmla="*/ 99 w 110"/>
                <a:gd name="T15" fmla="*/ 88 h 111"/>
                <a:gd name="T16" fmla="*/ 87 w 110"/>
                <a:gd name="T17" fmla="*/ 99 h 111"/>
                <a:gd name="T18" fmla="*/ 73 w 110"/>
                <a:gd name="T19" fmla="*/ 108 h 111"/>
                <a:gd name="T20" fmla="*/ 55 w 110"/>
                <a:gd name="T21" fmla="*/ 111 h 111"/>
                <a:gd name="T22" fmla="*/ 38 w 110"/>
                <a:gd name="T23" fmla="*/ 108 h 111"/>
                <a:gd name="T24" fmla="*/ 22 w 110"/>
                <a:gd name="T25" fmla="*/ 99 h 111"/>
                <a:gd name="T26" fmla="*/ 10 w 110"/>
                <a:gd name="T27" fmla="*/ 88 h 111"/>
                <a:gd name="T28" fmla="*/ 3 w 110"/>
                <a:gd name="T29" fmla="*/ 73 h 111"/>
                <a:gd name="T30" fmla="*/ 0 w 110"/>
                <a:gd name="T31" fmla="*/ 55 h 111"/>
                <a:gd name="T32" fmla="*/ 3 w 110"/>
                <a:gd name="T33" fmla="*/ 38 h 111"/>
                <a:gd name="T34" fmla="*/ 10 w 110"/>
                <a:gd name="T35" fmla="*/ 23 h 111"/>
                <a:gd name="T36" fmla="*/ 22 w 110"/>
                <a:gd name="T37" fmla="*/ 11 h 111"/>
                <a:gd name="T38" fmla="*/ 38 w 110"/>
                <a:gd name="T39" fmla="*/ 3 h 111"/>
                <a:gd name="T40" fmla="*/ 55 w 110"/>
                <a:gd name="T41"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0" h="111">
                  <a:moveTo>
                    <a:pt x="55" y="0"/>
                  </a:moveTo>
                  <a:lnTo>
                    <a:pt x="73" y="3"/>
                  </a:lnTo>
                  <a:lnTo>
                    <a:pt x="87" y="11"/>
                  </a:lnTo>
                  <a:lnTo>
                    <a:pt x="99" y="23"/>
                  </a:lnTo>
                  <a:lnTo>
                    <a:pt x="108" y="38"/>
                  </a:lnTo>
                  <a:lnTo>
                    <a:pt x="110" y="55"/>
                  </a:lnTo>
                  <a:lnTo>
                    <a:pt x="108" y="73"/>
                  </a:lnTo>
                  <a:lnTo>
                    <a:pt x="99" y="88"/>
                  </a:lnTo>
                  <a:lnTo>
                    <a:pt x="87" y="99"/>
                  </a:lnTo>
                  <a:lnTo>
                    <a:pt x="73" y="108"/>
                  </a:lnTo>
                  <a:lnTo>
                    <a:pt x="55" y="111"/>
                  </a:lnTo>
                  <a:lnTo>
                    <a:pt x="38" y="108"/>
                  </a:lnTo>
                  <a:lnTo>
                    <a:pt x="22" y="99"/>
                  </a:lnTo>
                  <a:lnTo>
                    <a:pt x="10" y="88"/>
                  </a:lnTo>
                  <a:lnTo>
                    <a:pt x="3" y="73"/>
                  </a:lnTo>
                  <a:lnTo>
                    <a:pt x="0" y="55"/>
                  </a:lnTo>
                  <a:lnTo>
                    <a:pt x="3" y="38"/>
                  </a:lnTo>
                  <a:lnTo>
                    <a:pt x="10" y="23"/>
                  </a:lnTo>
                  <a:lnTo>
                    <a:pt x="22" y="11"/>
                  </a:lnTo>
                  <a:lnTo>
                    <a:pt x="38" y="3"/>
                  </a:lnTo>
                  <a:lnTo>
                    <a:pt x="55"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26" name="Freeform 163"/>
            <p:cNvSpPr>
              <a:spLocks/>
            </p:cNvSpPr>
            <p:nvPr/>
          </p:nvSpPr>
          <p:spPr bwMode="auto">
            <a:xfrm>
              <a:off x="9831388" y="3216276"/>
              <a:ext cx="15875" cy="17463"/>
            </a:xfrm>
            <a:custGeom>
              <a:avLst/>
              <a:gdLst>
                <a:gd name="T0" fmla="*/ 35 w 71"/>
                <a:gd name="T1" fmla="*/ 0 h 72"/>
                <a:gd name="T2" fmla="*/ 49 w 71"/>
                <a:gd name="T3" fmla="*/ 2 h 72"/>
                <a:gd name="T4" fmla="*/ 61 w 71"/>
                <a:gd name="T5" fmla="*/ 10 h 72"/>
                <a:gd name="T6" fmla="*/ 68 w 71"/>
                <a:gd name="T7" fmla="*/ 21 h 72"/>
                <a:gd name="T8" fmla="*/ 71 w 71"/>
                <a:gd name="T9" fmla="*/ 36 h 72"/>
                <a:gd name="T10" fmla="*/ 68 w 71"/>
                <a:gd name="T11" fmla="*/ 49 h 72"/>
                <a:gd name="T12" fmla="*/ 61 w 71"/>
                <a:gd name="T13" fmla="*/ 61 h 72"/>
                <a:gd name="T14" fmla="*/ 49 w 71"/>
                <a:gd name="T15" fmla="*/ 68 h 72"/>
                <a:gd name="T16" fmla="*/ 35 w 71"/>
                <a:gd name="T17" fmla="*/ 72 h 72"/>
                <a:gd name="T18" fmla="*/ 22 w 71"/>
                <a:gd name="T19" fmla="*/ 68 h 72"/>
                <a:gd name="T20" fmla="*/ 10 w 71"/>
                <a:gd name="T21" fmla="*/ 61 h 72"/>
                <a:gd name="T22" fmla="*/ 2 w 71"/>
                <a:gd name="T23" fmla="*/ 49 h 72"/>
                <a:gd name="T24" fmla="*/ 0 w 71"/>
                <a:gd name="T25" fmla="*/ 36 h 72"/>
                <a:gd name="T26" fmla="*/ 2 w 71"/>
                <a:gd name="T27" fmla="*/ 21 h 72"/>
                <a:gd name="T28" fmla="*/ 10 w 71"/>
                <a:gd name="T29" fmla="*/ 10 h 72"/>
                <a:gd name="T30" fmla="*/ 22 w 71"/>
                <a:gd name="T31" fmla="*/ 2 h 72"/>
                <a:gd name="T32" fmla="*/ 35 w 71"/>
                <a:gd name="T33"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1" h="72">
                  <a:moveTo>
                    <a:pt x="35" y="0"/>
                  </a:moveTo>
                  <a:lnTo>
                    <a:pt x="49" y="2"/>
                  </a:lnTo>
                  <a:lnTo>
                    <a:pt x="61" y="10"/>
                  </a:lnTo>
                  <a:lnTo>
                    <a:pt x="68" y="21"/>
                  </a:lnTo>
                  <a:lnTo>
                    <a:pt x="71" y="36"/>
                  </a:lnTo>
                  <a:lnTo>
                    <a:pt x="68" y="49"/>
                  </a:lnTo>
                  <a:lnTo>
                    <a:pt x="61" y="61"/>
                  </a:lnTo>
                  <a:lnTo>
                    <a:pt x="49" y="68"/>
                  </a:lnTo>
                  <a:lnTo>
                    <a:pt x="35" y="72"/>
                  </a:lnTo>
                  <a:lnTo>
                    <a:pt x="22" y="68"/>
                  </a:lnTo>
                  <a:lnTo>
                    <a:pt x="10" y="61"/>
                  </a:lnTo>
                  <a:lnTo>
                    <a:pt x="2" y="49"/>
                  </a:lnTo>
                  <a:lnTo>
                    <a:pt x="0" y="36"/>
                  </a:lnTo>
                  <a:lnTo>
                    <a:pt x="2" y="21"/>
                  </a:lnTo>
                  <a:lnTo>
                    <a:pt x="10" y="10"/>
                  </a:lnTo>
                  <a:lnTo>
                    <a:pt x="22" y="2"/>
                  </a:lnTo>
                  <a:lnTo>
                    <a:pt x="35"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27" name="Freeform 164"/>
            <p:cNvSpPr>
              <a:spLocks/>
            </p:cNvSpPr>
            <p:nvPr/>
          </p:nvSpPr>
          <p:spPr bwMode="auto">
            <a:xfrm>
              <a:off x="9988551" y="3281363"/>
              <a:ext cx="17463" cy="15875"/>
            </a:xfrm>
            <a:custGeom>
              <a:avLst/>
              <a:gdLst>
                <a:gd name="T0" fmla="*/ 36 w 72"/>
                <a:gd name="T1" fmla="*/ 0 h 72"/>
                <a:gd name="T2" fmla="*/ 50 w 72"/>
                <a:gd name="T3" fmla="*/ 3 h 72"/>
                <a:gd name="T4" fmla="*/ 61 w 72"/>
                <a:gd name="T5" fmla="*/ 10 h 72"/>
                <a:gd name="T6" fmla="*/ 69 w 72"/>
                <a:gd name="T7" fmla="*/ 22 h 72"/>
                <a:gd name="T8" fmla="*/ 72 w 72"/>
                <a:gd name="T9" fmla="*/ 36 h 72"/>
                <a:gd name="T10" fmla="*/ 69 w 72"/>
                <a:gd name="T11" fmla="*/ 50 h 72"/>
                <a:gd name="T12" fmla="*/ 61 w 72"/>
                <a:gd name="T13" fmla="*/ 61 h 72"/>
                <a:gd name="T14" fmla="*/ 50 w 72"/>
                <a:gd name="T15" fmla="*/ 70 h 72"/>
                <a:gd name="T16" fmla="*/ 36 w 72"/>
                <a:gd name="T17" fmla="*/ 72 h 72"/>
                <a:gd name="T18" fmla="*/ 22 w 72"/>
                <a:gd name="T19" fmla="*/ 70 h 72"/>
                <a:gd name="T20" fmla="*/ 10 w 72"/>
                <a:gd name="T21" fmla="*/ 61 h 72"/>
                <a:gd name="T22" fmla="*/ 3 w 72"/>
                <a:gd name="T23" fmla="*/ 50 h 72"/>
                <a:gd name="T24" fmla="*/ 0 w 72"/>
                <a:gd name="T25" fmla="*/ 36 h 72"/>
                <a:gd name="T26" fmla="*/ 3 w 72"/>
                <a:gd name="T27" fmla="*/ 22 h 72"/>
                <a:gd name="T28" fmla="*/ 10 w 72"/>
                <a:gd name="T29" fmla="*/ 10 h 72"/>
                <a:gd name="T30" fmla="*/ 22 w 72"/>
                <a:gd name="T31" fmla="*/ 3 h 72"/>
                <a:gd name="T32" fmla="*/ 36 w 72"/>
                <a:gd name="T33"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72">
                  <a:moveTo>
                    <a:pt x="36" y="0"/>
                  </a:moveTo>
                  <a:lnTo>
                    <a:pt x="50" y="3"/>
                  </a:lnTo>
                  <a:lnTo>
                    <a:pt x="61" y="10"/>
                  </a:lnTo>
                  <a:lnTo>
                    <a:pt x="69" y="22"/>
                  </a:lnTo>
                  <a:lnTo>
                    <a:pt x="72" y="36"/>
                  </a:lnTo>
                  <a:lnTo>
                    <a:pt x="69" y="50"/>
                  </a:lnTo>
                  <a:lnTo>
                    <a:pt x="61" y="61"/>
                  </a:lnTo>
                  <a:lnTo>
                    <a:pt x="50" y="70"/>
                  </a:lnTo>
                  <a:lnTo>
                    <a:pt x="36" y="72"/>
                  </a:lnTo>
                  <a:lnTo>
                    <a:pt x="22" y="70"/>
                  </a:lnTo>
                  <a:lnTo>
                    <a:pt x="10" y="61"/>
                  </a:lnTo>
                  <a:lnTo>
                    <a:pt x="3" y="50"/>
                  </a:lnTo>
                  <a:lnTo>
                    <a:pt x="0" y="36"/>
                  </a:lnTo>
                  <a:lnTo>
                    <a:pt x="3" y="22"/>
                  </a:lnTo>
                  <a:lnTo>
                    <a:pt x="10" y="10"/>
                  </a:lnTo>
                  <a:lnTo>
                    <a:pt x="22" y="3"/>
                  </a:lnTo>
                  <a:lnTo>
                    <a:pt x="36" y="0"/>
                  </a:lnTo>
                  <a:close/>
                </a:path>
              </a:pathLst>
            </a:custGeom>
            <a:solidFill>
              <a:srgbClr val="F7FF7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28" name="Freeform 165"/>
            <p:cNvSpPr>
              <a:spLocks noEditPoints="1"/>
            </p:cNvSpPr>
            <p:nvPr/>
          </p:nvSpPr>
          <p:spPr bwMode="auto">
            <a:xfrm>
              <a:off x="9602788" y="3159126"/>
              <a:ext cx="485775" cy="355600"/>
            </a:xfrm>
            <a:custGeom>
              <a:avLst/>
              <a:gdLst>
                <a:gd name="T0" fmla="*/ 1237 w 2136"/>
                <a:gd name="T1" fmla="*/ 1293 h 1574"/>
                <a:gd name="T2" fmla="*/ 1124 w 2136"/>
                <a:gd name="T3" fmla="*/ 1405 h 1574"/>
                <a:gd name="T4" fmla="*/ 1349 w 2136"/>
                <a:gd name="T5" fmla="*/ 1237 h 1574"/>
                <a:gd name="T6" fmla="*/ 1462 w 2136"/>
                <a:gd name="T7" fmla="*/ 1405 h 1574"/>
                <a:gd name="T8" fmla="*/ 1349 w 2136"/>
                <a:gd name="T9" fmla="*/ 1237 h 1574"/>
                <a:gd name="T10" fmla="*/ 1686 w 2136"/>
                <a:gd name="T11" fmla="*/ 1124 h 1574"/>
                <a:gd name="T12" fmla="*/ 1574 w 2136"/>
                <a:gd name="T13" fmla="*/ 1405 h 1574"/>
                <a:gd name="T14" fmla="*/ 843 w 2136"/>
                <a:gd name="T15" fmla="*/ 1012 h 1574"/>
                <a:gd name="T16" fmla="*/ 2024 w 2136"/>
                <a:gd name="T17" fmla="*/ 1462 h 1574"/>
                <a:gd name="T18" fmla="*/ 843 w 2136"/>
                <a:gd name="T19" fmla="*/ 1012 h 1574"/>
                <a:gd name="T20" fmla="*/ 393 w 2136"/>
                <a:gd name="T21" fmla="*/ 1181 h 1574"/>
                <a:gd name="T22" fmla="*/ 559 w 2136"/>
                <a:gd name="T23" fmla="*/ 1211 h 1574"/>
                <a:gd name="T24" fmla="*/ 539 w 2136"/>
                <a:gd name="T25" fmla="*/ 1266 h 1574"/>
                <a:gd name="T26" fmla="*/ 502 w 2136"/>
                <a:gd name="T27" fmla="*/ 1310 h 1574"/>
                <a:gd name="T28" fmla="*/ 452 w 2136"/>
                <a:gd name="T29" fmla="*/ 1338 h 1574"/>
                <a:gd name="T30" fmla="*/ 393 w 2136"/>
                <a:gd name="T31" fmla="*/ 1349 h 1574"/>
                <a:gd name="T32" fmla="*/ 335 w 2136"/>
                <a:gd name="T33" fmla="*/ 1338 h 1574"/>
                <a:gd name="T34" fmla="*/ 284 w 2136"/>
                <a:gd name="T35" fmla="*/ 1310 h 1574"/>
                <a:gd name="T36" fmla="*/ 247 w 2136"/>
                <a:gd name="T37" fmla="*/ 1266 h 1574"/>
                <a:gd name="T38" fmla="*/ 227 w 2136"/>
                <a:gd name="T39" fmla="*/ 1211 h 1574"/>
                <a:gd name="T40" fmla="*/ 227 w 2136"/>
                <a:gd name="T41" fmla="*/ 1150 h 1574"/>
                <a:gd name="T42" fmla="*/ 247 w 2136"/>
                <a:gd name="T43" fmla="*/ 1095 h 1574"/>
                <a:gd name="T44" fmla="*/ 284 w 2136"/>
                <a:gd name="T45" fmla="*/ 1051 h 1574"/>
                <a:gd name="T46" fmla="*/ 335 w 2136"/>
                <a:gd name="T47" fmla="*/ 1023 h 1574"/>
                <a:gd name="T48" fmla="*/ 393 w 2136"/>
                <a:gd name="T49" fmla="*/ 1012 h 1574"/>
                <a:gd name="T50" fmla="*/ 480 w 2136"/>
                <a:gd name="T51" fmla="*/ 958 h 1574"/>
                <a:gd name="T52" fmla="*/ 535 w 2136"/>
                <a:gd name="T53" fmla="*/ 978 h 1574"/>
                <a:gd name="T54" fmla="*/ 579 w 2136"/>
                <a:gd name="T55" fmla="*/ 1015 h 1574"/>
                <a:gd name="T56" fmla="*/ 607 w 2136"/>
                <a:gd name="T57" fmla="*/ 1066 h 1574"/>
                <a:gd name="T58" fmla="*/ 618 w 2136"/>
                <a:gd name="T59" fmla="*/ 1124 h 1574"/>
                <a:gd name="T60" fmla="*/ 450 w 2136"/>
                <a:gd name="T61" fmla="*/ 956 h 1574"/>
                <a:gd name="T62" fmla="*/ 618 w 2136"/>
                <a:gd name="T63" fmla="*/ 675 h 1574"/>
                <a:gd name="T64" fmla="*/ 225 w 2136"/>
                <a:gd name="T65" fmla="*/ 787 h 1574"/>
                <a:gd name="T66" fmla="*/ 225 w 2136"/>
                <a:gd name="T67" fmla="*/ 450 h 1574"/>
                <a:gd name="T68" fmla="*/ 618 w 2136"/>
                <a:gd name="T69" fmla="*/ 562 h 1574"/>
                <a:gd name="T70" fmla="*/ 225 w 2136"/>
                <a:gd name="T71" fmla="*/ 450 h 1574"/>
                <a:gd name="T72" fmla="*/ 618 w 2136"/>
                <a:gd name="T73" fmla="*/ 225 h 1574"/>
                <a:gd name="T74" fmla="*/ 225 w 2136"/>
                <a:gd name="T75" fmla="*/ 337 h 1574"/>
                <a:gd name="T76" fmla="*/ 843 w 2136"/>
                <a:gd name="T77" fmla="*/ 112 h 1574"/>
                <a:gd name="T78" fmla="*/ 2024 w 2136"/>
                <a:gd name="T79" fmla="*/ 899 h 1574"/>
                <a:gd name="T80" fmla="*/ 843 w 2136"/>
                <a:gd name="T81" fmla="*/ 112 h 1574"/>
                <a:gd name="T82" fmla="*/ 112 w 2136"/>
                <a:gd name="T83" fmla="*/ 1462 h 1574"/>
                <a:gd name="T84" fmla="*/ 731 w 2136"/>
                <a:gd name="T85" fmla="*/ 112 h 1574"/>
                <a:gd name="T86" fmla="*/ 0 w 2136"/>
                <a:gd name="T87" fmla="*/ 0 h 1574"/>
                <a:gd name="T88" fmla="*/ 2136 w 2136"/>
                <a:gd name="T89" fmla="*/ 1574 h 1574"/>
                <a:gd name="T90" fmla="*/ 0 w 2136"/>
                <a:gd name="T91" fmla="*/ 0 h 1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136" h="1574">
                  <a:moveTo>
                    <a:pt x="1124" y="1293"/>
                  </a:moveTo>
                  <a:lnTo>
                    <a:pt x="1237" y="1293"/>
                  </a:lnTo>
                  <a:lnTo>
                    <a:pt x="1237" y="1405"/>
                  </a:lnTo>
                  <a:lnTo>
                    <a:pt x="1124" y="1405"/>
                  </a:lnTo>
                  <a:lnTo>
                    <a:pt x="1124" y="1293"/>
                  </a:lnTo>
                  <a:close/>
                  <a:moveTo>
                    <a:pt x="1349" y="1237"/>
                  </a:moveTo>
                  <a:lnTo>
                    <a:pt x="1462" y="1237"/>
                  </a:lnTo>
                  <a:lnTo>
                    <a:pt x="1462" y="1405"/>
                  </a:lnTo>
                  <a:lnTo>
                    <a:pt x="1349" y="1405"/>
                  </a:lnTo>
                  <a:lnTo>
                    <a:pt x="1349" y="1237"/>
                  </a:lnTo>
                  <a:close/>
                  <a:moveTo>
                    <a:pt x="1574" y="1124"/>
                  </a:moveTo>
                  <a:lnTo>
                    <a:pt x="1686" y="1124"/>
                  </a:lnTo>
                  <a:lnTo>
                    <a:pt x="1686" y="1405"/>
                  </a:lnTo>
                  <a:lnTo>
                    <a:pt x="1574" y="1405"/>
                  </a:lnTo>
                  <a:lnTo>
                    <a:pt x="1574" y="1124"/>
                  </a:lnTo>
                  <a:close/>
                  <a:moveTo>
                    <a:pt x="843" y="1012"/>
                  </a:moveTo>
                  <a:lnTo>
                    <a:pt x="843" y="1462"/>
                  </a:lnTo>
                  <a:lnTo>
                    <a:pt x="2024" y="1462"/>
                  </a:lnTo>
                  <a:lnTo>
                    <a:pt x="2024" y="1012"/>
                  </a:lnTo>
                  <a:lnTo>
                    <a:pt x="843" y="1012"/>
                  </a:lnTo>
                  <a:close/>
                  <a:moveTo>
                    <a:pt x="393" y="1012"/>
                  </a:moveTo>
                  <a:lnTo>
                    <a:pt x="393" y="1181"/>
                  </a:lnTo>
                  <a:lnTo>
                    <a:pt x="562" y="1181"/>
                  </a:lnTo>
                  <a:lnTo>
                    <a:pt x="559" y="1211"/>
                  </a:lnTo>
                  <a:lnTo>
                    <a:pt x="551" y="1239"/>
                  </a:lnTo>
                  <a:lnTo>
                    <a:pt x="539" y="1266"/>
                  </a:lnTo>
                  <a:lnTo>
                    <a:pt x="522" y="1289"/>
                  </a:lnTo>
                  <a:lnTo>
                    <a:pt x="502" y="1310"/>
                  </a:lnTo>
                  <a:lnTo>
                    <a:pt x="479" y="1326"/>
                  </a:lnTo>
                  <a:lnTo>
                    <a:pt x="452" y="1338"/>
                  </a:lnTo>
                  <a:lnTo>
                    <a:pt x="424" y="1347"/>
                  </a:lnTo>
                  <a:lnTo>
                    <a:pt x="393" y="1349"/>
                  </a:lnTo>
                  <a:lnTo>
                    <a:pt x="363" y="1347"/>
                  </a:lnTo>
                  <a:lnTo>
                    <a:pt x="335" y="1338"/>
                  </a:lnTo>
                  <a:lnTo>
                    <a:pt x="308" y="1326"/>
                  </a:lnTo>
                  <a:lnTo>
                    <a:pt x="284" y="1310"/>
                  </a:lnTo>
                  <a:lnTo>
                    <a:pt x="264" y="1289"/>
                  </a:lnTo>
                  <a:lnTo>
                    <a:pt x="247" y="1266"/>
                  </a:lnTo>
                  <a:lnTo>
                    <a:pt x="236" y="1239"/>
                  </a:lnTo>
                  <a:lnTo>
                    <a:pt x="227" y="1211"/>
                  </a:lnTo>
                  <a:lnTo>
                    <a:pt x="225" y="1181"/>
                  </a:lnTo>
                  <a:lnTo>
                    <a:pt x="227" y="1150"/>
                  </a:lnTo>
                  <a:lnTo>
                    <a:pt x="236" y="1122"/>
                  </a:lnTo>
                  <a:lnTo>
                    <a:pt x="247" y="1095"/>
                  </a:lnTo>
                  <a:lnTo>
                    <a:pt x="264" y="1072"/>
                  </a:lnTo>
                  <a:lnTo>
                    <a:pt x="284" y="1051"/>
                  </a:lnTo>
                  <a:lnTo>
                    <a:pt x="308" y="1035"/>
                  </a:lnTo>
                  <a:lnTo>
                    <a:pt x="335" y="1023"/>
                  </a:lnTo>
                  <a:lnTo>
                    <a:pt x="363" y="1014"/>
                  </a:lnTo>
                  <a:lnTo>
                    <a:pt x="393" y="1012"/>
                  </a:lnTo>
                  <a:close/>
                  <a:moveTo>
                    <a:pt x="450" y="956"/>
                  </a:moveTo>
                  <a:lnTo>
                    <a:pt x="480" y="958"/>
                  </a:lnTo>
                  <a:lnTo>
                    <a:pt x="508" y="967"/>
                  </a:lnTo>
                  <a:lnTo>
                    <a:pt x="535" y="978"/>
                  </a:lnTo>
                  <a:lnTo>
                    <a:pt x="558" y="995"/>
                  </a:lnTo>
                  <a:lnTo>
                    <a:pt x="579" y="1015"/>
                  </a:lnTo>
                  <a:lnTo>
                    <a:pt x="595" y="1039"/>
                  </a:lnTo>
                  <a:lnTo>
                    <a:pt x="607" y="1066"/>
                  </a:lnTo>
                  <a:lnTo>
                    <a:pt x="616" y="1094"/>
                  </a:lnTo>
                  <a:lnTo>
                    <a:pt x="618" y="1124"/>
                  </a:lnTo>
                  <a:lnTo>
                    <a:pt x="450" y="1124"/>
                  </a:lnTo>
                  <a:lnTo>
                    <a:pt x="450" y="956"/>
                  </a:lnTo>
                  <a:close/>
                  <a:moveTo>
                    <a:pt x="225" y="675"/>
                  </a:moveTo>
                  <a:lnTo>
                    <a:pt x="618" y="675"/>
                  </a:lnTo>
                  <a:lnTo>
                    <a:pt x="618" y="787"/>
                  </a:lnTo>
                  <a:lnTo>
                    <a:pt x="225" y="787"/>
                  </a:lnTo>
                  <a:lnTo>
                    <a:pt x="225" y="675"/>
                  </a:lnTo>
                  <a:close/>
                  <a:moveTo>
                    <a:pt x="225" y="450"/>
                  </a:moveTo>
                  <a:lnTo>
                    <a:pt x="618" y="450"/>
                  </a:lnTo>
                  <a:lnTo>
                    <a:pt x="618" y="562"/>
                  </a:lnTo>
                  <a:lnTo>
                    <a:pt x="225" y="562"/>
                  </a:lnTo>
                  <a:lnTo>
                    <a:pt x="225" y="450"/>
                  </a:lnTo>
                  <a:close/>
                  <a:moveTo>
                    <a:pt x="225" y="225"/>
                  </a:moveTo>
                  <a:lnTo>
                    <a:pt x="618" y="225"/>
                  </a:lnTo>
                  <a:lnTo>
                    <a:pt x="618" y="337"/>
                  </a:lnTo>
                  <a:lnTo>
                    <a:pt x="225" y="337"/>
                  </a:lnTo>
                  <a:lnTo>
                    <a:pt x="225" y="225"/>
                  </a:lnTo>
                  <a:close/>
                  <a:moveTo>
                    <a:pt x="843" y="112"/>
                  </a:moveTo>
                  <a:lnTo>
                    <a:pt x="843" y="899"/>
                  </a:lnTo>
                  <a:lnTo>
                    <a:pt x="2024" y="899"/>
                  </a:lnTo>
                  <a:lnTo>
                    <a:pt x="2024" y="112"/>
                  </a:lnTo>
                  <a:lnTo>
                    <a:pt x="843" y="112"/>
                  </a:lnTo>
                  <a:close/>
                  <a:moveTo>
                    <a:pt x="112" y="112"/>
                  </a:moveTo>
                  <a:lnTo>
                    <a:pt x="112" y="1462"/>
                  </a:lnTo>
                  <a:lnTo>
                    <a:pt x="731" y="1462"/>
                  </a:lnTo>
                  <a:lnTo>
                    <a:pt x="731" y="112"/>
                  </a:lnTo>
                  <a:lnTo>
                    <a:pt x="112" y="112"/>
                  </a:lnTo>
                  <a:close/>
                  <a:moveTo>
                    <a:pt x="0" y="0"/>
                  </a:moveTo>
                  <a:lnTo>
                    <a:pt x="2136" y="0"/>
                  </a:lnTo>
                  <a:lnTo>
                    <a:pt x="2136" y="1574"/>
                  </a:lnTo>
                  <a:lnTo>
                    <a:pt x="0" y="1574"/>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101" name="Group 1100"/>
          <p:cNvGrpSpPr>
            <a:grpSpLocks noChangeAspect="1"/>
          </p:cNvGrpSpPr>
          <p:nvPr/>
        </p:nvGrpSpPr>
        <p:grpSpPr>
          <a:xfrm>
            <a:off x="1551667" y="4867245"/>
            <a:ext cx="330200" cy="536575"/>
            <a:chOff x="1009651" y="4951413"/>
            <a:chExt cx="330200" cy="536575"/>
          </a:xfrm>
        </p:grpSpPr>
        <p:sp useBgFill="1">
          <p:nvSpPr>
            <p:cNvPr id="826" name="Freeform 272"/>
            <p:cNvSpPr>
              <a:spLocks/>
            </p:cNvSpPr>
            <p:nvPr/>
          </p:nvSpPr>
          <p:spPr bwMode="auto">
            <a:xfrm>
              <a:off x="1009651" y="4951413"/>
              <a:ext cx="330200" cy="536575"/>
            </a:xfrm>
            <a:custGeom>
              <a:avLst/>
              <a:gdLst>
                <a:gd name="T0" fmla="*/ 281 w 1462"/>
                <a:gd name="T1" fmla="*/ 0 h 2362"/>
                <a:gd name="T2" fmla="*/ 1181 w 1462"/>
                <a:gd name="T3" fmla="*/ 0 h 2362"/>
                <a:gd name="T4" fmla="*/ 1222 w 1462"/>
                <a:gd name="T5" fmla="*/ 3 h 2362"/>
                <a:gd name="T6" fmla="*/ 1262 w 1462"/>
                <a:gd name="T7" fmla="*/ 13 h 2362"/>
                <a:gd name="T8" fmla="*/ 1299 w 1462"/>
                <a:gd name="T9" fmla="*/ 26 h 2362"/>
                <a:gd name="T10" fmla="*/ 1334 w 1462"/>
                <a:gd name="T11" fmla="*/ 45 h 2362"/>
                <a:gd name="T12" fmla="*/ 1365 w 1462"/>
                <a:gd name="T13" fmla="*/ 70 h 2362"/>
                <a:gd name="T14" fmla="*/ 1393 w 1462"/>
                <a:gd name="T15" fmla="*/ 97 h 2362"/>
                <a:gd name="T16" fmla="*/ 1417 w 1462"/>
                <a:gd name="T17" fmla="*/ 129 h 2362"/>
                <a:gd name="T18" fmla="*/ 1436 w 1462"/>
                <a:gd name="T19" fmla="*/ 163 h 2362"/>
                <a:gd name="T20" fmla="*/ 1450 w 1462"/>
                <a:gd name="T21" fmla="*/ 201 h 2362"/>
                <a:gd name="T22" fmla="*/ 1459 w 1462"/>
                <a:gd name="T23" fmla="*/ 240 h 2362"/>
                <a:gd name="T24" fmla="*/ 1462 w 1462"/>
                <a:gd name="T25" fmla="*/ 281 h 2362"/>
                <a:gd name="T26" fmla="*/ 1462 w 1462"/>
                <a:gd name="T27" fmla="*/ 2081 h 2362"/>
                <a:gd name="T28" fmla="*/ 1459 w 1462"/>
                <a:gd name="T29" fmla="*/ 2122 h 2362"/>
                <a:gd name="T30" fmla="*/ 1450 w 1462"/>
                <a:gd name="T31" fmla="*/ 2161 h 2362"/>
                <a:gd name="T32" fmla="*/ 1436 w 1462"/>
                <a:gd name="T33" fmla="*/ 2199 h 2362"/>
                <a:gd name="T34" fmla="*/ 1417 w 1462"/>
                <a:gd name="T35" fmla="*/ 2233 h 2362"/>
                <a:gd name="T36" fmla="*/ 1393 w 1462"/>
                <a:gd name="T37" fmla="*/ 2265 h 2362"/>
                <a:gd name="T38" fmla="*/ 1365 w 1462"/>
                <a:gd name="T39" fmla="*/ 2292 h 2362"/>
                <a:gd name="T40" fmla="*/ 1334 w 1462"/>
                <a:gd name="T41" fmla="*/ 2317 h 2362"/>
                <a:gd name="T42" fmla="*/ 1299 w 1462"/>
                <a:gd name="T43" fmla="*/ 2336 h 2362"/>
                <a:gd name="T44" fmla="*/ 1262 w 1462"/>
                <a:gd name="T45" fmla="*/ 2349 h 2362"/>
                <a:gd name="T46" fmla="*/ 1222 w 1462"/>
                <a:gd name="T47" fmla="*/ 2359 h 2362"/>
                <a:gd name="T48" fmla="*/ 1181 w 1462"/>
                <a:gd name="T49" fmla="*/ 2362 h 2362"/>
                <a:gd name="T50" fmla="*/ 281 w 1462"/>
                <a:gd name="T51" fmla="*/ 2362 h 2362"/>
                <a:gd name="T52" fmla="*/ 240 w 1462"/>
                <a:gd name="T53" fmla="*/ 2359 h 2362"/>
                <a:gd name="T54" fmla="*/ 200 w 1462"/>
                <a:gd name="T55" fmla="*/ 2349 h 2362"/>
                <a:gd name="T56" fmla="*/ 163 w 1462"/>
                <a:gd name="T57" fmla="*/ 2336 h 2362"/>
                <a:gd name="T58" fmla="*/ 128 w 1462"/>
                <a:gd name="T59" fmla="*/ 2317 h 2362"/>
                <a:gd name="T60" fmla="*/ 97 w 1462"/>
                <a:gd name="T61" fmla="*/ 2292 h 2362"/>
                <a:gd name="T62" fmla="*/ 69 w 1462"/>
                <a:gd name="T63" fmla="*/ 2265 h 2362"/>
                <a:gd name="T64" fmla="*/ 45 w 1462"/>
                <a:gd name="T65" fmla="*/ 2233 h 2362"/>
                <a:gd name="T66" fmla="*/ 26 w 1462"/>
                <a:gd name="T67" fmla="*/ 2199 h 2362"/>
                <a:gd name="T68" fmla="*/ 12 w 1462"/>
                <a:gd name="T69" fmla="*/ 2161 h 2362"/>
                <a:gd name="T70" fmla="*/ 3 w 1462"/>
                <a:gd name="T71" fmla="*/ 2122 h 2362"/>
                <a:gd name="T72" fmla="*/ 0 w 1462"/>
                <a:gd name="T73" fmla="*/ 2081 h 2362"/>
                <a:gd name="T74" fmla="*/ 0 w 1462"/>
                <a:gd name="T75" fmla="*/ 281 h 2362"/>
                <a:gd name="T76" fmla="*/ 3 w 1462"/>
                <a:gd name="T77" fmla="*/ 240 h 2362"/>
                <a:gd name="T78" fmla="*/ 12 w 1462"/>
                <a:gd name="T79" fmla="*/ 201 h 2362"/>
                <a:gd name="T80" fmla="*/ 26 w 1462"/>
                <a:gd name="T81" fmla="*/ 163 h 2362"/>
                <a:gd name="T82" fmla="*/ 45 w 1462"/>
                <a:gd name="T83" fmla="*/ 129 h 2362"/>
                <a:gd name="T84" fmla="*/ 69 w 1462"/>
                <a:gd name="T85" fmla="*/ 97 h 2362"/>
                <a:gd name="T86" fmla="*/ 97 w 1462"/>
                <a:gd name="T87" fmla="*/ 70 h 2362"/>
                <a:gd name="T88" fmla="*/ 128 w 1462"/>
                <a:gd name="T89" fmla="*/ 45 h 2362"/>
                <a:gd name="T90" fmla="*/ 163 w 1462"/>
                <a:gd name="T91" fmla="*/ 26 h 2362"/>
                <a:gd name="T92" fmla="*/ 200 w 1462"/>
                <a:gd name="T93" fmla="*/ 13 h 2362"/>
                <a:gd name="T94" fmla="*/ 240 w 1462"/>
                <a:gd name="T95" fmla="*/ 3 h 2362"/>
                <a:gd name="T96" fmla="*/ 281 w 1462"/>
                <a:gd name="T97" fmla="*/ 0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62" h="2362">
                  <a:moveTo>
                    <a:pt x="281" y="0"/>
                  </a:moveTo>
                  <a:lnTo>
                    <a:pt x="1181" y="0"/>
                  </a:lnTo>
                  <a:lnTo>
                    <a:pt x="1222" y="3"/>
                  </a:lnTo>
                  <a:lnTo>
                    <a:pt x="1262" y="13"/>
                  </a:lnTo>
                  <a:lnTo>
                    <a:pt x="1299" y="26"/>
                  </a:lnTo>
                  <a:lnTo>
                    <a:pt x="1334" y="45"/>
                  </a:lnTo>
                  <a:lnTo>
                    <a:pt x="1365" y="70"/>
                  </a:lnTo>
                  <a:lnTo>
                    <a:pt x="1393" y="97"/>
                  </a:lnTo>
                  <a:lnTo>
                    <a:pt x="1417" y="129"/>
                  </a:lnTo>
                  <a:lnTo>
                    <a:pt x="1436" y="163"/>
                  </a:lnTo>
                  <a:lnTo>
                    <a:pt x="1450" y="201"/>
                  </a:lnTo>
                  <a:lnTo>
                    <a:pt x="1459" y="240"/>
                  </a:lnTo>
                  <a:lnTo>
                    <a:pt x="1462" y="281"/>
                  </a:lnTo>
                  <a:lnTo>
                    <a:pt x="1462" y="2081"/>
                  </a:lnTo>
                  <a:lnTo>
                    <a:pt x="1459" y="2122"/>
                  </a:lnTo>
                  <a:lnTo>
                    <a:pt x="1450" y="2161"/>
                  </a:lnTo>
                  <a:lnTo>
                    <a:pt x="1436" y="2199"/>
                  </a:lnTo>
                  <a:lnTo>
                    <a:pt x="1417" y="2233"/>
                  </a:lnTo>
                  <a:lnTo>
                    <a:pt x="1393" y="2265"/>
                  </a:lnTo>
                  <a:lnTo>
                    <a:pt x="1365" y="2292"/>
                  </a:lnTo>
                  <a:lnTo>
                    <a:pt x="1334" y="2317"/>
                  </a:lnTo>
                  <a:lnTo>
                    <a:pt x="1299" y="2336"/>
                  </a:lnTo>
                  <a:lnTo>
                    <a:pt x="1262" y="2349"/>
                  </a:lnTo>
                  <a:lnTo>
                    <a:pt x="1222" y="2359"/>
                  </a:lnTo>
                  <a:lnTo>
                    <a:pt x="1181" y="2362"/>
                  </a:lnTo>
                  <a:lnTo>
                    <a:pt x="281" y="2362"/>
                  </a:lnTo>
                  <a:lnTo>
                    <a:pt x="240" y="2359"/>
                  </a:lnTo>
                  <a:lnTo>
                    <a:pt x="200" y="2349"/>
                  </a:lnTo>
                  <a:lnTo>
                    <a:pt x="163" y="2336"/>
                  </a:lnTo>
                  <a:lnTo>
                    <a:pt x="128" y="2317"/>
                  </a:lnTo>
                  <a:lnTo>
                    <a:pt x="97" y="2292"/>
                  </a:lnTo>
                  <a:lnTo>
                    <a:pt x="69" y="2265"/>
                  </a:lnTo>
                  <a:lnTo>
                    <a:pt x="45" y="2233"/>
                  </a:lnTo>
                  <a:lnTo>
                    <a:pt x="26" y="2199"/>
                  </a:lnTo>
                  <a:lnTo>
                    <a:pt x="12" y="2161"/>
                  </a:lnTo>
                  <a:lnTo>
                    <a:pt x="3" y="2122"/>
                  </a:lnTo>
                  <a:lnTo>
                    <a:pt x="0" y="2081"/>
                  </a:lnTo>
                  <a:lnTo>
                    <a:pt x="0" y="281"/>
                  </a:lnTo>
                  <a:lnTo>
                    <a:pt x="3" y="240"/>
                  </a:lnTo>
                  <a:lnTo>
                    <a:pt x="12" y="201"/>
                  </a:lnTo>
                  <a:lnTo>
                    <a:pt x="26" y="163"/>
                  </a:lnTo>
                  <a:lnTo>
                    <a:pt x="45" y="129"/>
                  </a:lnTo>
                  <a:lnTo>
                    <a:pt x="69" y="97"/>
                  </a:lnTo>
                  <a:lnTo>
                    <a:pt x="97" y="70"/>
                  </a:lnTo>
                  <a:lnTo>
                    <a:pt x="128" y="45"/>
                  </a:lnTo>
                  <a:lnTo>
                    <a:pt x="163" y="26"/>
                  </a:lnTo>
                  <a:lnTo>
                    <a:pt x="200" y="13"/>
                  </a:lnTo>
                  <a:lnTo>
                    <a:pt x="240" y="3"/>
                  </a:lnTo>
                  <a:lnTo>
                    <a:pt x="281"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27" name="Freeform 273"/>
            <p:cNvSpPr>
              <a:spLocks noEditPoints="1"/>
            </p:cNvSpPr>
            <p:nvPr/>
          </p:nvSpPr>
          <p:spPr bwMode="auto">
            <a:xfrm>
              <a:off x="1035051" y="4976813"/>
              <a:ext cx="279400" cy="485775"/>
            </a:xfrm>
            <a:custGeom>
              <a:avLst/>
              <a:gdLst>
                <a:gd name="T0" fmla="*/ 596 w 1236"/>
                <a:gd name="T1" fmla="*/ 1858 h 2136"/>
                <a:gd name="T2" fmla="*/ 559 w 1236"/>
                <a:gd name="T3" fmla="*/ 1880 h 2136"/>
                <a:gd name="T4" fmla="*/ 537 w 1236"/>
                <a:gd name="T5" fmla="*/ 1917 h 2136"/>
                <a:gd name="T6" fmla="*/ 537 w 1236"/>
                <a:gd name="T7" fmla="*/ 1962 h 2136"/>
                <a:gd name="T8" fmla="*/ 559 w 1236"/>
                <a:gd name="T9" fmla="*/ 1999 h 2136"/>
                <a:gd name="T10" fmla="*/ 596 w 1236"/>
                <a:gd name="T11" fmla="*/ 2021 h 2136"/>
                <a:gd name="T12" fmla="*/ 640 w 1236"/>
                <a:gd name="T13" fmla="*/ 2021 h 2136"/>
                <a:gd name="T14" fmla="*/ 677 w 1236"/>
                <a:gd name="T15" fmla="*/ 1999 h 2136"/>
                <a:gd name="T16" fmla="*/ 699 w 1236"/>
                <a:gd name="T17" fmla="*/ 1962 h 2136"/>
                <a:gd name="T18" fmla="*/ 699 w 1236"/>
                <a:gd name="T19" fmla="*/ 1917 h 2136"/>
                <a:gd name="T20" fmla="*/ 677 w 1236"/>
                <a:gd name="T21" fmla="*/ 1880 h 2136"/>
                <a:gd name="T22" fmla="*/ 640 w 1236"/>
                <a:gd name="T23" fmla="*/ 1858 h 2136"/>
                <a:gd name="T24" fmla="*/ 730 w 1236"/>
                <a:gd name="T25" fmla="*/ 787 h 2136"/>
                <a:gd name="T26" fmla="*/ 973 w 1236"/>
                <a:gd name="T27" fmla="*/ 790 h 2136"/>
                <a:gd name="T28" fmla="*/ 1000 w 1236"/>
                <a:gd name="T29" fmla="*/ 810 h 2136"/>
                <a:gd name="T30" fmla="*/ 1012 w 1236"/>
                <a:gd name="T31" fmla="*/ 843 h 2136"/>
                <a:gd name="T32" fmla="*/ 1009 w 1236"/>
                <a:gd name="T33" fmla="*/ 1086 h 2136"/>
                <a:gd name="T34" fmla="*/ 989 w 1236"/>
                <a:gd name="T35" fmla="*/ 1113 h 2136"/>
                <a:gd name="T36" fmla="*/ 955 w 1236"/>
                <a:gd name="T37" fmla="*/ 1124 h 2136"/>
                <a:gd name="T38" fmla="*/ 713 w 1236"/>
                <a:gd name="T39" fmla="*/ 1122 h 2136"/>
                <a:gd name="T40" fmla="*/ 685 w 1236"/>
                <a:gd name="T41" fmla="*/ 1101 h 2136"/>
                <a:gd name="T42" fmla="*/ 674 w 1236"/>
                <a:gd name="T43" fmla="*/ 1068 h 2136"/>
                <a:gd name="T44" fmla="*/ 677 w 1236"/>
                <a:gd name="T45" fmla="*/ 825 h 2136"/>
                <a:gd name="T46" fmla="*/ 697 w 1236"/>
                <a:gd name="T47" fmla="*/ 798 h 2136"/>
                <a:gd name="T48" fmla="*/ 730 w 1236"/>
                <a:gd name="T49" fmla="*/ 787 h 2136"/>
                <a:gd name="T50" fmla="*/ 112 w 1236"/>
                <a:gd name="T51" fmla="*/ 1743 h 2136"/>
                <a:gd name="T52" fmla="*/ 1124 w 1236"/>
                <a:gd name="T53" fmla="*/ 225 h 2136"/>
                <a:gd name="T54" fmla="*/ 168 w 1236"/>
                <a:gd name="T55" fmla="*/ 0 h 2136"/>
                <a:gd name="T56" fmla="*/ 1099 w 1236"/>
                <a:gd name="T57" fmla="*/ 2 h 2136"/>
                <a:gd name="T58" fmla="*/ 1153 w 1236"/>
                <a:gd name="T59" fmla="*/ 23 h 2136"/>
                <a:gd name="T60" fmla="*/ 1197 w 1236"/>
                <a:gd name="T61" fmla="*/ 60 h 2136"/>
                <a:gd name="T62" fmla="*/ 1225 w 1236"/>
                <a:gd name="T63" fmla="*/ 110 h 2136"/>
                <a:gd name="T64" fmla="*/ 1236 w 1236"/>
                <a:gd name="T65" fmla="*/ 168 h 2136"/>
                <a:gd name="T66" fmla="*/ 1234 w 1236"/>
                <a:gd name="T67" fmla="*/ 1998 h 2136"/>
                <a:gd name="T68" fmla="*/ 1214 w 1236"/>
                <a:gd name="T69" fmla="*/ 2053 h 2136"/>
                <a:gd name="T70" fmla="*/ 1177 w 1236"/>
                <a:gd name="T71" fmla="*/ 2097 h 2136"/>
                <a:gd name="T72" fmla="*/ 1127 w 1236"/>
                <a:gd name="T73" fmla="*/ 2125 h 2136"/>
                <a:gd name="T74" fmla="*/ 1068 w 1236"/>
                <a:gd name="T75" fmla="*/ 2136 h 2136"/>
                <a:gd name="T76" fmla="*/ 137 w 1236"/>
                <a:gd name="T77" fmla="*/ 2134 h 2136"/>
                <a:gd name="T78" fmla="*/ 83 w 1236"/>
                <a:gd name="T79" fmla="*/ 2113 h 2136"/>
                <a:gd name="T80" fmla="*/ 39 w 1236"/>
                <a:gd name="T81" fmla="*/ 2076 h 2136"/>
                <a:gd name="T82" fmla="*/ 11 w 1236"/>
                <a:gd name="T83" fmla="*/ 2026 h 2136"/>
                <a:gd name="T84" fmla="*/ 0 w 1236"/>
                <a:gd name="T85" fmla="*/ 1968 h 2136"/>
                <a:gd name="T86" fmla="*/ 2 w 1236"/>
                <a:gd name="T87" fmla="*/ 138 h 2136"/>
                <a:gd name="T88" fmla="*/ 22 w 1236"/>
                <a:gd name="T89" fmla="*/ 83 h 2136"/>
                <a:gd name="T90" fmla="*/ 59 w 1236"/>
                <a:gd name="T91" fmla="*/ 39 h 2136"/>
                <a:gd name="T92" fmla="*/ 109 w 1236"/>
                <a:gd name="T93" fmla="*/ 11 h 2136"/>
                <a:gd name="T94" fmla="*/ 168 w 1236"/>
                <a:gd name="T95" fmla="*/ 0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36" h="2136">
                  <a:moveTo>
                    <a:pt x="618" y="1855"/>
                  </a:moveTo>
                  <a:lnTo>
                    <a:pt x="596" y="1858"/>
                  </a:lnTo>
                  <a:lnTo>
                    <a:pt x="576" y="1867"/>
                  </a:lnTo>
                  <a:lnTo>
                    <a:pt x="559" y="1880"/>
                  </a:lnTo>
                  <a:lnTo>
                    <a:pt x="545" y="1897"/>
                  </a:lnTo>
                  <a:lnTo>
                    <a:pt x="537" y="1917"/>
                  </a:lnTo>
                  <a:lnTo>
                    <a:pt x="533" y="1940"/>
                  </a:lnTo>
                  <a:lnTo>
                    <a:pt x="537" y="1962"/>
                  </a:lnTo>
                  <a:lnTo>
                    <a:pt x="545" y="1982"/>
                  </a:lnTo>
                  <a:lnTo>
                    <a:pt x="559" y="1999"/>
                  </a:lnTo>
                  <a:lnTo>
                    <a:pt x="576" y="2012"/>
                  </a:lnTo>
                  <a:lnTo>
                    <a:pt x="596" y="2021"/>
                  </a:lnTo>
                  <a:lnTo>
                    <a:pt x="618" y="2024"/>
                  </a:lnTo>
                  <a:lnTo>
                    <a:pt x="640" y="2021"/>
                  </a:lnTo>
                  <a:lnTo>
                    <a:pt x="660" y="2012"/>
                  </a:lnTo>
                  <a:lnTo>
                    <a:pt x="677" y="1999"/>
                  </a:lnTo>
                  <a:lnTo>
                    <a:pt x="691" y="1982"/>
                  </a:lnTo>
                  <a:lnTo>
                    <a:pt x="699" y="1962"/>
                  </a:lnTo>
                  <a:lnTo>
                    <a:pt x="703" y="1940"/>
                  </a:lnTo>
                  <a:lnTo>
                    <a:pt x="699" y="1917"/>
                  </a:lnTo>
                  <a:lnTo>
                    <a:pt x="691" y="1897"/>
                  </a:lnTo>
                  <a:lnTo>
                    <a:pt x="677" y="1880"/>
                  </a:lnTo>
                  <a:lnTo>
                    <a:pt x="660" y="1867"/>
                  </a:lnTo>
                  <a:lnTo>
                    <a:pt x="640" y="1858"/>
                  </a:lnTo>
                  <a:lnTo>
                    <a:pt x="618" y="1855"/>
                  </a:lnTo>
                  <a:close/>
                  <a:moveTo>
                    <a:pt x="730" y="787"/>
                  </a:moveTo>
                  <a:lnTo>
                    <a:pt x="955" y="787"/>
                  </a:lnTo>
                  <a:lnTo>
                    <a:pt x="973" y="790"/>
                  </a:lnTo>
                  <a:lnTo>
                    <a:pt x="989" y="798"/>
                  </a:lnTo>
                  <a:lnTo>
                    <a:pt x="1000" y="810"/>
                  </a:lnTo>
                  <a:lnTo>
                    <a:pt x="1009" y="825"/>
                  </a:lnTo>
                  <a:lnTo>
                    <a:pt x="1012" y="843"/>
                  </a:lnTo>
                  <a:lnTo>
                    <a:pt x="1012" y="1068"/>
                  </a:lnTo>
                  <a:lnTo>
                    <a:pt x="1009" y="1086"/>
                  </a:lnTo>
                  <a:lnTo>
                    <a:pt x="1000" y="1101"/>
                  </a:lnTo>
                  <a:lnTo>
                    <a:pt x="989" y="1113"/>
                  </a:lnTo>
                  <a:lnTo>
                    <a:pt x="973" y="1122"/>
                  </a:lnTo>
                  <a:lnTo>
                    <a:pt x="955" y="1124"/>
                  </a:lnTo>
                  <a:lnTo>
                    <a:pt x="730" y="1124"/>
                  </a:lnTo>
                  <a:lnTo>
                    <a:pt x="713" y="1122"/>
                  </a:lnTo>
                  <a:lnTo>
                    <a:pt x="697" y="1113"/>
                  </a:lnTo>
                  <a:lnTo>
                    <a:pt x="685" y="1101"/>
                  </a:lnTo>
                  <a:lnTo>
                    <a:pt x="677" y="1086"/>
                  </a:lnTo>
                  <a:lnTo>
                    <a:pt x="674" y="1068"/>
                  </a:lnTo>
                  <a:lnTo>
                    <a:pt x="674" y="843"/>
                  </a:lnTo>
                  <a:lnTo>
                    <a:pt x="677" y="825"/>
                  </a:lnTo>
                  <a:lnTo>
                    <a:pt x="685" y="810"/>
                  </a:lnTo>
                  <a:lnTo>
                    <a:pt x="697" y="798"/>
                  </a:lnTo>
                  <a:lnTo>
                    <a:pt x="713" y="790"/>
                  </a:lnTo>
                  <a:lnTo>
                    <a:pt x="730" y="787"/>
                  </a:lnTo>
                  <a:close/>
                  <a:moveTo>
                    <a:pt x="112" y="225"/>
                  </a:moveTo>
                  <a:lnTo>
                    <a:pt x="112" y="1743"/>
                  </a:lnTo>
                  <a:lnTo>
                    <a:pt x="1124" y="1743"/>
                  </a:lnTo>
                  <a:lnTo>
                    <a:pt x="1124" y="225"/>
                  </a:lnTo>
                  <a:lnTo>
                    <a:pt x="112" y="225"/>
                  </a:lnTo>
                  <a:close/>
                  <a:moveTo>
                    <a:pt x="168" y="0"/>
                  </a:moveTo>
                  <a:lnTo>
                    <a:pt x="1068" y="0"/>
                  </a:lnTo>
                  <a:lnTo>
                    <a:pt x="1099" y="2"/>
                  </a:lnTo>
                  <a:lnTo>
                    <a:pt x="1127" y="11"/>
                  </a:lnTo>
                  <a:lnTo>
                    <a:pt x="1153" y="23"/>
                  </a:lnTo>
                  <a:lnTo>
                    <a:pt x="1177" y="39"/>
                  </a:lnTo>
                  <a:lnTo>
                    <a:pt x="1197" y="60"/>
                  </a:lnTo>
                  <a:lnTo>
                    <a:pt x="1214" y="83"/>
                  </a:lnTo>
                  <a:lnTo>
                    <a:pt x="1225" y="110"/>
                  </a:lnTo>
                  <a:lnTo>
                    <a:pt x="1234" y="138"/>
                  </a:lnTo>
                  <a:lnTo>
                    <a:pt x="1236" y="168"/>
                  </a:lnTo>
                  <a:lnTo>
                    <a:pt x="1236" y="1968"/>
                  </a:lnTo>
                  <a:lnTo>
                    <a:pt x="1234" y="1998"/>
                  </a:lnTo>
                  <a:lnTo>
                    <a:pt x="1225" y="2026"/>
                  </a:lnTo>
                  <a:lnTo>
                    <a:pt x="1214" y="2053"/>
                  </a:lnTo>
                  <a:lnTo>
                    <a:pt x="1197" y="2076"/>
                  </a:lnTo>
                  <a:lnTo>
                    <a:pt x="1177" y="2097"/>
                  </a:lnTo>
                  <a:lnTo>
                    <a:pt x="1153" y="2113"/>
                  </a:lnTo>
                  <a:lnTo>
                    <a:pt x="1127" y="2125"/>
                  </a:lnTo>
                  <a:lnTo>
                    <a:pt x="1099" y="2134"/>
                  </a:lnTo>
                  <a:lnTo>
                    <a:pt x="1068" y="2136"/>
                  </a:lnTo>
                  <a:lnTo>
                    <a:pt x="168" y="2136"/>
                  </a:lnTo>
                  <a:lnTo>
                    <a:pt x="137" y="2134"/>
                  </a:lnTo>
                  <a:lnTo>
                    <a:pt x="109" y="2125"/>
                  </a:lnTo>
                  <a:lnTo>
                    <a:pt x="83" y="2113"/>
                  </a:lnTo>
                  <a:lnTo>
                    <a:pt x="59" y="2097"/>
                  </a:lnTo>
                  <a:lnTo>
                    <a:pt x="39" y="2076"/>
                  </a:lnTo>
                  <a:lnTo>
                    <a:pt x="22" y="2053"/>
                  </a:lnTo>
                  <a:lnTo>
                    <a:pt x="11" y="2026"/>
                  </a:lnTo>
                  <a:lnTo>
                    <a:pt x="2" y="1998"/>
                  </a:lnTo>
                  <a:lnTo>
                    <a:pt x="0" y="1968"/>
                  </a:lnTo>
                  <a:lnTo>
                    <a:pt x="0" y="168"/>
                  </a:lnTo>
                  <a:lnTo>
                    <a:pt x="2" y="138"/>
                  </a:lnTo>
                  <a:lnTo>
                    <a:pt x="11" y="110"/>
                  </a:lnTo>
                  <a:lnTo>
                    <a:pt x="22" y="83"/>
                  </a:lnTo>
                  <a:lnTo>
                    <a:pt x="39" y="60"/>
                  </a:lnTo>
                  <a:lnTo>
                    <a:pt x="59" y="39"/>
                  </a:lnTo>
                  <a:lnTo>
                    <a:pt x="83" y="23"/>
                  </a:lnTo>
                  <a:lnTo>
                    <a:pt x="109" y="11"/>
                  </a:lnTo>
                  <a:lnTo>
                    <a:pt x="137" y="2"/>
                  </a:lnTo>
                  <a:lnTo>
                    <a:pt x="16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28" name="Freeform 274"/>
            <p:cNvSpPr>
              <a:spLocks noEditPoints="1"/>
            </p:cNvSpPr>
            <p:nvPr/>
          </p:nvSpPr>
          <p:spPr bwMode="auto">
            <a:xfrm>
              <a:off x="1085851" y="5054601"/>
              <a:ext cx="177800" cy="279400"/>
            </a:xfrm>
            <a:custGeom>
              <a:avLst/>
              <a:gdLst>
                <a:gd name="T0" fmla="*/ 731 w 788"/>
                <a:gd name="T1" fmla="*/ 900 h 1237"/>
                <a:gd name="T2" fmla="*/ 765 w 788"/>
                <a:gd name="T3" fmla="*/ 911 h 1237"/>
                <a:gd name="T4" fmla="*/ 785 w 788"/>
                <a:gd name="T5" fmla="*/ 938 h 1237"/>
                <a:gd name="T6" fmla="*/ 788 w 788"/>
                <a:gd name="T7" fmla="*/ 1181 h 1237"/>
                <a:gd name="T8" fmla="*/ 776 w 788"/>
                <a:gd name="T9" fmla="*/ 1214 h 1237"/>
                <a:gd name="T10" fmla="*/ 749 w 788"/>
                <a:gd name="T11" fmla="*/ 1234 h 1237"/>
                <a:gd name="T12" fmla="*/ 506 w 788"/>
                <a:gd name="T13" fmla="*/ 1237 h 1237"/>
                <a:gd name="T14" fmla="*/ 473 w 788"/>
                <a:gd name="T15" fmla="*/ 1226 h 1237"/>
                <a:gd name="T16" fmla="*/ 453 w 788"/>
                <a:gd name="T17" fmla="*/ 1199 h 1237"/>
                <a:gd name="T18" fmla="*/ 450 w 788"/>
                <a:gd name="T19" fmla="*/ 956 h 1237"/>
                <a:gd name="T20" fmla="*/ 461 w 788"/>
                <a:gd name="T21" fmla="*/ 922 h 1237"/>
                <a:gd name="T22" fmla="*/ 489 w 788"/>
                <a:gd name="T23" fmla="*/ 902 h 1237"/>
                <a:gd name="T24" fmla="*/ 57 w 788"/>
                <a:gd name="T25" fmla="*/ 900 h 1237"/>
                <a:gd name="T26" fmla="*/ 299 w 788"/>
                <a:gd name="T27" fmla="*/ 902 h 1237"/>
                <a:gd name="T28" fmla="*/ 327 w 788"/>
                <a:gd name="T29" fmla="*/ 922 h 1237"/>
                <a:gd name="T30" fmla="*/ 338 w 788"/>
                <a:gd name="T31" fmla="*/ 956 h 1237"/>
                <a:gd name="T32" fmla="*/ 335 w 788"/>
                <a:gd name="T33" fmla="*/ 1199 h 1237"/>
                <a:gd name="T34" fmla="*/ 315 w 788"/>
                <a:gd name="T35" fmla="*/ 1226 h 1237"/>
                <a:gd name="T36" fmla="*/ 282 w 788"/>
                <a:gd name="T37" fmla="*/ 1237 h 1237"/>
                <a:gd name="T38" fmla="*/ 39 w 788"/>
                <a:gd name="T39" fmla="*/ 1234 h 1237"/>
                <a:gd name="T40" fmla="*/ 12 w 788"/>
                <a:gd name="T41" fmla="*/ 1214 h 1237"/>
                <a:gd name="T42" fmla="*/ 0 w 788"/>
                <a:gd name="T43" fmla="*/ 1181 h 1237"/>
                <a:gd name="T44" fmla="*/ 3 w 788"/>
                <a:gd name="T45" fmla="*/ 938 h 1237"/>
                <a:gd name="T46" fmla="*/ 23 w 788"/>
                <a:gd name="T47" fmla="*/ 911 h 1237"/>
                <a:gd name="T48" fmla="*/ 57 w 788"/>
                <a:gd name="T49" fmla="*/ 900 h 1237"/>
                <a:gd name="T50" fmla="*/ 282 w 788"/>
                <a:gd name="T51" fmla="*/ 450 h 1237"/>
                <a:gd name="T52" fmla="*/ 315 w 788"/>
                <a:gd name="T53" fmla="*/ 461 h 1237"/>
                <a:gd name="T54" fmla="*/ 335 w 788"/>
                <a:gd name="T55" fmla="*/ 488 h 1237"/>
                <a:gd name="T56" fmla="*/ 338 w 788"/>
                <a:gd name="T57" fmla="*/ 731 h 1237"/>
                <a:gd name="T58" fmla="*/ 327 w 788"/>
                <a:gd name="T59" fmla="*/ 764 h 1237"/>
                <a:gd name="T60" fmla="*/ 299 w 788"/>
                <a:gd name="T61" fmla="*/ 785 h 1237"/>
                <a:gd name="T62" fmla="*/ 57 w 788"/>
                <a:gd name="T63" fmla="*/ 787 h 1237"/>
                <a:gd name="T64" fmla="*/ 23 w 788"/>
                <a:gd name="T65" fmla="*/ 776 h 1237"/>
                <a:gd name="T66" fmla="*/ 3 w 788"/>
                <a:gd name="T67" fmla="*/ 749 h 1237"/>
                <a:gd name="T68" fmla="*/ 0 w 788"/>
                <a:gd name="T69" fmla="*/ 506 h 1237"/>
                <a:gd name="T70" fmla="*/ 12 w 788"/>
                <a:gd name="T71" fmla="*/ 473 h 1237"/>
                <a:gd name="T72" fmla="*/ 39 w 788"/>
                <a:gd name="T73" fmla="*/ 453 h 1237"/>
                <a:gd name="T74" fmla="*/ 506 w 788"/>
                <a:gd name="T75" fmla="*/ 0 h 1237"/>
                <a:gd name="T76" fmla="*/ 749 w 788"/>
                <a:gd name="T77" fmla="*/ 3 h 1237"/>
                <a:gd name="T78" fmla="*/ 776 w 788"/>
                <a:gd name="T79" fmla="*/ 23 h 1237"/>
                <a:gd name="T80" fmla="*/ 788 w 788"/>
                <a:gd name="T81" fmla="*/ 56 h 1237"/>
                <a:gd name="T82" fmla="*/ 785 w 788"/>
                <a:gd name="T83" fmla="*/ 299 h 1237"/>
                <a:gd name="T84" fmla="*/ 765 w 788"/>
                <a:gd name="T85" fmla="*/ 326 h 1237"/>
                <a:gd name="T86" fmla="*/ 731 w 788"/>
                <a:gd name="T87" fmla="*/ 337 h 1237"/>
                <a:gd name="T88" fmla="*/ 489 w 788"/>
                <a:gd name="T89" fmla="*/ 335 h 1237"/>
                <a:gd name="T90" fmla="*/ 461 w 788"/>
                <a:gd name="T91" fmla="*/ 315 h 1237"/>
                <a:gd name="T92" fmla="*/ 450 w 788"/>
                <a:gd name="T93" fmla="*/ 281 h 1237"/>
                <a:gd name="T94" fmla="*/ 453 w 788"/>
                <a:gd name="T95" fmla="*/ 38 h 1237"/>
                <a:gd name="T96" fmla="*/ 473 w 788"/>
                <a:gd name="T97" fmla="*/ 11 h 1237"/>
                <a:gd name="T98" fmla="*/ 506 w 788"/>
                <a:gd name="T99" fmla="*/ 0 h 1237"/>
                <a:gd name="T100" fmla="*/ 282 w 788"/>
                <a:gd name="T101" fmla="*/ 0 h 1237"/>
                <a:gd name="T102" fmla="*/ 315 w 788"/>
                <a:gd name="T103" fmla="*/ 11 h 1237"/>
                <a:gd name="T104" fmla="*/ 335 w 788"/>
                <a:gd name="T105" fmla="*/ 38 h 1237"/>
                <a:gd name="T106" fmla="*/ 338 w 788"/>
                <a:gd name="T107" fmla="*/ 281 h 1237"/>
                <a:gd name="T108" fmla="*/ 327 w 788"/>
                <a:gd name="T109" fmla="*/ 315 h 1237"/>
                <a:gd name="T110" fmla="*/ 299 w 788"/>
                <a:gd name="T111" fmla="*/ 335 h 1237"/>
                <a:gd name="T112" fmla="*/ 57 w 788"/>
                <a:gd name="T113" fmla="*/ 337 h 1237"/>
                <a:gd name="T114" fmla="*/ 23 w 788"/>
                <a:gd name="T115" fmla="*/ 326 h 1237"/>
                <a:gd name="T116" fmla="*/ 3 w 788"/>
                <a:gd name="T117" fmla="*/ 299 h 1237"/>
                <a:gd name="T118" fmla="*/ 0 w 788"/>
                <a:gd name="T119" fmla="*/ 56 h 1237"/>
                <a:gd name="T120" fmla="*/ 12 w 788"/>
                <a:gd name="T121" fmla="*/ 23 h 1237"/>
                <a:gd name="T122" fmla="*/ 39 w 788"/>
                <a:gd name="T123" fmla="*/ 3 h 1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88" h="1237">
                  <a:moveTo>
                    <a:pt x="506" y="900"/>
                  </a:moveTo>
                  <a:lnTo>
                    <a:pt x="731" y="900"/>
                  </a:lnTo>
                  <a:lnTo>
                    <a:pt x="749" y="902"/>
                  </a:lnTo>
                  <a:lnTo>
                    <a:pt x="765" y="911"/>
                  </a:lnTo>
                  <a:lnTo>
                    <a:pt x="776" y="922"/>
                  </a:lnTo>
                  <a:lnTo>
                    <a:pt x="785" y="938"/>
                  </a:lnTo>
                  <a:lnTo>
                    <a:pt x="788" y="956"/>
                  </a:lnTo>
                  <a:lnTo>
                    <a:pt x="788" y="1181"/>
                  </a:lnTo>
                  <a:lnTo>
                    <a:pt x="785" y="1199"/>
                  </a:lnTo>
                  <a:lnTo>
                    <a:pt x="776" y="1214"/>
                  </a:lnTo>
                  <a:lnTo>
                    <a:pt x="765" y="1226"/>
                  </a:lnTo>
                  <a:lnTo>
                    <a:pt x="749" y="1234"/>
                  </a:lnTo>
                  <a:lnTo>
                    <a:pt x="731" y="1237"/>
                  </a:lnTo>
                  <a:lnTo>
                    <a:pt x="506" y="1237"/>
                  </a:lnTo>
                  <a:lnTo>
                    <a:pt x="489" y="1234"/>
                  </a:lnTo>
                  <a:lnTo>
                    <a:pt x="473" y="1226"/>
                  </a:lnTo>
                  <a:lnTo>
                    <a:pt x="461" y="1214"/>
                  </a:lnTo>
                  <a:lnTo>
                    <a:pt x="453" y="1199"/>
                  </a:lnTo>
                  <a:lnTo>
                    <a:pt x="450" y="1181"/>
                  </a:lnTo>
                  <a:lnTo>
                    <a:pt x="450" y="956"/>
                  </a:lnTo>
                  <a:lnTo>
                    <a:pt x="453" y="938"/>
                  </a:lnTo>
                  <a:lnTo>
                    <a:pt x="461" y="922"/>
                  </a:lnTo>
                  <a:lnTo>
                    <a:pt x="473" y="911"/>
                  </a:lnTo>
                  <a:lnTo>
                    <a:pt x="489" y="902"/>
                  </a:lnTo>
                  <a:lnTo>
                    <a:pt x="506" y="900"/>
                  </a:lnTo>
                  <a:close/>
                  <a:moveTo>
                    <a:pt x="57" y="900"/>
                  </a:moveTo>
                  <a:lnTo>
                    <a:pt x="282" y="900"/>
                  </a:lnTo>
                  <a:lnTo>
                    <a:pt x="299" y="902"/>
                  </a:lnTo>
                  <a:lnTo>
                    <a:pt x="315" y="911"/>
                  </a:lnTo>
                  <a:lnTo>
                    <a:pt x="327" y="922"/>
                  </a:lnTo>
                  <a:lnTo>
                    <a:pt x="335" y="938"/>
                  </a:lnTo>
                  <a:lnTo>
                    <a:pt x="338" y="956"/>
                  </a:lnTo>
                  <a:lnTo>
                    <a:pt x="338" y="1181"/>
                  </a:lnTo>
                  <a:lnTo>
                    <a:pt x="335" y="1199"/>
                  </a:lnTo>
                  <a:lnTo>
                    <a:pt x="327" y="1214"/>
                  </a:lnTo>
                  <a:lnTo>
                    <a:pt x="315" y="1226"/>
                  </a:lnTo>
                  <a:lnTo>
                    <a:pt x="299" y="1234"/>
                  </a:lnTo>
                  <a:lnTo>
                    <a:pt x="282" y="1237"/>
                  </a:lnTo>
                  <a:lnTo>
                    <a:pt x="57" y="1237"/>
                  </a:lnTo>
                  <a:lnTo>
                    <a:pt x="39" y="1234"/>
                  </a:lnTo>
                  <a:lnTo>
                    <a:pt x="23" y="1226"/>
                  </a:lnTo>
                  <a:lnTo>
                    <a:pt x="12" y="1214"/>
                  </a:lnTo>
                  <a:lnTo>
                    <a:pt x="3" y="1199"/>
                  </a:lnTo>
                  <a:lnTo>
                    <a:pt x="0" y="1181"/>
                  </a:lnTo>
                  <a:lnTo>
                    <a:pt x="0" y="956"/>
                  </a:lnTo>
                  <a:lnTo>
                    <a:pt x="3" y="938"/>
                  </a:lnTo>
                  <a:lnTo>
                    <a:pt x="12" y="922"/>
                  </a:lnTo>
                  <a:lnTo>
                    <a:pt x="23" y="911"/>
                  </a:lnTo>
                  <a:lnTo>
                    <a:pt x="39" y="902"/>
                  </a:lnTo>
                  <a:lnTo>
                    <a:pt x="57" y="900"/>
                  </a:lnTo>
                  <a:close/>
                  <a:moveTo>
                    <a:pt x="57" y="450"/>
                  </a:moveTo>
                  <a:lnTo>
                    <a:pt x="282" y="450"/>
                  </a:lnTo>
                  <a:lnTo>
                    <a:pt x="299" y="453"/>
                  </a:lnTo>
                  <a:lnTo>
                    <a:pt x="315" y="461"/>
                  </a:lnTo>
                  <a:lnTo>
                    <a:pt x="327" y="473"/>
                  </a:lnTo>
                  <a:lnTo>
                    <a:pt x="335" y="488"/>
                  </a:lnTo>
                  <a:lnTo>
                    <a:pt x="338" y="506"/>
                  </a:lnTo>
                  <a:lnTo>
                    <a:pt x="338" y="731"/>
                  </a:lnTo>
                  <a:lnTo>
                    <a:pt x="335" y="749"/>
                  </a:lnTo>
                  <a:lnTo>
                    <a:pt x="327" y="764"/>
                  </a:lnTo>
                  <a:lnTo>
                    <a:pt x="315" y="776"/>
                  </a:lnTo>
                  <a:lnTo>
                    <a:pt x="299" y="785"/>
                  </a:lnTo>
                  <a:lnTo>
                    <a:pt x="282" y="787"/>
                  </a:lnTo>
                  <a:lnTo>
                    <a:pt x="57" y="787"/>
                  </a:lnTo>
                  <a:lnTo>
                    <a:pt x="39" y="785"/>
                  </a:lnTo>
                  <a:lnTo>
                    <a:pt x="23" y="776"/>
                  </a:lnTo>
                  <a:lnTo>
                    <a:pt x="12" y="764"/>
                  </a:lnTo>
                  <a:lnTo>
                    <a:pt x="3" y="749"/>
                  </a:lnTo>
                  <a:lnTo>
                    <a:pt x="0" y="731"/>
                  </a:lnTo>
                  <a:lnTo>
                    <a:pt x="0" y="506"/>
                  </a:lnTo>
                  <a:lnTo>
                    <a:pt x="3" y="488"/>
                  </a:lnTo>
                  <a:lnTo>
                    <a:pt x="12" y="473"/>
                  </a:lnTo>
                  <a:lnTo>
                    <a:pt x="23" y="461"/>
                  </a:lnTo>
                  <a:lnTo>
                    <a:pt x="39" y="453"/>
                  </a:lnTo>
                  <a:lnTo>
                    <a:pt x="57" y="450"/>
                  </a:lnTo>
                  <a:close/>
                  <a:moveTo>
                    <a:pt x="506" y="0"/>
                  </a:moveTo>
                  <a:lnTo>
                    <a:pt x="731" y="0"/>
                  </a:lnTo>
                  <a:lnTo>
                    <a:pt x="749" y="3"/>
                  </a:lnTo>
                  <a:lnTo>
                    <a:pt x="765" y="11"/>
                  </a:lnTo>
                  <a:lnTo>
                    <a:pt x="776" y="23"/>
                  </a:lnTo>
                  <a:lnTo>
                    <a:pt x="785" y="38"/>
                  </a:lnTo>
                  <a:lnTo>
                    <a:pt x="788" y="56"/>
                  </a:lnTo>
                  <a:lnTo>
                    <a:pt x="788" y="281"/>
                  </a:lnTo>
                  <a:lnTo>
                    <a:pt x="785" y="299"/>
                  </a:lnTo>
                  <a:lnTo>
                    <a:pt x="776" y="315"/>
                  </a:lnTo>
                  <a:lnTo>
                    <a:pt x="765" y="326"/>
                  </a:lnTo>
                  <a:lnTo>
                    <a:pt x="749" y="335"/>
                  </a:lnTo>
                  <a:lnTo>
                    <a:pt x="731" y="337"/>
                  </a:lnTo>
                  <a:lnTo>
                    <a:pt x="506" y="337"/>
                  </a:lnTo>
                  <a:lnTo>
                    <a:pt x="489" y="335"/>
                  </a:lnTo>
                  <a:lnTo>
                    <a:pt x="473" y="326"/>
                  </a:lnTo>
                  <a:lnTo>
                    <a:pt x="461" y="315"/>
                  </a:lnTo>
                  <a:lnTo>
                    <a:pt x="453" y="299"/>
                  </a:lnTo>
                  <a:lnTo>
                    <a:pt x="450" y="281"/>
                  </a:lnTo>
                  <a:lnTo>
                    <a:pt x="450" y="56"/>
                  </a:lnTo>
                  <a:lnTo>
                    <a:pt x="453" y="38"/>
                  </a:lnTo>
                  <a:lnTo>
                    <a:pt x="461" y="23"/>
                  </a:lnTo>
                  <a:lnTo>
                    <a:pt x="473" y="11"/>
                  </a:lnTo>
                  <a:lnTo>
                    <a:pt x="489" y="3"/>
                  </a:lnTo>
                  <a:lnTo>
                    <a:pt x="506" y="0"/>
                  </a:lnTo>
                  <a:close/>
                  <a:moveTo>
                    <a:pt x="57" y="0"/>
                  </a:moveTo>
                  <a:lnTo>
                    <a:pt x="282" y="0"/>
                  </a:lnTo>
                  <a:lnTo>
                    <a:pt x="299" y="3"/>
                  </a:lnTo>
                  <a:lnTo>
                    <a:pt x="315" y="11"/>
                  </a:lnTo>
                  <a:lnTo>
                    <a:pt x="327" y="23"/>
                  </a:lnTo>
                  <a:lnTo>
                    <a:pt x="335" y="38"/>
                  </a:lnTo>
                  <a:lnTo>
                    <a:pt x="338" y="56"/>
                  </a:lnTo>
                  <a:lnTo>
                    <a:pt x="338" y="281"/>
                  </a:lnTo>
                  <a:lnTo>
                    <a:pt x="335" y="299"/>
                  </a:lnTo>
                  <a:lnTo>
                    <a:pt x="327" y="315"/>
                  </a:lnTo>
                  <a:lnTo>
                    <a:pt x="315" y="326"/>
                  </a:lnTo>
                  <a:lnTo>
                    <a:pt x="299" y="335"/>
                  </a:lnTo>
                  <a:lnTo>
                    <a:pt x="282" y="337"/>
                  </a:lnTo>
                  <a:lnTo>
                    <a:pt x="57" y="337"/>
                  </a:lnTo>
                  <a:lnTo>
                    <a:pt x="39" y="335"/>
                  </a:lnTo>
                  <a:lnTo>
                    <a:pt x="23" y="326"/>
                  </a:lnTo>
                  <a:lnTo>
                    <a:pt x="12" y="315"/>
                  </a:lnTo>
                  <a:lnTo>
                    <a:pt x="3" y="299"/>
                  </a:lnTo>
                  <a:lnTo>
                    <a:pt x="0" y="281"/>
                  </a:lnTo>
                  <a:lnTo>
                    <a:pt x="0" y="56"/>
                  </a:lnTo>
                  <a:lnTo>
                    <a:pt x="3" y="38"/>
                  </a:lnTo>
                  <a:lnTo>
                    <a:pt x="12" y="23"/>
                  </a:lnTo>
                  <a:lnTo>
                    <a:pt x="23" y="11"/>
                  </a:lnTo>
                  <a:lnTo>
                    <a:pt x="39" y="3"/>
                  </a:lnTo>
                  <a:lnTo>
                    <a:pt x="57" y="0"/>
                  </a:lnTo>
                  <a:close/>
                </a:path>
              </a:pathLst>
            </a:custGeom>
            <a:solidFill>
              <a:srgbClr val="FBBB1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100" name="Group 1099"/>
          <p:cNvGrpSpPr>
            <a:grpSpLocks noChangeAspect="1"/>
          </p:cNvGrpSpPr>
          <p:nvPr/>
        </p:nvGrpSpPr>
        <p:grpSpPr>
          <a:xfrm>
            <a:off x="2548867" y="4867245"/>
            <a:ext cx="355600" cy="536575"/>
            <a:chOff x="2190751" y="4972050"/>
            <a:chExt cx="355600" cy="536575"/>
          </a:xfrm>
        </p:grpSpPr>
        <p:sp useBgFill="1">
          <p:nvSpPr>
            <p:cNvPr id="832" name="Freeform 279"/>
            <p:cNvSpPr>
              <a:spLocks/>
            </p:cNvSpPr>
            <p:nvPr/>
          </p:nvSpPr>
          <p:spPr bwMode="auto">
            <a:xfrm>
              <a:off x="2190751" y="4972050"/>
              <a:ext cx="355600" cy="536575"/>
            </a:xfrm>
            <a:custGeom>
              <a:avLst/>
              <a:gdLst>
                <a:gd name="T0" fmla="*/ 225 w 1574"/>
                <a:gd name="T1" fmla="*/ 0 h 2362"/>
                <a:gd name="T2" fmla="*/ 1349 w 1574"/>
                <a:gd name="T3" fmla="*/ 0 h 2362"/>
                <a:gd name="T4" fmla="*/ 1386 w 1574"/>
                <a:gd name="T5" fmla="*/ 3 h 2362"/>
                <a:gd name="T6" fmla="*/ 1420 w 1574"/>
                <a:gd name="T7" fmla="*/ 12 h 2362"/>
                <a:gd name="T8" fmla="*/ 1453 w 1574"/>
                <a:gd name="T9" fmla="*/ 25 h 2362"/>
                <a:gd name="T10" fmla="*/ 1482 w 1574"/>
                <a:gd name="T11" fmla="*/ 43 h 2362"/>
                <a:gd name="T12" fmla="*/ 1508 w 1574"/>
                <a:gd name="T13" fmla="*/ 67 h 2362"/>
                <a:gd name="T14" fmla="*/ 1531 w 1574"/>
                <a:gd name="T15" fmla="*/ 93 h 2362"/>
                <a:gd name="T16" fmla="*/ 1549 w 1574"/>
                <a:gd name="T17" fmla="*/ 121 h 2362"/>
                <a:gd name="T18" fmla="*/ 1562 w 1574"/>
                <a:gd name="T19" fmla="*/ 154 h 2362"/>
                <a:gd name="T20" fmla="*/ 1571 w 1574"/>
                <a:gd name="T21" fmla="*/ 189 h 2362"/>
                <a:gd name="T22" fmla="*/ 1574 w 1574"/>
                <a:gd name="T23" fmla="*/ 225 h 2362"/>
                <a:gd name="T24" fmla="*/ 1574 w 1574"/>
                <a:gd name="T25" fmla="*/ 2137 h 2362"/>
                <a:gd name="T26" fmla="*/ 1571 w 1574"/>
                <a:gd name="T27" fmla="*/ 2173 h 2362"/>
                <a:gd name="T28" fmla="*/ 1562 w 1574"/>
                <a:gd name="T29" fmla="*/ 2208 h 2362"/>
                <a:gd name="T30" fmla="*/ 1549 w 1574"/>
                <a:gd name="T31" fmla="*/ 2241 h 2362"/>
                <a:gd name="T32" fmla="*/ 1531 w 1574"/>
                <a:gd name="T33" fmla="*/ 2269 h 2362"/>
                <a:gd name="T34" fmla="*/ 1508 w 1574"/>
                <a:gd name="T35" fmla="*/ 2295 h 2362"/>
                <a:gd name="T36" fmla="*/ 1482 w 1574"/>
                <a:gd name="T37" fmla="*/ 2319 h 2362"/>
                <a:gd name="T38" fmla="*/ 1453 w 1574"/>
                <a:gd name="T39" fmla="*/ 2337 h 2362"/>
                <a:gd name="T40" fmla="*/ 1420 w 1574"/>
                <a:gd name="T41" fmla="*/ 2350 h 2362"/>
                <a:gd name="T42" fmla="*/ 1386 w 1574"/>
                <a:gd name="T43" fmla="*/ 2359 h 2362"/>
                <a:gd name="T44" fmla="*/ 1349 w 1574"/>
                <a:gd name="T45" fmla="*/ 2362 h 2362"/>
                <a:gd name="T46" fmla="*/ 225 w 1574"/>
                <a:gd name="T47" fmla="*/ 2362 h 2362"/>
                <a:gd name="T48" fmla="*/ 188 w 1574"/>
                <a:gd name="T49" fmla="*/ 2359 h 2362"/>
                <a:gd name="T50" fmla="*/ 154 w 1574"/>
                <a:gd name="T51" fmla="*/ 2350 h 2362"/>
                <a:gd name="T52" fmla="*/ 121 w 1574"/>
                <a:gd name="T53" fmla="*/ 2337 h 2362"/>
                <a:gd name="T54" fmla="*/ 92 w 1574"/>
                <a:gd name="T55" fmla="*/ 2319 h 2362"/>
                <a:gd name="T56" fmla="*/ 66 w 1574"/>
                <a:gd name="T57" fmla="*/ 2295 h 2362"/>
                <a:gd name="T58" fmla="*/ 43 w 1574"/>
                <a:gd name="T59" fmla="*/ 2269 h 2362"/>
                <a:gd name="T60" fmla="*/ 25 w 1574"/>
                <a:gd name="T61" fmla="*/ 2241 h 2362"/>
                <a:gd name="T62" fmla="*/ 12 w 1574"/>
                <a:gd name="T63" fmla="*/ 2208 h 2362"/>
                <a:gd name="T64" fmla="*/ 3 w 1574"/>
                <a:gd name="T65" fmla="*/ 2173 h 2362"/>
                <a:gd name="T66" fmla="*/ 0 w 1574"/>
                <a:gd name="T67" fmla="*/ 2137 h 2362"/>
                <a:gd name="T68" fmla="*/ 0 w 1574"/>
                <a:gd name="T69" fmla="*/ 225 h 2362"/>
                <a:gd name="T70" fmla="*/ 3 w 1574"/>
                <a:gd name="T71" fmla="*/ 189 h 2362"/>
                <a:gd name="T72" fmla="*/ 12 w 1574"/>
                <a:gd name="T73" fmla="*/ 154 h 2362"/>
                <a:gd name="T74" fmla="*/ 25 w 1574"/>
                <a:gd name="T75" fmla="*/ 121 h 2362"/>
                <a:gd name="T76" fmla="*/ 43 w 1574"/>
                <a:gd name="T77" fmla="*/ 93 h 2362"/>
                <a:gd name="T78" fmla="*/ 66 w 1574"/>
                <a:gd name="T79" fmla="*/ 67 h 2362"/>
                <a:gd name="T80" fmla="*/ 92 w 1574"/>
                <a:gd name="T81" fmla="*/ 43 h 2362"/>
                <a:gd name="T82" fmla="*/ 121 w 1574"/>
                <a:gd name="T83" fmla="*/ 25 h 2362"/>
                <a:gd name="T84" fmla="*/ 154 w 1574"/>
                <a:gd name="T85" fmla="*/ 12 h 2362"/>
                <a:gd name="T86" fmla="*/ 188 w 1574"/>
                <a:gd name="T87" fmla="*/ 3 h 2362"/>
                <a:gd name="T88" fmla="*/ 225 w 1574"/>
                <a:gd name="T89" fmla="*/ 0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574" h="2362">
                  <a:moveTo>
                    <a:pt x="225" y="0"/>
                  </a:moveTo>
                  <a:lnTo>
                    <a:pt x="1349" y="0"/>
                  </a:lnTo>
                  <a:lnTo>
                    <a:pt x="1386" y="3"/>
                  </a:lnTo>
                  <a:lnTo>
                    <a:pt x="1420" y="12"/>
                  </a:lnTo>
                  <a:lnTo>
                    <a:pt x="1453" y="25"/>
                  </a:lnTo>
                  <a:lnTo>
                    <a:pt x="1482" y="43"/>
                  </a:lnTo>
                  <a:lnTo>
                    <a:pt x="1508" y="67"/>
                  </a:lnTo>
                  <a:lnTo>
                    <a:pt x="1531" y="93"/>
                  </a:lnTo>
                  <a:lnTo>
                    <a:pt x="1549" y="121"/>
                  </a:lnTo>
                  <a:lnTo>
                    <a:pt x="1562" y="154"/>
                  </a:lnTo>
                  <a:lnTo>
                    <a:pt x="1571" y="189"/>
                  </a:lnTo>
                  <a:lnTo>
                    <a:pt x="1574" y="225"/>
                  </a:lnTo>
                  <a:lnTo>
                    <a:pt x="1574" y="2137"/>
                  </a:lnTo>
                  <a:lnTo>
                    <a:pt x="1571" y="2173"/>
                  </a:lnTo>
                  <a:lnTo>
                    <a:pt x="1562" y="2208"/>
                  </a:lnTo>
                  <a:lnTo>
                    <a:pt x="1549" y="2241"/>
                  </a:lnTo>
                  <a:lnTo>
                    <a:pt x="1531" y="2269"/>
                  </a:lnTo>
                  <a:lnTo>
                    <a:pt x="1508" y="2295"/>
                  </a:lnTo>
                  <a:lnTo>
                    <a:pt x="1482" y="2319"/>
                  </a:lnTo>
                  <a:lnTo>
                    <a:pt x="1453" y="2337"/>
                  </a:lnTo>
                  <a:lnTo>
                    <a:pt x="1420" y="2350"/>
                  </a:lnTo>
                  <a:lnTo>
                    <a:pt x="1386" y="2359"/>
                  </a:lnTo>
                  <a:lnTo>
                    <a:pt x="1349" y="2362"/>
                  </a:lnTo>
                  <a:lnTo>
                    <a:pt x="225" y="2362"/>
                  </a:lnTo>
                  <a:lnTo>
                    <a:pt x="188" y="2359"/>
                  </a:lnTo>
                  <a:lnTo>
                    <a:pt x="154" y="2350"/>
                  </a:lnTo>
                  <a:lnTo>
                    <a:pt x="121" y="2337"/>
                  </a:lnTo>
                  <a:lnTo>
                    <a:pt x="92" y="2319"/>
                  </a:lnTo>
                  <a:lnTo>
                    <a:pt x="66" y="2295"/>
                  </a:lnTo>
                  <a:lnTo>
                    <a:pt x="43" y="2269"/>
                  </a:lnTo>
                  <a:lnTo>
                    <a:pt x="25" y="2241"/>
                  </a:lnTo>
                  <a:lnTo>
                    <a:pt x="12" y="2208"/>
                  </a:lnTo>
                  <a:lnTo>
                    <a:pt x="3" y="2173"/>
                  </a:lnTo>
                  <a:lnTo>
                    <a:pt x="0" y="2137"/>
                  </a:lnTo>
                  <a:lnTo>
                    <a:pt x="0" y="225"/>
                  </a:lnTo>
                  <a:lnTo>
                    <a:pt x="3" y="189"/>
                  </a:lnTo>
                  <a:lnTo>
                    <a:pt x="12" y="154"/>
                  </a:lnTo>
                  <a:lnTo>
                    <a:pt x="25" y="121"/>
                  </a:lnTo>
                  <a:lnTo>
                    <a:pt x="43" y="93"/>
                  </a:lnTo>
                  <a:lnTo>
                    <a:pt x="66" y="67"/>
                  </a:lnTo>
                  <a:lnTo>
                    <a:pt x="92" y="43"/>
                  </a:lnTo>
                  <a:lnTo>
                    <a:pt x="121" y="25"/>
                  </a:lnTo>
                  <a:lnTo>
                    <a:pt x="154" y="12"/>
                  </a:lnTo>
                  <a:lnTo>
                    <a:pt x="188" y="3"/>
                  </a:lnTo>
                  <a:lnTo>
                    <a:pt x="225"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33" name="Freeform 280"/>
            <p:cNvSpPr>
              <a:spLocks noEditPoints="1"/>
            </p:cNvSpPr>
            <p:nvPr/>
          </p:nvSpPr>
          <p:spPr bwMode="auto">
            <a:xfrm>
              <a:off x="2216151" y="4997450"/>
              <a:ext cx="304800" cy="485775"/>
            </a:xfrm>
            <a:custGeom>
              <a:avLst/>
              <a:gdLst>
                <a:gd name="T0" fmla="*/ 900 w 1350"/>
                <a:gd name="T1" fmla="*/ 1968 h 2136"/>
                <a:gd name="T2" fmla="*/ 1012 w 1350"/>
                <a:gd name="T3" fmla="*/ 1855 h 2136"/>
                <a:gd name="T4" fmla="*/ 338 w 1350"/>
                <a:gd name="T5" fmla="*/ 1855 h 2136"/>
                <a:gd name="T6" fmla="*/ 450 w 1350"/>
                <a:gd name="T7" fmla="*/ 1968 h 2136"/>
                <a:gd name="T8" fmla="*/ 338 w 1350"/>
                <a:gd name="T9" fmla="*/ 1855 h 2136"/>
                <a:gd name="T10" fmla="*/ 650 w 1350"/>
                <a:gd name="T11" fmla="*/ 1802 h 2136"/>
                <a:gd name="T12" fmla="*/ 604 w 1350"/>
                <a:gd name="T13" fmla="*/ 1823 h 2136"/>
                <a:gd name="T14" fmla="*/ 574 w 1350"/>
                <a:gd name="T15" fmla="*/ 1862 h 2136"/>
                <a:gd name="T16" fmla="*/ 563 w 1350"/>
                <a:gd name="T17" fmla="*/ 1911 h 2136"/>
                <a:gd name="T18" fmla="*/ 574 w 1350"/>
                <a:gd name="T19" fmla="*/ 1961 h 2136"/>
                <a:gd name="T20" fmla="*/ 604 w 1350"/>
                <a:gd name="T21" fmla="*/ 1999 h 2136"/>
                <a:gd name="T22" fmla="*/ 650 w 1350"/>
                <a:gd name="T23" fmla="*/ 2021 h 2136"/>
                <a:gd name="T24" fmla="*/ 700 w 1350"/>
                <a:gd name="T25" fmla="*/ 2021 h 2136"/>
                <a:gd name="T26" fmla="*/ 746 w 1350"/>
                <a:gd name="T27" fmla="*/ 1999 h 2136"/>
                <a:gd name="T28" fmla="*/ 776 w 1350"/>
                <a:gd name="T29" fmla="*/ 1961 h 2136"/>
                <a:gd name="T30" fmla="*/ 787 w 1350"/>
                <a:gd name="T31" fmla="*/ 1911 h 2136"/>
                <a:gd name="T32" fmla="*/ 776 w 1350"/>
                <a:gd name="T33" fmla="*/ 1862 h 2136"/>
                <a:gd name="T34" fmla="*/ 746 w 1350"/>
                <a:gd name="T35" fmla="*/ 1823 h 2136"/>
                <a:gd name="T36" fmla="*/ 700 w 1350"/>
                <a:gd name="T37" fmla="*/ 1802 h 2136"/>
                <a:gd name="T38" fmla="*/ 787 w 1350"/>
                <a:gd name="T39" fmla="*/ 787 h 2136"/>
                <a:gd name="T40" fmla="*/ 1030 w 1350"/>
                <a:gd name="T41" fmla="*/ 790 h 2136"/>
                <a:gd name="T42" fmla="*/ 1057 w 1350"/>
                <a:gd name="T43" fmla="*/ 810 h 2136"/>
                <a:gd name="T44" fmla="*/ 1069 w 1350"/>
                <a:gd name="T45" fmla="*/ 843 h 2136"/>
                <a:gd name="T46" fmla="*/ 1066 w 1350"/>
                <a:gd name="T47" fmla="*/ 1086 h 2136"/>
                <a:gd name="T48" fmla="*/ 1046 w 1350"/>
                <a:gd name="T49" fmla="*/ 1113 h 2136"/>
                <a:gd name="T50" fmla="*/ 1012 w 1350"/>
                <a:gd name="T51" fmla="*/ 1124 h 2136"/>
                <a:gd name="T52" fmla="*/ 770 w 1350"/>
                <a:gd name="T53" fmla="*/ 1122 h 2136"/>
                <a:gd name="T54" fmla="*/ 742 w 1350"/>
                <a:gd name="T55" fmla="*/ 1101 h 2136"/>
                <a:gd name="T56" fmla="*/ 731 w 1350"/>
                <a:gd name="T57" fmla="*/ 1068 h 2136"/>
                <a:gd name="T58" fmla="*/ 734 w 1350"/>
                <a:gd name="T59" fmla="*/ 825 h 2136"/>
                <a:gd name="T60" fmla="*/ 754 w 1350"/>
                <a:gd name="T61" fmla="*/ 798 h 2136"/>
                <a:gd name="T62" fmla="*/ 787 w 1350"/>
                <a:gd name="T63" fmla="*/ 787 h 2136"/>
                <a:gd name="T64" fmla="*/ 113 w 1350"/>
                <a:gd name="T65" fmla="*/ 1686 h 2136"/>
                <a:gd name="T66" fmla="*/ 1237 w 1350"/>
                <a:gd name="T67" fmla="*/ 225 h 2136"/>
                <a:gd name="T68" fmla="*/ 113 w 1350"/>
                <a:gd name="T69" fmla="*/ 0 h 2136"/>
                <a:gd name="T70" fmla="*/ 1263 w 1350"/>
                <a:gd name="T71" fmla="*/ 3 h 2136"/>
                <a:gd name="T72" fmla="*/ 1308 w 1350"/>
                <a:gd name="T73" fmla="*/ 24 h 2136"/>
                <a:gd name="T74" fmla="*/ 1338 w 1350"/>
                <a:gd name="T75" fmla="*/ 62 h 2136"/>
                <a:gd name="T76" fmla="*/ 1350 w 1350"/>
                <a:gd name="T77" fmla="*/ 112 h 2136"/>
                <a:gd name="T78" fmla="*/ 1347 w 1350"/>
                <a:gd name="T79" fmla="*/ 2049 h 2136"/>
                <a:gd name="T80" fmla="*/ 1325 w 1350"/>
                <a:gd name="T81" fmla="*/ 2094 h 2136"/>
                <a:gd name="T82" fmla="*/ 1287 w 1350"/>
                <a:gd name="T83" fmla="*/ 2124 h 2136"/>
                <a:gd name="T84" fmla="*/ 1237 w 1350"/>
                <a:gd name="T85" fmla="*/ 2136 h 2136"/>
                <a:gd name="T86" fmla="*/ 87 w 1350"/>
                <a:gd name="T87" fmla="*/ 2133 h 2136"/>
                <a:gd name="T88" fmla="*/ 42 w 1350"/>
                <a:gd name="T89" fmla="*/ 2112 h 2136"/>
                <a:gd name="T90" fmla="*/ 12 w 1350"/>
                <a:gd name="T91" fmla="*/ 2074 h 2136"/>
                <a:gd name="T92" fmla="*/ 0 w 1350"/>
                <a:gd name="T93" fmla="*/ 2024 h 2136"/>
                <a:gd name="T94" fmla="*/ 3 w 1350"/>
                <a:gd name="T95" fmla="*/ 87 h 2136"/>
                <a:gd name="T96" fmla="*/ 25 w 1350"/>
                <a:gd name="T97" fmla="*/ 42 h 2136"/>
                <a:gd name="T98" fmla="*/ 63 w 1350"/>
                <a:gd name="T99" fmla="*/ 12 h 2136"/>
                <a:gd name="T100" fmla="*/ 113 w 1350"/>
                <a:gd name="T101" fmla="*/ 0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50" h="2136">
                  <a:moveTo>
                    <a:pt x="900" y="1855"/>
                  </a:moveTo>
                  <a:lnTo>
                    <a:pt x="900" y="1968"/>
                  </a:lnTo>
                  <a:lnTo>
                    <a:pt x="1012" y="1968"/>
                  </a:lnTo>
                  <a:lnTo>
                    <a:pt x="1012" y="1855"/>
                  </a:lnTo>
                  <a:lnTo>
                    <a:pt x="900" y="1855"/>
                  </a:lnTo>
                  <a:close/>
                  <a:moveTo>
                    <a:pt x="338" y="1855"/>
                  </a:moveTo>
                  <a:lnTo>
                    <a:pt x="338" y="1968"/>
                  </a:lnTo>
                  <a:lnTo>
                    <a:pt x="450" y="1968"/>
                  </a:lnTo>
                  <a:lnTo>
                    <a:pt x="450" y="1855"/>
                  </a:lnTo>
                  <a:lnTo>
                    <a:pt x="338" y="1855"/>
                  </a:lnTo>
                  <a:close/>
                  <a:moveTo>
                    <a:pt x="675" y="1799"/>
                  </a:moveTo>
                  <a:lnTo>
                    <a:pt x="650" y="1802"/>
                  </a:lnTo>
                  <a:lnTo>
                    <a:pt x="625" y="1811"/>
                  </a:lnTo>
                  <a:lnTo>
                    <a:pt x="604" y="1823"/>
                  </a:lnTo>
                  <a:lnTo>
                    <a:pt x="587" y="1841"/>
                  </a:lnTo>
                  <a:lnTo>
                    <a:pt x="574" y="1862"/>
                  </a:lnTo>
                  <a:lnTo>
                    <a:pt x="565" y="1886"/>
                  </a:lnTo>
                  <a:lnTo>
                    <a:pt x="563" y="1911"/>
                  </a:lnTo>
                  <a:lnTo>
                    <a:pt x="565" y="1937"/>
                  </a:lnTo>
                  <a:lnTo>
                    <a:pt x="574" y="1961"/>
                  </a:lnTo>
                  <a:lnTo>
                    <a:pt x="587" y="1982"/>
                  </a:lnTo>
                  <a:lnTo>
                    <a:pt x="604" y="1999"/>
                  </a:lnTo>
                  <a:lnTo>
                    <a:pt x="625" y="2012"/>
                  </a:lnTo>
                  <a:lnTo>
                    <a:pt x="650" y="2021"/>
                  </a:lnTo>
                  <a:lnTo>
                    <a:pt x="675" y="2024"/>
                  </a:lnTo>
                  <a:lnTo>
                    <a:pt x="700" y="2021"/>
                  </a:lnTo>
                  <a:lnTo>
                    <a:pt x="725" y="2012"/>
                  </a:lnTo>
                  <a:lnTo>
                    <a:pt x="746" y="1999"/>
                  </a:lnTo>
                  <a:lnTo>
                    <a:pt x="763" y="1982"/>
                  </a:lnTo>
                  <a:lnTo>
                    <a:pt x="776" y="1961"/>
                  </a:lnTo>
                  <a:lnTo>
                    <a:pt x="785" y="1937"/>
                  </a:lnTo>
                  <a:lnTo>
                    <a:pt x="787" y="1911"/>
                  </a:lnTo>
                  <a:lnTo>
                    <a:pt x="785" y="1886"/>
                  </a:lnTo>
                  <a:lnTo>
                    <a:pt x="776" y="1862"/>
                  </a:lnTo>
                  <a:lnTo>
                    <a:pt x="763" y="1841"/>
                  </a:lnTo>
                  <a:lnTo>
                    <a:pt x="746" y="1823"/>
                  </a:lnTo>
                  <a:lnTo>
                    <a:pt x="725" y="1811"/>
                  </a:lnTo>
                  <a:lnTo>
                    <a:pt x="700" y="1802"/>
                  </a:lnTo>
                  <a:lnTo>
                    <a:pt x="675" y="1799"/>
                  </a:lnTo>
                  <a:close/>
                  <a:moveTo>
                    <a:pt x="787" y="787"/>
                  </a:moveTo>
                  <a:lnTo>
                    <a:pt x="1012" y="787"/>
                  </a:lnTo>
                  <a:lnTo>
                    <a:pt x="1030" y="790"/>
                  </a:lnTo>
                  <a:lnTo>
                    <a:pt x="1046" y="798"/>
                  </a:lnTo>
                  <a:lnTo>
                    <a:pt x="1057" y="810"/>
                  </a:lnTo>
                  <a:lnTo>
                    <a:pt x="1066" y="825"/>
                  </a:lnTo>
                  <a:lnTo>
                    <a:pt x="1069" y="843"/>
                  </a:lnTo>
                  <a:lnTo>
                    <a:pt x="1069" y="1068"/>
                  </a:lnTo>
                  <a:lnTo>
                    <a:pt x="1066" y="1086"/>
                  </a:lnTo>
                  <a:lnTo>
                    <a:pt x="1057" y="1101"/>
                  </a:lnTo>
                  <a:lnTo>
                    <a:pt x="1046" y="1113"/>
                  </a:lnTo>
                  <a:lnTo>
                    <a:pt x="1030" y="1122"/>
                  </a:lnTo>
                  <a:lnTo>
                    <a:pt x="1012" y="1124"/>
                  </a:lnTo>
                  <a:lnTo>
                    <a:pt x="787" y="1124"/>
                  </a:lnTo>
                  <a:lnTo>
                    <a:pt x="770" y="1122"/>
                  </a:lnTo>
                  <a:lnTo>
                    <a:pt x="754" y="1113"/>
                  </a:lnTo>
                  <a:lnTo>
                    <a:pt x="742" y="1101"/>
                  </a:lnTo>
                  <a:lnTo>
                    <a:pt x="734" y="1086"/>
                  </a:lnTo>
                  <a:lnTo>
                    <a:pt x="731" y="1068"/>
                  </a:lnTo>
                  <a:lnTo>
                    <a:pt x="731" y="843"/>
                  </a:lnTo>
                  <a:lnTo>
                    <a:pt x="734" y="825"/>
                  </a:lnTo>
                  <a:lnTo>
                    <a:pt x="742" y="810"/>
                  </a:lnTo>
                  <a:lnTo>
                    <a:pt x="754" y="798"/>
                  </a:lnTo>
                  <a:lnTo>
                    <a:pt x="770" y="790"/>
                  </a:lnTo>
                  <a:lnTo>
                    <a:pt x="787" y="787"/>
                  </a:lnTo>
                  <a:close/>
                  <a:moveTo>
                    <a:pt x="113" y="225"/>
                  </a:moveTo>
                  <a:lnTo>
                    <a:pt x="113" y="1686"/>
                  </a:lnTo>
                  <a:lnTo>
                    <a:pt x="1237" y="1686"/>
                  </a:lnTo>
                  <a:lnTo>
                    <a:pt x="1237" y="225"/>
                  </a:lnTo>
                  <a:lnTo>
                    <a:pt x="113" y="225"/>
                  </a:lnTo>
                  <a:close/>
                  <a:moveTo>
                    <a:pt x="113" y="0"/>
                  </a:moveTo>
                  <a:lnTo>
                    <a:pt x="1237" y="0"/>
                  </a:lnTo>
                  <a:lnTo>
                    <a:pt x="1263" y="3"/>
                  </a:lnTo>
                  <a:lnTo>
                    <a:pt x="1287" y="12"/>
                  </a:lnTo>
                  <a:lnTo>
                    <a:pt x="1308" y="24"/>
                  </a:lnTo>
                  <a:lnTo>
                    <a:pt x="1325" y="42"/>
                  </a:lnTo>
                  <a:lnTo>
                    <a:pt x="1338" y="62"/>
                  </a:lnTo>
                  <a:lnTo>
                    <a:pt x="1347" y="87"/>
                  </a:lnTo>
                  <a:lnTo>
                    <a:pt x="1350" y="112"/>
                  </a:lnTo>
                  <a:lnTo>
                    <a:pt x="1350" y="2024"/>
                  </a:lnTo>
                  <a:lnTo>
                    <a:pt x="1347" y="2049"/>
                  </a:lnTo>
                  <a:lnTo>
                    <a:pt x="1338" y="2074"/>
                  </a:lnTo>
                  <a:lnTo>
                    <a:pt x="1325" y="2094"/>
                  </a:lnTo>
                  <a:lnTo>
                    <a:pt x="1308" y="2112"/>
                  </a:lnTo>
                  <a:lnTo>
                    <a:pt x="1287" y="2124"/>
                  </a:lnTo>
                  <a:lnTo>
                    <a:pt x="1263" y="2133"/>
                  </a:lnTo>
                  <a:lnTo>
                    <a:pt x="1237" y="2136"/>
                  </a:lnTo>
                  <a:lnTo>
                    <a:pt x="113" y="2136"/>
                  </a:lnTo>
                  <a:lnTo>
                    <a:pt x="87" y="2133"/>
                  </a:lnTo>
                  <a:lnTo>
                    <a:pt x="63" y="2124"/>
                  </a:lnTo>
                  <a:lnTo>
                    <a:pt x="42" y="2112"/>
                  </a:lnTo>
                  <a:lnTo>
                    <a:pt x="25" y="2094"/>
                  </a:lnTo>
                  <a:lnTo>
                    <a:pt x="12" y="2074"/>
                  </a:lnTo>
                  <a:lnTo>
                    <a:pt x="3" y="2049"/>
                  </a:lnTo>
                  <a:lnTo>
                    <a:pt x="0" y="2024"/>
                  </a:lnTo>
                  <a:lnTo>
                    <a:pt x="0" y="112"/>
                  </a:lnTo>
                  <a:lnTo>
                    <a:pt x="3" y="87"/>
                  </a:lnTo>
                  <a:lnTo>
                    <a:pt x="12" y="62"/>
                  </a:lnTo>
                  <a:lnTo>
                    <a:pt x="25" y="42"/>
                  </a:lnTo>
                  <a:lnTo>
                    <a:pt x="42" y="24"/>
                  </a:lnTo>
                  <a:lnTo>
                    <a:pt x="63" y="12"/>
                  </a:lnTo>
                  <a:lnTo>
                    <a:pt x="87" y="3"/>
                  </a:lnTo>
                  <a:lnTo>
                    <a:pt x="113"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34" name="Freeform 281"/>
            <p:cNvSpPr>
              <a:spLocks noEditPoints="1"/>
            </p:cNvSpPr>
            <p:nvPr/>
          </p:nvSpPr>
          <p:spPr bwMode="auto">
            <a:xfrm>
              <a:off x="2279651" y="5075238"/>
              <a:ext cx="177800" cy="279400"/>
            </a:xfrm>
            <a:custGeom>
              <a:avLst/>
              <a:gdLst>
                <a:gd name="T0" fmla="*/ 731 w 788"/>
                <a:gd name="T1" fmla="*/ 900 h 1237"/>
                <a:gd name="T2" fmla="*/ 765 w 788"/>
                <a:gd name="T3" fmla="*/ 911 h 1237"/>
                <a:gd name="T4" fmla="*/ 785 w 788"/>
                <a:gd name="T5" fmla="*/ 938 h 1237"/>
                <a:gd name="T6" fmla="*/ 788 w 788"/>
                <a:gd name="T7" fmla="*/ 1181 h 1237"/>
                <a:gd name="T8" fmla="*/ 776 w 788"/>
                <a:gd name="T9" fmla="*/ 1214 h 1237"/>
                <a:gd name="T10" fmla="*/ 749 w 788"/>
                <a:gd name="T11" fmla="*/ 1234 h 1237"/>
                <a:gd name="T12" fmla="*/ 506 w 788"/>
                <a:gd name="T13" fmla="*/ 1237 h 1237"/>
                <a:gd name="T14" fmla="*/ 473 w 788"/>
                <a:gd name="T15" fmla="*/ 1226 h 1237"/>
                <a:gd name="T16" fmla="*/ 453 w 788"/>
                <a:gd name="T17" fmla="*/ 1199 h 1237"/>
                <a:gd name="T18" fmla="*/ 450 w 788"/>
                <a:gd name="T19" fmla="*/ 956 h 1237"/>
                <a:gd name="T20" fmla="*/ 461 w 788"/>
                <a:gd name="T21" fmla="*/ 922 h 1237"/>
                <a:gd name="T22" fmla="*/ 489 w 788"/>
                <a:gd name="T23" fmla="*/ 902 h 1237"/>
                <a:gd name="T24" fmla="*/ 57 w 788"/>
                <a:gd name="T25" fmla="*/ 900 h 1237"/>
                <a:gd name="T26" fmla="*/ 299 w 788"/>
                <a:gd name="T27" fmla="*/ 902 h 1237"/>
                <a:gd name="T28" fmla="*/ 327 w 788"/>
                <a:gd name="T29" fmla="*/ 922 h 1237"/>
                <a:gd name="T30" fmla="*/ 338 w 788"/>
                <a:gd name="T31" fmla="*/ 956 h 1237"/>
                <a:gd name="T32" fmla="*/ 335 w 788"/>
                <a:gd name="T33" fmla="*/ 1199 h 1237"/>
                <a:gd name="T34" fmla="*/ 315 w 788"/>
                <a:gd name="T35" fmla="*/ 1226 h 1237"/>
                <a:gd name="T36" fmla="*/ 282 w 788"/>
                <a:gd name="T37" fmla="*/ 1237 h 1237"/>
                <a:gd name="T38" fmla="*/ 39 w 788"/>
                <a:gd name="T39" fmla="*/ 1234 h 1237"/>
                <a:gd name="T40" fmla="*/ 12 w 788"/>
                <a:gd name="T41" fmla="*/ 1214 h 1237"/>
                <a:gd name="T42" fmla="*/ 0 w 788"/>
                <a:gd name="T43" fmla="*/ 1181 h 1237"/>
                <a:gd name="T44" fmla="*/ 3 w 788"/>
                <a:gd name="T45" fmla="*/ 938 h 1237"/>
                <a:gd name="T46" fmla="*/ 23 w 788"/>
                <a:gd name="T47" fmla="*/ 911 h 1237"/>
                <a:gd name="T48" fmla="*/ 57 w 788"/>
                <a:gd name="T49" fmla="*/ 900 h 1237"/>
                <a:gd name="T50" fmla="*/ 282 w 788"/>
                <a:gd name="T51" fmla="*/ 450 h 1237"/>
                <a:gd name="T52" fmla="*/ 315 w 788"/>
                <a:gd name="T53" fmla="*/ 461 h 1237"/>
                <a:gd name="T54" fmla="*/ 335 w 788"/>
                <a:gd name="T55" fmla="*/ 488 h 1237"/>
                <a:gd name="T56" fmla="*/ 338 w 788"/>
                <a:gd name="T57" fmla="*/ 731 h 1237"/>
                <a:gd name="T58" fmla="*/ 327 w 788"/>
                <a:gd name="T59" fmla="*/ 764 h 1237"/>
                <a:gd name="T60" fmla="*/ 299 w 788"/>
                <a:gd name="T61" fmla="*/ 785 h 1237"/>
                <a:gd name="T62" fmla="*/ 57 w 788"/>
                <a:gd name="T63" fmla="*/ 787 h 1237"/>
                <a:gd name="T64" fmla="*/ 23 w 788"/>
                <a:gd name="T65" fmla="*/ 776 h 1237"/>
                <a:gd name="T66" fmla="*/ 3 w 788"/>
                <a:gd name="T67" fmla="*/ 749 h 1237"/>
                <a:gd name="T68" fmla="*/ 0 w 788"/>
                <a:gd name="T69" fmla="*/ 506 h 1237"/>
                <a:gd name="T70" fmla="*/ 12 w 788"/>
                <a:gd name="T71" fmla="*/ 473 h 1237"/>
                <a:gd name="T72" fmla="*/ 39 w 788"/>
                <a:gd name="T73" fmla="*/ 453 h 1237"/>
                <a:gd name="T74" fmla="*/ 506 w 788"/>
                <a:gd name="T75" fmla="*/ 0 h 1237"/>
                <a:gd name="T76" fmla="*/ 749 w 788"/>
                <a:gd name="T77" fmla="*/ 3 h 1237"/>
                <a:gd name="T78" fmla="*/ 776 w 788"/>
                <a:gd name="T79" fmla="*/ 23 h 1237"/>
                <a:gd name="T80" fmla="*/ 788 w 788"/>
                <a:gd name="T81" fmla="*/ 56 h 1237"/>
                <a:gd name="T82" fmla="*/ 785 w 788"/>
                <a:gd name="T83" fmla="*/ 299 h 1237"/>
                <a:gd name="T84" fmla="*/ 765 w 788"/>
                <a:gd name="T85" fmla="*/ 326 h 1237"/>
                <a:gd name="T86" fmla="*/ 731 w 788"/>
                <a:gd name="T87" fmla="*/ 337 h 1237"/>
                <a:gd name="T88" fmla="*/ 489 w 788"/>
                <a:gd name="T89" fmla="*/ 335 h 1237"/>
                <a:gd name="T90" fmla="*/ 461 w 788"/>
                <a:gd name="T91" fmla="*/ 315 h 1237"/>
                <a:gd name="T92" fmla="*/ 450 w 788"/>
                <a:gd name="T93" fmla="*/ 281 h 1237"/>
                <a:gd name="T94" fmla="*/ 453 w 788"/>
                <a:gd name="T95" fmla="*/ 38 h 1237"/>
                <a:gd name="T96" fmla="*/ 473 w 788"/>
                <a:gd name="T97" fmla="*/ 11 h 1237"/>
                <a:gd name="T98" fmla="*/ 506 w 788"/>
                <a:gd name="T99" fmla="*/ 0 h 1237"/>
                <a:gd name="T100" fmla="*/ 282 w 788"/>
                <a:gd name="T101" fmla="*/ 0 h 1237"/>
                <a:gd name="T102" fmla="*/ 315 w 788"/>
                <a:gd name="T103" fmla="*/ 11 h 1237"/>
                <a:gd name="T104" fmla="*/ 335 w 788"/>
                <a:gd name="T105" fmla="*/ 38 h 1237"/>
                <a:gd name="T106" fmla="*/ 338 w 788"/>
                <a:gd name="T107" fmla="*/ 281 h 1237"/>
                <a:gd name="T108" fmla="*/ 327 w 788"/>
                <a:gd name="T109" fmla="*/ 315 h 1237"/>
                <a:gd name="T110" fmla="*/ 299 w 788"/>
                <a:gd name="T111" fmla="*/ 335 h 1237"/>
                <a:gd name="T112" fmla="*/ 57 w 788"/>
                <a:gd name="T113" fmla="*/ 337 h 1237"/>
                <a:gd name="T114" fmla="*/ 23 w 788"/>
                <a:gd name="T115" fmla="*/ 326 h 1237"/>
                <a:gd name="T116" fmla="*/ 3 w 788"/>
                <a:gd name="T117" fmla="*/ 299 h 1237"/>
                <a:gd name="T118" fmla="*/ 0 w 788"/>
                <a:gd name="T119" fmla="*/ 56 h 1237"/>
                <a:gd name="T120" fmla="*/ 12 w 788"/>
                <a:gd name="T121" fmla="*/ 23 h 1237"/>
                <a:gd name="T122" fmla="*/ 39 w 788"/>
                <a:gd name="T123" fmla="*/ 3 h 1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88" h="1237">
                  <a:moveTo>
                    <a:pt x="506" y="900"/>
                  </a:moveTo>
                  <a:lnTo>
                    <a:pt x="731" y="900"/>
                  </a:lnTo>
                  <a:lnTo>
                    <a:pt x="749" y="902"/>
                  </a:lnTo>
                  <a:lnTo>
                    <a:pt x="765" y="911"/>
                  </a:lnTo>
                  <a:lnTo>
                    <a:pt x="776" y="922"/>
                  </a:lnTo>
                  <a:lnTo>
                    <a:pt x="785" y="938"/>
                  </a:lnTo>
                  <a:lnTo>
                    <a:pt x="788" y="956"/>
                  </a:lnTo>
                  <a:lnTo>
                    <a:pt x="788" y="1181"/>
                  </a:lnTo>
                  <a:lnTo>
                    <a:pt x="785" y="1199"/>
                  </a:lnTo>
                  <a:lnTo>
                    <a:pt x="776" y="1214"/>
                  </a:lnTo>
                  <a:lnTo>
                    <a:pt x="765" y="1226"/>
                  </a:lnTo>
                  <a:lnTo>
                    <a:pt x="749" y="1234"/>
                  </a:lnTo>
                  <a:lnTo>
                    <a:pt x="731" y="1237"/>
                  </a:lnTo>
                  <a:lnTo>
                    <a:pt x="506" y="1237"/>
                  </a:lnTo>
                  <a:lnTo>
                    <a:pt x="489" y="1234"/>
                  </a:lnTo>
                  <a:lnTo>
                    <a:pt x="473" y="1226"/>
                  </a:lnTo>
                  <a:lnTo>
                    <a:pt x="461" y="1214"/>
                  </a:lnTo>
                  <a:lnTo>
                    <a:pt x="453" y="1199"/>
                  </a:lnTo>
                  <a:lnTo>
                    <a:pt x="450" y="1181"/>
                  </a:lnTo>
                  <a:lnTo>
                    <a:pt x="450" y="956"/>
                  </a:lnTo>
                  <a:lnTo>
                    <a:pt x="453" y="938"/>
                  </a:lnTo>
                  <a:lnTo>
                    <a:pt x="461" y="922"/>
                  </a:lnTo>
                  <a:lnTo>
                    <a:pt x="473" y="911"/>
                  </a:lnTo>
                  <a:lnTo>
                    <a:pt x="489" y="902"/>
                  </a:lnTo>
                  <a:lnTo>
                    <a:pt x="506" y="900"/>
                  </a:lnTo>
                  <a:close/>
                  <a:moveTo>
                    <a:pt x="57" y="900"/>
                  </a:moveTo>
                  <a:lnTo>
                    <a:pt x="282" y="900"/>
                  </a:lnTo>
                  <a:lnTo>
                    <a:pt x="299" y="902"/>
                  </a:lnTo>
                  <a:lnTo>
                    <a:pt x="315" y="911"/>
                  </a:lnTo>
                  <a:lnTo>
                    <a:pt x="327" y="922"/>
                  </a:lnTo>
                  <a:lnTo>
                    <a:pt x="335" y="938"/>
                  </a:lnTo>
                  <a:lnTo>
                    <a:pt x="338" y="956"/>
                  </a:lnTo>
                  <a:lnTo>
                    <a:pt x="338" y="1181"/>
                  </a:lnTo>
                  <a:lnTo>
                    <a:pt x="335" y="1199"/>
                  </a:lnTo>
                  <a:lnTo>
                    <a:pt x="327" y="1214"/>
                  </a:lnTo>
                  <a:lnTo>
                    <a:pt x="315" y="1226"/>
                  </a:lnTo>
                  <a:lnTo>
                    <a:pt x="299" y="1234"/>
                  </a:lnTo>
                  <a:lnTo>
                    <a:pt x="282" y="1237"/>
                  </a:lnTo>
                  <a:lnTo>
                    <a:pt x="57" y="1237"/>
                  </a:lnTo>
                  <a:lnTo>
                    <a:pt x="39" y="1234"/>
                  </a:lnTo>
                  <a:lnTo>
                    <a:pt x="23" y="1226"/>
                  </a:lnTo>
                  <a:lnTo>
                    <a:pt x="12" y="1214"/>
                  </a:lnTo>
                  <a:lnTo>
                    <a:pt x="3" y="1199"/>
                  </a:lnTo>
                  <a:lnTo>
                    <a:pt x="0" y="1181"/>
                  </a:lnTo>
                  <a:lnTo>
                    <a:pt x="0" y="956"/>
                  </a:lnTo>
                  <a:lnTo>
                    <a:pt x="3" y="938"/>
                  </a:lnTo>
                  <a:lnTo>
                    <a:pt x="12" y="922"/>
                  </a:lnTo>
                  <a:lnTo>
                    <a:pt x="23" y="911"/>
                  </a:lnTo>
                  <a:lnTo>
                    <a:pt x="39" y="902"/>
                  </a:lnTo>
                  <a:lnTo>
                    <a:pt x="57" y="900"/>
                  </a:lnTo>
                  <a:close/>
                  <a:moveTo>
                    <a:pt x="57" y="450"/>
                  </a:moveTo>
                  <a:lnTo>
                    <a:pt x="282" y="450"/>
                  </a:lnTo>
                  <a:lnTo>
                    <a:pt x="299" y="453"/>
                  </a:lnTo>
                  <a:lnTo>
                    <a:pt x="315" y="461"/>
                  </a:lnTo>
                  <a:lnTo>
                    <a:pt x="327" y="473"/>
                  </a:lnTo>
                  <a:lnTo>
                    <a:pt x="335" y="488"/>
                  </a:lnTo>
                  <a:lnTo>
                    <a:pt x="338" y="506"/>
                  </a:lnTo>
                  <a:lnTo>
                    <a:pt x="338" y="731"/>
                  </a:lnTo>
                  <a:lnTo>
                    <a:pt x="335" y="749"/>
                  </a:lnTo>
                  <a:lnTo>
                    <a:pt x="327" y="764"/>
                  </a:lnTo>
                  <a:lnTo>
                    <a:pt x="315" y="776"/>
                  </a:lnTo>
                  <a:lnTo>
                    <a:pt x="299" y="785"/>
                  </a:lnTo>
                  <a:lnTo>
                    <a:pt x="282" y="787"/>
                  </a:lnTo>
                  <a:lnTo>
                    <a:pt x="57" y="787"/>
                  </a:lnTo>
                  <a:lnTo>
                    <a:pt x="39" y="785"/>
                  </a:lnTo>
                  <a:lnTo>
                    <a:pt x="23" y="776"/>
                  </a:lnTo>
                  <a:lnTo>
                    <a:pt x="12" y="764"/>
                  </a:lnTo>
                  <a:lnTo>
                    <a:pt x="3" y="749"/>
                  </a:lnTo>
                  <a:lnTo>
                    <a:pt x="0" y="731"/>
                  </a:lnTo>
                  <a:lnTo>
                    <a:pt x="0" y="506"/>
                  </a:lnTo>
                  <a:lnTo>
                    <a:pt x="3" y="488"/>
                  </a:lnTo>
                  <a:lnTo>
                    <a:pt x="12" y="473"/>
                  </a:lnTo>
                  <a:lnTo>
                    <a:pt x="23" y="461"/>
                  </a:lnTo>
                  <a:lnTo>
                    <a:pt x="39" y="453"/>
                  </a:lnTo>
                  <a:lnTo>
                    <a:pt x="57" y="450"/>
                  </a:lnTo>
                  <a:close/>
                  <a:moveTo>
                    <a:pt x="506" y="0"/>
                  </a:moveTo>
                  <a:lnTo>
                    <a:pt x="731" y="0"/>
                  </a:lnTo>
                  <a:lnTo>
                    <a:pt x="749" y="3"/>
                  </a:lnTo>
                  <a:lnTo>
                    <a:pt x="765" y="11"/>
                  </a:lnTo>
                  <a:lnTo>
                    <a:pt x="776" y="23"/>
                  </a:lnTo>
                  <a:lnTo>
                    <a:pt x="785" y="38"/>
                  </a:lnTo>
                  <a:lnTo>
                    <a:pt x="788" y="56"/>
                  </a:lnTo>
                  <a:lnTo>
                    <a:pt x="788" y="281"/>
                  </a:lnTo>
                  <a:lnTo>
                    <a:pt x="785" y="299"/>
                  </a:lnTo>
                  <a:lnTo>
                    <a:pt x="776" y="315"/>
                  </a:lnTo>
                  <a:lnTo>
                    <a:pt x="765" y="326"/>
                  </a:lnTo>
                  <a:lnTo>
                    <a:pt x="749" y="335"/>
                  </a:lnTo>
                  <a:lnTo>
                    <a:pt x="731" y="337"/>
                  </a:lnTo>
                  <a:lnTo>
                    <a:pt x="506" y="337"/>
                  </a:lnTo>
                  <a:lnTo>
                    <a:pt x="489" y="335"/>
                  </a:lnTo>
                  <a:lnTo>
                    <a:pt x="473" y="326"/>
                  </a:lnTo>
                  <a:lnTo>
                    <a:pt x="461" y="315"/>
                  </a:lnTo>
                  <a:lnTo>
                    <a:pt x="453" y="299"/>
                  </a:lnTo>
                  <a:lnTo>
                    <a:pt x="450" y="281"/>
                  </a:lnTo>
                  <a:lnTo>
                    <a:pt x="450" y="56"/>
                  </a:lnTo>
                  <a:lnTo>
                    <a:pt x="453" y="38"/>
                  </a:lnTo>
                  <a:lnTo>
                    <a:pt x="461" y="23"/>
                  </a:lnTo>
                  <a:lnTo>
                    <a:pt x="473" y="11"/>
                  </a:lnTo>
                  <a:lnTo>
                    <a:pt x="489" y="3"/>
                  </a:lnTo>
                  <a:lnTo>
                    <a:pt x="506" y="0"/>
                  </a:lnTo>
                  <a:close/>
                  <a:moveTo>
                    <a:pt x="57" y="0"/>
                  </a:moveTo>
                  <a:lnTo>
                    <a:pt x="282" y="0"/>
                  </a:lnTo>
                  <a:lnTo>
                    <a:pt x="299" y="3"/>
                  </a:lnTo>
                  <a:lnTo>
                    <a:pt x="315" y="11"/>
                  </a:lnTo>
                  <a:lnTo>
                    <a:pt x="327" y="23"/>
                  </a:lnTo>
                  <a:lnTo>
                    <a:pt x="335" y="38"/>
                  </a:lnTo>
                  <a:lnTo>
                    <a:pt x="338" y="56"/>
                  </a:lnTo>
                  <a:lnTo>
                    <a:pt x="338" y="281"/>
                  </a:lnTo>
                  <a:lnTo>
                    <a:pt x="335" y="299"/>
                  </a:lnTo>
                  <a:lnTo>
                    <a:pt x="327" y="315"/>
                  </a:lnTo>
                  <a:lnTo>
                    <a:pt x="315" y="326"/>
                  </a:lnTo>
                  <a:lnTo>
                    <a:pt x="299" y="335"/>
                  </a:lnTo>
                  <a:lnTo>
                    <a:pt x="282" y="337"/>
                  </a:lnTo>
                  <a:lnTo>
                    <a:pt x="57" y="337"/>
                  </a:lnTo>
                  <a:lnTo>
                    <a:pt x="39" y="335"/>
                  </a:lnTo>
                  <a:lnTo>
                    <a:pt x="23" y="326"/>
                  </a:lnTo>
                  <a:lnTo>
                    <a:pt x="12" y="315"/>
                  </a:lnTo>
                  <a:lnTo>
                    <a:pt x="3" y="299"/>
                  </a:lnTo>
                  <a:lnTo>
                    <a:pt x="0" y="281"/>
                  </a:lnTo>
                  <a:lnTo>
                    <a:pt x="0" y="56"/>
                  </a:lnTo>
                  <a:lnTo>
                    <a:pt x="3" y="38"/>
                  </a:lnTo>
                  <a:lnTo>
                    <a:pt x="12" y="23"/>
                  </a:lnTo>
                  <a:lnTo>
                    <a:pt x="23" y="11"/>
                  </a:lnTo>
                  <a:lnTo>
                    <a:pt x="39" y="3"/>
                  </a:lnTo>
                  <a:lnTo>
                    <a:pt x="57" y="0"/>
                  </a:lnTo>
                  <a:close/>
                </a:path>
              </a:pathLst>
            </a:custGeom>
            <a:solidFill>
              <a:srgbClr val="FBBB1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20" name="Group 19"/>
          <p:cNvGrpSpPr>
            <a:grpSpLocks noChangeAspect="1"/>
          </p:cNvGrpSpPr>
          <p:nvPr/>
        </p:nvGrpSpPr>
        <p:grpSpPr>
          <a:xfrm>
            <a:off x="1551683" y="3952866"/>
            <a:ext cx="330204" cy="536578"/>
            <a:chOff x="1392195" y="3749061"/>
            <a:chExt cx="330204" cy="536578"/>
          </a:xfrm>
        </p:grpSpPr>
        <p:sp useBgFill="1">
          <p:nvSpPr>
            <p:cNvPr id="893" name="Freeform 293"/>
            <p:cNvSpPr>
              <a:spLocks/>
            </p:cNvSpPr>
            <p:nvPr/>
          </p:nvSpPr>
          <p:spPr bwMode="auto">
            <a:xfrm>
              <a:off x="1392195" y="3749061"/>
              <a:ext cx="330204" cy="536578"/>
            </a:xfrm>
            <a:custGeom>
              <a:avLst/>
              <a:gdLst>
                <a:gd name="T0" fmla="*/ 281 w 1462"/>
                <a:gd name="T1" fmla="*/ 0 h 2362"/>
                <a:gd name="T2" fmla="*/ 1181 w 1462"/>
                <a:gd name="T3" fmla="*/ 0 h 2362"/>
                <a:gd name="T4" fmla="*/ 1222 w 1462"/>
                <a:gd name="T5" fmla="*/ 3 h 2362"/>
                <a:gd name="T6" fmla="*/ 1262 w 1462"/>
                <a:gd name="T7" fmla="*/ 13 h 2362"/>
                <a:gd name="T8" fmla="*/ 1299 w 1462"/>
                <a:gd name="T9" fmla="*/ 26 h 2362"/>
                <a:gd name="T10" fmla="*/ 1334 w 1462"/>
                <a:gd name="T11" fmla="*/ 45 h 2362"/>
                <a:gd name="T12" fmla="*/ 1365 w 1462"/>
                <a:gd name="T13" fmla="*/ 70 h 2362"/>
                <a:gd name="T14" fmla="*/ 1393 w 1462"/>
                <a:gd name="T15" fmla="*/ 97 h 2362"/>
                <a:gd name="T16" fmla="*/ 1417 w 1462"/>
                <a:gd name="T17" fmla="*/ 129 h 2362"/>
                <a:gd name="T18" fmla="*/ 1436 w 1462"/>
                <a:gd name="T19" fmla="*/ 163 h 2362"/>
                <a:gd name="T20" fmla="*/ 1450 w 1462"/>
                <a:gd name="T21" fmla="*/ 201 h 2362"/>
                <a:gd name="T22" fmla="*/ 1459 w 1462"/>
                <a:gd name="T23" fmla="*/ 240 h 2362"/>
                <a:gd name="T24" fmla="*/ 1462 w 1462"/>
                <a:gd name="T25" fmla="*/ 281 h 2362"/>
                <a:gd name="T26" fmla="*/ 1462 w 1462"/>
                <a:gd name="T27" fmla="*/ 2081 h 2362"/>
                <a:gd name="T28" fmla="*/ 1459 w 1462"/>
                <a:gd name="T29" fmla="*/ 2122 h 2362"/>
                <a:gd name="T30" fmla="*/ 1450 w 1462"/>
                <a:gd name="T31" fmla="*/ 2161 h 2362"/>
                <a:gd name="T32" fmla="*/ 1436 w 1462"/>
                <a:gd name="T33" fmla="*/ 2199 h 2362"/>
                <a:gd name="T34" fmla="*/ 1417 w 1462"/>
                <a:gd name="T35" fmla="*/ 2233 h 2362"/>
                <a:gd name="T36" fmla="*/ 1393 w 1462"/>
                <a:gd name="T37" fmla="*/ 2265 h 2362"/>
                <a:gd name="T38" fmla="*/ 1365 w 1462"/>
                <a:gd name="T39" fmla="*/ 2292 h 2362"/>
                <a:gd name="T40" fmla="*/ 1334 w 1462"/>
                <a:gd name="T41" fmla="*/ 2317 h 2362"/>
                <a:gd name="T42" fmla="*/ 1299 w 1462"/>
                <a:gd name="T43" fmla="*/ 2336 h 2362"/>
                <a:gd name="T44" fmla="*/ 1262 w 1462"/>
                <a:gd name="T45" fmla="*/ 2349 h 2362"/>
                <a:gd name="T46" fmla="*/ 1222 w 1462"/>
                <a:gd name="T47" fmla="*/ 2359 h 2362"/>
                <a:gd name="T48" fmla="*/ 1181 w 1462"/>
                <a:gd name="T49" fmla="*/ 2362 h 2362"/>
                <a:gd name="T50" fmla="*/ 281 w 1462"/>
                <a:gd name="T51" fmla="*/ 2362 h 2362"/>
                <a:gd name="T52" fmla="*/ 240 w 1462"/>
                <a:gd name="T53" fmla="*/ 2359 h 2362"/>
                <a:gd name="T54" fmla="*/ 200 w 1462"/>
                <a:gd name="T55" fmla="*/ 2349 h 2362"/>
                <a:gd name="T56" fmla="*/ 163 w 1462"/>
                <a:gd name="T57" fmla="*/ 2336 h 2362"/>
                <a:gd name="T58" fmla="*/ 128 w 1462"/>
                <a:gd name="T59" fmla="*/ 2317 h 2362"/>
                <a:gd name="T60" fmla="*/ 97 w 1462"/>
                <a:gd name="T61" fmla="*/ 2292 h 2362"/>
                <a:gd name="T62" fmla="*/ 69 w 1462"/>
                <a:gd name="T63" fmla="*/ 2265 h 2362"/>
                <a:gd name="T64" fmla="*/ 45 w 1462"/>
                <a:gd name="T65" fmla="*/ 2233 h 2362"/>
                <a:gd name="T66" fmla="*/ 26 w 1462"/>
                <a:gd name="T67" fmla="*/ 2199 h 2362"/>
                <a:gd name="T68" fmla="*/ 12 w 1462"/>
                <a:gd name="T69" fmla="*/ 2161 h 2362"/>
                <a:gd name="T70" fmla="*/ 3 w 1462"/>
                <a:gd name="T71" fmla="*/ 2122 h 2362"/>
                <a:gd name="T72" fmla="*/ 0 w 1462"/>
                <a:gd name="T73" fmla="*/ 2081 h 2362"/>
                <a:gd name="T74" fmla="*/ 0 w 1462"/>
                <a:gd name="T75" fmla="*/ 281 h 2362"/>
                <a:gd name="T76" fmla="*/ 3 w 1462"/>
                <a:gd name="T77" fmla="*/ 240 h 2362"/>
                <a:gd name="T78" fmla="*/ 12 w 1462"/>
                <a:gd name="T79" fmla="*/ 201 h 2362"/>
                <a:gd name="T80" fmla="*/ 26 w 1462"/>
                <a:gd name="T81" fmla="*/ 163 h 2362"/>
                <a:gd name="T82" fmla="*/ 45 w 1462"/>
                <a:gd name="T83" fmla="*/ 129 h 2362"/>
                <a:gd name="T84" fmla="*/ 69 w 1462"/>
                <a:gd name="T85" fmla="*/ 97 h 2362"/>
                <a:gd name="T86" fmla="*/ 97 w 1462"/>
                <a:gd name="T87" fmla="*/ 70 h 2362"/>
                <a:gd name="T88" fmla="*/ 128 w 1462"/>
                <a:gd name="T89" fmla="*/ 45 h 2362"/>
                <a:gd name="T90" fmla="*/ 163 w 1462"/>
                <a:gd name="T91" fmla="*/ 26 h 2362"/>
                <a:gd name="T92" fmla="*/ 200 w 1462"/>
                <a:gd name="T93" fmla="*/ 13 h 2362"/>
                <a:gd name="T94" fmla="*/ 240 w 1462"/>
                <a:gd name="T95" fmla="*/ 3 h 2362"/>
                <a:gd name="T96" fmla="*/ 281 w 1462"/>
                <a:gd name="T97" fmla="*/ 0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62" h="2362">
                  <a:moveTo>
                    <a:pt x="281" y="0"/>
                  </a:moveTo>
                  <a:lnTo>
                    <a:pt x="1181" y="0"/>
                  </a:lnTo>
                  <a:lnTo>
                    <a:pt x="1222" y="3"/>
                  </a:lnTo>
                  <a:lnTo>
                    <a:pt x="1262" y="13"/>
                  </a:lnTo>
                  <a:lnTo>
                    <a:pt x="1299" y="26"/>
                  </a:lnTo>
                  <a:lnTo>
                    <a:pt x="1334" y="45"/>
                  </a:lnTo>
                  <a:lnTo>
                    <a:pt x="1365" y="70"/>
                  </a:lnTo>
                  <a:lnTo>
                    <a:pt x="1393" y="97"/>
                  </a:lnTo>
                  <a:lnTo>
                    <a:pt x="1417" y="129"/>
                  </a:lnTo>
                  <a:lnTo>
                    <a:pt x="1436" y="163"/>
                  </a:lnTo>
                  <a:lnTo>
                    <a:pt x="1450" y="201"/>
                  </a:lnTo>
                  <a:lnTo>
                    <a:pt x="1459" y="240"/>
                  </a:lnTo>
                  <a:lnTo>
                    <a:pt x="1462" y="281"/>
                  </a:lnTo>
                  <a:lnTo>
                    <a:pt x="1462" y="2081"/>
                  </a:lnTo>
                  <a:lnTo>
                    <a:pt x="1459" y="2122"/>
                  </a:lnTo>
                  <a:lnTo>
                    <a:pt x="1450" y="2161"/>
                  </a:lnTo>
                  <a:lnTo>
                    <a:pt x="1436" y="2199"/>
                  </a:lnTo>
                  <a:lnTo>
                    <a:pt x="1417" y="2233"/>
                  </a:lnTo>
                  <a:lnTo>
                    <a:pt x="1393" y="2265"/>
                  </a:lnTo>
                  <a:lnTo>
                    <a:pt x="1365" y="2292"/>
                  </a:lnTo>
                  <a:lnTo>
                    <a:pt x="1334" y="2317"/>
                  </a:lnTo>
                  <a:lnTo>
                    <a:pt x="1299" y="2336"/>
                  </a:lnTo>
                  <a:lnTo>
                    <a:pt x="1262" y="2349"/>
                  </a:lnTo>
                  <a:lnTo>
                    <a:pt x="1222" y="2359"/>
                  </a:lnTo>
                  <a:lnTo>
                    <a:pt x="1181" y="2362"/>
                  </a:lnTo>
                  <a:lnTo>
                    <a:pt x="281" y="2362"/>
                  </a:lnTo>
                  <a:lnTo>
                    <a:pt x="240" y="2359"/>
                  </a:lnTo>
                  <a:lnTo>
                    <a:pt x="200" y="2349"/>
                  </a:lnTo>
                  <a:lnTo>
                    <a:pt x="163" y="2336"/>
                  </a:lnTo>
                  <a:lnTo>
                    <a:pt x="128" y="2317"/>
                  </a:lnTo>
                  <a:lnTo>
                    <a:pt x="97" y="2292"/>
                  </a:lnTo>
                  <a:lnTo>
                    <a:pt x="69" y="2265"/>
                  </a:lnTo>
                  <a:lnTo>
                    <a:pt x="45" y="2233"/>
                  </a:lnTo>
                  <a:lnTo>
                    <a:pt x="26" y="2199"/>
                  </a:lnTo>
                  <a:lnTo>
                    <a:pt x="12" y="2161"/>
                  </a:lnTo>
                  <a:lnTo>
                    <a:pt x="3" y="2122"/>
                  </a:lnTo>
                  <a:lnTo>
                    <a:pt x="0" y="2081"/>
                  </a:lnTo>
                  <a:lnTo>
                    <a:pt x="0" y="281"/>
                  </a:lnTo>
                  <a:lnTo>
                    <a:pt x="3" y="240"/>
                  </a:lnTo>
                  <a:lnTo>
                    <a:pt x="12" y="201"/>
                  </a:lnTo>
                  <a:lnTo>
                    <a:pt x="26" y="163"/>
                  </a:lnTo>
                  <a:lnTo>
                    <a:pt x="45" y="129"/>
                  </a:lnTo>
                  <a:lnTo>
                    <a:pt x="69" y="97"/>
                  </a:lnTo>
                  <a:lnTo>
                    <a:pt x="97" y="70"/>
                  </a:lnTo>
                  <a:lnTo>
                    <a:pt x="128" y="45"/>
                  </a:lnTo>
                  <a:lnTo>
                    <a:pt x="163" y="26"/>
                  </a:lnTo>
                  <a:lnTo>
                    <a:pt x="200" y="13"/>
                  </a:lnTo>
                  <a:lnTo>
                    <a:pt x="240" y="3"/>
                  </a:lnTo>
                  <a:lnTo>
                    <a:pt x="281"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94" name="Freeform 294"/>
            <p:cNvSpPr>
              <a:spLocks noEditPoints="1"/>
            </p:cNvSpPr>
            <p:nvPr/>
          </p:nvSpPr>
          <p:spPr bwMode="auto">
            <a:xfrm>
              <a:off x="1417595" y="3774461"/>
              <a:ext cx="279403" cy="485778"/>
            </a:xfrm>
            <a:custGeom>
              <a:avLst/>
              <a:gdLst>
                <a:gd name="T0" fmla="*/ 596 w 1236"/>
                <a:gd name="T1" fmla="*/ 1858 h 2136"/>
                <a:gd name="T2" fmla="*/ 559 w 1236"/>
                <a:gd name="T3" fmla="*/ 1880 h 2136"/>
                <a:gd name="T4" fmla="*/ 537 w 1236"/>
                <a:gd name="T5" fmla="*/ 1917 h 2136"/>
                <a:gd name="T6" fmla="*/ 537 w 1236"/>
                <a:gd name="T7" fmla="*/ 1962 h 2136"/>
                <a:gd name="T8" fmla="*/ 559 w 1236"/>
                <a:gd name="T9" fmla="*/ 1999 h 2136"/>
                <a:gd name="T10" fmla="*/ 596 w 1236"/>
                <a:gd name="T11" fmla="*/ 2021 h 2136"/>
                <a:gd name="T12" fmla="*/ 640 w 1236"/>
                <a:gd name="T13" fmla="*/ 2021 h 2136"/>
                <a:gd name="T14" fmla="*/ 677 w 1236"/>
                <a:gd name="T15" fmla="*/ 1999 h 2136"/>
                <a:gd name="T16" fmla="*/ 699 w 1236"/>
                <a:gd name="T17" fmla="*/ 1962 h 2136"/>
                <a:gd name="T18" fmla="*/ 699 w 1236"/>
                <a:gd name="T19" fmla="*/ 1917 h 2136"/>
                <a:gd name="T20" fmla="*/ 677 w 1236"/>
                <a:gd name="T21" fmla="*/ 1880 h 2136"/>
                <a:gd name="T22" fmla="*/ 640 w 1236"/>
                <a:gd name="T23" fmla="*/ 1858 h 2136"/>
                <a:gd name="T24" fmla="*/ 112 w 1236"/>
                <a:gd name="T25" fmla="*/ 225 h 2136"/>
                <a:gd name="T26" fmla="*/ 1124 w 1236"/>
                <a:gd name="T27" fmla="*/ 1743 h 2136"/>
                <a:gd name="T28" fmla="*/ 112 w 1236"/>
                <a:gd name="T29" fmla="*/ 225 h 2136"/>
                <a:gd name="T30" fmla="*/ 1068 w 1236"/>
                <a:gd name="T31" fmla="*/ 0 h 2136"/>
                <a:gd name="T32" fmla="*/ 1127 w 1236"/>
                <a:gd name="T33" fmla="*/ 11 h 2136"/>
                <a:gd name="T34" fmla="*/ 1177 w 1236"/>
                <a:gd name="T35" fmla="*/ 39 h 2136"/>
                <a:gd name="T36" fmla="*/ 1214 w 1236"/>
                <a:gd name="T37" fmla="*/ 83 h 2136"/>
                <a:gd name="T38" fmla="*/ 1234 w 1236"/>
                <a:gd name="T39" fmla="*/ 138 h 2136"/>
                <a:gd name="T40" fmla="*/ 1236 w 1236"/>
                <a:gd name="T41" fmla="*/ 1968 h 2136"/>
                <a:gd name="T42" fmla="*/ 1225 w 1236"/>
                <a:gd name="T43" fmla="*/ 2026 h 2136"/>
                <a:gd name="T44" fmla="*/ 1197 w 1236"/>
                <a:gd name="T45" fmla="*/ 2076 h 2136"/>
                <a:gd name="T46" fmla="*/ 1153 w 1236"/>
                <a:gd name="T47" fmla="*/ 2113 h 2136"/>
                <a:gd name="T48" fmla="*/ 1099 w 1236"/>
                <a:gd name="T49" fmla="*/ 2134 h 2136"/>
                <a:gd name="T50" fmla="*/ 168 w 1236"/>
                <a:gd name="T51" fmla="*/ 2136 h 2136"/>
                <a:gd name="T52" fmla="*/ 109 w 1236"/>
                <a:gd name="T53" fmla="*/ 2125 h 2136"/>
                <a:gd name="T54" fmla="*/ 59 w 1236"/>
                <a:gd name="T55" fmla="*/ 2097 h 2136"/>
                <a:gd name="T56" fmla="*/ 22 w 1236"/>
                <a:gd name="T57" fmla="*/ 2053 h 2136"/>
                <a:gd name="T58" fmla="*/ 2 w 1236"/>
                <a:gd name="T59" fmla="*/ 1998 h 2136"/>
                <a:gd name="T60" fmla="*/ 0 w 1236"/>
                <a:gd name="T61" fmla="*/ 168 h 2136"/>
                <a:gd name="T62" fmla="*/ 11 w 1236"/>
                <a:gd name="T63" fmla="*/ 110 h 2136"/>
                <a:gd name="T64" fmla="*/ 39 w 1236"/>
                <a:gd name="T65" fmla="*/ 60 h 2136"/>
                <a:gd name="T66" fmla="*/ 83 w 1236"/>
                <a:gd name="T67" fmla="*/ 23 h 2136"/>
                <a:gd name="T68" fmla="*/ 137 w 1236"/>
                <a:gd name="T69" fmla="*/ 2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36" h="2136">
                  <a:moveTo>
                    <a:pt x="618" y="1855"/>
                  </a:moveTo>
                  <a:lnTo>
                    <a:pt x="596" y="1858"/>
                  </a:lnTo>
                  <a:lnTo>
                    <a:pt x="576" y="1867"/>
                  </a:lnTo>
                  <a:lnTo>
                    <a:pt x="559" y="1880"/>
                  </a:lnTo>
                  <a:lnTo>
                    <a:pt x="545" y="1897"/>
                  </a:lnTo>
                  <a:lnTo>
                    <a:pt x="537" y="1917"/>
                  </a:lnTo>
                  <a:lnTo>
                    <a:pt x="533" y="1940"/>
                  </a:lnTo>
                  <a:lnTo>
                    <a:pt x="537" y="1962"/>
                  </a:lnTo>
                  <a:lnTo>
                    <a:pt x="545" y="1982"/>
                  </a:lnTo>
                  <a:lnTo>
                    <a:pt x="559" y="1999"/>
                  </a:lnTo>
                  <a:lnTo>
                    <a:pt x="576" y="2012"/>
                  </a:lnTo>
                  <a:lnTo>
                    <a:pt x="596" y="2021"/>
                  </a:lnTo>
                  <a:lnTo>
                    <a:pt x="618" y="2024"/>
                  </a:lnTo>
                  <a:lnTo>
                    <a:pt x="640" y="2021"/>
                  </a:lnTo>
                  <a:lnTo>
                    <a:pt x="660" y="2012"/>
                  </a:lnTo>
                  <a:lnTo>
                    <a:pt x="677" y="1999"/>
                  </a:lnTo>
                  <a:lnTo>
                    <a:pt x="691" y="1982"/>
                  </a:lnTo>
                  <a:lnTo>
                    <a:pt x="699" y="1962"/>
                  </a:lnTo>
                  <a:lnTo>
                    <a:pt x="703" y="1940"/>
                  </a:lnTo>
                  <a:lnTo>
                    <a:pt x="699" y="1917"/>
                  </a:lnTo>
                  <a:lnTo>
                    <a:pt x="691" y="1897"/>
                  </a:lnTo>
                  <a:lnTo>
                    <a:pt x="677" y="1880"/>
                  </a:lnTo>
                  <a:lnTo>
                    <a:pt x="660" y="1867"/>
                  </a:lnTo>
                  <a:lnTo>
                    <a:pt x="640" y="1858"/>
                  </a:lnTo>
                  <a:lnTo>
                    <a:pt x="618" y="1855"/>
                  </a:lnTo>
                  <a:close/>
                  <a:moveTo>
                    <a:pt x="112" y="225"/>
                  </a:moveTo>
                  <a:lnTo>
                    <a:pt x="112" y="1743"/>
                  </a:lnTo>
                  <a:lnTo>
                    <a:pt x="1124" y="1743"/>
                  </a:lnTo>
                  <a:lnTo>
                    <a:pt x="1124" y="225"/>
                  </a:lnTo>
                  <a:lnTo>
                    <a:pt x="112" y="225"/>
                  </a:lnTo>
                  <a:close/>
                  <a:moveTo>
                    <a:pt x="168" y="0"/>
                  </a:moveTo>
                  <a:lnTo>
                    <a:pt x="1068" y="0"/>
                  </a:lnTo>
                  <a:lnTo>
                    <a:pt x="1099" y="2"/>
                  </a:lnTo>
                  <a:lnTo>
                    <a:pt x="1127" y="11"/>
                  </a:lnTo>
                  <a:lnTo>
                    <a:pt x="1153" y="23"/>
                  </a:lnTo>
                  <a:lnTo>
                    <a:pt x="1177" y="39"/>
                  </a:lnTo>
                  <a:lnTo>
                    <a:pt x="1197" y="60"/>
                  </a:lnTo>
                  <a:lnTo>
                    <a:pt x="1214" y="83"/>
                  </a:lnTo>
                  <a:lnTo>
                    <a:pt x="1225" y="110"/>
                  </a:lnTo>
                  <a:lnTo>
                    <a:pt x="1234" y="138"/>
                  </a:lnTo>
                  <a:lnTo>
                    <a:pt x="1236" y="168"/>
                  </a:lnTo>
                  <a:lnTo>
                    <a:pt x="1236" y="1968"/>
                  </a:lnTo>
                  <a:lnTo>
                    <a:pt x="1234" y="1998"/>
                  </a:lnTo>
                  <a:lnTo>
                    <a:pt x="1225" y="2026"/>
                  </a:lnTo>
                  <a:lnTo>
                    <a:pt x="1214" y="2053"/>
                  </a:lnTo>
                  <a:lnTo>
                    <a:pt x="1197" y="2076"/>
                  </a:lnTo>
                  <a:lnTo>
                    <a:pt x="1177" y="2097"/>
                  </a:lnTo>
                  <a:lnTo>
                    <a:pt x="1153" y="2113"/>
                  </a:lnTo>
                  <a:lnTo>
                    <a:pt x="1127" y="2125"/>
                  </a:lnTo>
                  <a:lnTo>
                    <a:pt x="1099" y="2134"/>
                  </a:lnTo>
                  <a:lnTo>
                    <a:pt x="1068" y="2136"/>
                  </a:lnTo>
                  <a:lnTo>
                    <a:pt x="168" y="2136"/>
                  </a:lnTo>
                  <a:lnTo>
                    <a:pt x="137" y="2134"/>
                  </a:lnTo>
                  <a:lnTo>
                    <a:pt x="109" y="2125"/>
                  </a:lnTo>
                  <a:lnTo>
                    <a:pt x="83" y="2113"/>
                  </a:lnTo>
                  <a:lnTo>
                    <a:pt x="59" y="2097"/>
                  </a:lnTo>
                  <a:lnTo>
                    <a:pt x="39" y="2076"/>
                  </a:lnTo>
                  <a:lnTo>
                    <a:pt x="22" y="2053"/>
                  </a:lnTo>
                  <a:lnTo>
                    <a:pt x="11" y="2026"/>
                  </a:lnTo>
                  <a:lnTo>
                    <a:pt x="2" y="1998"/>
                  </a:lnTo>
                  <a:lnTo>
                    <a:pt x="0" y="1968"/>
                  </a:lnTo>
                  <a:lnTo>
                    <a:pt x="0" y="168"/>
                  </a:lnTo>
                  <a:lnTo>
                    <a:pt x="2" y="138"/>
                  </a:lnTo>
                  <a:lnTo>
                    <a:pt x="11" y="110"/>
                  </a:lnTo>
                  <a:lnTo>
                    <a:pt x="22" y="83"/>
                  </a:lnTo>
                  <a:lnTo>
                    <a:pt x="39" y="60"/>
                  </a:lnTo>
                  <a:lnTo>
                    <a:pt x="59" y="39"/>
                  </a:lnTo>
                  <a:lnTo>
                    <a:pt x="83" y="23"/>
                  </a:lnTo>
                  <a:lnTo>
                    <a:pt x="109" y="11"/>
                  </a:lnTo>
                  <a:lnTo>
                    <a:pt x="137" y="2"/>
                  </a:lnTo>
                  <a:lnTo>
                    <a:pt x="16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95" name="Rectangle 295"/>
            <p:cNvSpPr>
              <a:spLocks noChangeArrowheads="1"/>
            </p:cNvSpPr>
            <p:nvPr/>
          </p:nvSpPr>
          <p:spPr bwMode="auto">
            <a:xfrm>
              <a:off x="1468396" y="3852249"/>
              <a:ext cx="58738" cy="58738"/>
            </a:xfrm>
            <a:prstGeom prst="rect">
              <a:avLst/>
            </a:prstGeom>
            <a:solidFill>
              <a:srgbClr val="AAD04B"/>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96" name="Rectangle 296"/>
            <p:cNvSpPr>
              <a:spLocks noChangeArrowheads="1"/>
            </p:cNvSpPr>
            <p:nvPr/>
          </p:nvSpPr>
          <p:spPr bwMode="auto">
            <a:xfrm>
              <a:off x="1527134" y="3852249"/>
              <a:ext cx="60326" cy="58738"/>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97" name="Rectangle 297"/>
            <p:cNvSpPr>
              <a:spLocks noChangeArrowheads="1"/>
            </p:cNvSpPr>
            <p:nvPr/>
          </p:nvSpPr>
          <p:spPr bwMode="auto">
            <a:xfrm>
              <a:off x="1587460" y="3852249"/>
              <a:ext cx="58738" cy="58738"/>
            </a:xfrm>
            <a:prstGeom prst="rect">
              <a:avLst/>
            </a:prstGeom>
            <a:solidFill>
              <a:srgbClr val="AAD04B"/>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98" name="Rectangle 298"/>
            <p:cNvSpPr>
              <a:spLocks noChangeArrowheads="1"/>
            </p:cNvSpPr>
            <p:nvPr/>
          </p:nvSpPr>
          <p:spPr bwMode="auto">
            <a:xfrm>
              <a:off x="1468396" y="3910987"/>
              <a:ext cx="58738" cy="58738"/>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99" name="Rectangle 299"/>
            <p:cNvSpPr>
              <a:spLocks noChangeArrowheads="1"/>
            </p:cNvSpPr>
            <p:nvPr/>
          </p:nvSpPr>
          <p:spPr bwMode="auto">
            <a:xfrm>
              <a:off x="1527134" y="3910987"/>
              <a:ext cx="60326" cy="58738"/>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00" name="Rectangle 300"/>
            <p:cNvSpPr>
              <a:spLocks noChangeArrowheads="1"/>
            </p:cNvSpPr>
            <p:nvPr/>
          </p:nvSpPr>
          <p:spPr bwMode="auto">
            <a:xfrm>
              <a:off x="1587460" y="3910987"/>
              <a:ext cx="58738" cy="58738"/>
            </a:xfrm>
            <a:prstGeom prst="rect">
              <a:avLst/>
            </a:prstGeom>
            <a:solidFill>
              <a:srgbClr val="F7994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01" name="Rectangle 301"/>
            <p:cNvSpPr>
              <a:spLocks noChangeArrowheads="1"/>
            </p:cNvSpPr>
            <p:nvPr/>
          </p:nvSpPr>
          <p:spPr bwMode="auto">
            <a:xfrm>
              <a:off x="1468396" y="3969725"/>
              <a:ext cx="58738" cy="57150"/>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02" name="Rectangle 302"/>
            <p:cNvSpPr>
              <a:spLocks noChangeArrowheads="1"/>
            </p:cNvSpPr>
            <p:nvPr/>
          </p:nvSpPr>
          <p:spPr bwMode="auto">
            <a:xfrm>
              <a:off x="1527134" y="3969725"/>
              <a:ext cx="60326" cy="57150"/>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03" name="Rectangle 303"/>
            <p:cNvSpPr>
              <a:spLocks noChangeArrowheads="1"/>
            </p:cNvSpPr>
            <p:nvPr/>
          </p:nvSpPr>
          <p:spPr bwMode="auto">
            <a:xfrm>
              <a:off x="1587460" y="3969725"/>
              <a:ext cx="58738" cy="57150"/>
            </a:xfrm>
            <a:prstGeom prst="rect">
              <a:avLst/>
            </a:prstGeom>
            <a:solidFill>
              <a:srgbClr val="AAD04B"/>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04" name="Rectangle 304"/>
            <p:cNvSpPr>
              <a:spLocks noChangeArrowheads="1"/>
            </p:cNvSpPr>
            <p:nvPr/>
          </p:nvSpPr>
          <p:spPr bwMode="auto">
            <a:xfrm>
              <a:off x="1468396" y="4026875"/>
              <a:ext cx="58738" cy="58738"/>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05" name="Rectangle 305"/>
            <p:cNvSpPr>
              <a:spLocks noChangeArrowheads="1"/>
            </p:cNvSpPr>
            <p:nvPr/>
          </p:nvSpPr>
          <p:spPr bwMode="auto">
            <a:xfrm>
              <a:off x="1527134" y="4026875"/>
              <a:ext cx="60326" cy="58738"/>
            </a:xfrm>
            <a:prstGeom prst="rect">
              <a:avLst/>
            </a:prstGeom>
            <a:solidFill>
              <a:srgbClr val="F7994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06" name="Rectangle 306"/>
            <p:cNvSpPr>
              <a:spLocks noChangeArrowheads="1"/>
            </p:cNvSpPr>
            <p:nvPr/>
          </p:nvSpPr>
          <p:spPr bwMode="auto">
            <a:xfrm>
              <a:off x="1587460" y="4026875"/>
              <a:ext cx="58738" cy="58738"/>
            </a:xfrm>
            <a:prstGeom prst="rect">
              <a:avLst/>
            </a:prstGeom>
            <a:solidFill>
              <a:srgbClr val="7FD9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07" name="Rectangle 307"/>
            <p:cNvSpPr>
              <a:spLocks noChangeArrowheads="1"/>
            </p:cNvSpPr>
            <p:nvPr/>
          </p:nvSpPr>
          <p:spPr bwMode="auto">
            <a:xfrm>
              <a:off x="1468396" y="4085613"/>
              <a:ext cx="58738" cy="58738"/>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08" name="Rectangle 308"/>
            <p:cNvSpPr>
              <a:spLocks noChangeArrowheads="1"/>
            </p:cNvSpPr>
            <p:nvPr/>
          </p:nvSpPr>
          <p:spPr bwMode="auto">
            <a:xfrm>
              <a:off x="1527134" y="4085613"/>
              <a:ext cx="60326" cy="58738"/>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09" name="Rectangle 309"/>
            <p:cNvSpPr>
              <a:spLocks noChangeArrowheads="1"/>
            </p:cNvSpPr>
            <p:nvPr/>
          </p:nvSpPr>
          <p:spPr bwMode="auto">
            <a:xfrm>
              <a:off x="1587460" y="4085613"/>
              <a:ext cx="58738" cy="58738"/>
            </a:xfrm>
            <a:prstGeom prst="rect">
              <a:avLst/>
            </a:prstGeom>
            <a:solidFill>
              <a:srgbClr val="94E6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4" name="Group 13"/>
          <p:cNvGrpSpPr>
            <a:grpSpLocks noChangeAspect="1"/>
          </p:cNvGrpSpPr>
          <p:nvPr/>
        </p:nvGrpSpPr>
        <p:grpSpPr>
          <a:xfrm>
            <a:off x="2548867" y="3952896"/>
            <a:ext cx="355600" cy="536581"/>
            <a:chOff x="2763779" y="3749091"/>
            <a:chExt cx="355600" cy="536581"/>
          </a:xfrm>
        </p:grpSpPr>
        <p:sp useBgFill="1">
          <p:nvSpPr>
            <p:cNvPr id="921" name="Freeform 314"/>
            <p:cNvSpPr>
              <a:spLocks/>
            </p:cNvSpPr>
            <p:nvPr/>
          </p:nvSpPr>
          <p:spPr bwMode="auto">
            <a:xfrm>
              <a:off x="2763779" y="3749091"/>
              <a:ext cx="355600" cy="536581"/>
            </a:xfrm>
            <a:custGeom>
              <a:avLst/>
              <a:gdLst>
                <a:gd name="T0" fmla="*/ 225 w 1574"/>
                <a:gd name="T1" fmla="*/ 0 h 2362"/>
                <a:gd name="T2" fmla="*/ 1349 w 1574"/>
                <a:gd name="T3" fmla="*/ 0 h 2362"/>
                <a:gd name="T4" fmla="*/ 1386 w 1574"/>
                <a:gd name="T5" fmla="*/ 3 h 2362"/>
                <a:gd name="T6" fmla="*/ 1420 w 1574"/>
                <a:gd name="T7" fmla="*/ 12 h 2362"/>
                <a:gd name="T8" fmla="*/ 1453 w 1574"/>
                <a:gd name="T9" fmla="*/ 25 h 2362"/>
                <a:gd name="T10" fmla="*/ 1482 w 1574"/>
                <a:gd name="T11" fmla="*/ 43 h 2362"/>
                <a:gd name="T12" fmla="*/ 1508 w 1574"/>
                <a:gd name="T13" fmla="*/ 67 h 2362"/>
                <a:gd name="T14" fmla="*/ 1531 w 1574"/>
                <a:gd name="T15" fmla="*/ 93 h 2362"/>
                <a:gd name="T16" fmla="*/ 1549 w 1574"/>
                <a:gd name="T17" fmla="*/ 121 h 2362"/>
                <a:gd name="T18" fmla="*/ 1562 w 1574"/>
                <a:gd name="T19" fmla="*/ 154 h 2362"/>
                <a:gd name="T20" fmla="*/ 1571 w 1574"/>
                <a:gd name="T21" fmla="*/ 189 h 2362"/>
                <a:gd name="T22" fmla="*/ 1574 w 1574"/>
                <a:gd name="T23" fmla="*/ 225 h 2362"/>
                <a:gd name="T24" fmla="*/ 1574 w 1574"/>
                <a:gd name="T25" fmla="*/ 2137 h 2362"/>
                <a:gd name="T26" fmla="*/ 1571 w 1574"/>
                <a:gd name="T27" fmla="*/ 2173 h 2362"/>
                <a:gd name="T28" fmla="*/ 1562 w 1574"/>
                <a:gd name="T29" fmla="*/ 2208 h 2362"/>
                <a:gd name="T30" fmla="*/ 1549 w 1574"/>
                <a:gd name="T31" fmla="*/ 2241 h 2362"/>
                <a:gd name="T32" fmla="*/ 1531 w 1574"/>
                <a:gd name="T33" fmla="*/ 2269 h 2362"/>
                <a:gd name="T34" fmla="*/ 1508 w 1574"/>
                <a:gd name="T35" fmla="*/ 2295 h 2362"/>
                <a:gd name="T36" fmla="*/ 1482 w 1574"/>
                <a:gd name="T37" fmla="*/ 2319 h 2362"/>
                <a:gd name="T38" fmla="*/ 1453 w 1574"/>
                <a:gd name="T39" fmla="*/ 2337 h 2362"/>
                <a:gd name="T40" fmla="*/ 1420 w 1574"/>
                <a:gd name="T41" fmla="*/ 2350 h 2362"/>
                <a:gd name="T42" fmla="*/ 1386 w 1574"/>
                <a:gd name="T43" fmla="*/ 2359 h 2362"/>
                <a:gd name="T44" fmla="*/ 1349 w 1574"/>
                <a:gd name="T45" fmla="*/ 2362 h 2362"/>
                <a:gd name="T46" fmla="*/ 225 w 1574"/>
                <a:gd name="T47" fmla="*/ 2362 h 2362"/>
                <a:gd name="T48" fmla="*/ 188 w 1574"/>
                <a:gd name="T49" fmla="*/ 2359 h 2362"/>
                <a:gd name="T50" fmla="*/ 154 w 1574"/>
                <a:gd name="T51" fmla="*/ 2350 h 2362"/>
                <a:gd name="T52" fmla="*/ 121 w 1574"/>
                <a:gd name="T53" fmla="*/ 2337 h 2362"/>
                <a:gd name="T54" fmla="*/ 92 w 1574"/>
                <a:gd name="T55" fmla="*/ 2319 h 2362"/>
                <a:gd name="T56" fmla="*/ 66 w 1574"/>
                <a:gd name="T57" fmla="*/ 2295 h 2362"/>
                <a:gd name="T58" fmla="*/ 43 w 1574"/>
                <a:gd name="T59" fmla="*/ 2269 h 2362"/>
                <a:gd name="T60" fmla="*/ 25 w 1574"/>
                <a:gd name="T61" fmla="*/ 2241 h 2362"/>
                <a:gd name="T62" fmla="*/ 12 w 1574"/>
                <a:gd name="T63" fmla="*/ 2208 h 2362"/>
                <a:gd name="T64" fmla="*/ 3 w 1574"/>
                <a:gd name="T65" fmla="*/ 2173 h 2362"/>
                <a:gd name="T66" fmla="*/ 0 w 1574"/>
                <a:gd name="T67" fmla="*/ 2137 h 2362"/>
                <a:gd name="T68" fmla="*/ 0 w 1574"/>
                <a:gd name="T69" fmla="*/ 225 h 2362"/>
                <a:gd name="T70" fmla="*/ 3 w 1574"/>
                <a:gd name="T71" fmla="*/ 189 h 2362"/>
                <a:gd name="T72" fmla="*/ 12 w 1574"/>
                <a:gd name="T73" fmla="*/ 154 h 2362"/>
                <a:gd name="T74" fmla="*/ 25 w 1574"/>
                <a:gd name="T75" fmla="*/ 121 h 2362"/>
                <a:gd name="T76" fmla="*/ 43 w 1574"/>
                <a:gd name="T77" fmla="*/ 93 h 2362"/>
                <a:gd name="T78" fmla="*/ 66 w 1574"/>
                <a:gd name="T79" fmla="*/ 67 h 2362"/>
                <a:gd name="T80" fmla="*/ 92 w 1574"/>
                <a:gd name="T81" fmla="*/ 43 h 2362"/>
                <a:gd name="T82" fmla="*/ 121 w 1574"/>
                <a:gd name="T83" fmla="*/ 25 h 2362"/>
                <a:gd name="T84" fmla="*/ 154 w 1574"/>
                <a:gd name="T85" fmla="*/ 12 h 2362"/>
                <a:gd name="T86" fmla="*/ 188 w 1574"/>
                <a:gd name="T87" fmla="*/ 3 h 2362"/>
                <a:gd name="T88" fmla="*/ 225 w 1574"/>
                <a:gd name="T89" fmla="*/ 0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574" h="2362">
                  <a:moveTo>
                    <a:pt x="225" y="0"/>
                  </a:moveTo>
                  <a:lnTo>
                    <a:pt x="1349" y="0"/>
                  </a:lnTo>
                  <a:lnTo>
                    <a:pt x="1386" y="3"/>
                  </a:lnTo>
                  <a:lnTo>
                    <a:pt x="1420" y="12"/>
                  </a:lnTo>
                  <a:lnTo>
                    <a:pt x="1453" y="25"/>
                  </a:lnTo>
                  <a:lnTo>
                    <a:pt x="1482" y="43"/>
                  </a:lnTo>
                  <a:lnTo>
                    <a:pt x="1508" y="67"/>
                  </a:lnTo>
                  <a:lnTo>
                    <a:pt x="1531" y="93"/>
                  </a:lnTo>
                  <a:lnTo>
                    <a:pt x="1549" y="121"/>
                  </a:lnTo>
                  <a:lnTo>
                    <a:pt x="1562" y="154"/>
                  </a:lnTo>
                  <a:lnTo>
                    <a:pt x="1571" y="189"/>
                  </a:lnTo>
                  <a:lnTo>
                    <a:pt x="1574" y="225"/>
                  </a:lnTo>
                  <a:lnTo>
                    <a:pt x="1574" y="2137"/>
                  </a:lnTo>
                  <a:lnTo>
                    <a:pt x="1571" y="2173"/>
                  </a:lnTo>
                  <a:lnTo>
                    <a:pt x="1562" y="2208"/>
                  </a:lnTo>
                  <a:lnTo>
                    <a:pt x="1549" y="2241"/>
                  </a:lnTo>
                  <a:lnTo>
                    <a:pt x="1531" y="2269"/>
                  </a:lnTo>
                  <a:lnTo>
                    <a:pt x="1508" y="2295"/>
                  </a:lnTo>
                  <a:lnTo>
                    <a:pt x="1482" y="2319"/>
                  </a:lnTo>
                  <a:lnTo>
                    <a:pt x="1453" y="2337"/>
                  </a:lnTo>
                  <a:lnTo>
                    <a:pt x="1420" y="2350"/>
                  </a:lnTo>
                  <a:lnTo>
                    <a:pt x="1386" y="2359"/>
                  </a:lnTo>
                  <a:lnTo>
                    <a:pt x="1349" y="2362"/>
                  </a:lnTo>
                  <a:lnTo>
                    <a:pt x="225" y="2362"/>
                  </a:lnTo>
                  <a:lnTo>
                    <a:pt x="188" y="2359"/>
                  </a:lnTo>
                  <a:lnTo>
                    <a:pt x="154" y="2350"/>
                  </a:lnTo>
                  <a:lnTo>
                    <a:pt x="121" y="2337"/>
                  </a:lnTo>
                  <a:lnTo>
                    <a:pt x="92" y="2319"/>
                  </a:lnTo>
                  <a:lnTo>
                    <a:pt x="66" y="2295"/>
                  </a:lnTo>
                  <a:lnTo>
                    <a:pt x="43" y="2269"/>
                  </a:lnTo>
                  <a:lnTo>
                    <a:pt x="25" y="2241"/>
                  </a:lnTo>
                  <a:lnTo>
                    <a:pt x="12" y="2208"/>
                  </a:lnTo>
                  <a:lnTo>
                    <a:pt x="3" y="2173"/>
                  </a:lnTo>
                  <a:lnTo>
                    <a:pt x="0" y="2137"/>
                  </a:lnTo>
                  <a:lnTo>
                    <a:pt x="0" y="225"/>
                  </a:lnTo>
                  <a:lnTo>
                    <a:pt x="3" y="189"/>
                  </a:lnTo>
                  <a:lnTo>
                    <a:pt x="12" y="154"/>
                  </a:lnTo>
                  <a:lnTo>
                    <a:pt x="25" y="121"/>
                  </a:lnTo>
                  <a:lnTo>
                    <a:pt x="43" y="93"/>
                  </a:lnTo>
                  <a:lnTo>
                    <a:pt x="66" y="67"/>
                  </a:lnTo>
                  <a:lnTo>
                    <a:pt x="92" y="43"/>
                  </a:lnTo>
                  <a:lnTo>
                    <a:pt x="121" y="25"/>
                  </a:lnTo>
                  <a:lnTo>
                    <a:pt x="154" y="12"/>
                  </a:lnTo>
                  <a:lnTo>
                    <a:pt x="188" y="3"/>
                  </a:lnTo>
                  <a:lnTo>
                    <a:pt x="225"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22" name="Freeform 315"/>
            <p:cNvSpPr>
              <a:spLocks noEditPoints="1"/>
            </p:cNvSpPr>
            <p:nvPr/>
          </p:nvSpPr>
          <p:spPr bwMode="auto">
            <a:xfrm>
              <a:off x="2789179" y="3774491"/>
              <a:ext cx="304800" cy="485780"/>
            </a:xfrm>
            <a:custGeom>
              <a:avLst/>
              <a:gdLst>
                <a:gd name="T0" fmla="*/ 900 w 1350"/>
                <a:gd name="T1" fmla="*/ 1968 h 2136"/>
                <a:gd name="T2" fmla="*/ 1012 w 1350"/>
                <a:gd name="T3" fmla="*/ 1855 h 2136"/>
                <a:gd name="T4" fmla="*/ 338 w 1350"/>
                <a:gd name="T5" fmla="*/ 1855 h 2136"/>
                <a:gd name="T6" fmla="*/ 450 w 1350"/>
                <a:gd name="T7" fmla="*/ 1968 h 2136"/>
                <a:gd name="T8" fmla="*/ 338 w 1350"/>
                <a:gd name="T9" fmla="*/ 1855 h 2136"/>
                <a:gd name="T10" fmla="*/ 650 w 1350"/>
                <a:gd name="T11" fmla="*/ 1802 h 2136"/>
                <a:gd name="T12" fmla="*/ 604 w 1350"/>
                <a:gd name="T13" fmla="*/ 1823 h 2136"/>
                <a:gd name="T14" fmla="*/ 574 w 1350"/>
                <a:gd name="T15" fmla="*/ 1862 h 2136"/>
                <a:gd name="T16" fmla="*/ 563 w 1350"/>
                <a:gd name="T17" fmla="*/ 1911 h 2136"/>
                <a:gd name="T18" fmla="*/ 574 w 1350"/>
                <a:gd name="T19" fmla="*/ 1961 h 2136"/>
                <a:gd name="T20" fmla="*/ 604 w 1350"/>
                <a:gd name="T21" fmla="*/ 1999 h 2136"/>
                <a:gd name="T22" fmla="*/ 650 w 1350"/>
                <a:gd name="T23" fmla="*/ 2021 h 2136"/>
                <a:gd name="T24" fmla="*/ 700 w 1350"/>
                <a:gd name="T25" fmla="*/ 2021 h 2136"/>
                <a:gd name="T26" fmla="*/ 746 w 1350"/>
                <a:gd name="T27" fmla="*/ 1999 h 2136"/>
                <a:gd name="T28" fmla="*/ 776 w 1350"/>
                <a:gd name="T29" fmla="*/ 1961 h 2136"/>
                <a:gd name="T30" fmla="*/ 787 w 1350"/>
                <a:gd name="T31" fmla="*/ 1911 h 2136"/>
                <a:gd name="T32" fmla="*/ 776 w 1350"/>
                <a:gd name="T33" fmla="*/ 1862 h 2136"/>
                <a:gd name="T34" fmla="*/ 746 w 1350"/>
                <a:gd name="T35" fmla="*/ 1823 h 2136"/>
                <a:gd name="T36" fmla="*/ 700 w 1350"/>
                <a:gd name="T37" fmla="*/ 1802 h 2136"/>
                <a:gd name="T38" fmla="*/ 113 w 1350"/>
                <a:gd name="T39" fmla="*/ 225 h 2136"/>
                <a:gd name="T40" fmla="*/ 1237 w 1350"/>
                <a:gd name="T41" fmla="*/ 1686 h 2136"/>
                <a:gd name="T42" fmla="*/ 113 w 1350"/>
                <a:gd name="T43" fmla="*/ 225 h 2136"/>
                <a:gd name="T44" fmla="*/ 1237 w 1350"/>
                <a:gd name="T45" fmla="*/ 0 h 2136"/>
                <a:gd name="T46" fmla="*/ 1287 w 1350"/>
                <a:gd name="T47" fmla="*/ 12 h 2136"/>
                <a:gd name="T48" fmla="*/ 1325 w 1350"/>
                <a:gd name="T49" fmla="*/ 42 h 2136"/>
                <a:gd name="T50" fmla="*/ 1347 w 1350"/>
                <a:gd name="T51" fmla="*/ 87 h 2136"/>
                <a:gd name="T52" fmla="*/ 1350 w 1350"/>
                <a:gd name="T53" fmla="*/ 2024 h 2136"/>
                <a:gd name="T54" fmla="*/ 1338 w 1350"/>
                <a:gd name="T55" fmla="*/ 2074 h 2136"/>
                <a:gd name="T56" fmla="*/ 1308 w 1350"/>
                <a:gd name="T57" fmla="*/ 2112 h 2136"/>
                <a:gd name="T58" fmla="*/ 1263 w 1350"/>
                <a:gd name="T59" fmla="*/ 2133 h 2136"/>
                <a:gd name="T60" fmla="*/ 113 w 1350"/>
                <a:gd name="T61" fmla="*/ 2136 h 2136"/>
                <a:gd name="T62" fmla="*/ 63 w 1350"/>
                <a:gd name="T63" fmla="*/ 2124 h 2136"/>
                <a:gd name="T64" fmla="*/ 25 w 1350"/>
                <a:gd name="T65" fmla="*/ 2094 h 2136"/>
                <a:gd name="T66" fmla="*/ 3 w 1350"/>
                <a:gd name="T67" fmla="*/ 2049 h 2136"/>
                <a:gd name="T68" fmla="*/ 0 w 1350"/>
                <a:gd name="T69" fmla="*/ 112 h 2136"/>
                <a:gd name="T70" fmla="*/ 12 w 1350"/>
                <a:gd name="T71" fmla="*/ 62 h 2136"/>
                <a:gd name="T72" fmla="*/ 42 w 1350"/>
                <a:gd name="T73" fmla="*/ 24 h 2136"/>
                <a:gd name="T74" fmla="*/ 87 w 1350"/>
                <a:gd name="T75" fmla="*/ 3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50" h="2136">
                  <a:moveTo>
                    <a:pt x="900" y="1855"/>
                  </a:moveTo>
                  <a:lnTo>
                    <a:pt x="900" y="1968"/>
                  </a:lnTo>
                  <a:lnTo>
                    <a:pt x="1012" y="1968"/>
                  </a:lnTo>
                  <a:lnTo>
                    <a:pt x="1012" y="1855"/>
                  </a:lnTo>
                  <a:lnTo>
                    <a:pt x="900" y="1855"/>
                  </a:lnTo>
                  <a:close/>
                  <a:moveTo>
                    <a:pt x="338" y="1855"/>
                  </a:moveTo>
                  <a:lnTo>
                    <a:pt x="338" y="1968"/>
                  </a:lnTo>
                  <a:lnTo>
                    <a:pt x="450" y="1968"/>
                  </a:lnTo>
                  <a:lnTo>
                    <a:pt x="450" y="1855"/>
                  </a:lnTo>
                  <a:lnTo>
                    <a:pt x="338" y="1855"/>
                  </a:lnTo>
                  <a:close/>
                  <a:moveTo>
                    <a:pt x="675" y="1799"/>
                  </a:moveTo>
                  <a:lnTo>
                    <a:pt x="650" y="1802"/>
                  </a:lnTo>
                  <a:lnTo>
                    <a:pt x="625" y="1811"/>
                  </a:lnTo>
                  <a:lnTo>
                    <a:pt x="604" y="1823"/>
                  </a:lnTo>
                  <a:lnTo>
                    <a:pt x="587" y="1841"/>
                  </a:lnTo>
                  <a:lnTo>
                    <a:pt x="574" y="1862"/>
                  </a:lnTo>
                  <a:lnTo>
                    <a:pt x="565" y="1886"/>
                  </a:lnTo>
                  <a:lnTo>
                    <a:pt x="563" y="1911"/>
                  </a:lnTo>
                  <a:lnTo>
                    <a:pt x="565" y="1937"/>
                  </a:lnTo>
                  <a:lnTo>
                    <a:pt x="574" y="1961"/>
                  </a:lnTo>
                  <a:lnTo>
                    <a:pt x="587" y="1982"/>
                  </a:lnTo>
                  <a:lnTo>
                    <a:pt x="604" y="1999"/>
                  </a:lnTo>
                  <a:lnTo>
                    <a:pt x="625" y="2012"/>
                  </a:lnTo>
                  <a:lnTo>
                    <a:pt x="650" y="2021"/>
                  </a:lnTo>
                  <a:lnTo>
                    <a:pt x="675" y="2024"/>
                  </a:lnTo>
                  <a:lnTo>
                    <a:pt x="700" y="2021"/>
                  </a:lnTo>
                  <a:lnTo>
                    <a:pt x="725" y="2012"/>
                  </a:lnTo>
                  <a:lnTo>
                    <a:pt x="746" y="1999"/>
                  </a:lnTo>
                  <a:lnTo>
                    <a:pt x="763" y="1982"/>
                  </a:lnTo>
                  <a:lnTo>
                    <a:pt x="776" y="1961"/>
                  </a:lnTo>
                  <a:lnTo>
                    <a:pt x="785" y="1937"/>
                  </a:lnTo>
                  <a:lnTo>
                    <a:pt x="787" y="1911"/>
                  </a:lnTo>
                  <a:lnTo>
                    <a:pt x="785" y="1886"/>
                  </a:lnTo>
                  <a:lnTo>
                    <a:pt x="776" y="1862"/>
                  </a:lnTo>
                  <a:lnTo>
                    <a:pt x="763" y="1841"/>
                  </a:lnTo>
                  <a:lnTo>
                    <a:pt x="746" y="1823"/>
                  </a:lnTo>
                  <a:lnTo>
                    <a:pt x="725" y="1811"/>
                  </a:lnTo>
                  <a:lnTo>
                    <a:pt x="700" y="1802"/>
                  </a:lnTo>
                  <a:lnTo>
                    <a:pt x="675" y="1799"/>
                  </a:lnTo>
                  <a:close/>
                  <a:moveTo>
                    <a:pt x="113" y="225"/>
                  </a:moveTo>
                  <a:lnTo>
                    <a:pt x="113" y="1686"/>
                  </a:lnTo>
                  <a:lnTo>
                    <a:pt x="1237" y="1686"/>
                  </a:lnTo>
                  <a:lnTo>
                    <a:pt x="1237" y="225"/>
                  </a:lnTo>
                  <a:lnTo>
                    <a:pt x="113" y="225"/>
                  </a:lnTo>
                  <a:close/>
                  <a:moveTo>
                    <a:pt x="113" y="0"/>
                  </a:moveTo>
                  <a:lnTo>
                    <a:pt x="1237" y="0"/>
                  </a:lnTo>
                  <a:lnTo>
                    <a:pt x="1263" y="3"/>
                  </a:lnTo>
                  <a:lnTo>
                    <a:pt x="1287" y="12"/>
                  </a:lnTo>
                  <a:lnTo>
                    <a:pt x="1308" y="24"/>
                  </a:lnTo>
                  <a:lnTo>
                    <a:pt x="1325" y="42"/>
                  </a:lnTo>
                  <a:lnTo>
                    <a:pt x="1338" y="62"/>
                  </a:lnTo>
                  <a:lnTo>
                    <a:pt x="1347" y="87"/>
                  </a:lnTo>
                  <a:lnTo>
                    <a:pt x="1350" y="112"/>
                  </a:lnTo>
                  <a:lnTo>
                    <a:pt x="1350" y="2024"/>
                  </a:lnTo>
                  <a:lnTo>
                    <a:pt x="1347" y="2049"/>
                  </a:lnTo>
                  <a:lnTo>
                    <a:pt x="1338" y="2074"/>
                  </a:lnTo>
                  <a:lnTo>
                    <a:pt x="1325" y="2094"/>
                  </a:lnTo>
                  <a:lnTo>
                    <a:pt x="1308" y="2112"/>
                  </a:lnTo>
                  <a:lnTo>
                    <a:pt x="1287" y="2124"/>
                  </a:lnTo>
                  <a:lnTo>
                    <a:pt x="1263" y="2133"/>
                  </a:lnTo>
                  <a:lnTo>
                    <a:pt x="1237" y="2136"/>
                  </a:lnTo>
                  <a:lnTo>
                    <a:pt x="113" y="2136"/>
                  </a:lnTo>
                  <a:lnTo>
                    <a:pt x="87" y="2133"/>
                  </a:lnTo>
                  <a:lnTo>
                    <a:pt x="63" y="2124"/>
                  </a:lnTo>
                  <a:lnTo>
                    <a:pt x="42" y="2112"/>
                  </a:lnTo>
                  <a:lnTo>
                    <a:pt x="25" y="2094"/>
                  </a:lnTo>
                  <a:lnTo>
                    <a:pt x="12" y="2074"/>
                  </a:lnTo>
                  <a:lnTo>
                    <a:pt x="3" y="2049"/>
                  </a:lnTo>
                  <a:lnTo>
                    <a:pt x="0" y="2024"/>
                  </a:lnTo>
                  <a:lnTo>
                    <a:pt x="0" y="112"/>
                  </a:lnTo>
                  <a:lnTo>
                    <a:pt x="3" y="87"/>
                  </a:lnTo>
                  <a:lnTo>
                    <a:pt x="12" y="62"/>
                  </a:lnTo>
                  <a:lnTo>
                    <a:pt x="25" y="42"/>
                  </a:lnTo>
                  <a:lnTo>
                    <a:pt x="42" y="24"/>
                  </a:lnTo>
                  <a:lnTo>
                    <a:pt x="63" y="12"/>
                  </a:lnTo>
                  <a:lnTo>
                    <a:pt x="87" y="3"/>
                  </a:lnTo>
                  <a:lnTo>
                    <a:pt x="113"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23" name="Rectangle 316"/>
            <p:cNvSpPr>
              <a:spLocks noChangeArrowheads="1"/>
            </p:cNvSpPr>
            <p:nvPr/>
          </p:nvSpPr>
          <p:spPr bwMode="auto">
            <a:xfrm>
              <a:off x="2839979" y="3852280"/>
              <a:ext cx="50800" cy="55563"/>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24" name="Rectangle 317"/>
            <p:cNvSpPr>
              <a:spLocks noChangeArrowheads="1"/>
            </p:cNvSpPr>
            <p:nvPr/>
          </p:nvSpPr>
          <p:spPr bwMode="auto">
            <a:xfrm>
              <a:off x="2890779" y="3852280"/>
              <a:ext cx="50800" cy="55563"/>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25" name="Rectangle 318"/>
            <p:cNvSpPr>
              <a:spLocks noChangeArrowheads="1"/>
            </p:cNvSpPr>
            <p:nvPr/>
          </p:nvSpPr>
          <p:spPr bwMode="auto">
            <a:xfrm>
              <a:off x="2941579" y="3852280"/>
              <a:ext cx="50800" cy="55563"/>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26" name="Rectangle 319"/>
            <p:cNvSpPr>
              <a:spLocks noChangeArrowheads="1"/>
            </p:cNvSpPr>
            <p:nvPr/>
          </p:nvSpPr>
          <p:spPr bwMode="auto">
            <a:xfrm>
              <a:off x="2992379" y="3852280"/>
              <a:ext cx="50800" cy="55563"/>
            </a:xfrm>
            <a:prstGeom prst="rect">
              <a:avLst/>
            </a:prstGeom>
            <a:solidFill>
              <a:srgbClr val="F7994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27" name="Rectangle 320"/>
            <p:cNvSpPr>
              <a:spLocks noChangeArrowheads="1"/>
            </p:cNvSpPr>
            <p:nvPr/>
          </p:nvSpPr>
          <p:spPr bwMode="auto">
            <a:xfrm>
              <a:off x="2839979" y="3907843"/>
              <a:ext cx="50800" cy="55563"/>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28" name="Rectangle 321"/>
            <p:cNvSpPr>
              <a:spLocks noChangeArrowheads="1"/>
            </p:cNvSpPr>
            <p:nvPr/>
          </p:nvSpPr>
          <p:spPr bwMode="auto">
            <a:xfrm>
              <a:off x="2890779" y="3907843"/>
              <a:ext cx="50800" cy="55563"/>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29" name="Rectangle 322"/>
            <p:cNvSpPr>
              <a:spLocks noChangeArrowheads="1"/>
            </p:cNvSpPr>
            <p:nvPr/>
          </p:nvSpPr>
          <p:spPr bwMode="auto">
            <a:xfrm>
              <a:off x="2941579" y="3907843"/>
              <a:ext cx="50800" cy="55563"/>
            </a:xfrm>
            <a:prstGeom prst="rect">
              <a:avLst/>
            </a:prstGeom>
            <a:solidFill>
              <a:srgbClr val="F7994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0" name="Rectangle 323"/>
            <p:cNvSpPr>
              <a:spLocks noChangeArrowheads="1"/>
            </p:cNvSpPr>
            <p:nvPr/>
          </p:nvSpPr>
          <p:spPr bwMode="auto">
            <a:xfrm>
              <a:off x="2992379" y="3907843"/>
              <a:ext cx="50800" cy="55563"/>
            </a:xfrm>
            <a:prstGeom prst="rect">
              <a:avLst/>
            </a:prstGeom>
            <a:solidFill>
              <a:srgbClr val="94E6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1" name="Rectangle 324"/>
            <p:cNvSpPr>
              <a:spLocks noChangeArrowheads="1"/>
            </p:cNvSpPr>
            <p:nvPr/>
          </p:nvSpPr>
          <p:spPr bwMode="auto">
            <a:xfrm>
              <a:off x="2839979" y="3963406"/>
              <a:ext cx="50800" cy="57151"/>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2" name="Rectangle 325"/>
            <p:cNvSpPr>
              <a:spLocks noChangeArrowheads="1"/>
            </p:cNvSpPr>
            <p:nvPr/>
          </p:nvSpPr>
          <p:spPr bwMode="auto">
            <a:xfrm>
              <a:off x="2890779" y="3963406"/>
              <a:ext cx="50800" cy="57151"/>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3" name="Rectangle 326"/>
            <p:cNvSpPr>
              <a:spLocks noChangeArrowheads="1"/>
            </p:cNvSpPr>
            <p:nvPr/>
          </p:nvSpPr>
          <p:spPr bwMode="auto">
            <a:xfrm>
              <a:off x="2941579" y="3963406"/>
              <a:ext cx="50800" cy="57151"/>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4" name="Rectangle 327"/>
            <p:cNvSpPr>
              <a:spLocks noChangeArrowheads="1"/>
            </p:cNvSpPr>
            <p:nvPr/>
          </p:nvSpPr>
          <p:spPr bwMode="auto">
            <a:xfrm>
              <a:off x="2992379" y="3963406"/>
              <a:ext cx="50800" cy="57151"/>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5" name="Rectangle 328"/>
            <p:cNvSpPr>
              <a:spLocks noChangeArrowheads="1"/>
            </p:cNvSpPr>
            <p:nvPr/>
          </p:nvSpPr>
          <p:spPr bwMode="auto">
            <a:xfrm>
              <a:off x="2839979" y="4020557"/>
              <a:ext cx="50800" cy="55563"/>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6" name="Rectangle 329"/>
            <p:cNvSpPr>
              <a:spLocks noChangeArrowheads="1"/>
            </p:cNvSpPr>
            <p:nvPr/>
          </p:nvSpPr>
          <p:spPr bwMode="auto">
            <a:xfrm>
              <a:off x="2890779" y="4020557"/>
              <a:ext cx="50800" cy="55563"/>
            </a:xfrm>
            <a:prstGeom prst="rect">
              <a:avLst/>
            </a:prstGeom>
            <a:solidFill>
              <a:srgbClr val="F7994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7" name="Rectangle 330"/>
            <p:cNvSpPr>
              <a:spLocks noChangeArrowheads="1"/>
            </p:cNvSpPr>
            <p:nvPr/>
          </p:nvSpPr>
          <p:spPr bwMode="auto">
            <a:xfrm>
              <a:off x="2941579" y="4020557"/>
              <a:ext cx="50800" cy="55563"/>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8" name="Rectangle 331"/>
            <p:cNvSpPr>
              <a:spLocks noChangeArrowheads="1"/>
            </p:cNvSpPr>
            <p:nvPr/>
          </p:nvSpPr>
          <p:spPr bwMode="auto">
            <a:xfrm>
              <a:off x="2992379" y="4020557"/>
              <a:ext cx="50800" cy="55563"/>
            </a:xfrm>
            <a:prstGeom prst="rect">
              <a:avLst/>
            </a:prstGeom>
            <a:solidFill>
              <a:srgbClr val="007AC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9" name="Rectangle 332"/>
            <p:cNvSpPr>
              <a:spLocks noChangeArrowheads="1"/>
            </p:cNvSpPr>
            <p:nvPr/>
          </p:nvSpPr>
          <p:spPr bwMode="auto">
            <a:xfrm>
              <a:off x="2839979" y="4076120"/>
              <a:ext cx="50800" cy="55563"/>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40" name="Rectangle 333"/>
            <p:cNvSpPr>
              <a:spLocks noChangeArrowheads="1"/>
            </p:cNvSpPr>
            <p:nvPr/>
          </p:nvSpPr>
          <p:spPr bwMode="auto">
            <a:xfrm>
              <a:off x="2890779" y="4076120"/>
              <a:ext cx="50800" cy="55563"/>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41" name="Rectangle 334"/>
            <p:cNvSpPr>
              <a:spLocks noChangeArrowheads="1"/>
            </p:cNvSpPr>
            <p:nvPr/>
          </p:nvSpPr>
          <p:spPr bwMode="auto">
            <a:xfrm>
              <a:off x="2941579" y="4076120"/>
              <a:ext cx="50800" cy="55563"/>
            </a:xfrm>
            <a:prstGeom prst="rect">
              <a:avLst/>
            </a:prstGeom>
            <a:solidFill>
              <a:srgbClr val="94E6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42" name="Rectangle 335"/>
            <p:cNvSpPr>
              <a:spLocks noChangeArrowheads="1"/>
            </p:cNvSpPr>
            <p:nvPr/>
          </p:nvSpPr>
          <p:spPr bwMode="auto">
            <a:xfrm>
              <a:off x="2992379" y="4076120"/>
              <a:ext cx="50800" cy="55563"/>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9" name="Group 8"/>
          <p:cNvGrpSpPr>
            <a:grpSpLocks noChangeAspect="1"/>
          </p:cNvGrpSpPr>
          <p:nvPr/>
        </p:nvGrpSpPr>
        <p:grpSpPr>
          <a:xfrm>
            <a:off x="3676714" y="3952846"/>
            <a:ext cx="422275" cy="536575"/>
            <a:chOff x="5506980" y="3749041"/>
            <a:chExt cx="422275" cy="536575"/>
          </a:xfrm>
        </p:grpSpPr>
        <p:sp useBgFill="1">
          <p:nvSpPr>
            <p:cNvPr id="966" name="Freeform 361"/>
            <p:cNvSpPr>
              <a:spLocks/>
            </p:cNvSpPr>
            <p:nvPr/>
          </p:nvSpPr>
          <p:spPr bwMode="auto">
            <a:xfrm>
              <a:off x="5506980" y="3749041"/>
              <a:ext cx="422275" cy="536575"/>
            </a:xfrm>
            <a:custGeom>
              <a:avLst/>
              <a:gdLst>
                <a:gd name="T0" fmla="*/ 225 w 1856"/>
                <a:gd name="T1" fmla="*/ 0 h 2362"/>
                <a:gd name="T2" fmla="*/ 1631 w 1856"/>
                <a:gd name="T3" fmla="*/ 0 h 2362"/>
                <a:gd name="T4" fmla="*/ 1667 w 1856"/>
                <a:gd name="T5" fmla="*/ 3 h 2362"/>
                <a:gd name="T6" fmla="*/ 1702 w 1856"/>
                <a:gd name="T7" fmla="*/ 12 h 2362"/>
                <a:gd name="T8" fmla="*/ 1735 w 1856"/>
                <a:gd name="T9" fmla="*/ 25 h 2362"/>
                <a:gd name="T10" fmla="*/ 1764 w 1856"/>
                <a:gd name="T11" fmla="*/ 43 h 2362"/>
                <a:gd name="T12" fmla="*/ 1789 w 1856"/>
                <a:gd name="T13" fmla="*/ 67 h 2362"/>
                <a:gd name="T14" fmla="*/ 1813 w 1856"/>
                <a:gd name="T15" fmla="*/ 93 h 2362"/>
                <a:gd name="T16" fmla="*/ 1831 w 1856"/>
                <a:gd name="T17" fmla="*/ 121 h 2362"/>
                <a:gd name="T18" fmla="*/ 1844 w 1856"/>
                <a:gd name="T19" fmla="*/ 154 h 2362"/>
                <a:gd name="T20" fmla="*/ 1853 w 1856"/>
                <a:gd name="T21" fmla="*/ 189 h 2362"/>
                <a:gd name="T22" fmla="*/ 1856 w 1856"/>
                <a:gd name="T23" fmla="*/ 225 h 2362"/>
                <a:gd name="T24" fmla="*/ 1856 w 1856"/>
                <a:gd name="T25" fmla="*/ 2137 h 2362"/>
                <a:gd name="T26" fmla="*/ 1853 w 1856"/>
                <a:gd name="T27" fmla="*/ 2173 h 2362"/>
                <a:gd name="T28" fmla="*/ 1844 w 1856"/>
                <a:gd name="T29" fmla="*/ 2208 h 2362"/>
                <a:gd name="T30" fmla="*/ 1831 w 1856"/>
                <a:gd name="T31" fmla="*/ 2241 h 2362"/>
                <a:gd name="T32" fmla="*/ 1813 w 1856"/>
                <a:gd name="T33" fmla="*/ 2269 h 2362"/>
                <a:gd name="T34" fmla="*/ 1789 w 1856"/>
                <a:gd name="T35" fmla="*/ 2295 h 2362"/>
                <a:gd name="T36" fmla="*/ 1764 w 1856"/>
                <a:gd name="T37" fmla="*/ 2319 h 2362"/>
                <a:gd name="T38" fmla="*/ 1735 w 1856"/>
                <a:gd name="T39" fmla="*/ 2337 h 2362"/>
                <a:gd name="T40" fmla="*/ 1702 w 1856"/>
                <a:gd name="T41" fmla="*/ 2350 h 2362"/>
                <a:gd name="T42" fmla="*/ 1667 w 1856"/>
                <a:gd name="T43" fmla="*/ 2359 h 2362"/>
                <a:gd name="T44" fmla="*/ 1631 w 1856"/>
                <a:gd name="T45" fmla="*/ 2362 h 2362"/>
                <a:gd name="T46" fmla="*/ 225 w 1856"/>
                <a:gd name="T47" fmla="*/ 2362 h 2362"/>
                <a:gd name="T48" fmla="*/ 189 w 1856"/>
                <a:gd name="T49" fmla="*/ 2359 h 2362"/>
                <a:gd name="T50" fmla="*/ 154 w 1856"/>
                <a:gd name="T51" fmla="*/ 2350 h 2362"/>
                <a:gd name="T52" fmla="*/ 123 w 1856"/>
                <a:gd name="T53" fmla="*/ 2337 h 2362"/>
                <a:gd name="T54" fmla="*/ 93 w 1856"/>
                <a:gd name="T55" fmla="*/ 2319 h 2362"/>
                <a:gd name="T56" fmla="*/ 67 w 1856"/>
                <a:gd name="T57" fmla="*/ 2295 h 2362"/>
                <a:gd name="T58" fmla="*/ 44 w 1856"/>
                <a:gd name="T59" fmla="*/ 2269 h 2362"/>
                <a:gd name="T60" fmla="*/ 25 w 1856"/>
                <a:gd name="T61" fmla="*/ 2241 h 2362"/>
                <a:gd name="T62" fmla="*/ 12 w 1856"/>
                <a:gd name="T63" fmla="*/ 2208 h 2362"/>
                <a:gd name="T64" fmla="*/ 3 w 1856"/>
                <a:gd name="T65" fmla="*/ 2173 h 2362"/>
                <a:gd name="T66" fmla="*/ 0 w 1856"/>
                <a:gd name="T67" fmla="*/ 2137 h 2362"/>
                <a:gd name="T68" fmla="*/ 0 w 1856"/>
                <a:gd name="T69" fmla="*/ 225 h 2362"/>
                <a:gd name="T70" fmla="*/ 3 w 1856"/>
                <a:gd name="T71" fmla="*/ 189 h 2362"/>
                <a:gd name="T72" fmla="*/ 12 w 1856"/>
                <a:gd name="T73" fmla="*/ 154 h 2362"/>
                <a:gd name="T74" fmla="*/ 25 w 1856"/>
                <a:gd name="T75" fmla="*/ 121 h 2362"/>
                <a:gd name="T76" fmla="*/ 44 w 1856"/>
                <a:gd name="T77" fmla="*/ 93 h 2362"/>
                <a:gd name="T78" fmla="*/ 67 w 1856"/>
                <a:gd name="T79" fmla="*/ 67 h 2362"/>
                <a:gd name="T80" fmla="*/ 93 w 1856"/>
                <a:gd name="T81" fmla="*/ 43 h 2362"/>
                <a:gd name="T82" fmla="*/ 123 w 1856"/>
                <a:gd name="T83" fmla="*/ 25 h 2362"/>
                <a:gd name="T84" fmla="*/ 154 w 1856"/>
                <a:gd name="T85" fmla="*/ 12 h 2362"/>
                <a:gd name="T86" fmla="*/ 189 w 1856"/>
                <a:gd name="T87" fmla="*/ 3 h 2362"/>
                <a:gd name="T88" fmla="*/ 225 w 1856"/>
                <a:gd name="T89" fmla="*/ 0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856" h="2362">
                  <a:moveTo>
                    <a:pt x="225" y="0"/>
                  </a:moveTo>
                  <a:lnTo>
                    <a:pt x="1631" y="0"/>
                  </a:lnTo>
                  <a:lnTo>
                    <a:pt x="1667" y="3"/>
                  </a:lnTo>
                  <a:lnTo>
                    <a:pt x="1702" y="12"/>
                  </a:lnTo>
                  <a:lnTo>
                    <a:pt x="1735" y="25"/>
                  </a:lnTo>
                  <a:lnTo>
                    <a:pt x="1764" y="43"/>
                  </a:lnTo>
                  <a:lnTo>
                    <a:pt x="1789" y="67"/>
                  </a:lnTo>
                  <a:lnTo>
                    <a:pt x="1813" y="93"/>
                  </a:lnTo>
                  <a:lnTo>
                    <a:pt x="1831" y="121"/>
                  </a:lnTo>
                  <a:lnTo>
                    <a:pt x="1844" y="154"/>
                  </a:lnTo>
                  <a:lnTo>
                    <a:pt x="1853" y="189"/>
                  </a:lnTo>
                  <a:lnTo>
                    <a:pt x="1856" y="225"/>
                  </a:lnTo>
                  <a:lnTo>
                    <a:pt x="1856" y="2137"/>
                  </a:lnTo>
                  <a:lnTo>
                    <a:pt x="1853" y="2173"/>
                  </a:lnTo>
                  <a:lnTo>
                    <a:pt x="1844" y="2208"/>
                  </a:lnTo>
                  <a:lnTo>
                    <a:pt x="1831" y="2241"/>
                  </a:lnTo>
                  <a:lnTo>
                    <a:pt x="1813" y="2269"/>
                  </a:lnTo>
                  <a:lnTo>
                    <a:pt x="1789" y="2295"/>
                  </a:lnTo>
                  <a:lnTo>
                    <a:pt x="1764" y="2319"/>
                  </a:lnTo>
                  <a:lnTo>
                    <a:pt x="1735" y="2337"/>
                  </a:lnTo>
                  <a:lnTo>
                    <a:pt x="1702" y="2350"/>
                  </a:lnTo>
                  <a:lnTo>
                    <a:pt x="1667" y="2359"/>
                  </a:lnTo>
                  <a:lnTo>
                    <a:pt x="1631" y="2362"/>
                  </a:lnTo>
                  <a:lnTo>
                    <a:pt x="225" y="2362"/>
                  </a:lnTo>
                  <a:lnTo>
                    <a:pt x="189" y="2359"/>
                  </a:lnTo>
                  <a:lnTo>
                    <a:pt x="154" y="2350"/>
                  </a:lnTo>
                  <a:lnTo>
                    <a:pt x="123" y="2337"/>
                  </a:lnTo>
                  <a:lnTo>
                    <a:pt x="93" y="2319"/>
                  </a:lnTo>
                  <a:lnTo>
                    <a:pt x="67" y="2295"/>
                  </a:lnTo>
                  <a:lnTo>
                    <a:pt x="44" y="2269"/>
                  </a:lnTo>
                  <a:lnTo>
                    <a:pt x="25" y="2241"/>
                  </a:lnTo>
                  <a:lnTo>
                    <a:pt x="12" y="2208"/>
                  </a:lnTo>
                  <a:lnTo>
                    <a:pt x="3" y="2173"/>
                  </a:lnTo>
                  <a:lnTo>
                    <a:pt x="0" y="2137"/>
                  </a:lnTo>
                  <a:lnTo>
                    <a:pt x="0" y="225"/>
                  </a:lnTo>
                  <a:lnTo>
                    <a:pt x="3" y="189"/>
                  </a:lnTo>
                  <a:lnTo>
                    <a:pt x="12" y="154"/>
                  </a:lnTo>
                  <a:lnTo>
                    <a:pt x="25" y="121"/>
                  </a:lnTo>
                  <a:lnTo>
                    <a:pt x="44" y="93"/>
                  </a:lnTo>
                  <a:lnTo>
                    <a:pt x="67" y="67"/>
                  </a:lnTo>
                  <a:lnTo>
                    <a:pt x="93" y="43"/>
                  </a:lnTo>
                  <a:lnTo>
                    <a:pt x="123" y="25"/>
                  </a:lnTo>
                  <a:lnTo>
                    <a:pt x="154" y="12"/>
                  </a:lnTo>
                  <a:lnTo>
                    <a:pt x="189" y="3"/>
                  </a:lnTo>
                  <a:lnTo>
                    <a:pt x="225"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67" name="Freeform 362"/>
            <p:cNvSpPr>
              <a:spLocks noEditPoints="1"/>
            </p:cNvSpPr>
            <p:nvPr/>
          </p:nvSpPr>
          <p:spPr bwMode="auto">
            <a:xfrm>
              <a:off x="5533968" y="3774441"/>
              <a:ext cx="368300" cy="485775"/>
            </a:xfrm>
            <a:custGeom>
              <a:avLst/>
              <a:gdLst>
                <a:gd name="T0" fmla="*/ 787 w 1630"/>
                <a:gd name="T1" fmla="*/ 1884 h 2136"/>
                <a:gd name="T2" fmla="*/ 765 w 1630"/>
                <a:gd name="T3" fmla="*/ 1887 h 2136"/>
                <a:gd name="T4" fmla="*/ 745 w 1630"/>
                <a:gd name="T5" fmla="*/ 1895 h 2136"/>
                <a:gd name="T6" fmla="*/ 728 w 1630"/>
                <a:gd name="T7" fmla="*/ 1908 h 2136"/>
                <a:gd name="T8" fmla="*/ 714 w 1630"/>
                <a:gd name="T9" fmla="*/ 1925 h 2136"/>
                <a:gd name="T10" fmla="*/ 706 w 1630"/>
                <a:gd name="T11" fmla="*/ 1945 h 2136"/>
                <a:gd name="T12" fmla="*/ 702 w 1630"/>
                <a:gd name="T13" fmla="*/ 1968 h 2136"/>
                <a:gd name="T14" fmla="*/ 706 w 1630"/>
                <a:gd name="T15" fmla="*/ 1990 h 2136"/>
                <a:gd name="T16" fmla="*/ 714 w 1630"/>
                <a:gd name="T17" fmla="*/ 2010 h 2136"/>
                <a:gd name="T18" fmla="*/ 728 w 1630"/>
                <a:gd name="T19" fmla="*/ 2027 h 2136"/>
                <a:gd name="T20" fmla="*/ 745 w 1630"/>
                <a:gd name="T21" fmla="*/ 2041 h 2136"/>
                <a:gd name="T22" fmla="*/ 765 w 1630"/>
                <a:gd name="T23" fmla="*/ 2049 h 2136"/>
                <a:gd name="T24" fmla="*/ 787 w 1630"/>
                <a:gd name="T25" fmla="*/ 2051 h 2136"/>
                <a:gd name="T26" fmla="*/ 809 w 1630"/>
                <a:gd name="T27" fmla="*/ 2049 h 2136"/>
                <a:gd name="T28" fmla="*/ 829 w 1630"/>
                <a:gd name="T29" fmla="*/ 2041 h 2136"/>
                <a:gd name="T30" fmla="*/ 846 w 1630"/>
                <a:gd name="T31" fmla="*/ 2027 h 2136"/>
                <a:gd name="T32" fmla="*/ 860 w 1630"/>
                <a:gd name="T33" fmla="*/ 2010 h 2136"/>
                <a:gd name="T34" fmla="*/ 868 w 1630"/>
                <a:gd name="T35" fmla="*/ 1990 h 2136"/>
                <a:gd name="T36" fmla="*/ 872 w 1630"/>
                <a:gd name="T37" fmla="*/ 1968 h 2136"/>
                <a:gd name="T38" fmla="*/ 868 w 1630"/>
                <a:gd name="T39" fmla="*/ 1945 h 2136"/>
                <a:gd name="T40" fmla="*/ 860 w 1630"/>
                <a:gd name="T41" fmla="*/ 1925 h 2136"/>
                <a:gd name="T42" fmla="*/ 846 w 1630"/>
                <a:gd name="T43" fmla="*/ 1908 h 2136"/>
                <a:gd name="T44" fmla="*/ 829 w 1630"/>
                <a:gd name="T45" fmla="*/ 1895 h 2136"/>
                <a:gd name="T46" fmla="*/ 809 w 1630"/>
                <a:gd name="T47" fmla="*/ 1887 h 2136"/>
                <a:gd name="T48" fmla="*/ 787 w 1630"/>
                <a:gd name="T49" fmla="*/ 1884 h 2136"/>
                <a:gd name="T50" fmla="*/ 112 w 1630"/>
                <a:gd name="T51" fmla="*/ 168 h 2136"/>
                <a:gd name="T52" fmla="*/ 112 w 1630"/>
                <a:gd name="T53" fmla="*/ 1799 h 2136"/>
                <a:gd name="T54" fmla="*/ 1518 w 1630"/>
                <a:gd name="T55" fmla="*/ 1799 h 2136"/>
                <a:gd name="T56" fmla="*/ 1518 w 1630"/>
                <a:gd name="T57" fmla="*/ 168 h 2136"/>
                <a:gd name="T58" fmla="*/ 112 w 1630"/>
                <a:gd name="T59" fmla="*/ 168 h 2136"/>
                <a:gd name="T60" fmla="*/ 112 w 1630"/>
                <a:gd name="T61" fmla="*/ 0 h 2136"/>
                <a:gd name="T62" fmla="*/ 1518 w 1630"/>
                <a:gd name="T63" fmla="*/ 0 h 2136"/>
                <a:gd name="T64" fmla="*/ 1543 w 1630"/>
                <a:gd name="T65" fmla="*/ 3 h 2136"/>
                <a:gd name="T66" fmla="*/ 1568 w 1630"/>
                <a:gd name="T67" fmla="*/ 12 h 2136"/>
                <a:gd name="T68" fmla="*/ 1589 w 1630"/>
                <a:gd name="T69" fmla="*/ 24 h 2136"/>
                <a:gd name="T70" fmla="*/ 1606 w 1630"/>
                <a:gd name="T71" fmla="*/ 42 h 2136"/>
                <a:gd name="T72" fmla="*/ 1619 w 1630"/>
                <a:gd name="T73" fmla="*/ 62 h 2136"/>
                <a:gd name="T74" fmla="*/ 1628 w 1630"/>
                <a:gd name="T75" fmla="*/ 87 h 2136"/>
                <a:gd name="T76" fmla="*/ 1630 w 1630"/>
                <a:gd name="T77" fmla="*/ 112 h 2136"/>
                <a:gd name="T78" fmla="*/ 1630 w 1630"/>
                <a:gd name="T79" fmla="*/ 2024 h 2136"/>
                <a:gd name="T80" fmla="*/ 1628 w 1630"/>
                <a:gd name="T81" fmla="*/ 2049 h 2136"/>
                <a:gd name="T82" fmla="*/ 1619 w 1630"/>
                <a:gd name="T83" fmla="*/ 2074 h 2136"/>
                <a:gd name="T84" fmla="*/ 1606 w 1630"/>
                <a:gd name="T85" fmla="*/ 2094 h 2136"/>
                <a:gd name="T86" fmla="*/ 1589 w 1630"/>
                <a:gd name="T87" fmla="*/ 2112 h 2136"/>
                <a:gd name="T88" fmla="*/ 1568 w 1630"/>
                <a:gd name="T89" fmla="*/ 2124 h 2136"/>
                <a:gd name="T90" fmla="*/ 1543 w 1630"/>
                <a:gd name="T91" fmla="*/ 2133 h 2136"/>
                <a:gd name="T92" fmla="*/ 1518 w 1630"/>
                <a:gd name="T93" fmla="*/ 2136 h 2136"/>
                <a:gd name="T94" fmla="*/ 112 w 1630"/>
                <a:gd name="T95" fmla="*/ 2136 h 2136"/>
                <a:gd name="T96" fmla="*/ 87 w 1630"/>
                <a:gd name="T97" fmla="*/ 2133 h 2136"/>
                <a:gd name="T98" fmla="*/ 62 w 1630"/>
                <a:gd name="T99" fmla="*/ 2124 h 2136"/>
                <a:gd name="T100" fmla="*/ 42 w 1630"/>
                <a:gd name="T101" fmla="*/ 2112 h 2136"/>
                <a:gd name="T102" fmla="*/ 24 w 1630"/>
                <a:gd name="T103" fmla="*/ 2094 h 2136"/>
                <a:gd name="T104" fmla="*/ 12 w 1630"/>
                <a:gd name="T105" fmla="*/ 2074 h 2136"/>
                <a:gd name="T106" fmla="*/ 3 w 1630"/>
                <a:gd name="T107" fmla="*/ 2049 h 2136"/>
                <a:gd name="T108" fmla="*/ 0 w 1630"/>
                <a:gd name="T109" fmla="*/ 2024 h 2136"/>
                <a:gd name="T110" fmla="*/ 0 w 1630"/>
                <a:gd name="T111" fmla="*/ 112 h 2136"/>
                <a:gd name="T112" fmla="*/ 3 w 1630"/>
                <a:gd name="T113" fmla="*/ 87 h 2136"/>
                <a:gd name="T114" fmla="*/ 12 w 1630"/>
                <a:gd name="T115" fmla="*/ 62 h 2136"/>
                <a:gd name="T116" fmla="*/ 24 w 1630"/>
                <a:gd name="T117" fmla="*/ 42 h 2136"/>
                <a:gd name="T118" fmla="*/ 42 w 1630"/>
                <a:gd name="T119" fmla="*/ 24 h 2136"/>
                <a:gd name="T120" fmla="*/ 62 w 1630"/>
                <a:gd name="T121" fmla="*/ 12 h 2136"/>
                <a:gd name="T122" fmla="*/ 87 w 1630"/>
                <a:gd name="T123" fmla="*/ 3 h 2136"/>
                <a:gd name="T124" fmla="*/ 112 w 1630"/>
                <a:gd name="T125" fmla="*/ 0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30" h="2136">
                  <a:moveTo>
                    <a:pt x="787" y="1884"/>
                  </a:moveTo>
                  <a:lnTo>
                    <a:pt x="765" y="1887"/>
                  </a:lnTo>
                  <a:lnTo>
                    <a:pt x="745" y="1895"/>
                  </a:lnTo>
                  <a:lnTo>
                    <a:pt x="728" y="1908"/>
                  </a:lnTo>
                  <a:lnTo>
                    <a:pt x="714" y="1925"/>
                  </a:lnTo>
                  <a:lnTo>
                    <a:pt x="706" y="1945"/>
                  </a:lnTo>
                  <a:lnTo>
                    <a:pt x="702" y="1968"/>
                  </a:lnTo>
                  <a:lnTo>
                    <a:pt x="706" y="1990"/>
                  </a:lnTo>
                  <a:lnTo>
                    <a:pt x="714" y="2010"/>
                  </a:lnTo>
                  <a:lnTo>
                    <a:pt x="728" y="2027"/>
                  </a:lnTo>
                  <a:lnTo>
                    <a:pt x="745" y="2041"/>
                  </a:lnTo>
                  <a:lnTo>
                    <a:pt x="765" y="2049"/>
                  </a:lnTo>
                  <a:lnTo>
                    <a:pt x="787" y="2051"/>
                  </a:lnTo>
                  <a:lnTo>
                    <a:pt x="809" y="2049"/>
                  </a:lnTo>
                  <a:lnTo>
                    <a:pt x="829" y="2041"/>
                  </a:lnTo>
                  <a:lnTo>
                    <a:pt x="846" y="2027"/>
                  </a:lnTo>
                  <a:lnTo>
                    <a:pt x="860" y="2010"/>
                  </a:lnTo>
                  <a:lnTo>
                    <a:pt x="868" y="1990"/>
                  </a:lnTo>
                  <a:lnTo>
                    <a:pt x="872" y="1968"/>
                  </a:lnTo>
                  <a:lnTo>
                    <a:pt x="868" y="1945"/>
                  </a:lnTo>
                  <a:lnTo>
                    <a:pt x="860" y="1925"/>
                  </a:lnTo>
                  <a:lnTo>
                    <a:pt x="846" y="1908"/>
                  </a:lnTo>
                  <a:lnTo>
                    <a:pt x="829" y="1895"/>
                  </a:lnTo>
                  <a:lnTo>
                    <a:pt x="809" y="1887"/>
                  </a:lnTo>
                  <a:lnTo>
                    <a:pt x="787" y="1884"/>
                  </a:lnTo>
                  <a:close/>
                  <a:moveTo>
                    <a:pt x="112" y="168"/>
                  </a:moveTo>
                  <a:lnTo>
                    <a:pt x="112" y="1799"/>
                  </a:lnTo>
                  <a:lnTo>
                    <a:pt x="1518" y="1799"/>
                  </a:lnTo>
                  <a:lnTo>
                    <a:pt x="1518" y="168"/>
                  </a:lnTo>
                  <a:lnTo>
                    <a:pt x="112" y="168"/>
                  </a:lnTo>
                  <a:close/>
                  <a:moveTo>
                    <a:pt x="112" y="0"/>
                  </a:moveTo>
                  <a:lnTo>
                    <a:pt x="1518" y="0"/>
                  </a:lnTo>
                  <a:lnTo>
                    <a:pt x="1543" y="3"/>
                  </a:lnTo>
                  <a:lnTo>
                    <a:pt x="1568" y="12"/>
                  </a:lnTo>
                  <a:lnTo>
                    <a:pt x="1589" y="24"/>
                  </a:lnTo>
                  <a:lnTo>
                    <a:pt x="1606" y="42"/>
                  </a:lnTo>
                  <a:lnTo>
                    <a:pt x="1619" y="62"/>
                  </a:lnTo>
                  <a:lnTo>
                    <a:pt x="1628" y="87"/>
                  </a:lnTo>
                  <a:lnTo>
                    <a:pt x="1630" y="112"/>
                  </a:lnTo>
                  <a:lnTo>
                    <a:pt x="1630" y="2024"/>
                  </a:lnTo>
                  <a:lnTo>
                    <a:pt x="1628" y="2049"/>
                  </a:lnTo>
                  <a:lnTo>
                    <a:pt x="1619" y="2074"/>
                  </a:lnTo>
                  <a:lnTo>
                    <a:pt x="1606" y="2094"/>
                  </a:lnTo>
                  <a:lnTo>
                    <a:pt x="1589" y="2112"/>
                  </a:lnTo>
                  <a:lnTo>
                    <a:pt x="1568" y="2124"/>
                  </a:lnTo>
                  <a:lnTo>
                    <a:pt x="1543" y="2133"/>
                  </a:lnTo>
                  <a:lnTo>
                    <a:pt x="1518" y="2136"/>
                  </a:lnTo>
                  <a:lnTo>
                    <a:pt x="112" y="2136"/>
                  </a:lnTo>
                  <a:lnTo>
                    <a:pt x="87" y="2133"/>
                  </a:lnTo>
                  <a:lnTo>
                    <a:pt x="62" y="2124"/>
                  </a:lnTo>
                  <a:lnTo>
                    <a:pt x="42" y="2112"/>
                  </a:lnTo>
                  <a:lnTo>
                    <a:pt x="24" y="2094"/>
                  </a:lnTo>
                  <a:lnTo>
                    <a:pt x="12" y="2074"/>
                  </a:lnTo>
                  <a:lnTo>
                    <a:pt x="3" y="2049"/>
                  </a:lnTo>
                  <a:lnTo>
                    <a:pt x="0" y="2024"/>
                  </a:lnTo>
                  <a:lnTo>
                    <a:pt x="0" y="112"/>
                  </a:lnTo>
                  <a:lnTo>
                    <a:pt x="3" y="87"/>
                  </a:lnTo>
                  <a:lnTo>
                    <a:pt x="12" y="62"/>
                  </a:lnTo>
                  <a:lnTo>
                    <a:pt x="24" y="42"/>
                  </a:lnTo>
                  <a:lnTo>
                    <a:pt x="42" y="24"/>
                  </a:lnTo>
                  <a:lnTo>
                    <a:pt x="62" y="12"/>
                  </a:lnTo>
                  <a:lnTo>
                    <a:pt x="87" y="3"/>
                  </a:lnTo>
                  <a:lnTo>
                    <a:pt x="112"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68" name="Rectangle 363"/>
            <p:cNvSpPr>
              <a:spLocks noChangeArrowheads="1"/>
            </p:cNvSpPr>
            <p:nvPr/>
          </p:nvSpPr>
          <p:spPr bwMode="auto">
            <a:xfrm>
              <a:off x="5584768" y="3839529"/>
              <a:ext cx="66675" cy="63500"/>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69" name="Rectangle 364"/>
            <p:cNvSpPr>
              <a:spLocks noChangeArrowheads="1"/>
            </p:cNvSpPr>
            <p:nvPr/>
          </p:nvSpPr>
          <p:spPr bwMode="auto">
            <a:xfrm>
              <a:off x="5651443" y="3839529"/>
              <a:ext cx="66675" cy="63500"/>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70" name="Rectangle 365"/>
            <p:cNvSpPr>
              <a:spLocks noChangeArrowheads="1"/>
            </p:cNvSpPr>
            <p:nvPr/>
          </p:nvSpPr>
          <p:spPr bwMode="auto">
            <a:xfrm>
              <a:off x="5718118" y="3839529"/>
              <a:ext cx="66675" cy="63500"/>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71" name="Rectangle 366"/>
            <p:cNvSpPr>
              <a:spLocks noChangeArrowheads="1"/>
            </p:cNvSpPr>
            <p:nvPr/>
          </p:nvSpPr>
          <p:spPr bwMode="auto">
            <a:xfrm>
              <a:off x="5784793" y="3839529"/>
              <a:ext cx="66675" cy="63500"/>
            </a:xfrm>
            <a:prstGeom prst="rect">
              <a:avLst/>
            </a:prstGeom>
            <a:solidFill>
              <a:srgbClr val="F7994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72" name="Rectangle 367"/>
            <p:cNvSpPr>
              <a:spLocks noChangeArrowheads="1"/>
            </p:cNvSpPr>
            <p:nvPr/>
          </p:nvSpPr>
          <p:spPr bwMode="auto">
            <a:xfrm>
              <a:off x="5584768" y="3903029"/>
              <a:ext cx="66675" cy="63500"/>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73" name="Rectangle 368"/>
            <p:cNvSpPr>
              <a:spLocks noChangeArrowheads="1"/>
            </p:cNvSpPr>
            <p:nvPr/>
          </p:nvSpPr>
          <p:spPr bwMode="auto">
            <a:xfrm>
              <a:off x="5651443" y="3903029"/>
              <a:ext cx="66675" cy="63500"/>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74" name="Rectangle 369"/>
            <p:cNvSpPr>
              <a:spLocks noChangeArrowheads="1"/>
            </p:cNvSpPr>
            <p:nvPr/>
          </p:nvSpPr>
          <p:spPr bwMode="auto">
            <a:xfrm>
              <a:off x="5718118" y="3903029"/>
              <a:ext cx="66675" cy="63500"/>
            </a:xfrm>
            <a:prstGeom prst="rect">
              <a:avLst/>
            </a:prstGeom>
            <a:solidFill>
              <a:srgbClr val="F7994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75" name="Rectangle 370"/>
            <p:cNvSpPr>
              <a:spLocks noChangeArrowheads="1"/>
            </p:cNvSpPr>
            <p:nvPr/>
          </p:nvSpPr>
          <p:spPr bwMode="auto">
            <a:xfrm>
              <a:off x="5784793" y="3903029"/>
              <a:ext cx="66675" cy="63500"/>
            </a:xfrm>
            <a:prstGeom prst="rect">
              <a:avLst/>
            </a:prstGeom>
            <a:solidFill>
              <a:srgbClr val="94E6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76" name="Rectangle 371"/>
            <p:cNvSpPr>
              <a:spLocks noChangeArrowheads="1"/>
            </p:cNvSpPr>
            <p:nvPr/>
          </p:nvSpPr>
          <p:spPr bwMode="auto">
            <a:xfrm>
              <a:off x="5584768" y="3966529"/>
              <a:ext cx="66675" cy="63500"/>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77" name="Rectangle 372"/>
            <p:cNvSpPr>
              <a:spLocks noChangeArrowheads="1"/>
            </p:cNvSpPr>
            <p:nvPr/>
          </p:nvSpPr>
          <p:spPr bwMode="auto">
            <a:xfrm>
              <a:off x="5651443" y="3966529"/>
              <a:ext cx="66675" cy="63500"/>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78" name="Rectangle 373"/>
            <p:cNvSpPr>
              <a:spLocks noChangeArrowheads="1"/>
            </p:cNvSpPr>
            <p:nvPr/>
          </p:nvSpPr>
          <p:spPr bwMode="auto">
            <a:xfrm>
              <a:off x="5718118" y="3966529"/>
              <a:ext cx="66675" cy="63500"/>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79" name="Rectangle 374"/>
            <p:cNvSpPr>
              <a:spLocks noChangeArrowheads="1"/>
            </p:cNvSpPr>
            <p:nvPr/>
          </p:nvSpPr>
          <p:spPr bwMode="auto">
            <a:xfrm>
              <a:off x="5784793" y="3966529"/>
              <a:ext cx="66675" cy="63500"/>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80" name="Rectangle 375"/>
            <p:cNvSpPr>
              <a:spLocks noChangeArrowheads="1"/>
            </p:cNvSpPr>
            <p:nvPr/>
          </p:nvSpPr>
          <p:spPr bwMode="auto">
            <a:xfrm>
              <a:off x="5584768" y="4030029"/>
              <a:ext cx="66675" cy="63500"/>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81" name="Rectangle 376"/>
            <p:cNvSpPr>
              <a:spLocks noChangeArrowheads="1"/>
            </p:cNvSpPr>
            <p:nvPr/>
          </p:nvSpPr>
          <p:spPr bwMode="auto">
            <a:xfrm>
              <a:off x="5651443" y="4030029"/>
              <a:ext cx="66675" cy="63500"/>
            </a:xfrm>
            <a:prstGeom prst="rect">
              <a:avLst/>
            </a:prstGeom>
            <a:solidFill>
              <a:srgbClr val="F7994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82" name="Rectangle 377"/>
            <p:cNvSpPr>
              <a:spLocks noChangeArrowheads="1"/>
            </p:cNvSpPr>
            <p:nvPr/>
          </p:nvSpPr>
          <p:spPr bwMode="auto">
            <a:xfrm>
              <a:off x="5718118" y="4030029"/>
              <a:ext cx="66675" cy="63500"/>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83" name="Rectangle 378"/>
            <p:cNvSpPr>
              <a:spLocks noChangeArrowheads="1"/>
            </p:cNvSpPr>
            <p:nvPr/>
          </p:nvSpPr>
          <p:spPr bwMode="auto">
            <a:xfrm>
              <a:off x="5784793" y="4030029"/>
              <a:ext cx="66675" cy="63500"/>
            </a:xfrm>
            <a:prstGeom prst="rect">
              <a:avLst/>
            </a:prstGeom>
            <a:solidFill>
              <a:srgbClr val="007AC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84" name="Rectangle 379"/>
            <p:cNvSpPr>
              <a:spLocks noChangeArrowheads="1"/>
            </p:cNvSpPr>
            <p:nvPr/>
          </p:nvSpPr>
          <p:spPr bwMode="auto">
            <a:xfrm>
              <a:off x="5584768" y="4093529"/>
              <a:ext cx="66675" cy="63500"/>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85" name="Rectangle 380"/>
            <p:cNvSpPr>
              <a:spLocks noChangeArrowheads="1"/>
            </p:cNvSpPr>
            <p:nvPr/>
          </p:nvSpPr>
          <p:spPr bwMode="auto">
            <a:xfrm>
              <a:off x="5651443" y="4093529"/>
              <a:ext cx="66675" cy="63500"/>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86" name="Rectangle 381"/>
            <p:cNvSpPr>
              <a:spLocks noChangeArrowheads="1"/>
            </p:cNvSpPr>
            <p:nvPr/>
          </p:nvSpPr>
          <p:spPr bwMode="auto">
            <a:xfrm>
              <a:off x="5718118" y="4093529"/>
              <a:ext cx="66675" cy="63500"/>
            </a:xfrm>
            <a:prstGeom prst="rect">
              <a:avLst/>
            </a:prstGeom>
            <a:solidFill>
              <a:srgbClr val="94E6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87" name="Rectangle 382"/>
            <p:cNvSpPr>
              <a:spLocks noChangeArrowheads="1"/>
            </p:cNvSpPr>
            <p:nvPr/>
          </p:nvSpPr>
          <p:spPr bwMode="auto">
            <a:xfrm>
              <a:off x="5784793" y="4093529"/>
              <a:ext cx="66675" cy="63500"/>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6" name="Group 5"/>
          <p:cNvGrpSpPr>
            <a:grpSpLocks noChangeAspect="1"/>
          </p:cNvGrpSpPr>
          <p:nvPr/>
        </p:nvGrpSpPr>
        <p:grpSpPr>
          <a:xfrm>
            <a:off x="5888038" y="3952846"/>
            <a:ext cx="536575" cy="485775"/>
            <a:chOff x="8250180" y="3749041"/>
            <a:chExt cx="536575" cy="485775"/>
          </a:xfrm>
        </p:grpSpPr>
        <p:sp useBgFill="1">
          <p:nvSpPr>
            <p:cNvPr id="1020" name="Freeform 417"/>
            <p:cNvSpPr>
              <a:spLocks/>
            </p:cNvSpPr>
            <p:nvPr/>
          </p:nvSpPr>
          <p:spPr bwMode="auto">
            <a:xfrm>
              <a:off x="8250180" y="3749041"/>
              <a:ext cx="536575" cy="485775"/>
            </a:xfrm>
            <a:custGeom>
              <a:avLst/>
              <a:gdLst>
                <a:gd name="T0" fmla="*/ 2081 w 2362"/>
                <a:gd name="T1" fmla="*/ 0 h 2136"/>
                <a:gd name="T2" fmla="*/ 2161 w 2362"/>
                <a:gd name="T3" fmla="*/ 12 h 2136"/>
                <a:gd name="T4" fmla="*/ 2233 w 2362"/>
                <a:gd name="T5" fmla="*/ 45 h 2136"/>
                <a:gd name="T6" fmla="*/ 2292 w 2362"/>
                <a:gd name="T7" fmla="*/ 96 h 2136"/>
                <a:gd name="T8" fmla="*/ 2336 w 2362"/>
                <a:gd name="T9" fmla="*/ 163 h 2136"/>
                <a:gd name="T10" fmla="*/ 2359 w 2362"/>
                <a:gd name="T11" fmla="*/ 240 h 2136"/>
                <a:gd name="T12" fmla="*/ 2362 w 2362"/>
                <a:gd name="T13" fmla="*/ 1462 h 2136"/>
                <a:gd name="T14" fmla="*/ 2349 w 2362"/>
                <a:gd name="T15" fmla="*/ 1542 h 2136"/>
                <a:gd name="T16" fmla="*/ 2317 w 2362"/>
                <a:gd name="T17" fmla="*/ 1614 h 2136"/>
                <a:gd name="T18" fmla="*/ 2265 w 2362"/>
                <a:gd name="T19" fmla="*/ 1673 h 2136"/>
                <a:gd name="T20" fmla="*/ 2199 w 2362"/>
                <a:gd name="T21" fmla="*/ 1717 h 2136"/>
                <a:gd name="T22" fmla="*/ 2122 w 2362"/>
                <a:gd name="T23" fmla="*/ 1740 h 2136"/>
                <a:gd name="T24" fmla="*/ 1518 w 2362"/>
                <a:gd name="T25" fmla="*/ 1743 h 2136"/>
                <a:gd name="T26" fmla="*/ 1555 w 2362"/>
                <a:gd name="T27" fmla="*/ 1802 h 2136"/>
                <a:gd name="T28" fmla="*/ 1622 w 2362"/>
                <a:gd name="T29" fmla="*/ 1824 h 2136"/>
                <a:gd name="T30" fmla="*/ 1677 w 2362"/>
                <a:gd name="T31" fmla="*/ 1864 h 2136"/>
                <a:gd name="T32" fmla="*/ 1718 w 2362"/>
                <a:gd name="T33" fmla="*/ 1920 h 2136"/>
                <a:gd name="T34" fmla="*/ 1740 w 2362"/>
                <a:gd name="T35" fmla="*/ 1987 h 2136"/>
                <a:gd name="T36" fmla="*/ 1740 w 2362"/>
                <a:gd name="T37" fmla="*/ 2049 h 2136"/>
                <a:gd name="T38" fmla="*/ 1719 w 2362"/>
                <a:gd name="T39" fmla="*/ 2094 h 2136"/>
                <a:gd name="T40" fmla="*/ 1681 w 2362"/>
                <a:gd name="T41" fmla="*/ 2124 h 2136"/>
                <a:gd name="T42" fmla="*/ 1631 w 2362"/>
                <a:gd name="T43" fmla="*/ 2136 h 2136"/>
                <a:gd name="T44" fmla="*/ 706 w 2362"/>
                <a:gd name="T45" fmla="*/ 2133 h 2136"/>
                <a:gd name="T46" fmla="*/ 661 w 2362"/>
                <a:gd name="T47" fmla="*/ 2112 h 2136"/>
                <a:gd name="T48" fmla="*/ 631 w 2362"/>
                <a:gd name="T49" fmla="*/ 2074 h 2136"/>
                <a:gd name="T50" fmla="*/ 619 w 2362"/>
                <a:gd name="T51" fmla="*/ 2024 h 2136"/>
                <a:gd name="T52" fmla="*/ 631 w 2362"/>
                <a:gd name="T53" fmla="*/ 1953 h 2136"/>
                <a:gd name="T54" fmla="*/ 662 w 2362"/>
                <a:gd name="T55" fmla="*/ 1891 h 2136"/>
                <a:gd name="T56" fmla="*/ 711 w 2362"/>
                <a:gd name="T57" fmla="*/ 1842 h 2136"/>
                <a:gd name="T58" fmla="*/ 772 w 2362"/>
                <a:gd name="T59" fmla="*/ 1811 h 2136"/>
                <a:gd name="T60" fmla="*/ 844 w 2362"/>
                <a:gd name="T61" fmla="*/ 1799 h 2136"/>
                <a:gd name="T62" fmla="*/ 281 w 2362"/>
                <a:gd name="T63" fmla="*/ 1743 h 2136"/>
                <a:gd name="T64" fmla="*/ 201 w 2362"/>
                <a:gd name="T65" fmla="*/ 1730 h 2136"/>
                <a:gd name="T66" fmla="*/ 129 w 2362"/>
                <a:gd name="T67" fmla="*/ 1698 h 2136"/>
                <a:gd name="T68" fmla="*/ 70 w 2362"/>
                <a:gd name="T69" fmla="*/ 1646 h 2136"/>
                <a:gd name="T70" fmla="*/ 26 w 2362"/>
                <a:gd name="T71" fmla="*/ 1580 h 2136"/>
                <a:gd name="T72" fmla="*/ 3 w 2362"/>
                <a:gd name="T73" fmla="*/ 1503 h 2136"/>
                <a:gd name="T74" fmla="*/ 0 w 2362"/>
                <a:gd name="T75" fmla="*/ 281 h 2136"/>
                <a:gd name="T76" fmla="*/ 13 w 2362"/>
                <a:gd name="T77" fmla="*/ 200 h 2136"/>
                <a:gd name="T78" fmla="*/ 45 w 2362"/>
                <a:gd name="T79" fmla="*/ 128 h 2136"/>
                <a:gd name="T80" fmla="*/ 97 w 2362"/>
                <a:gd name="T81" fmla="*/ 69 h 2136"/>
                <a:gd name="T82" fmla="*/ 163 w 2362"/>
                <a:gd name="T83" fmla="*/ 25 h 2136"/>
                <a:gd name="T84" fmla="*/ 240 w 2362"/>
                <a:gd name="T85" fmla="*/ 3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62" h="2136">
                  <a:moveTo>
                    <a:pt x="281" y="0"/>
                  </a:moveTo>
                  <a:lnTo>
                    <a:pt x="2081" y="0"/>
                  </a:lnTo>
                  <a:lnTo>
                    <a:pt x="2122" y="3"/>
                  </a:lnTo>
                  <a:lnTo>
                    <a:pt x="2161" y="12"/>
                  </a:lnTo>
                  <a:lnTo>
                    <a:pt x="2199" y="25"/>
                  </a:lnTo>
                  <a:lnTo>
                    <a:pt x="2233" y="45"/>
                  </a:lnTo>
                  <a:lnTo>
                    <a:pt x="2265" y="69"/>
                  </a:lnTo>
                  <a:lnTo>
                    <a:pt x="2292" y="96"/>
                  </a:lnTo>
                  <a:lnTo>
                    <a:pt x="2317" y="128"/>
                  </a:lnTo>
                  <a:lnTo>
                    <a:pt x="2336" y="163"/>
                  </a:lnTo>
                  <a:lnTo>
                    <a:pt x="2349" y="200"/>
                  </a:lnTo>
                  <a:lnTo>
                    <a:pt x="2359" y="240"/>
                  </a:lnTo>
                  <a:lnTo>
                    <a:pt x="2362" y="281"/>
                  </a:lnTo>
                  <a:lnTo>
                    <a:pt x="2362" y="1462"/>
                  </a:lnTo>
                  <a:lnTo>
                    <a:pt x="2359" y="1503"/>
                  </a:lnTo>
                  <a:lnTo>
                    <a:pt x="2349" y="1542"/>
                  </a:lnTo>
                  <a:lnTo>
                    <a:pt x="2336" y="1580"/>
                  </a:lnTo>
                  <a:lnTo>
                    <a:pt x="2317" y="1614"/>
                  </a:lnTo>
                  <a:lnTo>
                    <a:pt x="2292" y="1646"/>
                  </a:lnTo>
                  <a:lnTo>
                    <a:pt x="2265" y="1673"/>
                  </a:lnTo>
                  <a:lnTo>
                    <a:pt x="2233" y="1698"/>
                  </a:lnTo>
                  <a:lnTo>
                    <a:pt x="2199" y="1717"/>
                  </a:lnTo>
                  <a:lnTo>
                    <a:pt x="2161" y="1730"/>
                  </a:lnTo>
                  <a:lnTo>
                    <a:pt x="2122" y="1740"/>
                  </a:lnTo>
                  <a:lnTo>
                    <a:pt x="2081" y="1743"/>
                  </a:lnTo>
                  <a:lnTo>
                    <a:pt x="1518" y="1743"/>
                  </a:lnTo>
                  <a:lnTo>
                    <a:pt x="1518" y="1799"/>
                  </a:lnTo>
                  <a:lnTo>
                    <a:pt x="1555" y="1802"/>
                  </a:lnTo>
                  <a:lnTo>
                    <a:pt x="1590" y="1811"/>
                  </a:lnTo>
                  <a:lnTo>
                    <a:pt x="1622" y="1824"/>
                  </a:lnTo>
                  <a:lnTo>
                    <a:pt x="1651" y="1842"/>
                  </a:lnTo>
                  <a:lnTo>
                    <a:pt x="1677" y="1864"/>
                  </a:lnTo>
                  <a:lnTo>
                    <a:pt x="1700" y="1891"/>
                  </a:lnTo>
                  <a:lnTo>
                    <a:pt x="1718" y="1920"/>
                  </a:lnTo>
                  <a:lnTo>
                    <a:pt x="1731" y="1953"/>
                  </a:lnTo>
                  <a:lnTo>
                    <a:pt x="1740" y="1987"/>
                  </a:lnTo>
                  <a:lnTo>
                    <a:pt x="1743" y="2024"/>
                  </a:lnTo>
                  <a:lnTo>
                    <a:pt x="1740" y="2049"/>
                  </a:lnTo>
                  <a:lnTo>
                    <a:pt x="1731" y="2074"/>
                  </a:lnTo>
                  <a:lnTo>
                    <a:pt x="1719" y="2094"/>
                  </a:lnTo>
                  <a:lnTo>
                    <a:pt x="1701" y="2112"/>
                  </a:lnTo>
                  <a:lnTo>
                    <a:pt x="1681" y="2124"/>
                  </a:lnTo>
                  <a:lnTo>
                    <a:pt x="1656" y="2133"/>
                  </a:lnTo>
                  <a:lnTo>
                    <a:pt x="1631" y="2136"/>
                  </a:lnTo>
                  <a:lnTo>
                    <a:pt x="731" y="2136"/>
                  </a:lnTo>
                  <a:lnTo>
                    <a:pt x="706" y="2133"/>
                  </a:lnTo>
                  <a:lnTo>
                    <a:pt x="681" y="2124"/>
                  </a:lnTo>
                  <a:lnTo>
                    <a:pt x="661" y="2112"/>
                  </a:lnTo>
                  <a:lnTo>
                    <a:pt x="643" y="2094"/>
                  </a:lnTo>
                  <a:lnTo>
                    <a:pt x="631" y="2074"/>
                  </a:lnTo>
                  <a:lnTo>
                    <a:pt x="622" y="2049"/>
                  </a:lnTo>
                  <a:lnTo>
                    <a:pt x="619" y="2024"/>
                  </a:lnTo>
                  <a:lnTo>
                    <a:pt x="622" y="1987"/>
                  </a:lnTo>
                  <a:lnTo>
                    <a:pt x="631" y="1953"/>
                  </a:lnTo>
                  <a:lnTo>
                    <a:pt x="644" y="1920"/>
                  </a:lnTo>
                  <a:lnTo>
                    <a:pt x="662" y="1891"/>
                  </a:lnTo>
                  <a:lnTo>
                    <a:pt x="685" y="1864"/>
                  </a:lnTo>
                  <a:lnTo>
                    <a:pt x="711" y="1842"/>
                  </a:lnTo>
                  <a:lnTo>
                    <a:pt x="740" y="1824"/>
                  </a:lnTo>
                  <a:lnTo>
                    <a:pt x="772" y="1811"/>
                  </a:lnTo>
                  <a:lnTo>
                    <a:pt x="807" y="1802"/>
                  </a:lnTo>
                  <a:lnTo>
                    <a:pt x="844" y="1799"/>
                  </a:lnTo>
                  <a:lnTo>
                    <a:pt x="844" y="1743"/>
                  </a:lnTo>
                  <a:lnTo>
                    <a:pt x="281" y="1743"/>
                  </a:lnTo>
                  <a:lnTo>
                    <a:pt x="240" y="1740"/>
                  </a:lnTo>
                  <a:lnTo>
                    <a:pt x="201" y="1730"/>
                  </a:lnTo>
                  <a:lnTo>
                    <a:pt x="163" y="1717"/>
                  </a:lnTo>
                  <a:lnTo>
                    <a:pt x="129" y="1698"/>
                  </a:lnTo>
                  <a:lnTo>
                    <a:pt x="97" y="1673"/>
                  </a:lnTo>
                  <a:lnTo>
                    <a:pt x="70" y="1646"/>
                  </a:lnTo>
                  <a:lnTo>
                    <a:pt x="45" y="1614"/>
                  </a:lnTo>
                  <a:lnTo>
                    <a:pt x="26" y="1580"/>
                  </a:lnTo>
                  <a:lnTo>
                    <a:pt x="13" y="1542"/>
                  </a:lnTo>
                  <a:lnTo>
                    <a:pt x="3" y="1503"/>
                  </a:lnTo>
                  <a:lnTo>
                    <a:pt x="0" y="1462"/>
                  </a:lnTo>
                  <a:lnTo>
                    <a:pt x="0" y="281"/>
                  </a:lnTo>
                  <a:lnTo>
                    <a:pt x="3" y="240"/>
                  </a:lnTo>
                  <a:lnTo>
                    <a:pt x="13" y="200"/>
                  </a:lnTo>
                  <a:lnTo>
                    <a:pt x="26" y="163"/>
                  </a:lnTo>
                  <a:lnTo>
                    <a:pt x="45" y="128"/>
                  </a:lnTo>
                  <a:lnTo>
                    <a:pt x="70" y="96"/>
                  </a:lnTo>
                  <a:lnTo>
                    <a:pt x="97" y="69"/>
                  </a:lnTo>
                  <a:lnTo>
                    <a:pt x="129" y="45"/>
                  </a:lnTo>
                  <a:lnTo>
                    <a:pt x="163" y="25"/>
                  </a:lnTo>
                  <a:lnTo>
                    <a:pt x="201" y="12"/>
                  </a:lnTo>
                  <a:lnTo>
                    <a:pt x="240" y="3"/>
                  </a:lnTo>
                  <a:lnTo>
                    <a:pt x="281"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21" name="Freeform 418"/>
            <p:cNvSpPr>
              <a:spLocks noEditPoints="1"/>
            </p:cNvSpPr>
            <p:nvPr/>
          </p:nvSpPr>
          <p:spPr bwMode="auto">
            <a:xfrm>
              <a:off x="8275580" y="3774441"/>
              <a:ext cx="485775" cy="434975"/>
            </a:xfrm>
            <a:custGeom>
              <a:avLst/>
              <a:gdLst>
                <a:gd name="T0" fmla="*/ 1293 w 2136"/>
                <a:gd name="T1" fmla="*/ 1631 h 1912"/>
                <a:gd name="T2" fmla="*/ 1405 w 2136"/>
                <a:gd name="T3" fmla="*/ 1799 h 1912"/>
                <a:gd name="T4" fmla="*/ 1455 w 2136"/>
                <a:gd name="T5" fmla="*/ 1811 h 1912"/>
                <a:gd name="T6" fmla="*/ 1493 w 2136"/>
                <a:gd name="T7" fmla="*/ 1841 h 1912"/>
                <a:gd name="T8" fmla="*/ 1515 w 2136"/>
                <a:gd name="T9" fmla="*/ 1886 h 1912"/>
                <a:gd name="T10" fmla="*/ 618 w 2136"/>
                <a:gd name="T11" fmla="*/ 1912 h 1912"/>
                <a:gd name="T12" fmla="*/ 630 w 2136"/>
                <a:gd name="T13" fmla="*/ 1862 h 1912"/>
                <a:gd name="T14" fmla="*/ 660 w 2136"/>
                <a:gd name="T15" fmla="*/ 1824 h 1912"/>
                <a:gd name="T16" fmla="*/ 705 w 2136"/>
                <a:gd name="T17" fmla="*/ 1802 h 1912"/>
                <a:gd name="T18" fmla="*/ 843 w 2136"/>
                <a:gd name="T19" fmla="*/ 1799 h 1912"/>
                <a:gd name="T20" fmla="*/ 168 w 2136"/>
                <a:gd name="T21" fmla="*/ 169 h 1912"/>
                <a:gd name="T22" fmla="*/ 1968 w 2136"/>
                <a:gd name="T23" fmla="*/ 1293 h 1912"/>
                <a:gd name="T24" fmla="*/ 168 w 2136"/>
                <a:gd name="T25" fmla="*/ 169 h 1912"/>
                <a:gd name="T26" fmla="*/ 483 w 2136"/>
                <a:gd name="T27" fmla="*/ 0 h 1912"/>
                <a:gd name="T28" fmla="*/ 663 w 2136"/>
                <a:gd name="T29" fmla="*/ 0 h 1912"/>
                <a:gd name="T30" fmla="*/ 829 w 2136"/>
                <a:gd name="T31" fmla="*/ 0 h 1912"/>
                <a:gd name="T32" fmla="*/ 989 w 2136"/>
                <a:gd name="T33" fmla="*/ 0 h 1912"/>
                <a:gd name="T34" fmla="*/ 1226 w 2136"/>
                <a:gd name="T35" fmla="*/ 0 h 1912"/>
                <a:gd name="T36" fmla="*/ 1389 w 2136"/>
                <a:gd name="T37" fmla="*/ 0 h 1912"/>
                <a:gd name="T38" fmla="*/ 1561 w 2136"/>
                <a:gd name="T39" fmla="*/ 0 h 1912"/>
                <a:gd name="T40" fmla="*/ 1751 w 2136"/>
                <a:gd name="T41" fmla="*/ 0 h 1912"/>
                <a:gd name="T42" fmla="*/ 1968 w 2136"/>
                <a:gd name="T43" fmla="*/ 0 h 1912"/>
                <a:gd name="T44" fmla="*/ 2026 w 2136"/>
                <a:gd name="T45" fmla="*/ 11 h 1912"/>
                <a:gd name="T46" fmla="*/ 2076 w 2136"/>
                <a:gd name="T47" fmla="*/ 40 h 1912"/>
                <a:gd name="T48" fmla="*/ 2113 w 2136"/>
                <a:gd name="T49" fmla="*/ 83 h 1912"/>
                <a:gd name="T50" fmla="*/ 2134 w 2136"/>
                <a:gd name="T51" fmla="*/ 138 h 1912"/>
                <a:gd name="T52" fmla="*/ 2136 w 2136"/>
                <a:gd name="T53" fmla="*/ 570 h 1912"/>
                <a:gd name="T54" fmla="*/ 2136 w 2136"/>
                <a:gd name="T55" fmla="*/ 822 h 1912"/>
                <a:gd name="T56" fmla="*/ 2134 w 2136"/>
                <a:gd name="T57" fmla="*/ 1380 h 1912"/>
                <a:gd name="T58" fmla="*/ 2113 w 2136"/>
                <a:gd name="T59" fmla="*/ 1435 h 1912"/>
                <a:gd name="T60" fmla="*/ 2076 w 2136"/>
                <a:gd name="T61" fmla="*/ 1479 h 1912"/>
                <a:gd name="T62" fmla="*/ 2026 w 2136"/>
                <a:gd name="T63" fmla="*/ 1507 h 1912"/>
                <a:gd name="T64" fmla="*/ 1968 w 2136"/>
                <a:gd name="T65" fmla="*/ 1518 h 1912"/>
                <a:gd name="T66" fmla="*/ 138 w 2136"/>
                <a:gd name="T67" fmla="*/ 1516 h 1912"/>
                <a:gd name="T68" fmla="*/ 83 w 2136"/>
                <a:gd name="T69" fmla="*/ 1495 h 1912"/>
                <a:gd name="T70" fmla="*/ 39 w 2136"/>
                <a:gd name="T71" fmla="*/ 1458 h 1912"/>
                <a:gd name="T72" fmla="*/ 11 w 2136"/>
                <a:gd name="T73" fmla="*/ 1408 h 1912"/>
                <a:gd name="T74" fmla="*/ 0 w 2136"/>
                <a:gd name="T75" fmla="*/ 1350 h 1912"/>
                <a:gd name="T76" fmla="*/ 0 w 2136"/>
                <a:gd name="T77" fmla="*/ 822 h 1912"/>
                <a:gd name="T78" fmla="*/ 0 w 2136"/>
                <a:gd name="T79" fmla="*/ 169 h 1912"/>
                <a:gd name="T80" fmla="*/ 11 w 2136"/>
                <a:gd name="T81" fmla="*/ 110 h 1912"/>
                <a:gd name="T82" fmla="*/ 39 w 2136"/>
                <a:gd name="T83" fmla="*/ 60 h 1912"/>
                <a:gd name="T84" fmla="*/ 83 w 2136"/>
                <a:gd name="T85" fmla="*/ 23 h 1912"/>
                <a:gd name="T86" fmla="*/ 138 w 2136"/>
                <a:gd name="T87" fmla="*/ 3 h 1912"/>
                <a:gd name="T88" fmla="*/ 280 w 2136"/>
                <a:gd name="T89" fmla="*/ 0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136" h="1912">
                  <a:moveTo>
                    <a:pt x="843" y="1631"/>
                  </a:moveTo>
                  <a:lnTo>
                    <a:pt x="1293" y="1631"/>
                  </a:lnTo>
                  <a:lnTo>
                    <a:pt x="1293" y="1799"/>
                  </a:lnTo>
                  <a:lnTo>
                    <a:pt x="1405" y="1799"/>
                  </a:lnTo>
                  <a:lnTo>
                    <a:pt x="1431" y="1802"/>
                  </a:lnTo>
                  <a:lnTo>
                    <a:pt x="1455" y="1811"/>
                  </a:lnTo>
                  <a:lnTo>
                    <a:pt x="1476" y="1824"/>
                  </a:lnTo>
                  <a:lnTo>
                    <a:pt x="1493" y="1841"/>
                  </a:lnTo>
                  <a:lnTo>
                    <a:pt x="1506" y="1862"/>
                  </a:lnTo>
                  <a:lnTo>
                    <a:pt x="1515" y="1886"/>
                  </a:lnTo>
                  <a:lnTo>
                    <a:pt x="1518" y="1912"/>
                  </a:lnTo>
                  <a:lnTo>
                    <a:pt x="618" y="1912"/>
                  </a:lnTo>
                  <a:lnTo>
                    <a:pt x="621" y="1886"/>
                  </a:lnTo>
                  <a:lnTo>
                    <a:pt x="630" y="1862"/>
                  </a:lnTo>
                  <a:lnTo>
                    <a:pt x="643" y="1841"/>
                  </a:lnTo>
                  <a:lnTo>
                    <a:pt x="660" y="1824"/>
                  </a:lnTo>
                  <a:lnTo>
                    <a:pt x="681" y="1811"/>
                  </a:lnTo>
                  <a:lnTo>
                    <a:pt x="705" y="1802"/>
                  </a:lnTo>
                  <a:lnTo>
                    <a:pt x="731" y="1799"/>
                  </a:lnTo>
                  <a:lnTo>
                    <a:pt x="843" y="1799"/>
                  </a:lnTo>
                  <a:lnTo>
                    <a:pt x="843" y="1631"/>
                  </a:lnTo>
                  <a:close/>
                  <a:moveTo>
                    <a:pt x="168" y="169"/>
                  </a:moveTo>
                  <a:lnTo>
                    <a:pt x="168" y="1293"/>
                  </a:lnTo>
                  <a:lnTo>
                    <a:pt x="1968" y="1293"/>
                  </a:lnTo>
                  <a:lnTo>
                    <a:pt x="1968" y="169"/>
                  </a:lnTo>
                  <a:lnTo>
                    <a:pt x="168" y="169"/>
                  </a:lnTo>
                  <a:close/>
                  <a:moveTo>
                    <a:pt x="385" y="0"/>
                  </a:moveTo>
                  <a:lnTo>
                    <a:pt x="483" y="0"/>
                  </a:lnTo>
                  <a:lnTo>
                    <a:pt x="575" y="0"/>
                  </a:lnTo>
                  <a:lnTo>
                    <a:pt x="663" y="0"/>
                  </a:lnTo>
                  <a:lnTo>
                    <a:pt x="747" y="0"/>
                  </a:lnTo>
                  <a:lnTo>
                    <a:pt x="829" y="0"/>
                  </a:lnTo>
                  <a:lnTo>
                    <a:pt x="910" y="0"/>
                  </a:lnTo>
                  <a:lnTo>
                    <a:pt x="989" y="0"/>
                  </a:lnTo>
                  <a:lnTo>
                    <a:pt x="1147" y="0"/>
                  </a:lnTo>
                  <a:lnTo>
                    <a:pt x="1226" y="0"/>
                  </a:lnTo>
                  <a:lnTo>
                    <a:pt x="1307" y="0"/>
                  </a:lnTo>
                  <a:lnTo>
                    <a:pt x="1389" y="0"/>
                  </a:lnTo>
                  <a:lnTo>
                    <a:pt x="1473" y="0"/>
                  </a:lnTo>
                  <a:lnTo>
                    <a:pt x="1561" y="0"/>
                  </a:lnTo>
                  <a:lnTo>
                    <a:pt x="1653" y="0"/>
                  </a:lnTo>
                  <a:lnTo>
                    <a:pt x="1751" y="0"/>
                  </a:lnTo>
                  <a:lnTo>
                    <a:pt x="1856" y="0"/>
                  </a:lnTo>
                  <a:lnTo>
                    <a:pt x="1968" y="0"/>
                  </a:lnTo>
                  <a:lnTo>
                    <a:pt x="1998" y="3"/>
                  </a:lnTo>
                  <a:lnTo>
                    <a:pt x="2026" y="11"/>
                  </a:lnTo>
                  <a:lnTo>
                    <a:pt x="2053" y="23"/>
                  </a:lnTo>
                  <a:lnTo>
                    <a:pt x="2076" y="40"/>
                  </a:lnTo>
                  <a:lnTo>
                    <a:pt x="2097" y="60"/>
                  </a:lnTo>
                  <a:lnTo>
                    <a:pt x="2113" y="83"/>
                  </a:lnTo>
                  <a:lnTo>
                    <a:pt x="2125" y="110"/>
                  </a:lnTo>
                  <a:lnTo>
                    <a:pt x="2134" y="138"/>
                  </a:lnTo>
                  <a:lnTo>
                    <a:pt x="2136" y="169"/>
                  </a:lnTo>
                  <a:lnTo>
                    <a:pt x="2136" y="570"/>
                  </a:lnTo>
                  <a:lnTo>
                    <a:pt x="2136" y="696"/>
                  </a:lnTo>
                  <a:lnTo>
                    <a:pt x="2136" y="822"/>
                  </a:lnTo>
                  <a:lnTo>
                    <a:pt x="2136" y="1350"/>
                  </a:lnTo>
                  <a:lnTo>
                    <a:pt x="2134" y="1380"/>
                  </a:lnTo>
                  <a:lnTo>
                    <a:pt x="2125" y="1408"/>
                  </a:lnTo>
                  <a:lnTo>
                    <a:pt x="2113" y="1435"/>
                  </a:lnTo>
                  <a:lnTo>
                    <a:pt x="2097" y="1458"/>
                  </a:lnTo>
                  <a:lnTo>
                    <a:pt x="2076" y="1479"/>
                  </a:lnTo>
                  <a:lnTo>
                    <a:pt x="2053" y="1495"/>
                  </a:lnTo>
                  <a:lnTo>
                    <a:pt x="2026" y="1507"/>
                  </a:lnTo>
                  <a:lnTo>
                    <a:pt x="1998" y="1516"/>
                  </a:lnTo>
                  <a:lnTo>
                    <a:pt x="1968" y="1518"/>
                  </a:lnTo>
                  <a:lnTo>
                    <a:pt x="168" y="1518"/>
                  </a:lnTo>
                  <a:lnTo>
                    <a:pt x="138" y="1516"/>
                  </a:lnTo>
                  <a:lnTo>
                    <a:pt x="110" y="1507"/>
                  </a:lnTo>
                  <a:lnTo>
                    <a:pt x="83" y="1495"/>
                  </a:lnTo>
                  <a:lnTo>
                    <a:pt x="60" y="1479"/>
                  </a:lnTo>
                  <a:lnTo>
                    <a:pt x="39" y="1458"/>
                  </a:lnTo>
                  <a:lnTo>
                    <a:pt x="23" y="1435"/>
                  </a:lnTo>
                  <a:lnTo>
                    <a:pt x="11" y="1408"/>
                  </a:lnTo>
                  <a:lnTo>
                    <a:pt x="2" y="1380"/>
                  </a:lnTo>
                  <a:lnTo>
                    <a:pt x="0" y="1350"/>
                  </a:lnTo>
                  <a:lnTo>
                    <a:pt x="0" y="948"/>
                  </a:lnTo>
                  <a:lnTo>
                    <a:pt x="0" y="822"/>
                  </a:lnTo>
                  <a:lnTo>
                    <a:pt x="0" y="696"/>
                  </a:lnTo>
                  <a:lnTo>
                    <a:pt x="0" y="169"/>
                  </a:lnTo>
                  <a:lnTo>
                    <a:pt x="2" y="138"/>
                  </a:lnTo>
                  <a:lnTo>
                    <a:pt x="11" y="110"/>
                  </a:lnTo>
                  <a:lnTo>
                    <a:pt x="23" y="83"/>
                  </a:lnTo>
                  <a:lnTo>
                    <a:pt x="39" y="60"/>
                  </a:lnTo>
                  <a:lnTo>
                    <a:pt x="60" y="40"/>
                  </a:lnTo>
                  <a:lnTo>
                    <a:pt x="83" y="23"/>
                  </a:lnTo>
                  <a:lnTo>
                    <a:pt x="110" y="11"/>
                  </a:lnTo>
                  <a:lnTo>
                    <a:pt x="138" y="3"/>
                  </a:lnTo>
                  <a:lnTo>
                    <a:pt x="168" y="0"/>
                  </a:lnTo>
                  <a:lnTo>
                    <a:pt x="280" y="0"/>
                  </a:lnTo>
                  <a:lnTo>
                    <a:pt x="38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22" name="Rectangle 419"/>
            <p:cNvSpPr>
              <a:spLocks noChangeArrowheads="1"/>
            </p:cNvSpPr>
            <p:nvPr/>
          </p:nvSpPr>
          <p:spPr bwMode="auto">
            <a:xfrm>
              <a:off x="8391468" y="3839529"/>
              <a:ext cx="50800" cy="50800"/>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23" name="Rectangle 420"/>
            <p:cNvSpPr>
              <a:spLocks noChangeArrowheads="1"/>
            </p:cNvSpPr>
            <p:nvPr/>
          </p:nvSpPr>
          <p:spPr bwMode="auto">
            <a:xfrm>
              <a:off x="8442268" y="3839529"/>
              <a:ext cx="50800" cy="50800"/>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24" name="Rectangle 421"/>
            <p:cNvSpPr>
              <a:spLocks noChangeArrowheads="1"/>
            </p:cNvSpPr>
            <p:nvPr/>
          </p:nvSpPr>
          <p:spPr bwMode="auto">
            <a:xfrm>
              <a:off x="8493068" y="3839529"/>
              <a:ext cx="50800" cy="50800"/>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25" name="Rectangle 422"/>
            <p:cNvSpPr>
              <a:spLocks noChangeArrowheads="1"/>
            </p:cNvSpPr>
            <p:nvPr/>
          </p:nvSpPr>
          <p:spPr bwMode="auto">
            <a:xfrm>
              <a:off x="8543868" y="3839529"/>
              <a:ext cx="50800" cy="50800"/>
            </a:xfrm>
            <a:prstGeom prst="rect">
              <a:avLst/>
            </a:prstGeom>
            <a:solidFill>
              <a:srgbClr val="F7994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26" name="Rectangle 423"/>
            <p:cNvSpPr>
              <a:spLocks noChangeArrowheads="1"/>
            </p:cNvSpPr>
            <p:nvPr/>
          </p:nvSpPr>
          <p:spPr bwMode="auto">
            <a:xfrm>
              <a:off x="8594668" y="3839529"/>
              <a:ext cx="50800" cy="50800"/>
            </a:xfrm>
            <a:prstGeom prst="rect">
              <a:avLst/>
            </a:prstGeom>
            <a:solidFill>
              <a:srgbClr val="F8D43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27" name="Rectangle 424"/>
            <p:cNvSpPr>
              <a:spLocks noChangeArrowheads="1"/>
            </p:cNvSpPr>
            <p:nvPr/>
          </p:nvSpPr>
          <p:spPr bwMode="auto">
            <a:xfrm>
              <a:off x="8645468" y="3839529"/>
              <a:ext cx="50800" cy="50800"/>
            </a:xfrm>
            <a:prstGeom prst="rect">
              <a:avLst/>
            </a:prstGeom>
            <a:solidFill>
              <a:srgbClr val="94E6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28" name="Rectangle 425"/>
            <p:cNvSpPr>
              <a:spLocks noChangeArrowheads="1"/>
            </p:cNvSpPr>
            <p:nvPr/>
          </p:nvSpPr>
          <p:spPr bwMode="auto">
            <a:xfrm>
              <a:off x="8391468" y="3890329"/>
              <a:ext cx="50800" cy="50800"/>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29" name="Rectangle 426"/>
            <p:cNvSpPr>
              <a:spLocks noChangeArrowheads="1"/>
            </p:cNvSpPr>
            <p:nvPr/>
          </p:nvSpPr>
          <p:spPr bwMode="auto">
            <a:xfrm>
              <a:off x="8442268" y="3890329"/>
              <a:ext cx="50800" cy="50800"/>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30" name="Rectangle 427"/>
            <p:cNvSpPr>
              <a:spLocks noChangeArrowheads="1"/>
            </p:cNvSpPr>
            <p:nvPr/>
          </p:nvSpPr>
          <p:spPr bwMode="auto">
            <a:xfrm>
              <a:off x="8493068" y="3890329"/>
              <a:ext cx="50800" cy="50800"/>
            </a:xfrm>
            <a:prstGeom prst="rect">
              <a:avLst/>
            </a:prstGeom>
            <a:solidFill>
              <a:srgbClr val="F7994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31" name="Rectangle 428"/>
            <p:cNvSpPr>
              <a:spLocks noChangeArrowheads="1"/>
            </p:cNvSpPr>
            <p:nvPr/>
          </p:nvSpPr>
          <p:spPr bwMode="auto">
            <a:xfrm>
              <a:off x="8543868" y="3890329"/>
              <a:ext cx="50800" cy="50800"/>
            </a:xfrm>
            <a:prstGeom prst="rect">
              <a:avLst/>
            </a:prstGeom>
            <a:solidFill>
              <a:srgbClr val="94E6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32" name="Rectangle 429"/>
            <p:cNvSpPr>
              <a:spLocks noChangeArrowheads="1"/>
            </p:cNvSpPr>
            <p:nvPr/>
          </p:nvSpPr>
          <p:spPr bwMode="auto">
            <a:xfrm>
              <a:off x="8594668" y="3890329"/>
              <a:ext cx="50800" cy="50800"/>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33" name="Rectangle 430"/>
            <p:cNvSpPr>
              <a:spLocks noChangeArrowheads="1"/>
            </p:cNvSpPr>
            <p:nvPr/>
          </p:nvSpPr>
          <p:spPr bwMode="auto">
            <a:xfrm>
              <a:off x="8645468" y="3890329"/>
              <a:ext cx="50800" cy="50800"/>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34" name="Rectangle 431"/>
            <p:cNvSpPr>
              <a:spLocks noChangeArrowheads="1"/>
            </p:cNvSpPr>
            <p:nvPr/>
          </p:nvSpPr>
          <p:spPr bwMode="auto">
            <a:xfrm>
              <a:off x="8391468" y="3941129"/>
              <a:ext cx="50800" cy="50800"/>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35" name="Rectangle 432"/>
            <p:cNvSpPr>
              <a:spLocks noChangeArrowheads="1"/>
            </p:cNvSpPr>
            <p:nvPr/>
          </p:nvSpPr>
          <p:spPr bwMode="auto">
            <a:xfrm>
              <a:off x="8340668" y="3890329"/>
              <a:ext cx="50800" cy="50800"/>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36" name="Rectangle 433"/>
            <p:cNvSpPr>
              <a:spLocks noChangeArrowheads="1"/>
            </p:cNvSpPr>
            <p:nvPr/>
          </p:nvSpPr>
          <p:spPr bwMode="auto">
            <a:xfrm>
              <a:off x="8340668" y="3839529"/>
              <a:ext cx="50800" cy="50800"/>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37" name="Rectangle 434"/>
            <p:cNvSpPr>
              <a:spLocks noChangeArrowheads="1"/>
            </p:cNvSpPr>
            <p:nvPr/>
          </p:nvSpPr>
          <p:spPr bwMode="auto">
            <a:xfrm>
              <a:off x="8340668" y="3941129"/>
              <a:ext cx="50800" cy="50800"/>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38" name="Rectangle 435"/>
            <p:cNvSpPr>
              <a:spLocks noChangeArrowheads="1"/>
            </p:cNvSpPr>
            <p:nvPr/>
          </p:nvSpPr>
          <p:spPr bwMode="auto">
            <a:xfrm>
              <a:off x="8340668" y="3991929"/>
              <a:ext cx="50800" cy="50800"/>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39" name="Rectangle 436"/>
            <p:cNvSpPr>
              <a:spLocks noChangeArrowheads="1"/>
            </p:cNvSpPr>
            <p:nvPr/>
          </p:nvSpPr>
          <p:spPr bwMode="auto">
            <a:xfrm>
              <a:off x="8442268" y="3941129"/>
              <a:ext cx="50800" cy="50800"/>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40" name="Rectangle 437"/>
            <p:cNvSpPr>
              <a:spLocks noChangeArrowheads="1"/>
            </p:cNvSpPr>
            <p:nvPr/>
          </p:nvSpPr>
          <p:spPr bwMode="auto">
            <a:xfrm>
              <a:off x="8493068" y="3941129"/>
              <a:ext cx="50800" cy="50800"/>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41" name="Rectangle 438"/>
            <p:cNvSpPr>
              <a:spLocks noChangeArrowheads="1"/>
            </p:cNvSpPr>
            <p:nvPr/>
          </p:nvSpPr>
          <p:spPr bwMode="auto">
            <a:xfrm>
              <a:off x="8543868" y="3941129"/>
              <a:ext cx="50800" cy="50800"/>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42" name="Rectangle 439"/>
            <p:cNvSpPr>
              <a:spLocks noChangeArrowheads="1"/>
            </p:cNvSpPr>
            <p:nvPr/>
          </p:nvSpPr>
          <p:spPr bwMode="auto">
            <a:xfrm>
              <a:off x="8594668" y="3941129"/>
              <a:ext cx="50800" cy="50800"/>
            </a:xfrm>
            <a:prstGeom prst="rect">
              <a:avLst/>
            </a:prstGeom>
            <a:solidFill>
              <a:srgbClr val="007AC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43" name="Rectangle 440"/>
            <p:cNvSpPr>
              <a:spLocks noChangeArrowheads="1"/>
            </p:cNvSpPr>
            <p:nvPr/>
          </p:nvSpPr>
          <p:spPr bwMode="auto">
            <a:xfrm>
              <a:off x="8645468" y="3941129"/>
              <a:ext cx="50800" cy="50800"/>
            </a:xfrm>
            <a:prstGeom prst="rect">
              <a:avLst/>
            </a:prstGeom>
            <a:solidFill>
              <a:srgbClr val="94E6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44" name="Rectangle 441"/>
            <p:cNvSpPr>
              <a:spLocks noChangeArrowheads="1"/>
            </p:cNvSpPr>
            <p:nvPr/>
          </p:nvSpPr>
          <p:spPr bwMode="auto">
            <a:xfrm>
              <a:off x="8391468" y="3991929"/>
              <a:ext cx="50800" cy="50800"/>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45" name="Rectangle 442"/>
            <p:cNvSpPr>
              <a:spLocks noChangeArrowheads="1"/>
            </p:cNvSpPr>
            <p:nvPr/>
          </p:nvSpPr>
          <p:spPr bwMode="auto">
            <a:xfrm>
              <a:off x="8442268" y="3991929"/>
              <a:ext cx="50800" cy="50800"/>
            </a:xfrm>
            <a:prstGeom prst="rect">
              <a:avLst/>
            </a:prstGeom>
            <a:solidFill>
              <a:srgbClr val="F7994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46" name="Rectangle 443"/>
            <p:cNvSpPr>
              <a:spLocks noChangeArrowheads="1"/>
            </p:cNvSpPr>
            <p:nvPr/>
          </p:nvSpPr>
          <p:spPr bwMode="auto">
            <a:xfrm>
              <a:off x="8493068" y="3991929"/>
              <a:ext cx="50800" cy="50800"/>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47" name="Rectangle 444"/>
            <p:cNvSpPr>
              <a:spLocks noChangeArrowheads="1"/>
            </p:cNvSpPr>
            <p:nvPr/>
          </p:nvSpPr>
          <p:spPr bwMode="auto">
            <a:xfrm>
              <a:off x="8543868" y="3991929"/>
              <a:ext cx="50800" cy="50800"/>
            </a:xfrm>
            <a:prstGeom prst="rect">
              <a:avLst/>
            </a:prstGeom>
            <a:solidFill>
              <a:srgbClr val="007AC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48" name="Rectangle 445"/>
            <p:cNvSpPr>
              <a:spLocks noChangeArrowheads="1"/>
            </p:cNvSpPr>
            <p:nvPr/>
          </p:nvSpPr>
          <p:spPr bwMode="auto">
            <a:xfrm>
              <a:off x="8594668" y="3991929"/>
              <a:ext cx="50800" cy="50800"/>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49" name="Rectangle 446"/>
            <p:cNvSpPr>
              <a:spLocks noChangeArrowheads="1"/>
            </p:cNvSpPr>
            <p:nvPr/>
          </p:nvSpPr>
          <p:spPr bwMode="auto">
            <a:xfrm>
              <a:off x="8645468" y="3991929"/>
              <a:ext cx="50800" cy="50800"/>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21" name="Group 20"/>
          <p:cNvGrpSpPr>
            <a:grpSpLocks noChangeAspect="1"/>
          </p:cNvGrpSpPr>
          <p:nvPr/>
        </p:nvGrpSpPr>
        <p:grpSpPr>
          <a:xfrm>
            <a:off x="7091998" y="3952846"/>
            <a:ext cx="536575" cy="409575"/>
            <a:chOff x="9621780" y="3749041"/>
            <a:chExt cx="536575" cy="409575"/>
          </a:xfrm>
        </p:grpSpPr>
        <p:sp useBgFill="1">
          <p:nvSpPr>
            <p:cNvPr id="1053" name="Freeform 451"/>
            <p:cNvSpPr>
              <a:spLocks/>
            </p:cNvSpPr>
            <p:nvPr/>
          </p:nvSpPr>
          <p:spPr bwMode="auto">
            <a:xfrm>
              <a:off x="9621780" y="3749041"/>
              <a:ext cx="536575" cy="409575"/>
            </a:xfrm>
            <a:custGeom>
              <a:avLst/>
              <a:gdLst>
                <a:gd name="T0" fmla="*/ 113 w 2362"/>
                <a:gd name="T1" fmla="*/ 0 h 1800"/>
                <a:gd name="T2" fmla="*/ 2249 w 2362"/>
                <a:gd name="T3" fmla="*/ 0 h 1800"/>
                <a:gd name="T4" fmla="*/ 2275 w 2362"/>
                <a:gd name="T5" fmla="*/ 3 h 1800"/>
                <a:gd name="T6" fmla="*/ 2299 w 2362"/>
                <a:gd name="T7" fmla="*/ 12 h 1800"/>
                <a:gd name="T8" fmla="*/ 2320 w 2362"/>
                <a:gd name="T9" fmla="*/ 25 h 1800"/>
                <a:gd name="T10" fmla="*/ 2337 w 2362"/>
                <a:gd name="T11" fmla="*/ 42 h 1800"/>
                <a:gd name="T12" fmla="*/ 2350 w 2362"/>
                <a:gd name="T13" fmla="*/ 63 h 1800"/>
                <a:gd name="T14" fmla="*/ 2359 w 2362"/>
                <a:gd name="T15" fmla="*/ 87 h 1800"/>
                <a:gd name="T16" fmla="*/ 2362 w 2362"/>
                <a:gd name="T17" fmla="*/ 113 h 1800"/>
                <a:gd name="T18" fmla="*/ 2362 w 2362"/>
                <a:gd name="T19" fmla="*/ 1687 h 1800"/>
                <a:gd name="T20" fmla="*/ 2359 w 2362"/>
                <a:gd name="T21" fmla="*/ 1713 h 1800"/>
                <a:gd name="T22" fmla="*/ 2350 w 2362"/>
                <a:gd name="T23" fmla="*/ 1737 h 1800"/>
                <a:gd name="T24" fmla="*/ 2337 w 2362"/>
                <a:gd name="T25" fmla="*/ 1758 h 1800"/>
                <a:gd name="T26" fmla="*/ 2320 w 2362"/>
                <a:gd name="T27" fmla="*/ 1775 h 1800"/>
                <a:gd name="T28" fmla="*/ 2299 w 2362"/>
                <a:gd name="T29" fmla="*/ 1788 h 1800"/>
                <a:gd name="T30" fmla="*/ 2275 w 2362"/>
                <a:gd name="T31" fmla="*/ 1797 h 1800"/>
                <a:gd name="T32" fmla="*/ 2249 w 2362"/>
                <a:gd name="T33" fmla="*/ 1800 h 1800"/>
                <a:gd name="T34" fmla="*/ 113 w 2362"/>
                <a:gd name="T35" fmla="*/ 1800 h 1800"/>
                <a:gd name="T36" fmla="*/ 87 w 2362"/>
                <a:gd name="T37" fmla="*/ 1797 h 1800"/>
                <a:gd name="T38" fmla="*/ 63 w 2362"/>
                <a:gd name="T39" fmla="*/ 1788 h 1800"/>
                <a:gd name="T40" fmla="*/ 42 w 2362"/>
                <a:gd name="T41" fmla="*/ 1775 h 1800"/>
                <a:gd name="T42" fmla="*/ 25 w 2362"/>
                <a:gd name="T43" fmla="*/ 1758 h 1800"/>
                <a:gd name="T44" fmla="*/ 12 w 2362"/>
                <a:gd name="T45" fmla="*/ 1737 h 1800"/>
                <a:gd name="T46" fmla="*/ 3 w 2362"/>
                <a:gd name="T47" fmla="*/ 1713 h 1800"/>
                <a:gd name="T48" fmla="*/ 0 w 2362"/>
                <a:gd name="T49" fmla="*/ 1687 h 1800"/>
                <a:gd name="T50" fmla="*/ 0 w 2362"/>
                <a:gd name="T51" fmla="*/ 113 h 1800"/>
                <a:gd name="T52" fmla="*/ 3 w 2362"/>
                <a:gd name="T53" fmla="*/ 87 h 1800"/>
                <a:gd name="T54" fmla="*/ 12 w 2362"/>
                <a:gd name="T55" fmla="*/ 63 h 1800"/>
                <a:gd name="T56" fmla="*/ 25 w 2362"/>
                <a:gd name="T57" fmla="*/ 42 h 1800"/>
                <a:gd name="T58" fmla="*/ 42 w 2362"/>
                <a:gd name="T59" fmla="*/ 25 h 1800"/>
                <a:gd name="T60" fmla="*/ 63 w 2362"/>
                <a:gd name="T61" fmla="*/ 12 h 1800"/>
                <a:gd name="T62" fmla="*/ 87 w 2362"/>
                <a:gd name="T63" fmla="*/ 3 h 1800"/>
                <a:gd name="T64" fmla="*/ 113 w 2362"/>
                <a:gd name="T65" fmla="*/ 0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00">
                  <a:moveTo>
                    <a:pt x="113" y="0"/>
                  </a:moveTo>
                  <a:lnTo>
                    <a:pt x="2249" y="0"/>
                  </a:lnTo>
                  <a:lnTo>
                    <a:pt x="2275" y="3"/>
                  </a:lnTo>
                  <a:lnTo>
                    <a:pt x="2299" y="12"/>
                  </a:lnTo>
                  <a:lnTo>
                    <a:pt x="2320" y="25"/>
                  </a:lnTo>
                  <a:lnTo>
                    <a:pt x="2337" y="42"/>
                  </a:lnTo>
                  <a:lnTo>
                    <a:pt x="2350" y="63"/>
                  </a:lnTo>
                  <a:lnTo>
                    <a:pt x="2359" y="87"/>
                  </a:lnTo>
                  <a:lnTo>
                    <a:pt x="2362" y="113"/>
                  </a:lnTo>
                  <a:lnTo>
                    <a:pt x="2362" y="1687"/>
                  </a:lnTo>
                  <a:lnTo>
                    <a:pt x="2359" y="1713"/>
                  </a:lnTo>
                  <a:lnTo>
                    <a:pt x="2350" y="1737"/>
                  </a:lnTo>
                  <a:lnTo>
                    <a:pt x="2337" y="1758"/>
                  </a:lnTo>
                  <a:lnTo>
                    <a:pt x="2320" y="1775"/>
                  </a:lnTo>
                  <a:lnTo>
                    <a:pt x="2299" y="1788"/>
                  </a:lnTo>
                  <a:lnTo>
                    <a:pt x="2275" y="1797"/>
                  </a:lnTo>
                  <a:lnTo>
                    <a:pt x="2249" y="1800"/>
                  </a:lnTo>
                  <a:lnTo>
                    <a:pt x="113" y="1800"/>
                  </a:lnTo>
                  <a:lnTo>
                    <a:pt x="87" y="1797"/>
                  </a:lnTo>
                  <a:lnTo>
                    <a:pt x="63" y="1788"/>
                  </a:lnTo>
                  <a:lnTo>
                    <a:pt x="42" y="1775"/>
                  </a:lnTo>
                  <a:lnTo>
                    <a:pt x="25" y="1758"/>
                  </a:lnTo>
                  <a:lnTo>
                    <a:pt x="12" y="1737"/>
                  </a:lnTo>
                  <a:lnTo>
                    <a:pt x="3" y="1713"/>
                  </a:lnTo>
                  <a:lnTo>
                    <a:pt x="0" y="1687"/>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54" name="Freeform 452"/>
            <p:cNvSpPr>
              <a:spLocks noEditPoints="1"/>
            </p:cNvSpPr>
            <p:nvPr/>
          </p:nvSpPr>
          <p:spPr bwMode="auto">
            <a:xfrm>
              <a:off x="9647180" y="3776029"/>
              <a:ext cx="485775" cy="355600"/>
            </a:xfrm>
            <a:custGeom>
              <a:avLst/>
              <a:gdLst>
                <a:gd name="T0" fmla="*/ 225 w 2136"/>
                <a:gd name="T1" fmla="*/ 450 h 1574"/>
                <a:gd name="T2" fmla="*/ 450 w 2136"/>
                <a:gd name="T3" fmla="*/ 450 h 1574"/>
                <a:gd name="T4" fmla="*/ 450 w 2136"/>
                <a:gd name="T5" fmla="*/ 562 h 1574"/>
                <a:gd name="T6" fmla="*/ 225 w 2136"/>
                <a:gd name="T7" fmla="*/ 562 h 1574"/>
                <a:gd name="T8" fmla="*/ 225 w 2136"/>
                <a:gd name="T9" fmla="*/ 450 h 1574"/>
                <a:gd name="T10" fmla="*/ 225 w 2136"/>
                <a:gd name="T11" fmla="*/ 225 h 1574"/>
                <a:gd name="T12" fmla="*/ 450 w 2136"/>
                <a:gd name="T13" fmla="*/ 225 h 1574"/>
                <a:gd name="T14" fmla="*/ 450 w 2136"/>
                <a:gd name="T15" fmla="*/ 337 h 1574"/>
                <a:gd name="T16" fmla="*/ 225 w 2136"/>
                <a:gd name="T17" fmla="*/ 337 h 1574"/>
                <a:gd name="T18" fmla="*/ 225 w 2136"/>
                <a:gd name="T19" fmla="*/ 225 h 1574"/>
                <a:gd name="T20" fmla="*/ 674 w 2136"/>
                <a:gd name="T21" fmla="*/ 112 h 1574"/>
                <a:gd name="T22" fmla="*/ 674 w 2136"/>
                <a:gd name="T23" fmla="*/ 1462 h 1574"/>
                <a:gd name="T24" fmla="*/ 2024 w 2136"/>
                <a:gd name="T25" fmla="*/ 1462 h 1574"/>
                <a:gd name="T26" fmla="*/ 2024 w 2136"/>
                <a:gd name="T27" fmla="*/ 112 h 1574"/>
                <a:gd name="T28" fmla="*/ 674 w 2136"/>
                <a:gd name="T29" fmla="*/ 112 h 1574"/>
                <a:gd name="T30" fmla="*/ 112 w 2136"/>
                <a:gd name="T31" fmla="*/ 112 h 1574"/>
                <a:gd name="T32" fmla="*/ 112 w 2136"/>
                <a:gd name="T33" fmla="*/ 1462 h 1574"/>
                <a:gd name="T34" fmla="*/ 562 w 2136"/>
                <a:gd name="T35" fmla="*/ 1462 h 1574"/>
                <a:gd name="T36" fmla="*/ 562 w 2136"/>
                <a:gd name="T37" fmla="*/ 112 h 1574"/>
                <a:gd name="T38" fmla="*/ 112 w 2136"/>
                <a:gd name="T39" fmla="*/ 112 h 1574"/>
                <a:gd name="T40" fmla="*/ 0 w 2136"/>
                <a:gd name="T41" fmla="*/ 0 h 1574"/>
                <a:gd name="T42" fmla="*/ 2136 w 2136"/>
                <a:gd name="T43" fmla="*/ 0 h 1574"/>
                <a:gd name="T44" fmla="*/ 2136 w 2136"/>
                <a:gd name="T45" fmla="*/ 1574 h 1574"/>
                <a:gd name="T46" fmla="*/ 0 w 2136"/>
                <a:gd name="T47" fmla="*/ 1574 h 1574"/>
                <a:gd name="T48" fmla="*/ 0 w 2136"/>
                <a:gd name="T49" fmla="*/ 0 h 1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36" h="1574">
                  <a:moveTo>
                    <a:pt x="225" y="450"/>
                  </a:moveTo>
                  <a:lnTo>
                    <a:pt x="450" y="450"/>
                  </a:lnTo>
                  <a:lnTo>
                    <a:pt x="450" y="562"/>
                  </a:lnTo>
                  <a:lnTo>
                    <a:pt x="225" y="562"/>
                  </a:lnTo>
                  <a:lnTo>
                    <a:pt x="225" y="450"/>
                  </a:lnTo>
                  <a:close/>
                  <a:moveTo>
                    <a:pt x="225" y="225"/>
                  </a:moveTo>
                  <a:lnTo>
                    <a:pt x="450" y="225"/>
                  </a:lnTo>
                  <a:lnTo>
                    <a:pt x="450" y="337"/>
                  </a:lnTo>
                  <a:lnTo>
                    <a:pt x="225" y="337"/>
                  </a:lnTo>
                  <a:lnTo>
                    <a:pt x="225" y="225"/>
                  </a:lnTo>
                  <a:close/>
                  <a:moveTo>
                    <a:pt x="674" y="112"/>
                  </a:moveTo>
                  <a:lnTo>
                    <a:pt x="674" y="1462"/>
                  </a:lnTo>
                  <a:lnTo>
                    <a:pt x="2024" y="1462"/>
                  </a:lnTo>
                  <a:lnTo>
                    <a:pt x="2024" y="112"/>
                  </a:lnTo>
                  <a:lnTo>
                    <a:pt x="674" y="112"/>
                  </a:lnTo>
                  <a:close/>
                  <a:moveTo>
                    <a:pt x="112" y="112"/>
                  </a:moveTo>
                  <a:lnTo>
                    <a:pt x="112" y="1462"/>
                  </a:lnTo>
                  <a:lnTo>
                    <a:pt x="562" y="1462"/>
                  </a:lnTo>
                  <a:lnTo>
                    <a:pt x="562" y="112"/>
                  </a:lnTo>
                  <a:lnTo>
                    <a:pt x="112" y="112"/>
                  </a:lnTo>
                  <a:close/>
                  <a:moveTo>
                    <a:pt x="0" y="0"/>
                  </a:moveTo>
                  <a:lnTo>
                    <a:pt x="2136" y="0"/>
                  </a:lnTo>
                  <a:lnTo>
                    <a:pt x="2136" y="1574"/>
                  </a:lnTo>
                  <a:lnTo>
                    <a:pt x="0" y="1574"/>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55" name="Rectangle 453"/>
            <p:cNvSpPr>
              <a:spLocks noChangeArrowheads="1"/>
            </p:cNvSpPr>
            <p:nvPr/>
          </p:nvSpPr>
          <p:spPr bwMode="auto">
            <a:xfrm>
              <a:off x="9826568" y="3826829"/>
              <a:ext cx="50800" cy="50800"/>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56" name="Rectangle 454"/>
            <p:cNvSpPr>
              <a:spLocks noChangeArrowheads="1"/>
            </p:cNvSpPr>
            <p:nvPr/>
          </p:nvSpPr>
          <p:spPr bwMode="auto">
            <a:xfrm>
              <a:off x="9877368" y="3826829"/>
              <a:ext cx="50800" cy="50800"/>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57" name="Rectangle 455"/>
            <p:cNvSpPr>
              <a:spLocks noChangeArrowheads="1"/>
            </p:cNvSpPr>
            <p:nvPr/>
          </p:nvSpPr>
          <p:spPr bwMode="auto">
            <a:xfrm>
              <a:off x="9928168" y="3826829"/>
              <a:ext cx="50800" cy="50800"/>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58" name="Rectangle 456"/>
            <p:cNvSpPr>
              <a:spLocks noChangeArrowheads="1"/>
            </p:cNvSpPr>
            <p:nvPr/>
          </p:nvSpPr>
          <p:spPr bwMode="auto">
            <a:xfrm>
              <a:off x="9978968" y="3826829"/>
              <a:ext cx="50800" cy="50800"/>
            </a:xfrm>
            <a:prstGeom prst="rect">
              <a:avLst/>
            </a:prstGeom>
            <a:solidFill>
              <a:srgbClr val="F7994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59" name="Rectangle 457"/>
            <p:cNvSpPr>
              <a:spLocks noChangeArrowheads="1"/>
            </p:cNvSpPr>
            <p:nvPr/>
          </p:nvSpPr>
          <p:spPr bwMode="auto">
            <a:xfrm>
              <a:off x="10029768" y="3826829"/>
              <a:ext cx="50800" cy="50800"/>
            </a:xfrm>
            <a:prstGeom prst="rect">
              <a:avLst/>
            </a:prstGeom>
            <a:solidFill>
              <a:srgbClr val="F8D43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60" name="Rectangle 458"/>
            <p:cNvSpPr>
              <a:spLocks noChangeArrowheads="1"/>
            </p:cNvSpPr>
            <p:nvPr/>
          </p:nvSpPr>
          <p:spPr bwMode="auto">
            <a:xfrm>
              <a:off x="9826568" y="3877629"/>
              <a:ext cx="50800" cy="50800"/>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61" name="Rectangle 459"/>
            <p:cNvSpPr>
              <a:spLocks noChangeArrowheads="1"/>
            </p:cNvSpPr>
            <p:nvPr/>
          </p:nvSpPr>
          <p:spPr bwMode="auto">
            <a:xfrm>
              <a:off x="9877368" y="3877629"/>
              <a:ext cx="50800" cy="50800"/>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62" name="Rectangle 460"/>
            <p:cNvSpPr>
              <a:spLocks noChangeArrowheads="1"/>
            </p:cNvSpPr>
            <p:nvPr/>
          </p:nvSpPr>
          <p:spPr bwMode="auto">
            <a:xfrm>
              <a:off x="9928168" y="3877629"/>
              <a:ext cx="50800" cy="50800"/>
            </a:xfrm>
            <a:prstGeom prst="rect">
              <a:avLst/>
            </a:prstGeom>
            <a:solidFill>
              <a:srgbClr val="F7994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63" name="Rectangle 461"/>
            <p:cNvSpPr>
              <a:spLocks noChangeArrowheads="1"/>
            </p:cNvSpPr>
            <p:nvPr/>
          </p:nvSpPr>
          <p:spPr bwMode="auto">
            <a:xfrm>
              <a:off x="9978968" y="3877629"/>
              <a:ext cx="50800" cy="50800"/>
            </a:xfrm>
            <a:prstGeom prst="rect">
              <a:avLst/>
            </a:prstGeom>
            <a:solidFill>
              <a:srgbClr val="94E6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64" name="Rectangle 462"/>
            <p:cNvSpPr>
              <a:spLocks noChangeArrowheads="1"/>
            </p:cNvSpPr>
            <p:nvPr/>
          </p:nvSpPr>
          <p:spPr bwMode="auto">
            <a:xfrm>
              <a:off x="10029768" y="3877629"/>
              <a:ext cx="50800" cy="50800"/>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65" name="Rectangle 463"/>
            <p:cNvSpPr>
              <a:spLocks noChangeArrowheads="1"/>
            </p:cNvSpPr>
            <p:nvPr/>
          </p:nvSpPr>
          <p:spPr bwMode="auto">
            <a:xfrm>
              <a:off x="9826568" y="3928429"/>
              <a:ext cx="50800" cy="50800"/>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66" name="Rectangle 464"/>
            <p:cNvSpPr>
              <a:spLocks noChangeArrowheads="1"/>
            </p:cNvSpPr>
            <p:nvPr/>
          </p:nvSpPr>
          <p:spPr bwMode="auto">
            <a:xfrm>
              <a:off x="9877368" y="3928429"/>
              <a:ext cx="50800" cy="50800"/>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67" name="Rectangle 465"/>
            <p:cNvSpPr>
              <a:spLocks noChangeArrowheads="1"/>
            </p:cNvSpPr>
            <p:nvPr/>
          </p:nvSpPr>
          <p:spPr bwMode="auto">
            <a:xfrm>
              <a:off x="9928168" y="3928429"/>
              <a:ext cx="50800" cy="50800"/>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68" name="Rectangle 466"/>
            <p:cNvSpPr>
              <a:spLocks noChangeArrowheads="1"/>
            </p:cNvSpPr>
            <p:nvPr/>
          </p:nvSpPr>
          <p:spPr bwMode="auto">
            <a:xfrm>
              <a:off x="9978968" y="3928429"/>
              <a:ext cx="50800" cy="50800"/>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69" name="Rectangle 467"/>
            <p:cNvSpPr>
              <a:spLocks noChangeArrowheads="1"/>
            </p:cNvSpPr>
            <p:nvPr/>
          </p:nvSpPr>
          <p:spPr bwMode="auto">
            <a:xfrm>
              <a:off x="10029768" y="3928429"/>
              <a:ext cx="50800" cy="50800"/>
            </a:xfrm>
            <a:prstGeom prst="rect">
              <a:avLst/>
            </a:prstGeom>
            <a:solidFill>
              <a:srgbClr val="007AC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70" name="Rectangle 468"/>
            <p:cNvSpPr>
              <a:spLocks noChangeArrowheads="1"/>
            </p:cNvSpPr>
            <p:nvPr/>
          </p:nvSpPr>
          <p:spPr bwMode="auto">
            <a:xfrm>
              <a:off x="9826568" y="3979229"/>
              <a:ext cx="50800" cy="50800"/>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71" name="Rectangle 469"/>
            <p:cNvSpPr>
              <a:spLocks noChangeArrowheads="1"/>
            </p:cNvSpPr>
            <p:nvPr/>
          </p:nvSpPr>
          <p:spPr bwMode="auto">
            <a:xfrm>
              <a:off x="9877368" y="3979229"/>
              <a:ext cx="50800" cy="50800"/>
            </a:xfrm>
            <a:prstGeom prst="rect">
              <a:avLst/>
            </a:prstGeom>
            <a:solidFill>
              <a:srgbClr val="F7994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72" name="Rectangle 470"/>
            <p:cNvSpPr>
              <a:spLocks noChangeArrowheads="1"/>
            </p:cNvSpPr>
            <p:nvPr/>
          </p:nvSpPr>
          <p:spPr bwMode="auto">
            <a:xfrm>
              <a:off x="9928168" y="3979229"/>
              <a:ext cx="50800" cy="50800"/>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73" name="Rectangle 471"/>
            <p:cNvSpPr>
              <a:spLocks noChangeArrowheads="1"/>
            </p:cNvSpPr>
            <p:nvPr/>
          </p:nvSpPr>
          <p:spPr bwMode="auto">
            <a:xfrm>
              <a:off x="9978968" y="3979229"/>
              <a:ext cx="50800" cy="50800"/>
            </a:xfrm>
            <a:prstGeom prst="rect">
              <a:avLst/>
            </a:prstGeom>
            <a:solidFill>
              <a:srgbClr val="007AC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74" name="Rectangle 472"/>
            <p:cNvSpPr>
              <a:spLocks noChangeArrowheads="1"/>
            </p:cNvSpPr>
            <p:nvPr/>
          </p:nvSpPr>
          <p:spPr bwMode="auto">
            <a:xfrm>
              <a:off x="10029768" y="3979229"/>
              <a:ext cx="50800" cy="50800"/>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75" name="Rectangle 473"/>
            <p:cNvSpPr>
              <a:spLocks noChangeArrowheads="1"/>
            </p:cNvSpPr>
            <p:nvPr/>
          </p:nvSpPr>
          <p:spPr bwMode="auto">
            <a:xfrm>
              <a:off x="9826568" y="4030029"/>
              <a:ext cx="50800" cy="50800"/>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76" name="Rectangle 474"/>
            <p:cNvSpPr>
              <a:spLocks noChangeArrowheads="1"/>
            </p:cNvSpPr>
            <p:nvPr/>
          </p:nvSpPr>
          <p:spPr bwMode="auto">
            <a:xfrm>
              <a:off x="9877368" y="4030029"/>
              <a:ext cx="50800" cy="50800"/>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77" name="Rectangle 475"/>
            <p:cNvSpPr>
              <a:spLocks noChangeArrowheads="1"/>
            </p:cNvSpPr>
            <p:nvPr/>
          </p:nvSpPr>
          <p:spPr bwMode="auto">
            <a:xfrm>
              <a:off x="9928168" y="4030029"/>
              <a:ext cx="50800" cy="50800"/>
            </a:xfrm>
            <a:prstGeom prst="rect">
              <a:avLst/>
            </a:prstGeom>
            <a:solidFill>
              <a:srgbClr val="94E6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78" name="Rectangle 476"/>
            <p:cNvSpPr>
              <a:spLocks noChangeArrowheads="1"/>
            </p:cNvSpPr>
            <p:nvPr/>
          </p:nvSpPr>
          <p:spPr bwMode="auto">
            <a:xfrm>
              <a:off x="9978968" y="4030029"/>
              <a:ext cx="50800" cy="50800"/>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79" name="Rectangle 477"/>
            <p:cNvSpPr>
              <a:spLocks noChangeArrowheads="1"/>
            </p:cNvSpPr>
            <p:nvPr/>
          </p:nvSpPr>
          <p:spPr bwMode="auto">
            <a:xfrm>
              <a:off x="10029768" y="4030029"/>
              <a:ext cx="50800" cy="50800"/>
            </a:xfrm>
            <a:prstGeom prst="rect">
              <a:avLst/>
            </a:prstGeom>
            <a:solidFill>
              <a:srgbClr val="007AC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22" name="Group 21"/>
          <p:cNvGrpSpPr>
            <a:grpSpLocks noChangeAspect="1"/>
          </p:cNvGrpSpPr>
          <p:nvPr/>
        </p:nvGrpSpPr>
        <p:grpSpPr>
          <a:xfrm>
            <a:off x="8463739" y="3952879"/>
            <a:ext cx="536583" cy="409578"/>
            <a:chOff x="10993521" y="3749074"/>
            <a:chExt cx="536583" cy="409578"/>
          </a:xfrm>
        </p:grpSpPr>
        <p:sp useBgFill="1">
          <p:nvSpPr>
            <p:cNvPr id="1083" name="Freeform 482"/>
            <p:cNvSpPr>
              <a:spLocks/>
            </p:cNvSpPr>
            <p:nvPr/>
          </p:nvSpPr>
          <p:spPr bwMode="auto">
            <a:xfrm>
              <a:off x="10993521" y="3749074"/>
              <a:ext cx="536583" cy="409578"/>
            </a:xfrm>
            <a:custGeom>
              <a:avLst/>
              <a:gdLst>
                <a:gd name="T0" fmla="*/ 113 w 2362"/>
                <a:gd name="T1" fmla="*/ 0 h 1800"/>
                <a:gd name="T2" fmla="*/ 2249 w 2362"/>
                <a:gd name="T3" fmla="*/ 0 h 1800"/>
                <a:gd name="T4" fmla="*/ 2275 w 2362"/>
                <a:gd name="T5" fmla="*/ 3 h 1800"/>
                <a:gd name="T6" fmla="*/ 2299 w 2362"/>
                <a:gd name="T7" fmla="*/ 12 h 1800"/>
                <a:gd name="T8" fmla="*/ 2320 w 2362"/>
                <a:gd name="T9" fmla="*/ 25 h 1800"/>
                <a:gd name="T10" fmla="*/ 2337 w 2362"/>
                <a:gd name="T11" fmla="*/ 42 h 1800"/>
                <a:gd name="T12" fmla="*/ 2350 w 2362"/>
                <a:gd name="T13" fmla="*/ 63 h 1800"/>
                <a:gd name="T14" fmla="*/ 2359 w 2362"/>
                <a:gd name="T15" fmla="*/ 87 h 1800"/>
                <a:gd name="T16" fmla="*/ 2362 w 2362"/>
                <a:gd name="T17" fmla="*/ 113 h 1800"/>
                <a:gd name="T18" fmla="*/ 2362 w 2362"/>
                <a:gd name="T19" fmla="*/ 1687 h 1800"/>
                <a:gd name="T20" fmla="*/ 2359 w 2362"/>
                <a:gd name="T21" fmla="*/ 1713 h 1800"/>
                <a:gd name="T22" fmla="*/ 2350 w 2362"/>
                <a:gd name="T23" fmla="*/ 1737 h 1800"/>
                <a:gd name="T24" fmla="*/ 2337 w 2362"/>
                <a:gd name="T25" fmla="*/ 1758 h 1800"/>
                <a:gd name="T26" fmla="*/ 2320 w 2362"/>
                <a:gd name="T27" fmla="*/ 1775 h 1800"/>
                <a:gd name="T28" fmla="*/ 2299 w 2362"/>
                <a:gd name="T29" fmla="*/ 1788 h 1800"/>
                <a:gd name="T30" fmla="*/ 2275 w 2362"/>
                <a:gd name="T31" fmla="*/ 1797 h 1800"/>
                <a:gd name="T32" fmla="*/ 2249 w 2362"/>
                <a:gd name="T33" fmla="*/ 1800 h 1800"/>
                <a:gd name="T34" fmla="*/ 113 w 2362"/>
                <a:gd name="T35" fmla="*/ 1800 h 1800"/>
                <a:gd name="T36" fmla="*/ 87 w 2362"/>
                <a:gd name="T37" fmla="*/ 1797 h 1800"/>
                <a:gd name="T38" fmla="*/ 63 w 2362"/>
                <a:gd name="T39" fmla="*/ 1788 h 1800"/>
                <a:gd name="T40" fmla="*/ 42 w 2362"/>
                <a:gd name="T41" fmla="*/ 1775 h 1800"/>
                <a:gd name="T42" fmla="*/ 25 w 2362"/>
                <a:gd name="T43" fmla="*/ 1758 h 1800"/>
                <a:gd name="T44" fmla="*/ 12 w 2362"/>
                <a:gd name="T45" fmla="*/ 1737 h 1800"/>
                <a:gd name="T46" fmla="*/ 3 w 2362"/>
                <a:gd name="T47" fmla="*/ 1713 h 1800"/>
                <a:gd name="T48" fmla="*/ 0 w 2362"/>
                <a:gd name="T49" fmla="*/ 1687 h 1800"/>
                <a:gd name="T50" fmla="*/ 0 w 2362"/>
                <a:gd name="T51" fmla="*/ 113 h 1800"/>
                <a:gd name="T52" fmla="*/ 3 w 2362"/>
                <a:gd name="T53" fmla="*/ 87 h 1800"/>
                <a:gd name="T54" fmla="*/ 12 w 2362"/>
                <a:gd name="T55" fmla="*/ 63 h 1800"/>
                <a:gd name="T56" fmla="*/ 25 w 2362"/>
                <a:gd name="T57" fmla="*/ 42 h 1800"/>
                <a:gd name="T58" fmla="*/ 42 w 2362"/>
                <a:gd name="T59" fmla="*/ 25 h 1800"/>
                <a:gd name="T60" fmla="*/ 63 w 2362"/>
                <a:gd name="T61" fmla="*/ 12 h 1800"/>
                <a:gd name="T62" fmla="*/ 87 w 2362"/>
                <a:gd name="T63" fmla="*/ 3 h 1800"/>
                <a:gd name="T64" fmla="*/ 113 w 2362"/>
                <a:gd name="T65" fmla="*/ 0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00">
                  <a:moveTo>
                    <a:pt x="113" y="0"/>
                  </a:moveTo>
                  <a:lnTo>
                    <a:pt x="2249" y="0"/>
                  </a:lnTo>
                  <a:lnTo>
                    <a:pt x="2275" y="3"/>
                  </a:lnTo>
                  <a:lnTo>
                    <a:pt x="2299" y="12"/>
                  </a:lnTo>
                  <a:lnTo>
                    <a:pt x="2320" y="25"/>
                  </a:lnTo>
                  <a:lnTo>
                    <a:pt x="2337" y="42"/>
                  </a:lnTo>
                  <a:lnTo>
                    <a:pt x="2350" y="63"/>
                  </a:lnTo>
                  <a:lnTo>
                    <a:pt x="2359" y="87"/>
                  </a:lnTo>
                  <a:lnTo>
                    <a:pt x="2362" y="113"/>
                  </a:lnTo>
                  <a:lnTo>
                    <a:pt x="2362" y="1687"/>
                  </a:lnTo>
                  <a:lnTo>
                    <a:pt x="2359" y="1713"/>
                  </a:lnTo>
                  <a:lnTo>
                    <a:pt x="2350" y="1737"/>
                  </a:lnTo>
                  <a:lnTo>
                    <a:pt x="2337" y="1758"/>
                  </a:lnTo>
                  <a:lnTo>
                    <a:pt x="2320" y="1775"/>
                  </a:lnTo>
                  <a:lnTo>
                    <a:pt x="2299" y="1788"/>
                  </a:lnTo>
                  <a:lnTo>
                    <a:pt x="2275" y="1797"/>
                  </a:lnTo>
                  <a:lnTo>
                    <a:pt x="2249" y="1800"/>
                  </a:lnTo>
                  <a:lnTo>
                    <a:pt x="113" y="1800"/>
                  </a:lnTo>
                  <a:lnTo>
                    <a:pt x="87" y="1797"/>
                  </a:lnTo>
                  <a:lnTo>
                    <a:pt x="63" y="1788"/>
                  </a:lnTo>
                  <a:lnTo>
                    <a:pt x="42" y="1775"/>
                  </a:lnTo>
                  <a:lnTo>
                    <a:pt x="25" y="1758"/>
                  </a:lnTo>
                  <a:lnTo>
                    <a:pt x="12" y="1737"/>
                  </a:lnTo>
                  <a:lnTo>
                    <a:pt x="3" y="1713"/>
                  </a:lnTo>
                  <a:lnTo>
                    <a:pt x="0" y="1687"/>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84" name="Freeform 483"/>
            <p:cNvSpPr>
              <a:spLocks noEditPoints="1"/>
            </p:cNvSpPr>
            <p:nvPr/>
          </p:nvSpPr>
          <p:spPr bwMode="auto">
            <a:xfrm>
              <a:off x="11018921" y="3776062"/>
              <a:ext cx="485782" cy="355603"/>
            </a:xfrm>
            <a:custGeom>
              <a:avLst/>
              <a:gdLst>
                <a:gd name="T0" fmla="*/ 1237 w 2136"/>
                <a:gd name="T1" fmla="*/ 1293 h 1574"/>
                <a:gd name="T2" fmla="*/ 1124 w 2136"/>
                <a:gd name="T3" fmla="*/ 1405 h 1574"/>
                <a:gd name="T4" fmla="*/ 1349 w 2136"/>
                <a:gd name="T5" fmla="*/ 1237 h 1574"/>
                <a:gd name="T6" fmla="*/ 1462 w 2136"/>
                <a:gd name="T7" fmla="*/ 1405 h 1574"/>
                <a:gd name="T8" fmla="*/ 1349 w 2136"/>
                <a:gd name="T9" fmla="*/ 1237 h 1574"/>
                <a:gd name="T10" fmla="*/ 1686 w 2136"/>
                <a:gd name="T11" fmla="*/ 1124 h 1574"/>
                <a:gd name="T12" fmla="*/ 1574 w 2136"/>
                <a:gd name="T13" fmla="*/ 1405 h 1574"/>
                <a:gd name="T14" fmla="*/ 843 w 2136"/>
                <a:gd name="T15" fmla="*/ 1012 h 1574"/>
                <a:gd name="T16" fmla="*/ 2024 w 2136"/>
                <a:gd name="T17" fmla="*/ 1462 h 1574"/>
                <a:gd name="T18" fmla="*/ 843 w 2136"/>
                <a:gd name="T19" fmla="*/ 1012 h 1574"/>
                <a:gd name="T20" fmla="*/ 393 w 2136"/>
                <a:gd name="T21" fmla="*/ 1181 h 1574"/>
                <a:gd name="T22" fmla="*/ 559 w 2136"/>
                <a:gd name="T23" fmla="*/ 1211 h 1574"/>
                <a:gd name="T24" fmla="*/ 539 w 2136"/>
                <a:gd name="T25" fmla="*/ 1266 h 1574"/>
                <a:gd name="T26" fmla="*/ 502 w 2136"/>
                <a:gd name="T27" fmla="*/ 1310 h 1574"/>
                <a:gd name="T28" fmla="*/ 452 w 2136"/>
                <a:gd name="T29" fmla="*/ 1338 h 1574"/>
                <a:gd name="T30" fmla="*/ 393 w 2136"/>
                <a:gd name="T31" fmla="*/ 1349 h 1574"/>
                <a:gd name="T32" fmla="*/ 335 w 2136"/>
                <a:gd name="T33" fmla="*/ 1338 h 1574"/>
                <a:gd name="T34" fmla="*/ 284 w 2136"/>
                <a:gd name="T35" fmla="*/ 1310 h 1574"/>
                <a:gd name="T36" fmla="*/ 247 w 2136"/>
                <a:gd name="T37" fmla="*/ 1266 h 1574"/>
                <a:gd name="T38" fmla="*/ 227 w 2136"/>
                <a:gd name="T39" fmla="*/ 1211 h 1574"/>
                <a:gd name="T40" fmla="*/ 227 w 2136"/>
                <a:gd name="T41" fmla="*/ 1150 h 1574"/>
                <a:gd name="T42" fmla="*/ 247 w 2136"/>
                <a:gd name="T43" fmla="*/ 1095 h 1574"/>
                <a:gd name="T44" fmla="*/ 284 w 2136"/>
                <a:gd name="T45" fmla="*/ 1051 h 1574"/>
                <a:gd name="T46" fmla="*/ 335 w 2136"/>
                <a:gd name="T47" fmla="*/ 1023 h 1574"/>
                <a:gd name="T48" fmla="*/ 393 w 2136"/>
                <a:gd name="T49" fmla="*/ 1012 h 1574"/>
                <a:gd name="T50" fmla="*/ 480 w 2136"/>
                <a:gd name="T51" fmla="*/ 958 h 1574"/>
                <a:gd name="T52" fmla="*/ 535 w 2136"/>
                <a:gd name="T53" fmla="*/ 978 h 1574"/>
                <a:gd name="T54" fmla="*/ 579 w 2136"/>
                <a:gd name="T55" fmla="*/ 1015 h 1574"/>
                <a:gd name="T56" fmla="*/ 607 w 2136"/>
                <a:gd name="T57" fmla="*/ 1066 h 1574"/>
                <a:gd name="T58" fmla="*/ 618 w 2136"/>
                <a:gd name="T59" fmla="*/ 1124 h 1574"/>
                <a:gd name="T60" fmla="*/ 450 w 2136"/>
                <a:gd name="T61" fmla="*/ 956 h 1574"/>
                <a:gd name="T62" fmla="*/ 618 w 2136"/>
                <a:gd name="T63" fmla="*/ 675 h 1574"/>
                <a:gd name="T64" fmla="*/ 225 w 2136"/>
                <a:gd name="T65" fmla="*/ 787 h 1574"/>
                <a:gd name="T66" fmla="*/ 225 w 2136"/>
                <a:gd name="T67" fmla="*/ 450 h 1574"/>
                <a:gd name="T68" fmla="*/ 618 w 2136"/>
                <a:gd name="T69" fmla="*/ 562 h 1574"/>
                <a:gd name="T70" fmla="*/ 225 w 2136"/>
                <a:gd name="T71" fmla="*/ 450 h 1574"/>
                <a:gd name="T72" fmla="*/ 618 w 2136"/>
                <a:gd name="T73" fmla="*/ 225 h 1574"/>
                <a:gd name="T74" fmla="*/ 225 w 2136"/>
                <a:gd name="T75" fmla="*/ 337 h 1574"/>
                <a:gd name="T76" fmla="*/ 843 w 2136"/>
                <a:gd name="T77" fmla="*/ 112 h 1574"/>
                <a:gd name="T78" fmla="*/ 2024 w 2136"/>
                <a:gd name="T79" fmla="*/ 899 h 1574"/>
                <a:gd name="T80" fmla="*/ 843 w 2136"/>
                <a:gd name="T81" fmla="*/ 112 h 1574"/>
                <a:gd name="T82" fmla="*/ 112 w 2136"/>
                <a:gd name="T83" fmla="*/ 1462 h 1574"/>
                <a:gd name="T84" fmla="*/ 731 w 2136"/>
                <a:gd name="T85" fmla="*/ 112 h 1574"/>
                <a:gd name="T86" fmla="*/ 0 w 2136"/>
                <a:gd name="T87" fmla="*/ 0 h 1574"/>
                <a:gd name="T88" fmla="*/ 2136 w 2136"/>
                <a:gd name="T89" fmla="*/ 1574 h 1574"/>
                <a:gd name="T90" fmla="*/ 0 w 2136"/>
                <a:gd name="T91" fmla="*/ 0 h 1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136" h="1574">
                  <a:moveTo>
                    <a:pt x="1124" y="1293"/>
                  </a:moveTo>
                  <a:lnTo>
                    <a:pt x="1237" y="1293"/>
                  </a:lnTo>
                  <a:lnTo>
                    <a:pt x="1237" y="1405"/>
                  </a:lnTo>
                  <a:lnTo>
                    <a:pt x="1124" y="1405"/>
                  </a:lnTo>
                  <a:lnTo>
                    <a:pt x="1124" y="1293"/>
                  </a:lnTo>
                  <a:close/>
                  <a:moveTo>
                    <a:pt x="1349" y="1237"/>
                  </a:moveTo>
                  <a:lnTo>
                    <a:pt x="1462" y="1237"/>
                  </a:lnTo>
                  <a:lnTo>
                    <a:pt x="1462" y="1405"/>
                  </a:lnTo>
                  <a:lnTo>
                    <a:pt x="1349" y="1405"/>
                  </a:lnTo>
                  <a:lnTo>
                    <a:pt x="1349" y="1237"/>
                  </a:lnTo>
                  <a:close/>
                  <a:moveTo>
                    <a:pt x="1574" y="1124"/>
                  </a:moveTo>
                  <a:lnTo>
                    <a:pt x="1686" y="1124"/>
                  </a:lnTo>
                  <a:lnTo>
                    <a:pt x="1686" y="1405"/>
                  </a:lnTo>
                  <a:lnTo>
                    <a:pt x="1574" y="1405"/>
                  </a:lnTo>
                  <a:lnTo>
                    <a:pt x="1574" y="1124"/>
                  </a:lnTo>
                  <a:close/>
                  <a:moveTo>
                    <a:pt x="843" y="1012"/>
                  </a:moveTo>
                  <a:lnTo>
                    <a:pt x="843" y="1462"/>
                  </a:lnTo>
                  <a:lnTo>
                    <a:pt x="2024" y="1462"/>
                  </a:lnTo>
                  <a:lnTo>
                    <a:pt x="2024" y="1012"/>
                  </a:lnTo>
                  <a:lnTo>
                    <a:pt x="843" y="1012"/>
                  </a:lnTo>
                  <a:close/>
                  <a:moveTo>
                    <a:pt x="393" y="1012"/>
                  </a:moveTo>
                  <a:lnTo>
                    <a:pt x="393" y="1181"/>
                  </a:lnTo>
                  <a:lnTo>
                    <a:pt x="562" y="1181"/>
                  </a:lnTo>
                  <a:lnTo>
                    <a:pt x="559" y="1211"/>
                  </a:lnTo>
                  <a:lnTo>
                    <a:pt x="551" y="1239"/>
                  </a:lnTo>
                  <a:lnTo>
                    <a:pt x="539" y="1266"/>
                  </a:lnTo>
                  <a:lnTo>
                    <a:pt x="522" y="1289"/>
                  </a:lnTo>
                  <a:lnTo>
                    <a:pt x="502" y="1310"/>
                  </a:lnTo>
                  <a:lnTo>
                    <a:pt x="479" y="1326"/>
                  </a:lnTo>
                  <a:lnTo>
                    <a:pt x="452" y="1338"/>
                  </a:lnTo>
                  <a:lnTo>
                    <a:pt x="424" y="1347"/>
                  </a:lnTo>
                  <a:lnTo>
                    <a:pt x="393" y="1349"/>
                  </a:lnTo>
                  <a:lnTo>
                    <a:pt x="363" y="1347"/>
                  </a:lnTo>
                  <a:lnTo>
                    <a:pt x="335" y="1338"/>
                  </a:lnTo>
                  <a:lnTo>
                    <a:pt x="308" y="1326"/>
                  </a:lnTo>
                  <a:lnTo>
                    <a:pt x="284" y="1310"/>
                  </a:lnTo>
                  <a:lnTo>
                    <a:pt x="264" y="1289"/>
                  </a:lnTo>
                  <a:lnTo>
                    <a:pt x="247" y="1266"/>
                  </a:lnTo>
                  <a:lnTo>
                    <a:pt x="236" y="1239"/>
                  </a:lnTo>
                  <a:lnTo>
                    <a:pt x="227" y="1211"/>
                  </a:lnTo>
                  <a:lnTo>
                    <a:pt x="225" y="1181"/>
                  </a:lnTo>
                  <a:lnTo>
                    <a:pt x="227" y="1150"/>
                  </a:lnTo>
                  <a:lnTo>
                    <a:pt x="236" y="1122"/>
                  </a:lnTo>
                  <a:lnTo>
                    <a:pt x="247" y="1095"/>
                  </a:lnTo>
                  <a:lnTo>
                    <a:pt x="264" y="1072"/>
                  </a:lnTo>
                  <a:lnTo>
                    <a:pt x="284" y="1051"/>
                  </a:lnTo>
                  <a:lnTo>
                    <a:pt x="308" y="1035"/>
                  </a:lnTo>
                  <a:lnTo>
                    <a:pt x="335" y="1023"/>
                  </a:lnTo>
                  <a:lnTo>
                    <a:pt x="363" y="1014"/>
                  </a:lnTo>
                  <a:lnTo>
                    <a:pt x="393" y="1012"/>
                  </a:lnTo>
                  <a:close/>
                  <a:moveTo>
                    <a:pt x="450" y="956"/>
                  </a:moveTo>
                  <a:lnTo>
                    <a:pt x="480" y="958"/>
                  </a:lnTo>
                  <a:lnTo>
                    <a:pt x="508" y="967"/>
                  </a:lnTo>
                  <a:lnTo>
                    <a:pt x="535" y="978"/>
                  </a:lnTo>
                  <a:lnTo>
                    <a:pt x="558" y="995"/>
                  </a:lnTo>
                  <a:lnTo>
                    <a:pt x="579" y="1015"/>
                  </a:lnTo>
                  <a:lnTo>
                    <a:pt x="595" y="1039"/>
                  </a:lnTo>
                  <a:lnTo>
                    <a:pt x="607" y="1066"/>
                  </a:lnTo>
                  <a:lnTo>
                    <a:pt x="616" y="1094"/>
                  </a:lnTo>
                  <a:lnTo>
                    <a:pt x="618" y="1124"/>
                  </a:lnTo>
                  <a:lnTo>
                    <a:pt x="450" y="1124"/>
                  </a:lnTo>
                  <a:lnTo>
                    <a:pt x="450" y="956"/>
                  </a:lnTo>
                  <a:close/>
                  <a:moveTo>
                    <a:pt x="225" y="675"/>
                  </a:moveTo>
                  <a:lnTo>
                    <a:pt x="618" y="675"/>
                  </a:lnTo>
                  <a:lnTo>
                    <a:pt x="618" y="787"/>
                  </a:lnTo>
                  <a:lnTo>
                    <a:pt x="225" y="787"/>
                  </a:lnTo>
                  <a:lnTo>
                    <a:pt x="225" y="675"/>
                  </a:lnTo>
                  <a:close/>
                  <a:moveTo>
                    <a:pt x="225" y="450"/>
                  </a:moveTo>
                  <a:lnTo>
                    <a:pt x="618" y="450"/>
                  </a:lnTo>
                  <a:lnTo>
                    <a:pt x="618" y="562"/>
                  </a:lnTo>
                  <a:lnTo>
                    <a:pt x="225" y="562"/>
                  </a:lnTo>
                  <a:lnTo>
                    <a:pt x="225" y="450"/>
                  </a:lnTo>
                  <a:close/>
                  <a:moveTo>
                    <a:pt x="225" y="225"/>
                  </a:moveTo>
                  <a:lnTo>
                    <a:pt x="618" y="225"/>
                  </a:lnTo>
                  <a:lnTo>
                    <a:pt x="618" y="337"/>
                  </a:lnTo>
                  <a:lnTo>
                    <a:pt x="225" y="337"/>
                  </a:lnTo>
                  <a:lnTo>
                    <a:pt x="225" y="225"/>
                  </a:lnTo>
                  <a:close/>
                  <a:moveTo>
                    <a:pt x="843" y="112"/>
                  </a:moveTo>
                  <a:lnTo>
                    <a:pt x="843" y="899"/>
                  </a:lnTo>
                  <a:lnTo>
                    <a:pt x="2024" y="899"/>
                  </a:lnTo>
                  <a:lnTo>
                    <a:pt x="2024" y="112"/>
                  </a:lnTo>
                  <a:lnTo>
                    <a:pt x="843" y="112"/>
                  </a:lnTo>
                  <a:close/>
                  <a:moveTo>
                    <a:pt x="112" y="112"/>
                  </a:moveTo>
                  <a:lnTo>
                    <a:pt x="112" y="1462"/>
                  </a:lnTo>
                  <a:lnTo>
                    <a:pt x="731" y="1462"/>
                  </a:lnTo>
                  <a:lnTo>
                    <a:pt x="731" y="112"/>
                  </a:lnTo>
                  <a:lnTo>
                    <a:pt x="112" y="112"/>
                  </a:lnTo>
                  <a:close/>
                  <a:moveTo>
                    <a:pt x="0" y="0"/>
                  </a:moveTo>
                  <a:lnTo>
                    <a:pt x="2136" y="0"/>
                  </a:lnTo>
                  <a:lnTo>
                    <a:pt x="2136" y="1574"/>
                  </a:lnTo>
                  <a:lnTo>
                    <a:pt x="0" y="1574"/>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85" name="Rectangle 484"/>
            <p:cNvSpPr>
              <a:spLocks noChangeArrowheads="1"/>
            </p:cNvSpPr>
            <p:nvPr/>
          </p:nvSpPr>
          <p:spPr bwMode="auto">
            <a:xfrm>
              <a:off x="11236412" y="3826862"/>
              <a:ext cx="42863" cy="41275"/>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86" name="Rectangle 485"/>
            <p:cNvSpPr>
              <a:spLocks noChangeArrowheads="1"/>
            </p:cNvSpPr>
            <p:nvPr/>
          </p:nvSpPr>
          <p:spPr bwMode="auto">
            <a:xfrm>
              <a:off x="11279275" y="3826862"/>
              <a:ext cx="42863" cy="41275"/>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87" name="Rectangle 486"/>
            <p:cNvSpPr>
              <a:spLocks noChangeArrowheads="1"/>
            </p:cNvSpPr>
            <p:nvPr/>
          </p:nvSpPr>
          <p:spPr bwMode="auto">
            <a:xfrm>
              <a:off x="11322138" y="3826862"/>
              <a:ext cx="44451" cy="41275"/>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88" name="Rectangle 487"/>
            <p:cNvSpPr>
              <a:spLocks noChangeArrowheads="1"/>
            </p:cNvSpPr>
            <p:nvPr/>
          </p:nvSpPr>
          <p:spPr bwMode="auto">
            <a:xfrm>
              <a:off x="11366589" y="3826862"/>
              <a:ext cx="42863" cy="41275"/>
            </a:xfrm>
            <a:prstGeom prst="rect">
              <a:avLst/>
            </a:prstGeom>
            <a:solidFill>
              <a:srgbClr val="F7994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89" name="Rectangle 488"/>
            <p:cNvSpPr>
              <a:spLocks noChangeArrowheads="1"/>
            </p:cNvSpPr>
            <p:nvPr/>
          </p:nvSpPr>
          <p:spPr bwMode="auto">
            <a:xfrm>
              <a:off x="11409452" y="3826862"/>
              <a:ext cx="42863" cy="41275"/>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90" name="Rectangle 489"/>
            <p:cNvSpPr>
              <a:spLocks noChangeArrowheads="1"/>
            </p:cNvSpPr>
            <p:nvPr/>
          </p:nvSpPr>
          <p:spPr bwMode="auto">
            <a:xfrm>
              <a:off x="11236412" y="3868137"/>
              <a:ext cx="42863" cy="42863"/>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91" name="Rectangle 490"/>
            <p:cNvSpPr>
              <a:spLocks noChangeArrowheads="1"/>
            </p:cNvSpPr>
            <p:nvPr/>
          </p:nvSpPr>
          <p:spPr bwMode="auto">
            <a:xfrm>
              <a:off x="11279275" y="3868137"/>
              <a:ext cx="42863" cy="42863"/>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92" name="Rectangle 491"/>
            <p:cNvSpPr>
              <a:spLocks noChangeArrowheads="1"/>
            </p:cNvSpPr>
            <p:nvPr/>
          </p:nvSpPr>
          <p:spPr bwMode="auto">
            <a:xfrm>
              <a:off x="11322138" y="3868137"/>
              <a:ext cx="44451" cy="42863"/>
            </a:xfrm>
            <a:prstGeom prst="rect">
              <a:avLst/>
            </a:prstGeom>
            <a:solidFill>
              <a:srgbClr val="F7994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93" name="Rectangle 492"/>
            <p:cNvSpPr>
              <a:spLocks noChangeArrowheads="1"/>
            </p:cNvSpPr>
            <p:nvPr/>
          </p:nvSpPr>
          <p:spPr bwMode="auto">
            <a:xfrm>
              <a:off x="11366589" y="3868137"/>
              <a:ext cx="42863" cy="42863"/>
            </a:xfrm>
            <a:prstGeom prst="rect">
              <a:avLst/>
            </a:prstGeom>
            <a:solidFill>
              <a:srgbClr val="94E6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94" name="Rectangle 493"/>
            <p:cNvSpPr>
              <a:spLocks noChangeArrowheads="1"/>
            </p:cNvSpPr>
            <p:nvPr/>
          </p:nvSpPr>
          <p:spPr bwMode="auto">
            <a:xfrm>
              <a:off x="11409452" y="3868137"/>
              <a:ext cx="42863" cy="42863"/>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95" name="Rectangle 494"/>
            <p:cNvSpPr>
              <a:spLocks noChangeArrowheads="1"/>
            </p:cNvSpPr>
            <p:nvPr/>
          </p:nvSpPr>
          <p:spPr bwMode="auto">
            <a:xfrm>
              <a:off x="11236412" y="3911000"/>
              <a:ext cx="42863" cy="42863"/>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96" name="Rectangle 495"/>
            <p:cNvSpPr>
              <a:spLocks noChangeArrowheads="1"/>
            </p:cNvSpPr>
            <p:nvPr/>
          </p:nvSpPr>
          <p:spPr bwMode="auto">
            <a:xfrm>
              <a:off x="11279275" y="3911000"/>
              <a:ext cx="42863" cy="42863"/>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97" name="Rectangle 496"/>
            <p:cNvSpPr>
              <a:spLocks noChangeArrowheads="1"/>
            </p:cNvSpPr>
            <p:nvPr/>
          </p:nvSpPr>
          <p:spPr bwMode="auto">
            <a:xfrm>
              <a:off x="11322138" y="3911000"/>
              <a:ext cx="44451" cy="42863"/>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98" name="Rectangle 497"/>
            <p:cNvSpPr>
              <a:spLocks noChangeArrowheads="1"/>
            </p:cNvSpPr>
            <p:nvPr/>
          </p:nvSpPr>
          <p:spPr bwMode="auto">
            <a:xfrm>
              <a:off x="11366589" y="3911000"/>
              <a:ext cx="42863" cy="42863"/>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99" name="Rectangle 498"/>
            <p:cNvSpPr>
              <a:spLocks noChangeArrowheads="1"/>
            </p:cNvSpPr>
            <p:nvPr/>
          </p:nvSpPr>
          <p:spPr bwMode="auto">
            <a:xfrm>
              <a:off x="11409452" y="3911000"/>
              <a:ext cx="42863" cy="42863"/>
            </a:xfrm>
            <a:prstGeom prst="rect">
              <a:avLst/>
            </a:prstGeom>
            <a:solidFill>
              <a:srgbClr val="007AC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3" name="Group 2"/>
          <p:cNvGrpSpPr>
            <a:grpSpLocks noChangeAspect="1"/>
          </p:cNvGrpSpPr>
          <p:nvPr/>
        </p:nvGrpSpPr>
        <p:grpSpPr>
          <a:xfrm>
            <a:off x="3676713" y="4867245"/>
            <a:ext cx="422275" cy="536575"/>
            <a:chOff x="5010150" y="4722813"/>
            <a:chExt cx="422275" cy="536575"/>
          </a:xfrm>
        </p:grpSpPr>
        <p:sp useBgFill="1">
          <p:nvSpPr>
            <p:cNvPr id="10" name="Freeform 7"/>
            <p:cNvSpPr>
              <a:spLocks/>
            </p:cNvSpPr>
            <p:nvPr/>
          </p:nvSpPr>
          <p:spPr bwMode="auto">
            <a:xfrm>
              <a:off x="5010150" y="4722813"/>
              <a:ext cx="422275" cy="536575"/>
            </a:xfrm>
            <a:custGeom>
              <a:avLst/>
              <a:gdLst>
                <a:gd name="T0" fmla="*/ 225 w 1856"/>
                <a:gd name="T1" fmla="*/ 0 h 2362"/>
                <a:gd name="T2" fmla="*/ 1631 w 1856"/>
                <a:gd name="T3" fmla="*/ 0 h 2362"/>
                <a:gd name="T4" fmla="*/ 1667 w 1856"/>
                <a:gd name="T5" fmla="*/ 3 h 2362"/>
                <a:gd name="T6" fmla="*/ 1702 w 1856"/>
                <a:gd name="T7" fmla="*/ 12 h 2362"/>
                <a:gd name="T8" fmla="*/ 1735 w 1856"/>
                <a:gd name="T9" fmla="*/ 25 h 2362"/>
                <a:gd name="T10" fmla="*/ 1764 w 1856"/>
                <a:gd name="T11" fmla="*/ 43 h 2362"/>
                <a:gd name="T12" fmla="*/ 1789 w 1856"/>
                <a:gd name="T13" fmla="*/ 67 h 2362"/>
                <a:gd name="T14" fmla="*/ 1813 w 1856"/>
                <a:gd name="T15" fmla="*/ 93 h 2362"/>
                <a:gd name="T16" fmla="*/ 1831 w 1856"/>
                <a:gd name="T17" fmla="*/ 121 h 2362"/>
                <a:gd name="T18" fmla="*/ 1844 w 1856"/>
                <a:gd name="T19" fmla="*/ 154 h 2362"/>
                <a:gd name="T20" fmla="*/ 1853 w 1856"/>
                <a:gd name="T21" fmla="*/ 189 h 2362"/>
                <a:gd name="T22" fmla="*/ 1856 w 1856"/>
                <a:gd name="T23" fmla="*/ 225 h 2362"/>
                <a:gd name="T24" fmla="*/ 1856 w 1856"/>
                <a:gd name="T25" fmla="*/ 2137 h 2362"/>
                <a:gd name="T26" fmla="*/ 1853 w 1856"/>
                <a:gd name="T27" fmla="*/ 2173 h 2362"/>
                <a:gd name="T28" fmla="*/ 1844 w 1856"/>
                <a:gd name="T29" fmla="*/ 2208 h 2362"/>
                <a:gd name="T30" fmla="*/ 1831 w 1856"/>
                <a:gd name="T31" fmla="*/ 2241 h 2362"/>
                <a:gd name="T32" fmla="*/ 1813 w 1856"/>
                <a:gd name="T33" fmla="*/ 2269 h 2362"/>
                <a:gd name="T34" fmla="*/ 1789 w 1856"/>
                <a:gd name="T35" fmla="*/ 2295 h 2362"/>
                <a:gd name="T36" fmla="*/ 1764 w 1856"/>
                <a:gd name="T37" fmla="*/ 2319 h 2362"/>
                <a:gd name="T38" fmla="*/ 1735 w 1856"/>
                <a:gd name="T39" fmla="*/ 2337 h 2362"/>
                <a:gd name="T40" fmla="*/ 1702 w 1856"/>
                <a:gd name="T41" fmla="*/ 2350 h 2362"/>
                <a:gd name="T42" fmla="*/ 1667 w 1856"/>
                <a:gd name="T43" fmla="*/ 2359 h 2362"/>
                <a:gd name="T44" fmla="*/ 1631 w 1856"/>
                <a:gd name="T45" fmla="*/ 2362 h 2362"/>
                <a:gd name="T46" fmla="*/ 225 w 1856"/>
                <a:gd name="T47" fmla="*/ 2362 h 2362"/>
                <a:gd name="T48" fmla="*/ 189 w 1856"/>
                <a:gd name="T49" fmla="*/ 2359 h 2362"/>
                <a:gd name="T50" fmla="*/ 154 w 1856"/>
                <a:gd name="T51" fmla="*/ 2350 h 2362"/>
                <a:gd name="T52" fmla="*/ 123 w 1856"/>
                <a:gd name="T53" fmla="*/ 2337 h 2362"/>
                <a:gd name="T54" fmla="*/ 93 w 1856"/>
                <a:gd name="T55" fmla="*/ 2319 h 2362"/>
                <a:gd name="T56" fmla="*/ 67 w 1856"/>
                <a:gd name="T57" fmla="*/ 2295 h 2362"/>
                <a:gd name="T58" fmla="*/ 44 w 1856"/>
                <a:gd name="T59" fmla="*/ 2269 h 2362"/>
                <a:gd name="T60" fmla="*/ 25 w 1856"/>
                <a:gd name="T61" fmla="*/ 2241 h 2362"/>
                <a:gd name="T62" fmla="*/ 12 w 1856"/>
                <a:gd name="T63" fmla="*/ 2208 h 2362"/>
                <a:gd name="T64" fmla="*/ 3 w 1856"/>
                <a:gd name="T65" fmla="*/ 2173 h 2362"/>
                <a:gd name="T66" fmla="*/ 0 w 1856"/>
                <a:gd name="T67" fmla="*/ 2137 h 2362"/>
                <a:gd name="T68" fmla="*/ 0 w 1856"/>
                <a:gd name="T69" fmla="*/ 225 h 2362"/>
                <a:gd name="T70" fmla="*/ 3 w 1856"/>
                <a:gd name="T71" fmla="*/ 189 h 2362"/>
                <a:gd name="T72" fmla="*/ 12 w 1856"/>
                <a:gd name="T73" fmla="*/ 154 h 2362"/>
                <a:gd name="T74" fmla="*/ 25 w 1856"/>
                <a:gd name="T75" fmla="*/ 121 h 2362"/>
                <a:gd name="T76" fmla="*/ 44 w 1856"/>
                <a:gd name="T77" fmla="*/ 93 h 2362"/>
                <a:gd name="T78" fmla="*/ 67 w 1856"/>
                <a:gd name="T79" fmla="*/ 67 h 2362"/>
                <a:gd name="T80" fmla="*/ 93 w 1856"/>
                <a:gd name="T81" fmla="*/ 43 h 2362"/>
                <a:gd name="T82" fmla="*/ 123 w 1856"/>
                <a:gd name="T83" fmla="*/ 25 h 2362"/>
                <a:gd name="T84" fmla="*/ 154 w 1856"/>
                <a:gd name="T85" fmla="*/ 12 h 2362"/>
                <a:gd name="T86" fmla="*/ 189 w 1856"/>
                <a:gd name="T87" fmla="*/ 3 h 2362"/>
                <a:gd name="T88" fmla="*/ 225 w 1856"/>
                <a:gd name="T89" fmla="*/ 0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856" h="2362">
                  <a:moveTo>
                    <a:pt x="225" y="0"/>
                  </a:moveTo>
                  <a:lnTo>
                    <a:pt x="1631" y="0"/>
                  </a:lnTo>
                  <a:lnTo>
                    <a:pt x="1667" y="3"/>
                  </a:lnTo>
                  <a:lnTo>
                    <a:pt x="1702" y="12"/>
                  </a:lnTo>
                  <a:lnTo>
                    <a:pt x="1735" y="25"/>
                  </a:lnTo>
                  <a:lnTo>
                    <a:pt x="1764" y="43"/>
                  </a:lnTo>
                  <a:lnTo>
                    <a:pt x="1789" y="67"/>
                  </a:lnTo>
                  <a:lnTo>
                    <a:pt x="1813" y="93"/>
                  </a:lnTo>
                  <a:lnTo>
                    <a:pt x="1831" y="121"/>
                  </a:lnTo>
                  <a:lnTo>
                    <a:pt x="1844" y="154"/>
                  </a:lnTo>
                  <a:lnTo>
                    <a:pt x="1853" y="189"/>
                  </a:lnTo>
                  <a:lnTo>
                    <a:pt x="1856" y="225"/>
                  </a:lnTo>
                  <a:lnTo>
                    <a:pt x="1856" y="2137"/>
                  </a:lnTo>
                  <a:lnTo>
                    <a:pt x="1853" y="2173"/>
                  </a:lnTo>
                  <a:lnTo>
                    <a:pt x="1844" y="2208"/>
                  </a:lnTo>
                  <a:lnTo>
                    <a:pt x="1831" y="2241"/>
                  </a:lnTo>
                  <a:lnTo>
                    <a:pt x="1813" y="2269"/>
                  </a:lnTo>
                  <a:lnTo>
                    <a:pt x="1789" y="2295"/>
                  </a:lnTo>
                  <a:lnTo>
                    <a:pt x="1764" y="2319"/>
                  </a:lnTo>
                  <a:lnTo>
                    <a:pt x="1735" y="2337"/>
                  </a:lnTo>
                  <a:lnTo>
                    <a:pt x="1702" y="2350"/>
                  </a:lnTo>
                  <a:lnTo>
                    <a:pt x="1667" y="2359"/>
                  </a:lnTo>
                  <a:lnTo>
                    <a:pt x="1631" y="2362"/>
                  </a:lnTo>
                  <a:lnTo>
                    <a:pt x="225" y="2362"/>
                  </a:lnTo>
                  <a:lnTo>
                    <a:pt x="189" y="2359"/>
                  </a:lnTo>
                  <a:lnTo>
                    <a:pt x="154" y="2350"/>
                  </a:lnTo>
                  <a:lnTo>
                    <a:pt x="123" y="2337"/>
                  </a:lnTo>
                  <a:lnTo>
                    <a:pt x="93" y="2319"/>
                  </a:lnTo>
                  <a:lnTo>
                    <a:pt x="67" y="2295"/>
                  </a:lnTo>
                  <a:lnTo>
                    <a:pt x="44" y="2269"/>
                  </a:lnTo>
                  <a:lnTo>
                    <a:pt x="25" y="2241"/>
                  </a:lnTo>
                  <a:lnTo>
                    <a:pt x="12" y="2208"/>
                  </a:lnTo>
                  <a:lnTo>
                    <a:pt x="3" y="2173"/>
                  </a:lnTo>
                  <a:lnTo>
                    <a:pt x="0" y="2137"/>
                  </a:lnTo>
                  <a:lnTo>
                    <a:pt x="0" y="225"/>
                  </a:lnTo>
                  <a:lnTo>
                    <a:pt x="3" y="189"/>
                  </a:lnTo>
                  <a:lnTo>
                    <a:pt x="12" y="154"/>
                  </a:lnTo>
                  <a:lnTo>
                    <a:pt x="25" y="121"/>
                  </a:lnTo>
                  <a:lnTo>
                    <a:pt x="44" y="93"/>
                  </a:lnTo>
                  <a:lnTo>
                    <a:pt x="67" y="67"/>
                  </a:lnTo>
                  <a:lnTo>
                    <a:pt x="93" y="43"/>
                  </a:lnTo>
                  <a:lnTo>
                    <a:pt x="123" y="25"/>
                  </a:lnTo>
                  <a:lnTo>
                    <a:pt x="154" y="12"/>
                  </a:lnTo>
                  <a:lnTo>
                    <a:pt x="189" y="3"/>
                  </a:lnTo>
                  <a:lnTo>
                    <a:pt x="225"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 name="Freeform 8"/>
            <p:cNvSpPr>
              <a:spLocks noEditPoints="1"/>
            </p:cNvSpPr>
            <p:nvPr/>
          </p:nvSpPr>
          <p:spPr bwMode="auto">
            <a:xfrm>
              <a:off x="5037138" y="4748213"/>
              <a:ext cx="368300" cy="485775"/>
            </a:xfrm>
            <a:custGeom>
              <a:avLst/>
              <a:gdLst>
                <a:gd name="T0" fmla="*/ 765 w 1630"/>
                <a:gd name="T1" fmla="*/ 1887 h 2136"/>
                <a:gd name="T2" fmla="*/ 728 w 1630"/>
                <a:gd name="T3" fmla="*/ 1908 h 2136"/>
                <a:gd name="T4" fmla="*/ 706 w 1630"/>
                <a:gd name="T5" fmla="*/ 1945 h 2136"/>
                <a:gd name="T6" fmla="*/ 706 w 1630"/>
                <a:gd name="T7" fmla="*/ 1990 h 2136"/>
                <a:gd name="T8" fmla="*/ 728 w 1630"/>
                <a:gd name="T9" fmla="*/ 2027 h 2136"/>
                <a:gd name="T10" fmla="*/ 765 w 1630"/>
                <a:gd name="T11" fmla="*/ 2049 h 2136"/>
                <a:gd name="T12" fmla="*/ 809 w 1630"/>
                <a:gd name="T13" fmla="*/ 2049 h 2136"/>
                <a:gd name="T14" fmla="*/ 846 w 1630"/>
                <a:gd name="T15" fmla="*/ 2027 h 2136"/>
                <a:gd name="T16" fmla="*/ 868 w 1630"/>
                <a:gd name="T17" fmla="*/ 1990 h 2136"/>
                <a:gd name="T18" fmla="*/ 868 w 1630"/>
                <a:gd name="T19" fmla="*/ 1945 h 2136"/>
                <a:gd name="T20" fmla="*/ 846 w 1630"/>
                <a:gd name="T21" fmla="*/ 1908 h 2136"/>
                <a:gd name="T22" fmla="*/ 809 w 1630"/>
                <a:gd name="T23" fmla="*/ 1887 h 2136"/>
                <a:gd name="T24" fmla="*/ 966 w 1630"/>
                <a:gd name="T25" fmla="*/ 787 h 2136"/>
                <a:gd name="T26" fmla="*/ 1244 w 1630"/>
                <a:gd name="T27" fmla="*/ 789 h 2136"/>
                <a:gd name="T28" fmla="*/ 1274 w 1630"/>
                <a:gd name="T29" fmla="*/ 806 h 2136"/>
                <a:gd name="T30" fmla="*/ 1291 w 1630"/>
                <a:gd name="T31" fmla="*/ 835 h 2136"/>
                <a:gd name="T32" fmla="*/ 1293 w 1630"/>
                <a:gd name="T33" fmla="*/ 1114 h 2136"/>
                <a:gd name="T34" fmla="*/ 1285 w 1630"/>
                <a:gd name="T35" fmla="*/ 1148 h 2136"/>
                <a:gd name="T36" fmla="*/ 1260 w 1630"/>
                <a:gd name="T37" fmla="*/ 1172 h 2136"/>
                <a:gd name="T38" fmla="*/ 1228 w 1630"/>
                <a:gd name="T39" fmla="*/ 1180 h 2136"/>
                <a:gd name="T40" fmla="*/ 948 w 1630"/>
                <a:gd name="T41" fmla="*/ 1178 h 2136"/>
                <a:gd name="T42" fmla="*/ 919 w 1630"/>
                <a:gd name="T43" fmla="*/ 1161 h 2136"/>
                <a:gd name="T44" fmla="*/ 902 w 1630"/>
                <a:gd name="T45" fmla="*/ 1132 h 2136"/>
                <a:gd name="T46" fmla="*/ 899 w 1630"/>
                <a:gd name="T47" fmla="*/ 853 h 2136"/>
                <a:gd name="T48" fmla="*/ 908 w 1630"/>
                <a:gd name="T49" fmla="*/ 820 h 2136"/>
                <a:gd name="T50" fmla="*/ 932 w 1630"/>
                <a:gd name="T51" fmla="*/ 795 h 2136"/>
                <a:gd name="T52" fmla="*/ 966 w 1630"/>
                <a:gd name="T53" fmla="*/ 787 h 2136"/>
                <a:gd name="T54" fmla="*/ 112 w 1630"/>
                <a:gd name="T55" fmla="*/ 1799 h 2136"/>
                <a:gd name="T56" fmla="*/ 1518 w 1630"/>
                <a:gd name="T57" fmla="*/ 168 h 2136"/>
                <a:gd name="T58" fmla="*/ 112 w 1630"/>
                <a:gd name="T59" fmla="*/ 0 h 2136"/>
                <a:gd name="T60" fmla="*/ 1543 w 1630"/>
                <a:gd name="T61" fmla="*/ 3 h 2136"/>
                <a:gd name="T62" fmla="*/ 1589 w 1630"/>
                <a:gd name="T63" fmla="*/ 24 h 2136"/>
                <a:gd name="T64" fmla="*/ 1619 w 1630"/>
                <a:gd name="T65" fmla="*/ 62 h 2136"/>
                <a:gd name="T66" fmla="*/ 1630 w 1630"/>
                <a:gd name="T67" fmla="*/ 112 h 2136"/>
                <a:gd name="T68" fmla="*/ 1628 w 1630"/>
                <a:gd name="T69" fmla="*/ 2049 h 2136"/>
                <a:gd name="T70" fmla="*/ 1606 w 1630"/>
                <a:gd name="T71" fmla="*/ 2094 h 2136"/>
                <a:gd name="T72" fmla="*/ 1568 w 1630"/>
                <a:gd name="T73" fmla="*/ 2124 h 2136"/>
                <a:gd name="T74" fmla="*/ 1518 w 1630"/>
                <a:gd name="T75" fmla="*/ 2136 h 2136"/>
                <a:gd name="T76" fmla="*/ 87 w 1630"/>
                <a:gd name="T77" fmla="*/ 2133 h 2136"/>
                <a:gd name="T78" fmla="*/ 42 w 1630"/>
                <a:gd name="T79" fmla="*/ 2112 h 2136"/>
                <a:gd name="T80" fmla="*/ 12 w 1630"/>
                <a:gd name="T81" fmla="*/ 2074 h 2136"/>
                <a:gd name="T82" fmla="*/ 0 w 1630"/>
                <a:gd name="T83" fmla="*/ 2024 h 2136"/>
                <a:gd name="T84" fmla="*/ 3 w 1630"/>
                <a:gd name="T85" fmla="*/ 87 h 2136"/>
                <a:gd name="T86" fmla="*/ 24 w 1630"/>
                <a:gd name="T87" fmla="*/ 42 h 2136"/>
                <a:gd name="T88" fmla="*/ 62 w 1630"/>
                <a:gd name="T89" fmla="*/ 12 h 2136"/>
                <a:gd name="T90" fmla="*/ 112 w 1630"/>
                <a:gd name="T91" fmla="*/ 0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30" h="2136">
                  <a:moveTo>
                    <a:pt x="787" y="1884"/>
                  </a:moveTo>
                  <a:lnTo>
                    <a:pt x="765" y="1887"/>
                  </a:lnTo>
                  <a:lnTo>
                    <a:pt x="745" y="1895"/>
                  </a:lnTo>
                  <a:lnTo>
                    <a:pt x="728" y="1908"/>
                  </a:lnTo>
                  <a:lnTo>
                    <a:pt x="714" y="1925"/>
                  </a:lnTo>
                  <a:lnTo>
                    <a:pt x="706" y="1945"/>
                  </a:lnTo>
                  <a:lnTo>
                    <a:pt x="702" y="1968"/>
                  </a:lnTo>
                  <a:lnTo>
                    <a:pt x="706" y="1990"/>
                  </a:lnTo>
                  <a:lnTo>
                    <a:pt x="714" y="2010"/>
                  </a:lnTo>
                  <a:lnTo>
                    <a:pt x="728" y="2027"/>
                  </a:lnTo>
                  <a:lnTo>
                    <a:pt x="745" y="2041"/>
                  </a:lnTo>
                  <a:lnTo>
                    <a:pt x="765" y="2049"/>
                  </a:lnTo>
                  <a:lnTo>
                    <a:pt x="787" y="2051"/>
                  </a:lnTo>
                  <a:lnTo>
                    <a:pt x="809" y="2049"/>
                  </a:lnTo>
                  <a:lnTo>
                    <a:pt x="829" y="2041"/>
                  </a:lnTo>
                  <a:lnTo>
                    <a:pt x="846" y="2027"/>
                  </a:lnTo>
                  <a:lnTo>
                    <a:pt x="860" y="2010"/>
                  </a:lnTo>
                  <a:lnTo>
                    <a:pt x="868" y="1990"/>
                  </a:lnTo>
                  <a:lnTo>
                    <a:pt x="872" y="1968"/>
                  </a:lnTo>
                  <a:lnTo>
                    <a:pt x="868" y="1945"/>
                  </a:lnTo>
                  <a:lnTo>
                    <a:pt x="860" y="1925"/>
                  </a:lnTo>
                  <a:lnTo>
                    <a:pt x="846" y="1908"/>
                  </a:lnTo>
                  <a:lnTo>
                    <a:pt x="829" y="1895"/>
                  </a:lnTo>
                  <a:lnTo>
                    <a:pt x="809" y="1887"/>
                  </a:lnTo>
                  <a:lnTo>
                    <a:pt x="787" y="1884"/>
                  </a:lnTo>
                  <a:close/>
                  <a:moveTo>
                    <a:pt x="966" y="787"/>
                  </a:moveTo>
                  <a:lnTo>
                    <a:pt x="1228" y="787"/>
                  </a:lnTo>
                  <a:lnTo>
                    <a:pt x="1244" y="789"/>
                  </a:lnTo>
                  <a:lnTo>
                    <a:pt x="1260" y="795"/>
                  </a:lnTo>
                  <a:lnTo>
                    <a:pt x="1274" y="806"/>
                  </a:lnTo>
                  <a:lnTo>
                    <a:pt x="1285" y="820"/>
                  </a:lnTo>
                  <a:lnTo>
                    <a:pt x="1291" y="835"/>
                  </a:lnTo>
                  <a:lnTo>
                    <a:pt x="1293" y="853"/>
                  </a:lnTo>
                  <a:lnTo>
                    <a:pt x="1293" y="1114"/>
                  </a:lnTo>
                  <a:lnTo>
                    <a:pt x="1291" y="1132"/>
                  </a:lnTo>
                  <a:lnTo>
                    <a:pt x="1285" y="1148"/>
                  </a:lnTo>
                  <a:lnTo>
                    <a:pt x="1274" y="1161"/>
                  </a:lnTo>
                  <a:lnTo>
                    <a:pt x="1260" y="1172"/>
                  </a:lnTo>
                  <a:lnTo>
                    <a:pt x="1244" y="1178"/>
                  </a:lnTo>
                  <a:lnTo>
                    <a:pt x="1228" y="1180"/>
                  </a:lnTo>
                  <a:lnTo>
                    <a:pt x="966" y="1180"/>
                  </a:lnTo>
                  <a:lnTo>
                    <a:pt x="948" y="1178"/>
                  </a:lnTo>
                  <a:lnTo>
                    <a:pt x="932" y="1172"/>
                  </a:lnTo>
                  <a:lnTo>
                    <a:pt x="919" y="1161"/>
                  </a:lnTo>
                  <a:lnTo>
                    <a:pt x="908" y="1148"/>
                  </a:lnTo>
                  <a:lnTo>
                    <a:pt x="902" y="1132"/>
                  </a:lnTo>
                  <a:lnTo>
                    <a:pt x="899" y="1114"/>
                  </a:lnTo>
                  <a:lnTo>
                    <a:pt x="899" y="853"/>
                  </a:lnTo>
                  <a:lnTo>
                    <a:pt x="902" y="835"/>
                  </a:lnTo>
                  <a:lnTo>
                    <a:pt x="908" y="820"/>
                  </a:lnTo>
                  <a:lnTo>
                    <a:pt x="919" y="806"/>
                  </a:lnTo>
                  <a:lnTo>
                    <a:pt x="932" y="795"/>
                  </a:lnTo>
                  <a:lnTo>
                    <a:pt x="948" y="789"/>
                  </a:lnTo>
                  <a:lnTo>
                    <a:pt x="966" y="787"/>
                  </a:lnTo>
                  <a:close/>
                  <a:moveTo>
                    <a:pt x="112" y="168"/>
                  </a:moveTo>
                  <a:lnTo>
                    <a:pt x="112" y="1799"/>
                  </a:lnTo>
                  <a:lnTo>
                    <a:pt x="1518" y="1799"/>
                  </a:lnTo>
                  <a:lnTo>
                    <a:pt x="1518" y="168"/>
                  </a:lnTo>
                  <a:lnTo>
                    <a:pt x="112" y="168"/>
                  </a:lnTo>
                  <a:close/>
                  <a:moveTo>
                    <a:pt x="112" y="0"/>
                  </a:moveTo>
                  <a:lnTo>
                    <a:pt x="1518" y="0"/>
                  </a:lnTo>
                  <a:lnTo>
                    <a:pt x="1543" y="3"/>
                  </a:lnTo>
                  <a:lnTo>
                    <a:pt x="1568" y="12"/>
                  </a:lnTo>
                  <a:lnTo>
                    <a:pt x="1589" y="24"/>
                  </a:lnTo>
                  <a:lnTo>
                    <a:pt x="1606" y="42"/>
                  </a:lnTo>
                  <a:lnTo>
                    <a:pt x="1619" y="62"/>
                  </a:lnTo>
                  <a:lnTo>
                    <a:pt x="1628" y="87"/>
                  </a:lnTo>
                  <a:lnTo>
                    <a:pt x="1630" y="112"/>
                  </a:lnTo>
                  <a:lnTo>
                    <a:pt x="1630" y="2024"/>
                  </a:lnTo>
                  <a:lnTo>
                    <a:pt x="1628" y="2049"/>
                  </a:lnTo>
                  <a:lnTo>
                    <a:pt x="1619" y="2074"/>
                  </a:lnTo>
                  <a:lnTo>
                    <a:pt x="1606" y="2094"/>
                  </a:lnTo>
                  <a:lnTo>
                    <a:pt x="1589" y="2112"/>
                  </a:lnTo>
                  <a:lnTo>
                    <a:pt x="1568" y="2124"/>
                  </a:lnTo>
                  <a:lnTo>
                    <a:pt x="1543" y="2133"/>
                  </a:lnTo>
                  <a:lnTo>
                    <a:pt x="1518" y="2136"/>
                  </a:lnTo>
                  <a:lnTo>
                    <a:pt x="112" y="2136"/>
                  </a:lnTo>
                  <a:lnTo>
                    <a:pt x="87" y="2133"/>
                  </a:lnTo>
                  <a:lnTo>
                    <a:pt x="62" y="2124"/>
                  </a:lnTo>
                  <a:lnTo>
                    <a:pt x="42" y="2112"/>
                  </a:lnTo>
                  <a:lnTo>
                    <a:pt x="24" y="2094"/>
                  </a:lnTo>
                  <a:lnTo>
                    <a:pt x="12" y="2074"/>
                  </a:lnTo>
                  <a:lnTo>
                    <a:pt x="3" y="2049"/>
                  </a:lnTo>
                  <a:lnTo>
                    <a:pt x="0" y="2024"/>
                  </a:lnTo>
                  <a:lnTo>
                    <a:pt x="0" y="112"/>
                  </a:lnTo>
                  <a:lnTo>
                    <a:pt x="3" y="87"/>
                  </a:lnTo>
                  <a:lnTo>
                    <a:pt x="12" y="62"/>
                  </a:lnTo>
                  <a:lnTo>
                    <a:pt x="24" y="42"/>
                  </a:lnTo>
                  <a:lnTo>
                    <a:pt x="42" y="24"/>
                  </a:lnTo>
                  <a:lnTo>
                    <a:pt x="62" y="12"/>
                  </a:lnTo>
                  <a:lnTo>
                    <a:pt x="87" y="3"/>
                  </a:lnTo>
                  <a:lnTo>
                    <a:pt x="112"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2" name="Freeform 9"/>
            <p:cNvSpPr>
              <a:spLocks noEditPoints="1"/>
            </p:cNvSpPr>
            <p:nvPr/>
          </p:nvSpPr>
          <p:spPr bwMode="auto">
            <a:xfrm>
              <a:off x="5113338" y="4813301"/>
              <a:ext cx="215900" cy="317500"/>
            </a:xfrm>
            <a:custGeom>
              <a:avLst/>
              <a:gdLst>
                <a:gd name="T0" fmla="*/ 907 w 956"/>
                <a:gd name="T1" fmla="*/ 1014 h 1405"/>
                <a:gd name="T2" fmla="*/ 948 w 956"/>
                <a:gd name="T3" fmla="*/ 1045 h 1405"/>
                <a:gd name="T4" fmla="*/ 956 w 956"/>
                <a:gd name="T5" fmla="*/ 1339 h 1405"/>
                <a:gd name="T6" fmla="*/ 937 w 956"/>
                <a:gd name="T7" fmla="*/ 1386 h 1405"/>
                <a:gd name="T8" fmla="*/ 891 w 956"/>
                <a:gd name="T9" fmla="*/ 1405 h 1405"/>
                <a:gd name="T10" fmla="*/ 595 w 956"/>
                <a:gd name="T11" fmla="*/ 1397 h 1405"/>
                <a:gd name="T12" fmla="*/ 565 w 956"/>
                <a:gd name="T13" fmla="*/ 1357 h 1405"/>
                <a:gd name="T14" fmla="*/ 565 w 956"/>
                <a:gd name="T15" fmla="*/ 1060 h 1405"/>
                <a:gd name="T16" fmla="*/ 595 w 956"/>
                <a:gd name="T17" fmla="*/ 1020 h 1405"/>
                <a:gd name="T18" fmla="*/ 65 w 956"/>
                <a:gd name="T19" fmla="*/ 1012 h 1405"/>
                <a:gd name="T20" fmla="*/ 361 w 956"/>
                <a:gd name="T21" fmla="*/ 1020 h 1405"/>
                <a:gd name="T22" fmla="*/ 392 w 956"/>
                <a:gd name="T23" fmla="*/ 1060 h 1405"/>
                <a:gd name="T24" fmla="*/ 392 w 956"/>
                <a:gd name="T25" fmla="*/ 1357 h 1405"/>
                <a:gd name="T26" fmla="*/ 361 w 956"/>
                <a:gd name="T27" fmla="*/ 1397 h 1405"/>
                <a:gd name="T28" fmla="*/ 65 w 956"/>
                <a:gd name="T29" fmla="*/ 1405 h 1405"/>
                <a:gd name="T30" fmla="*/ 19 w 956"/>
                <a:gd name="T31" fmla="*/ 1386 h 1405"/>
                <a:gd name="T32" fmla="*/ 0 w 956"/>
                <a:gd name="T33" fmla="*/ 1339 h 1405"/>
                <a:gd name="T34" fmla="*/ 9 w 956"/>
                <a:gd name="T35" fmla="*/ 1045 h 1405"/>
                <a:gd name="T36" fmla="*/ 49 w 956"/>
                <a:gd name="T37" fmla="*/ 1014 h 1405"/>
                <a:gd name="T38" fmla="*/ 329 w 956"/>
                <a:gd name="T39" fmla="*/ 506 h 1405"/>
                <a:gd name="T40" fmla="*/ 375 w 956"/>
                <a:gd name="T41" fmla="*/ 525 h 1405"/>
                <a:gd name="T42" fmla="*/ 394 w 956"/>
                <a:gd name="T43" fmla="*/ 572 h 1405"/>
                <a:gd name="T44" fmla="*/ 385 w 956"/>
                <a:gd name="T45" fmla="*/ 867 h 1405"/>
                <a:gd name="T46" fmla="*/ 345 w 956"/>
                <a:gd name="T47" fmla="*/ 897 h 1405"/>
                <a:gd name="T48" fmla="*/ 49 w 956"/>
                <a:gd name="T49" fmla="*/ 897 h 1405"/>
                <a:gd name="T50" fmla="*/ 9 w 956"/>
                <a:gd name="T51" fmla="*/ 867 h 1405"/>
                <a:gd name="T52" fmla="*/ 0 w 956"/>
                <a:gd name="T53" fmla="*/ 572 h 1405"/>
                <a:gd name="T54" fmla="*/ 19 w 956"/>
                <a:gd name="T55" fmla="*/ 525 h 1405"/>
                <a:gd name="T56" fmla="*/ 65 w 956"/>
                <a:gd name="T57" fmla="*/ 506 h 1405"/>
                <a:gd name="T58" fmla="*/ 907 w 956"/>
                <a:gd name="T59" fmla="*/ 2 h 1405"/>
                <a:gd name="T60" fmla="*/ 948 w 956"/>
                <a:gd name="T61" fmla="*/ 33 h 1405"/>
                <a:gd name="T62" fmla="*/ 956 w 956"/>
                <a:gd name="T63" fmla="*/ 327 h 1405"/>
                <a:gd name="T64" fmla="*/ 937 w 956"/>
                <a:gd name="T65" fmla="*/ 374 h 1405"/>
                <a:gd name="T66" fmla="*/ 891 w 956"/>
                <a:gd name="T67" fmla="*/ 393 h 1405"/>
                <a:gd name="T68" fmla="*/ 595 w 956"/>
                <a:gd name="T69" fmla="*/ 385 h 1405"/>
                <a:gd name="T70" fmla="*/ 565 w 956"/>
                <a:gd name="T71" fmla="*/ 345 h 1405"/>
                <a:gd name="T72" fmla="*/ 565 w 956"/>
                <a:gd name="T73" fmla="*/ 48 h 1405"/>
                <a:gd name="T74" fmla="*/ 595 w 956"/>
                <a:gd name="T75" fmla="*/ 8 h 1405"/>
                <a:gd name="T76" fmla="*/ 65 w 956"/>
                <a:gd name="T77" fmla="*/ 0 h 1405"/>
                <a:gd name="T78" fmla="*/ 361 w 956"/>
                <a:gd name="T79" fmla="*/ 8 h 1405"/>
                <a:gd name="T80" fmla="*/ 392 w 956"/>
                <a:gd name="T81" fmla="*/ 48 h 1405"/>
                <a:gd name="T82" fmla="*/ 392 w 956"/>
                <a:gd name="T83" fmla="*/ 345 h 1405"/>
                <a:gd name="T84" fmla="*/ 361 w 956"/>
                <a:gd name="T85" fmla="*/ 385 h 1405"/>
                <a:gd name="T86" fmla="*/ 65 w 956"/>
                <a:gd name="T87" fmla="*/ 393 h 1405"/>
                <a:gd name="T88" fmla="*/ 19 w 956"/>
                <a:gd name="T89" fmla="*/ 374 h 1405"/>
                <a:gd name="T90" fmla="*/ 0 w 956"/>
                <a:gd name="T91" fmla="*/ 327 h 1405"/>
                <a:gd name="T92" fmla="*/ 9 w 956"/>
                <a:gd name="T93" fmla="*/ 33 h 1405"/>
                <a:gd name="T94" fmla="*/ 49 w 956"/>
                <a:gd name="T95" fmla="*/ 2 h 1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56" h="1405">
                  <a:moveTo>
                    <a:pt x="629" y="1012"/>
                  </a:moveTo>
                  <a:lnTo>
                    <a:pt x="891" y="1012"/>
                  </a:lnTo>
                  <a:lnTo>
                    <a:pt x="907" y="1014"/>
                  </a:lnTo>
                  <a:lnTo>
                    <a:pt x="923" y="1020"/>
                  </a:lnTo>
                  <a:lnTo>
                    <a:pt x="937" y="1031"/>
                  </a:lnTo>
                  <a:lnTo>
                    <a:pt x="948" y="1045"/>
                  </a:lnTo>
                  <a:lnTo>
                    <a:pt x="954" y="1060"/>
                  </a:lnTo>
                  <a:lnTo>
                    <a:pt x="956" y="1078"/>
                  </a:lnTo>
                  <a:lnTo>
                    <a:pt x="956" y="1339"/>
                  </a:lnTo>
                  <a:lnTo>
                    <a:pt x="954" y="1357"/>
                  </a:lnTo>
                  <a:lnTo>
                    <a:pt x="948" y="1373"/>
                  </a:lnTo>
                  <a:lnTo>
                    <a:pt x="937" y="1386"/>
                  </a:lnTo>
                  <a:lnTo>
                    <a:pt x="923" y="1397"/>
                  </a:lnTo>
                  <a:lnTo>
                    <a:pt x="907" y="1403"/>
                  </a:lnTo>
                  <a:lnTo>
                    <a:pt x="891" y="1405"/>
                  </a:lnTo>
                  <a:lnTo>
                    <a:pt x="629" y="1405"/>
                  </a:lnTo>
                  <a:lnTo>
                    <a:pt x="611" y="1403"/>
                  </a:lnTo>
                  <a:lnTo>
                    <a:pt x="595" y="1397"/>
                  </a:lnTo>
                  <a:lnTo>
                    <a:pt x="582" y="1386"/>
                  </a:lnTo>
                  <a:lnTo>
                    <a:pt x="571" y="1373"/>
                  </a:lnTo>
                  <a:lnTo>
                    <a:pt x="565" y="1357"/>
                  </a:lnTo>
                  <a:lnTo>
                    <a:pt x="562" y="1339"/>
                  </a:lnTo>
                  <a:lnTo>
                    <a:pt x="562" y="1078"/>
                  </a:lnTo>
                  <a:lnTo>
                    <a:pt x="565" y="1060"/>
                  </a:lnTo>
                  <a:lnTo>
                    <a:pt x="571" y="1045"/>
                  </a:lnTo>
                  <a:lnTo>
                    <a:pt x="582" y="1031"/>
                  </a:lnTo>
                  <a:lnTo>
                    <a:pt x="595" y="1020"/>
                  </a:lnTo>
                  <a:lnTo>
                    <a:pt x="611" y="1014"/>
                  </a:lnTo>
                  <a:lnTo>
                    <a:pt x="629" y="1012"/>
                  </a:lnTo>
                  <a:close/>
                  <a:moveTo>
                    <a:pt x="65" y="1012"/>
                  </a:moveTo>
                  <a:lnTo>
                    <a:pt x="329" y="1012"/>
                  </a:lnTo>
                  <a:lnTo>
                    <a:pt x="345" y="1014"/>
                  </a:lnTo>
                  <a:lnTo>
                    <a:pt x="361" y="1020"/>
                  </a:lnTo>
                  <a:lnTo>
                    <a:pt x="375" y="1031"/>
                  </a:lnTo>
                  <a:lnTo>
                    <a:pt x="385" y="1045"/>
                  </a:lnTo>
                  <a:lnTo>
                    <a:pt x="392" y="1060"/>
                  </a:lnTo>
                  <a:lnTo>
                    <a:pt x="394" y="1078"/>
                  </a:lnTo>
                  <a:lnTo>
                    <a:pt x="394" y="1339"/>
                  </a:lnTo>
                  <a:lnTo>
                    <a:pt x="392" y="1357"/>
                  </a:lnTo>
                  <a:lnTo>
                    <a:pt x="385" y="1373"/>
                  </a:lnTo>
                  <a:lnTo>
                    <a:pt x="375" y="1386"/>
                  </a:lnTo>
                  <a:lnTo>
                    <a:pt x="361" y="1397"/>
                  </a:lnTo>
                  <a:lnTo>
                    <a:pt x="345" y="1403"/>
                  </a:lnTo>
                  <a:lnTo>
                    <a:pt x="329" y="1405"/>
                  </a:lnTo>
                  <a:lnTo>
                    <a:pt x="65" y="1405"/>
                  </a:lnTo>
                  <a:lnTo>
                    <a:pt x="49" y="1403"/>
                  </a:lnTo>
                  <a:lnTo>
                    <a:pt x="33" y="1397"/>
                  </a:lnTo>
                  <a:lnTo>
                    <a:pt x="19" y="1386"/>
                  </a:lnTo>
                  <a:lnTo>
                    <a:pt x="9" y="1373"/>
                  </a:lnTo>
                  <a:lnTo>
                    <a:pt x="2" y="1357"/>
                  </a:lnTo>
                  <a:lnTo>
                    <a:pt x="0" y="1339"/>
                  </a:lnTo>
                  <a:lnTo>
                    <a:pt x="0" y="1078"/>
                  </a:lnTo>
                  <a:lnTo>
                    <a:pt x="2" y="1060"/>
                  </a:lnTo>
                  <a:lnTo>
                    <a:pt x="9" y="1045"/>
                  </a:lnTo>
                  <a:lnTo>
                    <a:pt x="19" y="1031"/>
                  </a:lnTo>
                  <a:lnTo>
                    <a:pt x="33" y="1020"/>
                  </a:lnTo>
                  <a:lnTo>
                    <a:pt x="49" y="1014"/>
                  </a:lnTo>
                  <a:lnTo>
                    <a:pt x="65" y="1012"/>
                  </a:lnTo>
                  <a:close/>
                  <a:moveTo>
                    <a:pt x="65" y="506"/>
                  </a:moveTo>
                  <a:lnTo>
                    <a:pt x="329" y="506"/>
                  </a:lnTo>
                  <a:lnTo>
                    <a:pt x="345" y="508"/>
                  </a:lnTo>
                  <a:lnTo>
                    <a:pt x="361" y="514"/>
                  </a:lnTo>
                  <a:lnTo>
                    <a:pt x="375" y="525"/>
                  </a:lnTo>
                  <a:lnTo>
                    <a:pt x="385" y="539"/>
                  </a:lnTo>
                  <a:lnTo>
                    <a:pt x="392" y="554"/>
                  </a:lnTo>
                  <a:lnTo>
                    <a:pt x="394" y="572"/>
                  </a:lnTo>
                  <a:lnTo>
                    <a:pt x="394" y="833"/>
                  </a:lnTo>
                  <a:lnTo>
                    <a:pt x="392" y="851"/>
                  </a:lnTo>
                  <a:lnTo>
                    <a:pt x="385" y="867"/>
                  </a:lnTo>
                  <a:lnTo>
                    <a:pt x="375" y="880"/>
                  </a:lnTo>
                  <a:lnTo>
                    <a:pt x="361" y="891"/>
                  </a:lnTo>
                  <a:lnTo>
                    <a:pt x="345" y="897"/>
                  </a:lnTo>
                  <a:lnTo>
                    <a:pt x="329" y="899"/>
                  </a:lnTo>
                  <a:lnTo>
                    <a:pt x="65" y="899"/>
                  </a:lnTo>
                  <a:lnTo>
                    <a:pt x="49" y="897"/>
                  </a:lnTo>
                  <a:lnTo>
                    <a:pt x="33" y="891"/>
                  </a:lnTo>
                  <a:lnTo>
                    <a:pt x="19" y="880"/>
                  </a:lnTo>
                  <a:lnTo>
                    <a:pt x="9" y="867"/>
                  </a:lnTo>
                  <a:lnTo>
                    <a:pt x="2" y="851"/>
                  </a:lnTo>
                  <a:lnTo>
                    <a:pt x="0" y="833"/>
                  </a:lnTo>
                  <a:lnTo>
                    <a:pt x="0" y="572"/>
                  </a:lnTo>
                  <a:lnTo>
                    <a:pt x="2" y="554"/>
                  </a:lnTo>
                  <a:lnTo>
                    <a:pt x="9" y="539"/>
                  </a:lnTo>
                  <a:lnTo>
                    <a:pt x="19" y="525"/>
                  </a:lnTo>
                  <a:lnTo>
                    <a:pt x="33" y="514"/>
                  </a:lnTo>
                  <a:lnTo>
                    <a:pt x="49" y="508"/>
                  </a:lnTo>
                  <a:lnTo>
                    <a:pt x="65" y="506"/>
                  </a:lnTo>
                  <a:close/>
                  <a:moveTo>
                    <a:pt x="629" y="0"/>
                  </a:moveTo>
                  <a:lnTo>
                    <a:pt x="891" y="0"/>
                  </a:lnTo>
                  <a:lnTo>
                    <a:pt x="907" y="2"/>
                  </a:lnTo>
                  <a:lnTo>
                    <a:pt x="923" y="8"/>
                  </a:lnTo>
                  <a:lnTo>
                    <a:pt x="937" y="19"/>
                  </a:lnTo>
                  <a:lnTo>
                    <a:pt x="948" y="33"/>
                  </a:lnTo>
                  <a:lnTo>
                    <a:pt x="954" y="48"/>
                  </a:lnTo>
                  <a:lnTo>
                    <a:pt x="956" y="66"/>
                  </a:lnTo>
                  <a:lnTo>
                    <a:pt x="956" y="327"/>
                  </a:lnTo>
                  <a:lnTo>
                    <a:pt x="954" y="345"/>
                  </a:lnTo>
                  <a:lnTo>
                    <a:pt x="948" y="361"/>
                  </a:lnTo>
                  <a:lnTo>
                    <a:pt x="937" y="374"/>
                  </a:lnTo>
                  <a:lnTo>
                    <a:pt x="923" y="385"/>
                  </a:lnTo>
                  <a:lnTo>
                    <a:pt x="907" y="391"/>
                  </a:lnTo>
                  <a:lnTo>
                    <a:pt x="891" y="393"/>
                  </a:lnTo>
                  <a:lnTo>
                    <a:pt x="629" y="393"/>
                  </a:lnTo>
                  <a:lnTo>
                    <a:pt x="611" y="391"/>
                  </a:lnTo>
                  <a:lnTo>
                    <a:pt x="595" y="385"/>
                  </a:lnTo>
                  <a:lnTo>
                    <a:pt x="582" y="374"/>
                  </a:lnTo>
                  <a:lnTo>
                    <a:pt x="571" y="361"/>
                  </a:lnTo>
                  <a:lnTo>
                    <a:pt x="565" y="345"/>
                  </a:lnTo>
                  <a:lnTo>
                    <a:pt x="562" y="327"/>
                  </a:lnTo>
                  <a:lnTo>
                    <a:pt x="562" y="66"/>
                  </a:lnTo>
                  <a:lnTo>
                    <a:pt x="565" y="48"/>
                  </a:lnTo>
                  <a:lnTo>
                    <a:pt x="571" y="33"/>
                  </a:lnTo>
                  <a:lnTo>
                    <a:pt x="582" y="19"/>
                  </a:lnTo>
                  <a:lnTo>
                    <a:pt x="595" y="8"/>
                  </a:lnTo>
                  <a:lnTo>
                    <a:pt x="611" y="2"/>
                  </a:lnTo>
                  <a:lnTo>
                    <a:pt x="629" y="0"/>
                  </a:lnTo>
                  <a:close/>
                  <a:moveTo>
                    <a:pt x="65" y="0"/>
                  </a:moveTo>
                  <a:lnTo>
                    <a:pt x="329" y="0"/>
                  </a:lnTo>
                  <a:lnTo>
                    <a:pt x="345" y="2"/>
                  </a:lnTo>
                  <a:lnTo>
                    <a:pt x="361" y="8"/>
                  </a:lnTo>
                  <a:lnTo>
                    <a:pt x="375" y="19"/>
                  </a:lnTo>
                  <a:lnTo>
                    <a:pt x="385" y="33"/>
                  </a:lnTo>
                  <a:lnTo>
                    <a:pt x="392" y="48"/>
                  </a:lnTo>
                  <a:lnTo>
                    <a:pt x="394" y="66"/>
                  </a:lnTo>
                  <a:lnTo>
                    <a:pt x="394" y="327"/>
                  </a:lnTo>
                  <a:lnTo>
                    <a:pt x="392" y="345"/>
                  </a:lnTo>
                  <a:lnTo>
                    <a:pt x="385" y="361"/>
                  </a:lnTo>
                  <a:lnTo>
                    <a:pt x="375" y="374"/>
                  </a:lnTo>
                  <a:lnTo>
                    <a:pt x="361" y="385"/>
                  </a:lnTo>
                  <a:lnTo>
                    <a:pt x="345" y="391"/>
                  </a:lnTo>
                  <a:lnTo>
                    <a:pt x="329" y="393"/>
                  </a:lnTo>
                  <a:lnTo>
                    <a:pt x="65" y="393"/>
                  </a:lnTo>
                  <a:lnTo>
                    <a:pt x="49" y="391"/>
                  </a:lnTo>
                  <a:lnTo>
                    <a:pt x="33" y="385"/>
                  </a:lnTo>
                  <a:lnTo>
                    <a:pt x="19" y="374"/>
                  </a:lnTo>
                  <a:lnTo>
                    <a:pt x="9" y="361"/>
                  </a:lnTo>
                  <a:lnTo>
                    <a:pt x="2" y="345"/>
                  </a:lnTo>
                  <a:lnTo>
                    <a:pt x="0" y="327"/>
                  </a:lnTo>
                  <a:lnTo>
                    <a:pt x="0" y="66"/>
                  </a:lnTo>
                  <a:lnTo>
                    <a:pt x="2" y="48"/>
                  </a:lnTo>
                  <a:lnTo>
                    <a:pt x="9" y="33"/>
                  </a:lnTo>
                  <a:lnTo>
                    <a:pt x="19" y="19"/>
                  </a:lnTo>
                  <a:lnTo>
                    <a:pt x="33" y="8"/>
                  </a:lnTo>
                  <a:lnTo>
                    <a:pt x="49" y="2"/>
                  </a:lnTo>
                  <a:lnTo>
                    <a:pt x="65" y="0"/>
                  </a:lnTo>
                  <a:close/>
                </a:path>
              </a:pathLst>
            </a:custGeom>
            <a:solidFill>
              <a:srgbClr val="FBBB1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4" name="Group 3"/>
          <p:cNvGrpSpPr>
            <a:grpSpLocks noChangeAspect="1"/>
          </p:cNvGrpSpPr>
          <p:nvPr/>
        </p:nvGrpSpPr>
        <p:grpSpPr>
          <a:xfrm>
            <a:off x="4769818" y="4867245"/>
            <a:ext cx="536575" cy="460375"/>
            <a:chOff x="6340794" y="4746625"/>
            <a:chExt cx="536575" cy="460375"/>
          </a:xfrm>
        </p:grpSpPr>
        <p:sp useBgFill="1">
          <p:nvSpPr>
            <p:cNvPr id="26" name="Freeform 15"/>
            <p:cNvSpPr>
              <a:spLocks/>
            </p:cNvSpPr>
            <p:nvPr/>
          </p:nvSpPr>
          <p:spPr bwMode="auto">
            <a:xfrm>
              <a:off x="6340794" y="4746625"/>
              <a:ext cx="536575" cy="460375"/>
            </a:xfrm>
            <a:custGeom>
              <a:avLst/>
              <a:gdLst>
                <a:gd name="T0" fmla="*/ 225 w 2362"/>
                <a:gd name="T1" fmla="*/ 0 h 2024"/>
                <a:gd name="T2" fmla="*/ 2137 w 2362"/>
                <a:gd name="T3" fmla="*/ 0 h 2024"/>
                <a:gd name="T4" fmla="*/ 2173 w 2362"/>
                <a:gd name="T5" fmla="*/ 3 h 2024"/>
                <a:gd name="T6" fmla="*/ 2208 w 2362"/>
                <a:gd name="T7" fmla="*/ 12 h 2024"/>
                <a:gd name="T8" fmla="*/ 2241 w 2362"/>
                <a:gd name="T9" fmla="*/ 25 h 2024"/>
                <a:gd name="T10" fmla="*/ 2269 w 2362"/>
                <a:gd name="T11" fmla="*/ 43 h 2024"/>
                <a:gd name="T12" fmla="*/ 2295 w 2362"/>
                <a:gd name="T13" fmla="*/ 65 h 2024"/>
                <a:gd name="T14" fmla="*/ 2319 w 2362"/>
                <a:gd name="T15" fmla="*/ 92 h 2024"/>
                <a:gd name="T16" fmla="*/ 2337 w 2362"/>
                <a:gd name="T17" fmla="*/ 121 h 2024"/>
                <a:gd name="T18" fmla="*/ 2350 w 2362"/>
                <a:gd name="T19" fmla="*/ 154 h 2024"/>
                <a:gd name="T20" fmla="*/ 2359 w 2362"/>
                <a:gd name="T21" fmla="*/ 188 h 2024"/>
                <a:gd name="T22" fmla="*/ 2362 w 2362"/>
                <a:gd name="T23" fmla="*/ 225 h 2024"/>
                <a:gd name="T24" fmla="*/ 2362 w 2362"/>
                <a:gd name="T25" fmla="*/ 1799 h 2024"/>
                <a:gd name="T26" fmla="*/ 2359 w 2362"/>
                <a:gd name="T27" fmla="*/ 1836 h 2024"/>
                <a:gd name="T28" fmla="*/ 2350 w 2362"/>
                <a:gd name="T29" fmla="*/ 1870 h 2024"/>
                <a:gd name="T30" fmla="*/ 2337 w 2362"/>
                <a:gd name="T31" fmla="*/ 1903 h 2024"/>
                <a:gd name="T32" fmla="*/ 2319 w 2362"/>
                <a:gd name="T33" fmla="*/ 1932 h 2024"/>
                <a:gd name="T34" fmla="*/ 2295 w 2362"/>
                <a:gd name="T35" fmla="*/ 1959 h 2024"/>
                <a:gd name="T36" fmla="*/ 2269 w 2362"/>
                <a:gd name="T37" fmla="*/ 1981 h 2024"/>
                <a:gd name="T38" fmla="*/ 2241 w 2362"/>
                <a:gd name="T39" fmla="*/ 1999 h 2024"/>
                <a:gd name="T40" fmla="*/ 2208 w 2362"/>
                <a:gd name="T41" fmla="*/ 2012 h 2024"/>
                <a:gd name="T42" fmla="*/ 2173 w 2362"/>
                <a:gd name="T43" fmla="*/ 2021 h 2024"/>
                <a:gd name="T44" fmla="*/ 2137 w 2362"/>
                <a:gd name="T45" fmla="*/ 2024 h 2024"/>
                <a:gd name="T46" fmla="*/ 225 w 2362"/>
                <a:gd name="T47" fmla="*/ 2024 h 2024"/>
                <a:gd name="T48" fmla="*/ 189 w 2362"/>
                <a:gd name="T49" fmla="*/ 2021 h 2024"/>
                <a:gd name="T50" fmla="*/ 154 w 2362"/>
                <a:gd name="T51" fmla="*/ 2012 h 2024"/>
                <a:gd name="T52" fmla="*/ 121 w 2362"/>
                <a:gd name="T53" fmla="*/ 1999 h 2024"/>
                <a:gd name="T54" fmla="*/ 93 w 2362"/>
                <a:gd name="T55" fmla="*/ 1981 h 2024"/>
                <a:gd name="T56" fmla="*/ 67 w 2362"/>
                <a:gd name="T57" fmla="*/ 1959 h 2024"/>
                <a:gd name="T58" fmla="*/ 43 w 2362"/>
                <a:gd name="T59" fmla="*/ 1932 h 2024"/>
                <a:gd name="T60" fmla="*/ 25 w 2362"/>
                <a:gd name="T61" fmla="*/ 1903 h 2024"/>
                <a:gd name="T62" fmla="*/ 12 w 2362"/>
                <a:gd name="T63" fmla="*/ 1870 h 2024"/>
                <a:gd name="T64" fmla="*/ 3 w 2362"/>
                <a:gd name="T65" fmla="*/ 1836 h 2024"/>
                <a:gd name="T66" fmla="*/ 0 w 2362"/>
                <a:gd name="T67" fmla="*/ 1799 h 2024"/>
                <a:gd name="T68" fmla="*/ 0 w 2362"/>
                <a:gd name="T69" fmla="*/ 225 h 2024"/>
                <a:gd name="T70" fmla="*/ 3 w 2362"/>
                <a:gd name="T71" fmla="*/ 188 h 2024"/>
                <a:gd name="T72" fmla="*/ 12 w 2362"/>
                <a:gd name="T73" fmla="*/ 154 h 2024"/>
                <a:gd name="T74" fmla="*/ 25 w 2362"/>
                <a:gd name="T75" fmla="*/ 121 h 2024"/>
                <a:gd name="T76" fmla="*/ 43 w 2362"/>
                <a:gd name="T77" fmla="*/ 92 h 2024"/>
                <a:gd name="T78" fmla="*/ 67 w 2362"/>
                <a:gd name="T79" fmla="*/ 65 h 2024"/>
                <a:gd name="T80" fmla="*/ 93 w 2362"/>
                <a:gd name="T81" fmla="*/ 43 h 2024"/>
                <a:gd name="T82" fmla="*/ 121 w 2362"/>
                <a:gd name="T83" fmla="*/ 25 h 2024"/>
                <a:gd name="T84" fmla="*/ 154 w 2362"/>
                <a:gd name="T85" fmla="*/ 12 h 2024"/>
                <a:gd name="T86" fmla="*/ 189 w 2362"/>
                <a:gd name="T87" fmla="*/ 3 h 2024"/>
                <a:gd name="T88" fmla="*/ 225 w 2362"/>
                <a:gd name="T89" fmla="*/ 0 h 2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62" h="2024">
                  <a:moveTo>
                    <a:pt x="225" y="0"/>
                  </a:moveTo>
                  <a:lnTo>
                    <a:pt x="2137" y="0"/>
                  </a:lnTo>
                  <a:lnTo>
                    <a:pt x="2173" y="3"/>
                  </a:lnTo>
                  <a:lnTo>
                    <a:pt x="2208" y="12"/>
                  </a:lnTo>
                  <a:lnTo>
                    <a:pt x="2241" y="25"/>
                  </a:lnTo>
                  <a:lnTo>
                    <a:pt x="2269" y="43"/>
                  </a:lnTo>
                  <a:lnTo>
                    <a:pt x="2295" y="65"/>
                  </a:lnTo>
                  <a:lnTo>
                    <a:pt x="2319" y="92"/>
                  </a:lnTo>
                  <a:lnTo>
                    <a:pt x="2337" y="121"/>
                  </a:lnTo>
                  <a:lnTo>
                    <a:pt x="2350" y="154"/>
                  </a:lnTo>
                  <a:lnTo>
                    <a:pt x="2359" y="188"/>
                  </a:lnTo>
                  <a:lnTo>
                    <a:pt x="2362" y="225"/>
                  </a:lnTo>
                  <a:lnTo>
                    <a:pt x="2362" y="1799"/>
                  </a:lnTo>
                  <a:lnTo>
                    <a:pt x="2359" y="1836"/>
                  </a:lnTo>
                  <a:lnTo>
                    <a:pt x="2350" y="1870"/>
                  </a:lnTo>
                  <a:lnTo>
                    <a:pt x="2337" y="1903"/>
                  </a:lnTo>
                  <a:lnTo>
                    <a:pt x="2319" y="1932"/>
                  </a:lnTo>
                  <a:lnTo>
                    <a:pt x="2295" y="1959"/>
                  </a:lnTo>
                  <a:lnTo>
                    <a:pt x="2269" y="1981"/>
                  </a:lnTo>
                  <a:lnTo>
                    <a:pt x="2241" y="1999"/>
                  </a:lnTo>
                  <a:lnTo>
                    <a:pt x="2208" y="2012"/>
                  </a:lnTo>
                  <a:lnTo>
                    <a:pt x="2173" y="2021"/>
                  </a:lnTo>
                  <a:lnTo>
                    <a:pt x="2137" y="2024"/>
                  </a:lnTo>
                  <a:lnTo>
                    <a:pt x="225" y="2024"/>
                  </a:lnTo>
                  <a:lnTo>
                    <a:pt x="189" y="2021"/>
                  </a:lnTo>
                  <a:lnTo>
                    <a:pt x="154" y="2012"/>
                  </a:lnTo>
                  <a:lnTo>
                    <a:pt x="121" y="1999"/>
                  </a:lnTo>
                  <a:lnTo>
                    <a:pt x="93" y="1981"/>
                  </a:lnTo>
                  <a:lnTo>
                    <a:pt x="67" y="1959"/>
                  </a:lnTo>
                  <a:lnTo>
                    <a:pt x="43" y="1932"/>
                  </a:lnTo>
                  <a:lnTo>
                    <a:pt x="25" y="1903"/>
                  </a:lnTo>
                  <a:lnTo>
                    <a:pt x="12" y="1870"/>
                  </a:lnTo>
                  <a:lnTo>
                    <a:pt x="3" y="1836"/>
                  </a:lnTo>
                  <a:lnTo>
                    <a:pt x="0" y="1799"/>
                  </a:lnTo>
                  <a:lnTo>
                    <a:pt x="0" y="225"/>
                  </a:lnTo>
                  <a:lnTo>
                    <a:pt x="3" y="188"/>
                  </a:lnTo>
                  <a:lnTo>
                    <a:pt x="12" y="154"/>
                  </a:lnTo>
                  <a:lnTo>
                    <a:pt x="25" y="121"/>
                  </a:lnTo>
                  <a:lnTo>
                    <a:pt x="43" y="92"/>
                  </a:lnTo>
                  <a:lnTo>
                    <a:pt x="67" y="65"/>
                  </a:lnTo>
                  <a:lnTo>
                    <a:pt x="93" y="43"/>
                  </a:lnTo>
                  <a:lnTo>
                    <a:pt x="121" y="25"/>
                  </a:lnTo>
                  <a:lnTo>
                    <a:pt x="154" y="12"/>
                  </a:lnTo>
                  <a:lnTo>
                    <a:pt x="189" y="3"/>
                  </a:lnTo>
                  <a:lnTo>
                    <a:pt x="225"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7" name="Freeform 16"/>
            <p:cNvSpPr>
              <a:spLocks noEditPoints="1"/>
            </p:cNvSpPr>
            <p:nvPr/>
          </p:nvSpPr>
          <p:spPr bwMode="auto">
            <a:xfrm>
              <a:off x="6366194" y="4772025"/>
              <a:ext cx="485775" cy="409575"/>
            </a:xfrm>
            <a:custGeom>
              <a:avLst/>
              <a:gdLst>
                <a:gd name="T0" fmla="*/ 1307 w 2136"/>
                <a:gd name="T1" fmla="*/ 1530 h 1800"/>
                <a:gd name="T2" fmla="*/ 1268 w 2136"/>
                <a:gd name="T3" fmla="*/ 1580 h 1800"/>
                <a:gd name="T4" fmla="*/ 1276 w 2136"/>
                <a:gd name="T5" fmla="*/ 1646 h 1800"/>
                <a:gd name="T6" fmla="*/ 1327 w 2136"/>
                <a:gd name="T7" fmla="*/ 1684 h 1800"/>
                <a:gd name="T8" fmla="*/ 1391 w 2136"/>
                <a:gd name="T9" fmla="*/ 1675 h 1800"/>
                <a:gd name="T10" fmla="*/ 1430 w 2136"/>
                <a:gd name="T11" fmla="*/ 1626 h 1800"/>
                <a:gd name="T12" fmla="*/ 1422 w 2136"/>
                <a:gd name="T13" fmla="*/ 1560 h 1800"/>
                <a:gd name="T14" fmla="*/ 1371 w 2136"/>
                <a:gd name="T15" fmla="*/ 1521 h 1800"/>
                <a:gd name="T16" fmla="*/ 1046 w 2136"/>
                <a:gd name="T17" fmla="*/ 1521 h 1800"/>
                <a:gd name="T18" fmla="*/ 995 w 2136"/>
                <a:gd name="T19" fmla="*/ 1560 h 1800"/>
                <a:gd name="T20" fmla="*/ 987 w 2136"/>
                <a:gd name="T21" fmla="*/ 1626 h 1800"/>
                <a:gd name="T22" fmla="*/ 1026 w 2136"/>
                <a:gd name="T23" fmla="*/ 1675 h 1800"/>
                <a:gd name="T24" fmla="*/ 1090 w 2136"/>
                <a:gd name="T25" fmla="*/ 1684 h 1800"/>
                <a:gd name="T26" fmla="*/ 1141 w 2136"/>
                <a:gd name="T27" fmla="*/ 1646 h 1800"/>
                <a:gd name="T28" fmla="*/ 1149 w 2136"/>
                <a:gd name="T29" fmla="*/ 1580 h 1800"/>
                <a:gd name="T30" fmla="*/ 1110 w 2136"/>
                <a:gd name="T31" fmla="*/ 1530 h 1800"/>
                <a:gd name="T32" fmla="*/ 787 w 2136"/>
                <a:gd name="T33" fmla="*/ 1518 h 1800"/>
                <a:gd name="T34" fmla="*/ 727 w 2136"/>
                <a:gd name="T35" fmla="*/ 1543 h 1800"/>
                <a:gd name="T36" fmla="*/ 702 w 2136"/>
                <a:gd name="T37" fmla="*/ 1602 h 1800"/>
                <a:gd name="T38" fmla="*/ 727 w 2136"/>
                <a:gd name="T39" fmla="*/ 1663 h 1800"/>
                <a:gd name="T40" fmla="*/ 787 w 2136"/>
                <a:gd name="T41" fmla="*/ 1687 h 1800"/>
                <a:gd name="T42" fmla="*/ 846 w 2136"/>
                <a:gd name="T43" fmla="*/ 1663 h 1800"/>
                <a:gd name="T44" fmla="*/ 872 w 2136"/>
                <a:gd name="T45" fmla="*/ 1602 h 1800"/>
                <a:gd name="T46" fmla="*/ 846 w 2136"/>
                <a:gd name="T47" fmla="*/ 1543 h 1800"/>
                <a:gd name="T48" fmla="*/ 787 w 2136"/>
                <a:gd name="T49" fmla="*/ 1518 h 1800"/>
                <a:gd name="T50" fmla="*/ 1750 w 2136"/>
                <a:gd name="T51" fmla="*/ 875 h 1800"/>
                <a:gd name="T52" fmla="*/ 1789 w 2136"/>
                <a:gd name="T53" fmla="*/ 904 h 1800"/>
                <a:gd name="T54" fmla="*/ 1799 w 2136"/>
                <a:gd name="T55" fmla="*/ 1200 h 1800"/>
                <a:gd name="T56" fmla="*/ 1780 w 2136"/>
                <a:gd name="T57" fmla="*/ 1246 h 1800"/>
                <a:gd name="T58" fmla="*/ 1734 w 2136"/>
                <a:gd name="T59" fmla="*/ 1266 h 1800"/>
                <a:gd name="T60" fmla="*/ 1438 w 2136"/>
                <a:gd name="T61" fmla="*/ 1256 h 1800"/>
                <a:gd name="T62" fmla="*/ 1408 w 2136"/>
                <a:gd name="T63" fmla="*/ 1217 h 1800"/>
                <a:gd name="T64" fmla="*/ 1408 w 2136"/>
                <a:gd name="T65" fmla="*/ 920 h 1800"/>
                <a:gd name="T66" fmla="*/ 1438 w 2136"/>
                <a:gd name="T67" fmla="*/ 881 h 1800"/>
                <a:gd name="T68" fmla="*/ 168 w 2136"/>
                <a:gd name="T69" fmla="*/ 225 h 1800"/>
                <a:gd name="T70" fmla="*/ 1968 w 2136"/>
                <a:gd name="T71" fmla="*/ 225 h 1800"/>
                <a:gd name="T72" fmla="*/ 2024 w 2136"/>
                <a:gd name="T73" fmla="*/ 0 h 1800"/>
                <a:gd name="T74" fmla="*/ 2094 w 2136"/>
                <a:gd name="T75" fmla="*/ 25 h 1800"/>
                <a:gd name="T76" fmla="*/ 2133 w 2136"/>
                <a:gd name="T77" fmla="*/ 87 h 1800"/>
                <a:gd name="T78" fmla="*/ 2133 w 2136"/>
                <a:gd name="T79" fmla="*/ 1713 h 1800"/>
                <a:gd name="T80" fmla="*/ 2094 w 2136"/>
                <a:gd name="T81" fmla="*/ 1775 h 1800"/>
                <a:gd name="T82" fmla="*/ 2024 w 2136"/>
                <a:gd name="T83" fmla="*/ 1800 h 1800"/>
                <a:gd name="T84" fmla="*/ 62 w 2136"/>
                <a:gd name="T85" fmla="*/ 1788 h 1800"/>
                <a:gd name="T86" fmla="*/ 12 w 2136"/>
                <a:gd name="T87" fmla="*/ 1737 h 1800"/>
                <a:gd name="T88" fmla="*/ 0 w 2136"/>
                <a:gd name="T89" fmla="*/ 113 h 1800"/>
                <a:gd name="T90" fmla="*/ 24 w 2136"/>
                <a:gd name="T91" fmla="*/ 42 h 1800"/>
                <a:gd name="T92" fmla="*/ 87 w 2136"/>
                <a:gd name="T93" fmla="*/ 3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36" h="1800">
                  <a:moveTo>
                    <a:pt x="1349" y="1518"/>
                  </a:moveTo>
                  <a:lnTo>
                    <a:pt x="1327" y="1521"/>
                  </a:lnTo>
                  <a:lnTo>
                    <a:pt x="1307" y="1530"/>
                  </a:lnTo>
                  <a:lnTo>
                    <a:pt x="1290" y="1543"/>
                  </a:lnTo>
                  <a:lnTo>
                    <a:pt x="1276" y="1560"/>
                  </a:lnTo>
                  <a:lnTo>
                    <a:pt x="1268" y="1580"/>
                  </a:lnTo>
                  <a:lnTo>
                    <a:pt x="1264" y="1602"/>
                  </a:lnTo>
                  <a:lnTo>
                    <a:pt x="1268" y="1626"/>
                  </a:lnTo>
                  <a:lnTo>
                    <a:pt x="1276" y="1646"/>
                  </a:lnTo>
                  <a:lnTo>
                    <a:pt x="1290" y="1663"/>
                  </a:lnTo>
                  <a:lnTo>
                    <a:pt x="1307" y="1675"/>
                  </a:lnTo>
                  <a:lnTo>
                    <a:pt x="1327" y="1684"/>
                  </a:lnTo>
                  <a:lnTo>
                    <a:pt x="1349" y="1687"/>
                  </a:lnTo>
                  <a:lnTo>
                    <a:pt x="1371" y="1684"/>
                  </a:lnTo>
                  <a:lnTo>
                    <a:pt x="1391" y="1675"/>
                  </a:lnTo>
                  <a:lnTo>
                    <a:pt x="1409" y="1663"/>
                  </a:lnTo>
                  <a:lnTo>
                    <a:pt x="1422" y="1646"/>
                  </a:lnTo>
                  <a:lnTo>
                    <a:pt x="1430" y="1626"/>
                  </a:lnTo>
                  <a:lnTo>
                    <a:pt x="1434" y="1602"/>
                  </a:lnTo>
                  <a:lnTo>
                    <a:pt x="1430" y="1580"/>
                  </a:lnTo>
                  <a:lnTo>
                    <a:pt x="1422" y="1560"/>
                  </a:lnTo>
                  <a:lnTo>
                    <a:pt x="1409" y="1543"/>
                  </a:lnTo>
                  <a:lnTo>
                    <a:pt x="1391" y="1530"/>
                  </a:lnTo>
                  <a:lnTo>
                    <a:pt x="1371" y="1521"/>
                  </a:lnTo>
                  <a:lnTo>
                    <a:pt x="1349" y="1518"/>
                  </a:lnTo>
                  <a:close/>
                  <a:moveTo>
                    <a:pt x="1068" y="1518"/>
                  </a:moveTo>
                  <a:lnTo>
                    <a:pt x="1046" y="1521"/>
                  </a:lnTo>
                  <a:lnTo>
                    <a:pt x="1026" y="1530"/>
                  </a:lnTo>
                  <a:lnTo>
                    <a:pt x="1009" y="1543"/>
                  </a:lnTo>
                  <a:lnTo>
                    <a:pt x="995" y="1560"/>
                  </a:lnTo>
                  <a:lnTo>
                    <a:pt x="987" y="1580"/>
                  </a:lnTo>
                  <a:lnTo>
                    <a:pt x="983" y="1602"/>
                  </a:lnTo>
                  <a:lnTo>
                    <a:pt x="987" y="1626"/>
                  </a:lnTo>
                  <a:lnTo>
                    <a:pt x="995" y="1646"/>
                  </a:lnTo>
                  <a:lnTo>
                    <a:pt x="1009" y="1663"/>
                  </a:lnTo>
                  <a:lnTo>
                    <a:pt x="1026" y="1675"/>
                  </a:lnTo>
                  <a:lnTo>
                    <a:pt x="1046" y="1684"/>
                  </a:lnTo>
                  <a:lnTo>
                    <a:pt x="1068" y="1687"/>
                  </a:lnTo>
                  <a:lnTo>
                    <a:pt x="1090" y="1684"/>
                  </a:lnTo>
                  <a:lnTo>
                    <a:pt x="1110" y="1675"/>
                  </a:lnTo>
                  <a:lnTo>
                    <a:pt x="1127" y="1663"/>
                  </a:lnTo>
                  <a:lnTo>
                    <a:pt x="1141" y="1646"/>
                  </a:lnTo>
                  <a:lnTo>
                    <a:pt x="1149" y="1626"/>
                  </a:lnTo>
                  <a:lnTo>
                    <a:pt x="1153" y="1602"/>
                  </a:lnTo>
                  <a:lnTo>
                    <a:pt x="1149" y="1580"/>
                  </a:lnTo>
                  <a:lnTo>
                    <a:pt x="1141" y="1560"/>
                  </a:lnTo>
                  <a:lnTo>
                    <a:pt x="1127" y="1543"/>
                  </a:lnTo>
                  <a:lnTo>
                    <a:pt x="1110" y="1530"/>
                  </a:lnTo>
                  <a:lnTo>
                    <a:pt x="1090" y="1521"/>
                  </a:lnTo>
                  <a:lnTo>
                    <a:pt x="1068" y="1518"/>
                  </a:lnTo>
                  <a:close/>
                  <a:moveTo>
                    <a:pt x="787" y="1518"/>
                  </a:moveTo>
                  <a:lnTo>
                    <a:pt x="765" y="1521"/>
                  </a:lnTo>
                  <a:lnTo>
                    <a:pt x="745" y="1530"/>
                  </a:lnTo>
                  <a:lnTo>
                    <a:pt x="727" y="1543"/>
                  </a:lnTo>
                  <a:lnTo>
                    <a:pt x="714" y="1560"/>
                  </a:lnTo>
                  <a:lnTo>
                    <a:pt x="706" y="1580"/>
                  </a:lnTo>
                  <a:lnTo>
                    <a:pt x="702" y="1602"/>
                  </a:lnTo>
                  <a:lnTo>
                    <a:pt x="706" y="1626"/>
                  </a:lnTo>
                  <a:lnTo>
                    <a:pt x="714" y="1646"/>
                  </a:lnTo>
                  <a:lnTo>
                    <a:pt x="727" y="1663"/>
                  </a:lnTo>
                  <a:lnTo>
                    <a:pt x="745" y="1675"/>
                  </a:lnTo>
                  <a:lnTo>
                    <a:pt x="765" y="1684"/>
                  </a:lnTo>
                  <a:lnTo>
                    <a:pt x="787" y="1687"/>
                  </a:lnTo>
                  <a:lnTo>
                    <a:pt x="809" y="1684"/>
                  </a:lnTo>
                  <a:lnTo>
                    <a:pt x="829" y="1675"/>
                  </a:lnTo>
                  <a:lnTo>
                    <a:pt x="846" y="1663"/>
                  </a:lnTo>
                  <a:lnTo>
                    <a:pt x="860" y="1646"/>
                  </a:lnTo>
                  <a:lnTo>
                    <a:pt x="868" y="1626"/>
                  </a:lnTo>
                  <a:lnTo>
                    <a:pt x="872" y="1602"/>
                  </a:lnTo>
                  <a:lnTo>
                    <a:pt x="868" y="1580"/>
                  </a:lnTo>
                  <a:lnTo>
                    <a:pt x="860" y="1560"/>
                  </a:lnTo>
                  <a:lnTo>
                    <a:pt x="846" y="1543"/>
                  </a:lnTo>
                  <a:lnTo>
                    <a:pt x="829" y="1530"/>
                  </a:lnTo>
                  <a:lnTo>
                    <a:pt x="809" y="1521"/>
                  </a:lnTo>
                  <a:lnTo>
                    <a:pt x="787" y="1518"/>
                  </a:lnTo>
                  <a:close/>
                  <a:moveTo>
                    <a:pt x="1470" y="871"/>
                  </a:moveTo>
                  <a:lnTo>
                    <a:pt x="1734" y="871"/>
                  </a:lnTo>
                  <a:lnTo>
                    <a:pt x="1750" y="875"/>
                  </a:lnTo>
                  <a:lnTo>
                    <a:pt x="1766" y="881"/>
                  </a:lnTo>
                  <a:lnTo>
                    <a:pt x="1780" y="892"/>
                  </a:lnTo>
                  <a:lnTo>
                    <a:pt x="1789" y="904"/>
                  </a:lnTo>
                  <a:lnTo>
                    <a:pt x="1797" y="920"/>
                  </a:lnTo>
                  <a:lnTo>
                    <a:pt x="1799" y="937"/>
                  </a:lnTo>
                  <a:lnTo>
                    <a:pt x="1799" y="1200"/>
                  </a:lnTo>
                  <a:lnTo>
                    <a:pt x="1797" y="1217"/>
                  </a:lnTo>
                  <a:lnTo>
                    <a:pt x="1789" y="1233"/>
                  </a:lnTo>
                  <a:lnTo>
                    <a:pt x="1780" y="1246"/>
                  </a:lnTo>
                  <a:lnTo>
                    <a:pt x="1766" y="1256"/>
                  </a:lnTo>
                  <a:lnTo>
                    <a:pt x="1750" y="1263"/>
                  </a:lnTo>
                  <a:lnTo>
                    <a:pt x="1734" y="1266"/>
                  </a:lnTo>
                  <a:lnTo>
                    <a:pt x="1470" y="1266"/>
                  </a:lnTo>
                  <a:lnTo>
                    <a:pt x="1454" y="1263"/>
                  </a:lnTo>
                  <a:lnTo>
                    <a:pt x="1438" y="1256"/>
                  </a:lnTo>
                  <a:lnTo>
                    <a:pt x="1425" y="1246"/>
                  </a:lnTo>
                  <a:lnTo>
                    <a:pt x="1414" y="1233"/>
                  </a:lnTo>
                  <a:lnTo>
                    <a:pt x="1408" y="1217"/>
                  </a:lnTo>
                  <a:lnTo>
                    <a:pt x="1405" y="1200"/>
                  </a:lnTo>
                  <a:lnTo>
                    <a:pt x="1405" y="937"/>
                  </a:lnTo>
                  <a:lnTo>
                    <a:pt x="1408" y="920"/>
                  </a:lnTo>
                  <a:lnTo>
                    <a:pt x="1414" y="904"/>
                  </a:lnTo>
                  <a:lnTo>
                    <a:pt x="1425" y="892"/>
                  </a:lnTo>
                  <a:lnTo>
                    <a:pt x="1438" y="881"/>
                  </a:lnTo>
                  <a:lnTo>
                    <a:pt x="1454" y="875"/>
                  </a:lnTo>
                  <a:lnTo>
                    <a:pt x="1470" y="871"/>
                  </a:lnTo>
                  <a:close/>
                  <a:moveTo>
                    <a:pt x="168" y="225"/>
                  </a:moveTo>
                  <a:lnTo>
                    <a:pt x="168" y="1406"/>
                  </a:lnTo>
                  <a:lnTo>
                    <a:pt x="1968" y="1406"/>
                  </a:lnTo>
                  <a:lnTo>
                    <a:pt x="1968" y="225"/>
                  </a:lnTo>
                  <a:lnTo>
                    <a:pt x="168" y="225"/>
                  </a:lnTo>
                  <a:close/>
                  <a:moveTo>
                    <a:pt x="112" y="0"/>
                  </a:moveTo>
                  <a:lnTo>
                    <a:pt x="2024" y="0"/>
                  </a:lnTo>
                  <a:lnTo>
                    <a:pt x="2049" y="3"/>
                  </a:lnTo>
                  <a:lnTo>
                    <a:pt x="2074" y="12"/>
                  </a:lnTo>
                  <a:lnTo>
                    <a:pt x="2094" y="25"/>
                  </a:lnTo>
                  <a:lnTo>
                    <a:pt x="2112" y="42"/>
                  </a:lnTo>
                  <a:lnTo>
                    <a:pt x="2124" y="63"/>
                  </a:lnTo>
                  <a:lnTo>
                    <a:pt x="2133" y="87"/>
                  </a:lnTo>
                  <a:lnTo>
                    <a:pt x="2136" y="113"/>
                  </a:lnTo>
                  <a:lnTo>
                    <a:pt x="2136" y="1687"/>
                  </a:lnTo>
                  <a:lnTo>
                    <a:pt x="2133" y="1713"/>
                  </a:lnTo>
                  <a:lnTo>
                    <a:pt x="2124" y="1737"/>
                  </a:lnTo>
                  <a:lnTo>
                    <a:pt x="2112" y="1758"/>
                  </a:lnTo>
                  <a:lnTo>
                    <a:pt x="2094" y="1775"/>
                  </a:lnTo>
                  <a:lnTo>
                    <a:pt x="2074" y="1788"/>
                  </a:lnTo>
                  <a:lnTo>
                    <a:pt x="2049" y="1797"/>
                  </a:lnTo>
                  <a:lnTo>
                    <a:pt x="2024" y="1800"/>
                  </a:lnTo>
                  <a:lnTo>
                    <a:pt x="112" y="1800"/>
                  </a:lnTo>
                  <a:lnTo>
                    <a:pt x="87" y="1797"/>
                  </a:lnTo>
                  <a:lnTo>
                    <a:pt x="62" y="1788"/>
                  </a:lnTo>
                  <a:lnTo>
                    <a:pt x="42" y="1775"/>
                  </a:lnTo>
                  <a:lnTo>
                    <a:pt x="24" y="1758"/>
                  </a:lnTo>
                  <a:lnTo>
                    <a:pt x="12" y="1737"/>
                  </a:lnTo>
                  <a:lnTo>
                    <a:pt x="3" y="1713"/>
                  </a:lnTo>
                  <a:lnTo>
                    <a:pt x="0" y="1687"/>
                  </a:lnTo>
                  <a:lnTo>
                    <a:pt x="0" y="113"/>
                  </a:lnTo>
                  <a:lnTo>
                    <a:pt x="3" y="87"/>
                  </a:lnTo>
                  <a:lnTo>
                    <a:pt x="12" y="63"/>
                  </a:lnTo>
                  <a:lnTo>
                    <a:pt x="24" y="42"/>
                  </a:lnTo>
                  <a:lnTo>
                    <a:pt x="42" y="25"/>
                  </a:lnTo>
                  <a:lnTo>
                    <a:pt x="62" y="12"/>
                  </a:lnTo>
                  <a:lnTo>
                    <a:pt x="87" y="3"/>
                  </a:lnTo>
                  <a:lnTo>
                    <a:pt x="112"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8" name="Freeform 17"/>
            <p:cNvSpPr>
              <a:spLocks noEditPoints="1"/>
            </p:cNvSpPr>
            <p:nvPr/>
          </p:nvSpPr>
          <p:spPr bwMode="auto">
            <a:xfrm>
              <a:off x="6443982" y="4856163"/>
              <a:ext cx="330200" cy="203200"/>
            </a:xfrm>
            <a:custGeom>
              <a:avLst/>
              <a:gdLst>
                <a:gd name="T0" fmla="*/ 880 w 1462"/>
                <a:gd name="T1" fmla="*/ 510 h 901"/>
                <a:gd name="T2" fmla="*/ 919 w 1462"/>
                <a:gd name="T3" fmla="*/ 539 h 901"/>
                <a:gd name="T4" fmla="*/ 927 w 1462"/>
                <a:gd name="T5" fmla="*/ 835 h 901"/>
                <a:gd name="T6" fmla="*/ 908 w 1462"/>
                <a:gd name="T7" fmla="*/ 881 h 901"/>
                <a:gd name="T8" fmla="*/ 862 w 1462"/>
                <a:gd name="T9" fmla="*/ 901 h 901"/>
                <a:gd name="T10" fmla="*/ 566 w 1462"/>
                <a:gd name="T11" fmla="*/ 891 h 901"/>
                <a:gd name="T12" fmla="*/ 537 w 1462"/>
                <a:gd name="T13" fmla="*/ 852 h 901"/>
                <a:gd name="T14" fmla="*/ 537 w 1462"/>
                <a:gd name="T15" fmla="*/ 555 h 901"/>
                <a:gd name="T16" fmla="*/ 566 w 1462"/>
                <a:gd name="T17" fmla="*/ 516 h 901"/>
                <a:gd name="T18" fmla="*/ 65 w 1462"/>
                <a:gd name="T19" fmla="*/ 506 h 901"/>
                <a:gd name="T20" fmla="*/ 361 w 1462"/>
                <a:gd name="T21" fmla="*/ 516 h 901"/>
                <a:gd name="T22" fmla="*/ 391 w 1462"/>
                <a:gd name="T23" fmla="*/ 555 h 901"/>
                <a:gd name="T24" fmla="*/ 391 w 1462"/>
                <a:gd name="T25" fmla="*/ 852 h 901"/>
                <a:gd name="T26" fmla="*/ 361 w 1462"/>
                <a:gd name="T27" fmla="*/ 891 h 901"/>
                <a:gd name="T28" fmla="*/ 65 w 1462"/>
                <a:gd name="T29" fmla="*/ 901 h 901"/>
                <a:gd name="T30" fmla="*/ 19 w 1462"/>
                <a:gd name="T31" fmla="*/ 881 h 901"/>
                <a:gd name="T32" fmla="*/ 0 w 1462"/>
                <a:gd name="T33" fmla="*/ 835 h 901"/>
                <a:gd name="T34" fmla="*/ 10 w 1462"/>
                <a:gd name="T35" fmla="*/ 539 h 901"/>
                <a:gd name="T36" fmla="*/ 49 w 1462"/>
                <a:gd name="T37" fmla="*/ 510 h 901"/>
                <a:gd name="T38" fmla="*/ 1397 w 1462"/>
                <a:gd name="T39" fmla="*/ 0 h 901"/>
                <a:gd name="T40" fmla="*/ 1443 w 1462"/>
                <a:gd name="T41" fmla="*/ 21 h 901"/>
                <a:gd name="T42" fmla="*/ 1462 w 1462"/>
                <a:gd name="T43" fmla="*/ 66 h 901"/>
                <a:gd name="T44" fmla="*/ 1452 w 1462"/>
                <a:gd name="T45" fmla="*/ 362 h 901"/>
                <a:gd name="T46" fmla="*/ 1413 w 1462"/>
                <a:gd name="T47" fmla="*/ 392 h 901"/>
                <a:gd name="T48" fmla="*/ 1117 w 1462"/>
                <a:gd name="T49" fmla="*/ 392 h 901"/>
                <a:gd name="T50" fmla="*/ 1077 w 1462"/>
                <a:gd name="T51" fmla="*/ 362 h 901"/>
                <a:gd name="T52" fmla="*/ 1068 w 1462"/>
                <a:gd name="T53" fmla="*/ 66 h 901"/>
                <a:gd name="T54" fmla="*/ 1088 w 1462"/>
                <a:gd name="T55" fmla="*/ 21 h 901"/>
                <a:gd name="T56" fmla="*/ 1133 w 1462"/>
                <a:gd name="T57" fmla="*/ 0 h 901"/>
                <a:gd name="T58" fmla="*/ 880 w 1462"/>
                <a:gd name="T59" fmla="*/ 4 h 901"/>
                <a:gd name="T60" fmla="*/ 919 w 1462"/>
                <a:gd name="T61" fmla="*/ 33 h 901"/>
                <a:gd name="T62" fmla="*/ 927 w 1462"/>
                <a:gd name="T63" fmla="*/ 329 h 901"/>
                <a:gd name="T64" fmla="*/ 908 w 1462"/>
                <a:gd name="T65" fmla="*/ 375 h 901"/>
                <a:gd name="T66" fmla="*/ 862 w 1462"/>
                <a:gd name="T67" fmla="*/ 395 h 901"/>
                <a:gd name="T68" fmla="*/ 566 w 1462"/>
                <a:gd name="T69" fmla="*/ 385 h 901"/>
                <a:gd name="T70" fmla="*/ 537 w 1462"/>
                <a:gd name="T71" fmla="*/ 346 h 901"/>
                <a:gd name="T72" fmla="*/ 537 w 1462"/>
                <a:gd name="T73" fmla="*/ 49 h 901"/>
                <a:gd name="T74" fmla="*/ 566 w 1462"/>
                <a:gd name="T75" fmla="*/ 10 h 901"/>
                <a:gd name="T76" fmla="*/ 65 w 1462"/>
                <a:gd name="T77" fmla="*/ 0 h 901"/>
                <a:gd name="T78" fmla="*/ 361 w 1462"/>
                <a:gd name="T79" fmla="*/ 10 h 901"/>
                <a:gd name="T80" fmla="*/ 391 w 1462"/>
                <a:gd name="T81" fmla="*/ 49 h 901"/>
                <a:gd name="T82" fmla="*/ 391 w 1462"/>
                <a:gd name="T83" fmla="*/ 346 h 901"/>
                <a:gd name="T84" fmla="*/ 361 w 1462"/>
                <a:gd name="T85" fmla="*/ 385 h 901"/>
                <a:gd name="T86" fmla="*/ 65 w 1462"/>
                <a:gd name="T87" fmla="*/ 395 h 901"/>
                <a:gd name="T88" fmla="*/ 19 w 1462"/>
                <a:gd name="T89" fmla="*/ 375 h 901"/>
                <a:gd name="T90" fmla="*/ 0 w 1462"/>
                <a:gd name="T91" fmla="*/ 329 h 901"/>
                <a:gd name="T92" fmla="*/ 10 w 1462"/>
                <a:gd name="T93" fmla="*/ 33 h 901"/>
                <a:gd name="T94" fmla="*/ 49 w 1462"/>
                <a:gd name="T95" fmla="*/ 4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62" h="901">
                  <a:moveTo>
                    <a:pt x="600" y="506"/>
                  </a:moveTo>
                  <a:lnTo>
                    <a:pt x="862" y="506"/>
                  </a:lnTo>
                  <a:lnTo>
                    <a:pt x="880" y="510"/>
                  </a:lnTo>
                  <a:lnTo>
                    <a:pt x="896" y="516"/>
                  </a:lnTo>
                  <a:lnTo>
                    <a:pt x="908" y="527"/>
                  </a:lnTo>
                  <a:lnTo>
                    <a:pt x="919" y="539"/>
                  </a:lnTo>
                  <a:lnTo>
                    <a:pt x="925" y="555"/>
                  </a:lnTo>
                  <a:lnTo>
                    <a:pt x="927" y="572"/>
                  </a:lnTo>
                  <a:lnTo>
                    <a:pt x="927" y="835"/>
                  </a:lnTo>
                  <a:lnTo>
                    <a:pt x="925" y="852"/>
                  </a:lnTo>
                  <a:lnTo>
                    <a:pt x="919" y="868"/>
                  </a:lnTo>
                  <a:lnTo>
                    <a:pt x="908" y="881"/>
                  </a:lnTo>
                  <a:lnTo>
                    <a:pt x="896" y="891"/>
                  </a:lnTo>
                  <a:lnTo>
                    <a:pt x="880" y="898"/>
                  </a:lnTo>
                  <a:lnTo>
                    <a:pt x="862" y="901"/>
                  </a:lnTo>
                  <a:lnTo>
                    <a:pt x="600" y="901"/>
                  </a:lnTo>
                  <a:lnTo>
                    <a:pt x="582" y="898"/>
                  </a:lnTo>
                  <a:lnTo>
                    <a:pt x="566" y="891"/>
                  </a:lnTo>
                  <a:lnTo>
                    <a:pt x="554" y="881"/>
                  </a:lnTo>
                  <a:lnTo>
                    <a:pt x="543" y="868"/>
                  </a:lnTo>
                  <a:lnTo>
                    <a:pt x="537" y="852"/>
                  </a:lnTo>
                  <a:lnTo>
                    <a:pt x="535" y="835"/>
                  </a:lnTo>
                  <a:lnTo>
                    <a:pt x="535" y="572"/>
                  </a:lnTo>
                  <a:lnTo>
                    <a:pt x="537" y="555"/>
                  </a:lnTo>
                  <a:lnTo>
                    <a:pt x="543" y="539"/>
                  </a:lnTo>
                  <a:lnTo>
                    <a:pt x="554" y="527"/>
                  </a:lnTo>
                  <a:lnTo>
                    <a:pt x="566" y="516"/>
                  </a:lnTo>
                  <a:lnTo>
                    <a:pt x="582" y="510"/>
                  </a:lnTo>
                  <a:lnTo>
                    <a:pt x="600" y="506"/>
                  </a:lnTo>
                  <a:close/>
                  <a:moveTo>
                    <a:pt x="65" y="506"/>
                  </a:moveTo>
                  <a:lnTo>
                    <a:pt x="329" y="506"/>
                  </a:lnTo>
                  <a:lnTo>
                    <a:pt x="345" y="510"/>
                  </a:lnTo>
                  <a:lnTo>
                    <a:pt x="361" y="516"/>
                  </a:lnTo>
                  <a:lnTo>
                    <a:pt x="374" y="527"/>
                  </a:lnTo>
                  <a:lnTo>
                    <a:pt x="385" y="539"/>
                  </a:lnTo>
                  <a:lnTo>
                    <a:pt x="391" y="555"/>
                  </a:lnTo>
                  <a:lnTo>
                    <a:pt x="394" y="572"/>
                  </a:lnTo>
                  <a:lnTo>
                    <a:pt x="394" y="835"/>
                  </a:lnTo>
                  <a:lnTo>
                    <a:pt x="391" y="852"/>
                  </a:lnTo>
                  <a:lnTo>
                    <a:pt x="385" y="868"/>
                  </a:lnTo>
                  <a:lnTo>
                    <a:pt x="374" y="881"/>
                  </a:lnTo>
                  <a:lnTo>
                    <a:pt x="361" y="891"/>
                  </a:lnTo>
                  <a:lnTo>
                    <a:pt x="345" y="898"/>
                  </a:lnTo>
                  <a:lnTo>
                    <a:pt x="329" y="901"/>
                  </a:lnTo>
                  <a:lnTo>
                    <a:pt x="65" y="901"/>
                  </a:lnTo>
                  <a:lnTo>
                    <a:pt x="49" y="898"/>
                  </a:lnTo>
                  <a:lnTo>
                    <a:pt x="33" y="891"/>
                  </a:lnTo>
                  <a:lnTo>
                    <a:pt x="19" y="881"/>
                  </a:lnTo>
                  <a:lnTo>
                    <a:pt x="10" y="868"/>
                  </a:lnTo>
                  <a:lnTo>
                    <a:pt x="2" y="852"/>
                  </a:lnTo>
                  <a:lnTo>
                    <a:pt x="0" y="835"/>
                  </a:lnTo>
                  <a:lnTo>
                    <a:pt x="0" y="572"/>
                  </a:lnTo>
                  <a:lnTo>
                    <a:pt x="2" y="555"/>
                  </a:lnTo>
                  <a:lnTo>
                    <a:pt x="10" y="539"/>
                  </a:lnTo>
                  <a:lnTo>
                    <a:pt x="19" y="527"/>
                  </a:lnTo>
                  <a:lnTo>
                    <a:pt x="33" y="516"/>
                  </a:lnTo>
                  <a:lnTo>
                    <a:pt x="49" y="510"/>
                  </a:lnTo>
                  <a:lnTo>
                    <a:pt x="65" y="506"/>
                  </a:lnTo>
                  <a:close/>
                  <a:moveTo>
                    <a:pt x="1133" y="0"/>
                  </a:moveTo>
                  <a:lnTo>
                    <a:pt x="1397" y="0"/>
                  </a:lnTo>
                  <a:lnTo>
                    <a:pt x="1413" y="4"/>
                  </a:lnTo>
                  <a:lnTo>
                    <a:pt x="1429" y="10"/>
                  </a:lnTo>
                  <a:lnTo>
                    <a:pt x="1443" y="21"/>
                  </a:lnTo>
                  <a:lnTo>
                    <a:pt x="1452" y="33"/>
                  </a:lnTo>
                  <a:lnTo>
                    <a:pt x="1460" y="49"/>
                  </a:lnTo>
                  <a:lnTo>
                    <a:pt x="1462" y="66"/>
                  </a:lnTo>
                  <a:lnTo>
                    <a:pt x="1462" y="329"/>
                  </a:lnTo>
                  <a:lnTo>
                    <a:pt x="1460" y="346"/>
                  </a:lnTo>
                  <a:lnTo>
                    <a:pt x="1452" y="362"/>
                  </a:lnTo>
                  <a:lnTo>
                    <a:pt x="1443" y="375"/>
                  </a:lnTo>
                  <a:lnTo>
                    <a:pt x="1429" y="385"/>
                  </a:lnTo>
                  <a:lnTo>
                    <a:pt x="1413" y="392"/>
                  </a:lnTo>
                  <a:lnTo>
                    <a:pt x="1397" y="395"/>
                  </a:lnTo>
                  <a:lnTo>
                    <a:pt x="1133" y="395"/>
                  </a:lnTo>
                  <a:lnTo>
                    <a:pt x="1117" y="392"/>
                  </a:lnTo>
                  <a:lnTo>
                    <a:pt x="1101" y="385"/>
                  </a:lnTo>
                  <a:lnTo>
                    <a:pt x="1088" y="375"/>
                  </a:lnTo>
                  <a:lnTo>
                    <a:pt x="1077" y="362"/>
                  </a:lnTo>
                  <a:lnTo>
                    <a:pt x="1071" y="346"/>
                  </a:lnTo>
                  <a:lnTo>
                    <a:pt x="1068" y="329"/>
                  </a:lnTo>
                  <a:lnTo>
                    <a:pt x="1068" y="66"/>
                  </a:lnTo>
                  <a:lnTo>
                    <a:pt x="1071" y="49"/>
                  </a:lnTo>
                  <a:lnTo>
                    <a:pt x="1077" y="33"/>
                  </a:lnTo>
                  <a:lnTo>
                    <a:pt x="1088" y="21"/>
                  </a:lnTo>
                  <a:lnTo>
                    <a:pt x="1101" y="10"/>
                  </a:lnTo>
                  <a:lnTo>
                    <a:pt x="1117" y="4"/>
                  </a:lnTo>
                  <a:lnTo>
                    <a:pt x="1133" y="0"/>
                  </a:lnTo>
                  <a:close/>
                  <a:moveTo>
                    <a:pt x="600" y="0"/>
                  </a:moveTo>
                  <a:lnTo>
                    <a:pt x="862" y="0"/>
                  </a:lnTo>
                  <a:lnTo>
                    <a:pt x="880" y="4"/>
                  </a:lnTo>
                  <a:lnTo>
                    <a:pt x="896" y="10"/>
                  </a:lnTo>
                  <a:lnTo>
                    <a:pt x="908" y="21"/>
                  </a:lnTo>
                  <a:lnTo>
                    <a:pt x="919" y="33"/>
                  </a:lnTo>
                  <a:lnTo>
                    <a:pt x="925" y="49"/>
                  </a:lnTo>
                  <a:lnTo>
                    <a:pt x="927" y="66"/>
                  </a:lnTo>
                  <a:lnTo>
                    <a:pt x="927" y="329"/>
                  </a:lnTo>
                  <a:lnTo>
                    <a:pt x="925" y="346"/>
                  </a:lnTo>
                  <a:lnTo>
                    <a:pt x="919" y="362"/>
                  </a:lnTo>
                  <a:lnTo>
                    <a:pt x="908" y="375"/>
                  </a:lnTo>
                  <a:lnTo>
                    <a:pt x="896" y="385"/>
                  </a:lnTo>
                  <a:lnTo>
                    <a:pt x="880" y="392"/>
                  </a:lnTo>
                  <a:lnTo>
                    <a:pt x="862" y="395"/>
                  </a:lnTo>
                  <a:lnTo>
                    <a:pt x="600" y="395"/>
                  </a:lnTo>
                  <a:lnTo>
                    <a:pt x="582" y="392"/>
                  </a:lnTo>
                  <a:lnTo>
                    <a:pt x="566" y="385"/>
                  </a:lnTo>
                  <a:lnTo>
                    <a:pt x="554" y="375"/>
                  </a:lnTo>
                  <a:lnTo>
                    <a:pt x="543" y="362"/>
                  </a:lnTo>
                  <a:lnTo>
                    <a:pt x="537" y="346"/>
                  </a:lnTo>
                  <a:lnTo>
                    <a:pt x="535" y="329"/>
                  </a:lnTo>
                  <a:lnTo>
                    <a:pt x="535" y="66"/>
                  </a:lnTo>
                  <a:lnTo>
                    <a:pt x="537" y="49"/>
                  </a:lnTo>
                  <a:lnTo>
                    <a:pt x="543" y="33"/>
                  </a:lnTo>
                  <a:lnTo>
                    <a:pt x="554" y="21"/>
                  </a:lnTo>
                  <a:lnTo>
                    <a:pt x="566" y="10"/>
                  </a:lnTo>
                  <a:lnTo>
                    <a:pt x="582" y="4"/>
                  </a:lnTo>
                  <a:lnTo>
                    <a:pt x="600" y="0"/>
                  </a:lnTo>
                  <a:close/>
                  <a:moveTo>
                    <a:pt x="65" y="0"/>
                  </a:moveTo>
                  <a:lnTo>
                    <a:pt x="329" y="0"/>
                  </a:lnTo>
                  <a:lnTo>
                    <a:pt x="345" y="4"/>
                  </a:lnTo>
                  <a:lnTo>
                    <a:pt x="361" y="10"/>
                  </a:lnTo>
                  <a:lnTo>
                    <a:pt x="374" y="21"/>
                  </a:lnTo>
                  <a:lnTo>
                    <a:pt x="385" y="33"/>
                  </a:lnTo>
                  <a:lnTo>
                    <a:pt x="391" y="49"/>
                  </a:lnTo>
                  <a:lnTo>
                    <a:pt x="394" y="66"/>
                  </a:lnTo>
                  <a:lnTo>
                    <a:pt x="394" y="329"/>
                  </a:lnTo>
                  <a:lnTo>
                    <a:pt x="391" y="346"/>
                  </a:lnTo>
                  <a:lnTo>
                    <a:pt x="385" y="362"/>
                  </a:lnTo>
                  <a:lnTo>
                    <a:pt x="374" y="375"/>
                  </a:lnTo>
                  <a:lnTo>
                    <a:pt x="361" y="385"/>
                  </a:lnTo>
                  <a:lnTo>
                    <a:pt x="345" y="392"/>
                  </a:lnTo>
                  <a:lnTo>
                    <a:pt x="329" y="395"/>
                  </a:lnTo>
                  <a:lnTo>
                    <a:pt x="65" y="395"/>
                  </a:lnTo>
                  <a:lnTo>
                    <a:pt x="49" y="392"/>
                  </a:lnTo>
                  <a:lnTo>
                    <a:pt x="33" y="385"/>
                  </a:lnTo>
                  <a:lnTo>
                    <a:pt x="19" y="375"/>
                  </a:lnTo>
                  <a:lnTo>
                    <a:pt x="10" y="362"/>
                  </a:lnTo>
                  <a:lnTo>
                    <a:pt x="2" y="346"/>
                  </a:lnTo>
                  <a:lnTo>
                    <a:pt x="0" y="329"/>
                  </a:lnTo>
                  <a:lnTo>
                    <a:pt x="0" y="66"/>
                  </a:lnTo>
                  <a:lnTo>
                    <a:pt x="2" y="49"/>
                  </a:lnTo>
                  <a:lnTo>
                    <a:pt x="10" y="33"/>
                  </a:lnTo>
                  <a:lnTo>
                    <a:pt x="19" y="21"/>
                  </a:lnTo>
                  <a:lnTo>
                    <a:pt x="33" y="10"/>
                  </a:lnTo>
                  <a:lnTo>
                    <a:pt x="49" y="4"/>
                  </a:lnTo>
                  <a:lnTo>
                    <a:pt x="65" y="0"/>
                  </a:lnTo>
                  <a:close/>
                </a:path>
              </a:pathLst>
            </a:custGeom>
            <a:solidFill>
              <a:srgbClr val="FBBB1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5" name="Group 4"/>
          <p:cNvGrpSpPr>
            <a:grpSpLocks noChangeAspect="1"/>
          </p:cNvGrpSpPr>
          <p:nvPr/>
        </p:nvGrpSpPr>
        <p:grpSpPr>
          <a:xfrm>
            <a:off x="5888037" y="4867245"/>
            <a:ext cx="536575" cy="485775"/>
            <a:chOff x="7759699" y="4730750"/>
            <a:chExt cx="536575" cy="485775"/>
          </a:xfrm>
        </p:grpSpPr>
        <p:sp useBgFill="1">
          <p:nvSpPr>
            <p:cNvPr id="945" name="Freeform 23"/>
            <p:cNvSpPr>
              <a:spLocks/>
            </p:cNvSpPr>
            <p:nvPr/>
          </p:nvSpPr>
          <p:spPr bwMode="auto">
            <a:xfrm>
              <a:off x="7759699" y="4730750"/>
              <a:ext cx="536575" cy="485775"/>
            </a:xfrm>
            <a:custGeom>
              <a:avLst/>
              <a:gdLst>
                <a:gd name="T0" fmla="*/ 2081 w 2362"/>
                <a:gd name="T1" fmla="*/ 0 h 2137"/>
                <a:gd name="T2" fmla="*/ 2161 w 2362"/>
                <a:gd name="T3" fmla="*/ 12 h 2137"/>
                <a:gd name="T4" fmla="*/ 2233 w 2362"/>
                <a:gd name="T5" fmla="*/ 45 h 2137"/>
                <a:gd name="T6" fmla="*/ 2292 w 2362"/>
                <a:gd name="T7" fmla="*/ 97 h 2137"/>
                <a:gd name="T8" fmla="*/ 2336 w 2362"/>
                <a:gd name="T9" fmla="*/ 163 h 2137"/>
                <a:gd name="T10" fmla="*/ 2359 w 2362"/>
                <a:gd name="T11" fmla="*/ 240 h 2137"/>
                <a:gd name="T12" fmla="*/ 2362 w 2362"/>
                <a:gd name="T13" fmla="*/ 1462 h 2137"/>
                <a:gd name="T14" fmla="*/ 2349 w 2362"/>
                <a:gd name="T15" fmla="*/ 1543 h 2137"/>
                <a:gd name="T16" fmla="*/ 2317 w 2362"/>
                <a:gd name="T17" fmla="*/ 1615 h 2137"/>
                <a:gd name="T18" fmla="*/ 2265 w 2362"/>
                <a:gd name="T19" fmla="*/ 1674 h 2137"/>
                <a:gd name="T20" fmla="*/ 2199 w 2362"/>
                <a:gd name="T21" fmla="*/ 1717 h 2137"/>
                <a:gd name="T22" fmla="*/ 2122 w 2362"/>
                <a:gd name="T23" fmla="*/ 1740 h 2137"/>
                <a:gd name="T24" fmla="*/ 1518 w 2362"/>
                <a:gd name="T25" fmla="*/ 1743 h 2137"/>
                <a:gd name="T26" fmla="*/ 1555 w 2362"/>
                <a:gd name="T27" fmla="*/ 1802 h 2137"/>
                <a:gd name="T28" fmla="*/ 1622 w 2362"/>
                <a:gd name="T29" fmla="*/ 1824 h 2137"/>
                <a:gd name="T30" fmla="*/ 1677 w 2362"/>
                <a:gd name="T31" fmla="*/ 1866 h 2137"/>
                <a:gd name="T32" fmla="*/ 1718 w 2362"/>
                <a:gd name="T33" fmla="*/ 1920 h 2137"/>
                <a:gd name="T34" fmla="*/ 1740 w 2362"/>
                <a:gd name="T35" fmla="*/ 1988 h 2137"/>
                <a:gd name="T36" fmla="*/ 1740 w 2362"/>
                <a:gd name="T37" fmla="*/ 2049 h 2137"/>
                <a:gd name="T38" fmla="*/ 1719 w 2362"/>
                <a:gd name="T39" fmla="*/ 2095 h 2137"/>
                <a:gd name="T40" fmla="*/ 1681 w 2362"/>
                <a:gd name="T41" fmla="*/ 2125 h 2137"/>
                <a:gd name="T42" fmla="*/ 1631 w 2362"/>
                <a:gd name="T43" fmla="*/ 2137 h 2137"/>
                <a:gd name="T44" fmla="*/ 706 w 2362"/>
                <a:gd name="T45" fmla="*/ 2134 h 2137"/>
                <a:gd name="T46" fmla="*/ 661 w 2362"/>
                <a:gd name="T47" fmla="*/ 2112 h 2137"/>
                <a:gd name="T48" fmla="*/ 631 w 2362"/>
                <a:gd name="T49" fmla="*/ 2074 h 2137"/>
                <a:gd name="T50" fmla="*/ 619 w 2362"/>
                <a:gd name="T51" fmla="*/ 2024 h 2137"/>
                <a:gd name="T52" fmla="*/ 631 w 2362"/>
                <a:gd name="T53" fmla="*/ 1953 h 2137"/>
                <a:gd name="T54" fmla="*/ 662 w 2362"/>
                <a:gd name="T55" fmla="*/ 1891 h 2137"/>
                <a:gd name="T56" fmla="*/ 711 w 2362"/>
                <a:gd name="T57" fmla="*/ 1842 h 2137"/>
                <a:gd name="T58" fmla="*/ 772 w 2362"/>
                <a:gd name="T59" fmla="*/ 1811 h 2137"/>
                <a:gd name="T60" fmla="*/ 844 w 2362"/>
                <a:gd name="T61" fmla="*/ 1799 h 2137"/>
                <a:gd name="T62" fmla="*/ 281 w 2362"/>
                <a:gd name="T63" fmla="*/ 1743 h 2137"/>
                <a:gd name="T64" fmla="*/ 201 w 2362"/>
                <a:gd name="T65" fmla="*/ 1731 h 2137"/>
                <a:gd name="T66" fmla="*/ 129 w 2362"/>
                <a:gd name="T67" fmla="*/ 1698 h 2137"/>
                <a:gd name="T68" fmla="*/ 70 w 2362"/>
                <a:gd name="T69" fmla="*/ 1646 h 2137"/>
                <a:gd name="T70" fmla="*/ 26 w 2362"/>
                <a:gd name="T71" fmla="*/ 1580 h 2137"/>
                <a:gd name="T72" fmla="*/ 3 w 2362"/>
                <a:gd name="T73" fmla="*/ 1503 h 2137"/>
                <a:gd name="T74" fmla="*/ 0 w 2362"/>
                <a:gd name="T75" fmla="*/ 281 h 2137"/>
                <a:gd name="T76" fmla="*/ 13 w 2362"/>
                <a:gd name="T77" fmla="*/ 200 h 2137"/>
                <a:gd name="T78" fmla="*/ 45 w 2362"/>
                <a:gd name="T79" fmla="*/ 128 h 2137"/>
                <a:gd name="T80" fmla="*/ 97 w 2362"/>
                <a:gd name="T81" fmla="*/ 69 h 2137"/>
                <a:gd name="T82" fmla="*/ 163 w 2362"/>
                <a:gd name="T83" fmla="*/ 26 h 2137"/>
                <a:gd name="T84" fmla="*/ 240 w 2362"/>
                <a:gd name="T85" fmla="*/ 3 h 2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62" h="2137">
                  <a:moveTo>
                    <a:pt x="281" y="0"/>
                  </a:moveTo>
                  <a:lnTo>
                    <a:pt x="2081" y="0"/>
                  </a:lnTo>
                  <a:lnTo>
                    <a:pt x="2122" y="3"/>
                  </a:lnTo>
                  <a:lnTo>
                    <a:pt x="2161" y="12"/>
                  </a:lnTo>
                  <a:lnTo>
                    <a:pt x="2199" y="26"/>
                  </a:lnTo>
                  <a:lnTo>
                    <a:pt x="2233" y="45"/>
                  </a:lnTo>
                  <a:lnTo>
                    <a:pt x="2265" y="69"/>
                  </a:lnTo>
                  <a:lnTo>
                    <a:pt x="2292" y="97"/>
                  </a:lnTo>
                  <a:lnTo>
                    <a:pt x="2317" y="128"/>
                  </a:lnTo>
                  <a:lnTo>
                    <a:pt x="2336" y="163"/>
                  </a:lnTo>
                  <a:lnTo>
                    <a:pt x="2349" y="200"/>
                  </a:lnTo>
                  <a:lnTo>
                    <a:pt x="2359" y="240"/>
                  </a:lnTo>
                  <a:lnTo>
                    <a:pt x="2362" y="281"/>
                  </a:lnTo>
                  <a:lnTo>
                    <a:pt x="2362" y="1462"/>
                  </a:lnTo>
                  <a:lnTo>
                    <a:pt x="2359" y="1503"/>
                  </a:lnTo>
                  <a:lnTo>
                    <a:pt x="2349" y="1543"/>
                  </a:lnTo>
                  <a:lnTo>
                    <a:pt x="2336" y="1580"/>
                  </a:lnTo>
                  <a:lnTo>
                    <a:pt x="2317" y="1615"/>
                  </a:lnTo>
                  <a:lnTo>
                    <a:pt x="2292" y="1646"/>
                  </a:lnTo>
                  <a:lnTo>
                    <a:pt x="2265" y="1674"/>
                  </a:lnTo>
                  <a:lnTo>
                    <a:pt x="2233" y="1698"/>
                  </a:lnTo>
                  <a:lnTo>
                    <a:pt x="2199" y="1717"/>
                  </a:lnTo>
                  <a:lnTo>
                    <a:pt x="2161" y="1731"/>
                  </a:lnTo>
                  <a:lnTo>
                    <a:pt x="2122" y="1740"/>
                  </a:lnTo>
                  <a:lnTo>
                    <a:pt x="2081" y="1743"/>
                  </a:lnTo>
                  <a:lnTo>
                    <a:pt x="1518" y="1743"/>
                  </a:lnTo>
                  <a:lnTo>
                    <a:pt x="1518" y="1799"/>
                  </a:lnTo>
                  <a:lnTo>
                    <a:pt x="1555" y="1802"/>
                  </a:lnTo>
                  <a:lnTo>
                    <a:pt x="1590" y="1811"/>
                  </a:lnTo>
                  <a:lnTo>
                    <a:pt x="1622" y="1824"/>
                  </a:lnTo>
                  <a:lnTo>
                    <a:pt x="1651" y="1842"/>
                  </a:lnTo>
                  <a:lnTo>
                    <a:pt x="1677" y="1866"/>
                  </a:lnTo>
                  <a:lnTo>
                    <a:pt x="1700" y="1891"/>
                  </a:lnTo>
                  <a:lnTo>
                    <a:pt x="1718" y="1920"/>
                  </a:lnTo>
                  <a:lnTo>
                    <a:pt x="1731" y="1953"/>
                  </a:lnTo>
                  <a:lnTo>
                    <a:pt x="1740" y="1988"/>
                  </a:lnTo>
                  <a:lnTo>
                    <a:pt x="1743" y="2024"/>
                  </a:lnTo>
                  <a:lnTo>
                    <a:pt x="1740" y="2049"/>
                  </a:lnTo>
                  <a:lnTo>
                    <a:pt x="1731" y="2074"/>
                  </a:lnTo>
                  <a:lnTo>
                    <a:pt x="1719" y="2095"/>
                  </a:lnTo>
                  <a:lnTo>
                    <a:pt x="1701" y="2112"/>
                  </a:lnTo>
                  <a:lnTo>
                    <a:pt x="1681" y="2125"/>
                  </a:lnTo>
                  <a:lnTo>
                    <a:pt x="1656" y="2134"/>
                  </a:lnTo>
                  <a:lnTo>
                    <a:pt x="1631" y="2137"/>
                  </a:lnTo>
                  <a:lnTo>
                    <a:pt x="731" y="2137"/>
                  </a:lnTo>
                  <a:lnTo>
                    <a:pt x="706" y="2134"/>
                  </a:lnTo>
                  <a:lnTo>
                    <a:pt x="681" y="2125"/>
                  </a:lnTo>
                  <a:lnTo>
                    <a:pt x="661" y="2112"/>
                  </a:lnTo>
                  <a:lnTo>
                    <a:pt x="643" y="2095"/>
                  </a:lnTo>
                  <a:lnTo>
                    <a:pt x="631" y="2074"/>
                  </a:lnTo>
                  <a:lnTo>
                    <a:pt x="622" y="2049"/>
                  </a:lnTo>
                  <a:lnTo>
                    <a:pt x="619" y="2024"/>
                  </a:lnTo>
                  <a:lnTo>
                    <a:pt x="622" y="1988"/>
                  </a:lnTo>
                  <a:lnTo>
                    <a:pt x="631" y="1953"/>
                  </a:lnTo>
                  <a:lnTo>
                    <a:pt x="644" y="1920"/>
                  </a:lnTo>
                  <a:lnTo>
                    <a:pt x="662" y="1891"/>
                  </a:lnTo>
                  <a:lnTo>
                    <a:pt x="685" y="1866"/>
                  </a:lnTo>
                  <a:lnTo>
                    <a:pt x="711" y="1842"/>
                  </a:lnTo>
                  <a:lnTo>
                    <a:pt x="740" y="1824"/>
                  </a:lnTo>
                  <a:lnTo>
                    <a:pt x="772" y="1811"/>
                  </a:lnTo>
                  <a:lnTo>
                    <a:pt x="807" y="1802"/>
                  </a:lnTo>
                  <a:lnTo>
                    <a:pt x="844" y="1799"/>
                  </a:lnTo>
                  <a:lnTo>
                    <a:pt x="844" y="1743"/>
                  </a:lnTo>
                  <a:lnTo>
                    <a:pt x="281" y="1743"/>
                  </a:lnTo>
                  <a:lnTo>
                    <a:pt x="240" y="1740"/>
                  </a:lnTo>
                  <a:lnTo>
                    <a:pt x="201" y="1731"/>
                  </a:lnTo>
                  <a:lnTo>
                    <a:pt x="163" y="1717"/>
                  </a:lnTo>
                  <a:lnTo>
                    <a:pt x="129" y="1698"/>
                  </a:lnTo>
                  <a:lnTo>
                    <a:pt x="97" y="1674"/>
                  </a:lnTo>
                  <a:lnTo>
                    <a:pt x="70" y="1646"/>
                  </a:lnTo>
                  <a:lnTo>
                    <a:pt x="45" y="1615"/>
                  </a:lnTo>
                  <a:lnTo>
                    <a:pt x="26" y="1580"/>
                  </a:lnTo>
                  <a:lnTo>
                    <a:pt x="13" y="1543"/>
                  </a:lnTo>
                  <a:lnTo>
                    <a:pt x="3" y="1503"/>
                  </a:lnTo>
                  <a:lnTo>
                    <a:pt x="0" y="1462"/>
                  </a:lnTo>
                  <a:lnTo>
                    <a:pt x="0" y="281"/>
                  </a:lnTo>
                  <a:lnTo>
                    <a:pt x="3" y="240"/>
                  </a:lnTo>
                  <a:lnTo>
                    <a:pt x="13" y="200"/>
                  </a:lnTo>
                  <a:lnTo>
                    <a:pt x="26" y="163"/>
                  </a:lnTo>
                  <a:lnTo>
                    <a:pt x="45" y="128"/>
                  </a:lnTo>
                  <a:lnTo>
                    <a:pt x="70" y="97"/>
                  </a:lnTo>
                  <a:lnTo>
                    <a:pt x="97" y="69"/>
                  </a:lnTo>
                  <a:lnTo>
                    <a:pt x="129" y="45"/>
                  </a:lnTo>
                  <a:lnTo>
                    <a:pt x="163" y="26"/>
                  </a:lnTo>
                  <a:lnTo>
                    <a:pt x="201" y="12"/>
                  </a:lnTo>
                  <a:lnTo>
                    <a:pt x="240" y="3"/>
                  </a:lnTo>
                  <a:lnTo>
                    <a:pt x="281"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64" name="Freeform 24"/>
            <p:cNvSpPr>
              <a:spLocks noEditPoints="1"/>
            </p:cNvSpPr>
            <p:nvPr/>
          </p:nvSpPr>
          <p:spPr bwMode="auto">
            <a:xfrm>
              <a:off x="7785099" y="4756150"/>
              <a:ext cx="485775" cy="434975"/>
            </a:xfrm>
            <a:custGeom>
              <a:avLst/>
              <a:gdLst>
                <a:gd name="T0" fmla="*/ 1293 w 2136"/>
                <a:gd name="T1" fmla="*/ 1631 h 1912"/>
                <a:gd name="T2" fmla="*/ 1405 w 2136"/>
                <a:gd name="T3" fmla="*/ 1800 h 1912"/>
                <a:gd name="T4" fmla="*/ 1455 w 2136"/>
                <a:gd name="T5" fmla="*/ 1811 h 1912"/>
                <a:gd name="T6" fmla="*/ 1493 w 2136"/>
                <a:gd name="T7" fmla="*/ 1841 h 1912"/>
                <a:gd name="T8" fmla="*/ 1515 w 2136"/>
                <a:gd name="T9" fmla="*/ 1887 h 1912"/>
                <a:gd name="T10" fmla="*/ 618 w 2136"/>
                <a:gd name="T11" fmla="*/ 1912 h 1912"/>
                <a:gd name="T12" fmla="*/ 630 w 2136"/>
                <a:gd name="T13" fmla="*/ 1862 h 1912"/>
                <a:gd name="T14" fmla="*/ 660 w 2136"/>
                <a:gd name="T15" fmla="*/ 1824 h 1912"/>
                <a:gd name="T16" fmla="*/ 705 w 2136"/>
                <a:gd name="T17" fmla="*/ 1802 h 1912"/>
                <a:gd name="T18" fmla="*/ 843 w 2136"/>
                <a:gd name="T19" fmla="*/ 1800 h 1912"/>
                <a:gd name="T20" fmla="*/ 1470 w 2136"/>
                <a:gd name="T21" fmla="*/ 788 h 1912"/>
                <a:gd name="T22" fmla="*/ 1750 w 2136"/>
                <a:gd name="T23" fmla="*/ 790 h 1912"/>
                <a:gd name="T24" fmla="*/ 1780 w 2136"/>
                <a:gd name="T25" fmla="*/ 807 h 1912"/>
                <a:gd name="T26" fmla="*/ 1797 w 2136"/>
                <a:gd name="T27" fmla="*/ 836 h 1912"/>
                <a:gd name="T28" fmla="*/ 1799 w 2136"/>
                <a:gd name="T29" fmla="*/ 1115 h 1912"/>
                <a:gd name="T30" fmla="*/ 1789 w 2136"/>
                <a:gd name="T31" fmla="*/ 1148 h 1912"/>
                <a:gd name="T32" fmla="*/ 1766 w 2136"/>
                <a:gd name="T33" fmla="*/ 1173 h 1912"/>
                <a:gd name="T34" fmla="*/ 1734 w 2136"/>
                <a:gd name="T35" fmla="*/ 1181 h 1912"/>
                <a:gd name="T36" fmla="*/ 1454 w 2136"/>
                <a:gd name="T37" fmla="*/ 1179 h 1912"/>
                <a:gd name="T38" fmla="*/ 1425 w 2136"/>
                <a:gd name="T39" fmla="*/ 1162 h 1912"/>
                <a:gd name="T40" fmla="*/ 1408 w 2136"/>
                <a:gd name="T41" fmla="*/ 1133 h 1912"/>
                <a:gd name="T42" fmla="*/ 1405 w 2136"/>
                <a:gd name="T43" fmla="*/ 854 h 1912"/>
                <a:gd name="T44" fmla="*/ 1414 w 2136"/>
                <a:gd name="T45" fmla="*/ 820 h 1912"/>
                <a:gd name="T46" fmla="*/ 1438 w 2136"/>
                <a:gd name="T47" fmla="*/ 796 h 1912"/>
                <a:gd name="T48" fmla="*/ 1470 w 2136"/>
                <a:gd name="T49" fmla="*/ 788 h 1912"/>
                <a:gd name="T50" fmla="*/ 168 w 2136"/>
                <a:gd name="T51" fmla="*/ 1294 h 1912"/>
                <a:gd name="T52" fmla="*/ 1968 w 2136"/>
                <a:gd name="T53" fmla="*/ 169 h 1912"/>
                <a:gd name="T54" fmla="*/ 385 w 2136"/>
                <a:gd name="T55" fmla="*/ 0 h 1912"/>
                <a:gd name="T56" fmla="*/ 575 w 2136"/>
                <a:gd name="T57" fmla="*/ 0 h 1912"/>
                <a:gd name="T58" fmla="*/ 910 w 2136"/>
                <a:gd name="T59" fmla="*/ 0 h 1912"/>
                <a:gd name="T60" fmla="*/ 1147 w 2136"/>
                <a:gd name="T61" fmla="*/ 0 h 1912"/>
                <a:gd name="T62" fmla="*/ 1307 w 2136"/>
                <a:gd name="T63" fmla="*/ 0 h 1912"/>
                <a:gd name="T64" fmla="*/ 1653 w 2136"/>
                <a:gd name="T65" fmla="*/ 0 h 1912"/>
                <a:gd name="T66" fmla="*/ 1856 w 2136"/>
                <a:gd name="T67" fmla="*/ 0 h 1912"/>
                <a:gd name="T68" fmla="*/ 1998 w 2136"/>
                <a:gd name="T69" fmla="*/ 3 h 1912"/>
                <a:gd name="T70" fmla="*/ 2053 w 2136"/>
                <a:gd name="T71" fmla="*/ 23 h 1912"/>
                <a:gd name="T72" fmla="*/ 2097 w 2136"/>
                <a:gd name="T73" fmla="*/ 60 h 1912"/>
                <a:gd name="T74" fmla="*/ 2125 w 2136"/>
                <a:gd name="T75" fmla="*/ 110 h 1912"/>
                <a:gd name="T76" fmla="*/ 2136 w 2136"/>
                <a:gd name="T77" fmla="*/ 169 h 1912"/>
                <a:gd name="T78" fmla="*/ 2136 w 2136"/>
                <a:gd name="T79" fmla="*/ 696 h 1912"/>
                <a:gd name="T80" fmla="*/ 2136 w 2136"/>
                <a:gd name="T81" fmla="*/ 1350 h 1912"/>
                <a:gd name="T82" fmla="*/ 2125 w 2136"/>
                <a:gd name="T83" fmla="*/ 1409 h 1912"/>
                <a:gd name="T84" fmla="*/ 2097 w 2136"/>
                <a:gd name="T85" fmla="*/ 1459 h 1912"/>
                <a:gd name="T86" fmla="*/ 2053 w 2136"/>
                <a:gd name="T87" fmla="*/ 1496 h 1912"/>
                <a:gd name="T88" fmla="*/ 1998 w 2136"/>
                <a:gd name="T89" fmla="*/ 1516 h 1912"/>
                <a:gd name="T90" fmla="*/ 168 w 2136"/>
                <a:gd name="T91" fmla="*/ 1518 h 1912"/>
                <a:gd name="T92" fmla="*/ 110 w 2136"/>
                <a:gd name="T93" fmla="*/ 1507 h 1912"/>
                <a:gd name="T94" fmla="*/ 60 w 2136"/>
                <a:gd name="T95" fmla="*/ 1479 h 1912"/>
                <a:gd name="T96" fmla="*/ 23 w 2136"/>
                <a:gd name="T97" fmla="*/ 1435 h 1912"/>
                <a:gd name="T98" fmla="*/ 2 w 2136"/>
                <a:gd name="T99" fmla="*/ 1381 h 1912"/>
                <a:gd name="T100" fmla="*/ 0 w 2136"/>
                <a:gd name="T101" fmla="*/ 948 h 1912"/>
                <a:gd name="T102" fmla="*/ 0 w 2136"/>
                <a:gd name="T103" fmla="*/ 696 h 1912"/>
                <a:gd name="T104" fmla="*/ 2 w 2136"/>
                <a:gd name="T105" fmla="*/ 138 h 1912"/>
                <a:gd name="T106" fmla="*/ 23 w 2136"/>
                <a:gd name="T107" fmla="*/ 83 h 1912"/>
                <a:gd name="T108" fmla="*/ 60 w 2136"/>
                <a:gd name="T109" fmla="*/ 40 h 1912"/>
                <a:gd name="T110" fmla="*/ 110 w 2136"/>
                <a:gd name="T111" fmla="*/ 11 h 1912"/>
                <a:gd name="T112" fmla="*/ 168 w 2136"/>
                <a:gd name="T113" fmla="*/ 0 h 1912"/>
                <a:gd name="T114" fmla="*/ 385 w 2136"/>
                <a:gd name="T115" fmla="*/ 0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36" h="1912">
                  <a:moveTo>
                    <a:pt x="843" y="1631"/>
                  </a:moveTo>
                  <a:lnTo>
                    <a:pt x="1293" y="1631"/>
                  </a:lnTo>
                  <a:lnTo>
                    <a:pt x="1293" y="1800"/>
                  </a:lnTo>
                  <a:lnTo>
                    <a:pt x="1405" y="1800"/>
                  </a:lnTo>
                  <a:lnTo>
                    <a:pt x="1431" y="1802"/>
                  </a:lnTo>
                  <a:lnTo>
                    <a:pt x="1455" y="1811"/>
                  </a:lnTo>
                  <a:lnTo>
                    <a:pt x="1476" y="1824"/>
                  </a:lnTo>
                  <a:lnTo>
                    <a:pt x="1493" y="1841"/>
                  </a:lnTo>
                  <a:lnTo>
                    <a:pt x="1506" y="1862"/>
                  </a:lnTo>
                  <a:lnTo>
                    <a:pt x="1515" y="1887"/>
                  </a:lnTo>
                  <a:lnTo>
                    <a:pt x="1518" y="1912"/>
                  </a:lnTo>
                  <a:lnTo>
                    <a:pt x="618" y="1912"/>
                  </a:lnTo>
                  <a:lnTo>
                    <a:pt x="621" y="1887"/>
                  </a:lnTo>
                  <a:lnTo>
                    <a:pt x="630" y="1862"/>
                  </a:lnTo>
                  <a:lnTo>
                    <a:pt x="643" y="1841"/>
                  </a:lnTo>
                  <a:lnTo>
                    <a:pt x="660" y="1824"/>
                  </a:lnTo>
                  <a:lnTo>
                    <a:pt x="681" y="1811"/>
                  </a:lnTo>
                  <a:lnTo>
                    <a:pt x="705" y="1802"/>
                  </a:lnTo>
                  <a:lnTo>
                    <a:pt x="731" y="1800"/>
                  </a:lnTo>
                  <a:lnTo>
                    <a:pt x="843" y="1800"/>
                  </a:lnTo>
                  <a:lnTo>
                    <a:pt x="843" y="1631"/>
                  </a:lnTo>
                  <a:close/>
                  <a:moveTo>
                    <a:pt x="1470" y="788"/>
                  </a:moveTo>
                  <a:lnTo>
                    <a:pt x="1734" y="788"/>
                  </a:lnTo>
                  <a:lnTo>
                    <a:pt x="1750" y="790"/>
                  </a:lnTo>
                  <a:lnTo>
                    <a:pt x="1766" y="796"/>
                  </a:lnTo>
                  <a:lnTo>
                    <a:pt x="1780" y="807"/>
                  </a:lnTo>
                  <a:lnTo>
                    <a:pt x="1789" y="820"/>
                  </a:lnTo>
                  <a:lnTo>
                    <a:pt x="1797" y="836"/>
                  </a:lnTo>
                  <a:lnTo>
                    <a:pt x="1799" y="854"/>
                  </a:lnTo>
                  <a:lnTo>
                    <a:pt x="1799" y="1115"/>
                  </a:lnTo>
                  <a:lnTo>
                    <a:pt x="1797" y="1133"/>
                  </a:lnTo>
                  <a:lnTo>
                    <a:pt x="1789" y="1148"/>
                  </a:lnTo>
                  <a:lnTo>
                    <a:pt x="1780" y="1162"/>
                  </a:lnTo>
                  <a:lnTo>
                    <a:pt x="1766" y="1173"/>
                  </a:lnTo>
                  <a:lnTo>
                    <a:pt x="1750" y="1179"/>
                  </a:lnTo>
                  <a:lnTo>
                    <a:pt x="1734" y="1181"/>
                  </a:lnTo>
                  <a:lnTo>
                    <a:pt x="1470" y="1181"/>
                  </a:lnTo>
                  <a:lnTo>
                    <a:pt x="1454" y="1179"/>
                  </a:lnTo>
                  <a:lnTo>
                    <a:pt x="1438" y="1173"/>
                  </a:lnTo>
                  <a:lnTo>
                    <a:pt x="1425" y="1162"/>
                  </a:lnTo>
                  <a:lnTo>
                    <a:pt x="1414" y="1148"/>
                  </a:lnTo>
                  <a:lnTo>
                    <a:pt x="1408" y="1133"/>
                  </a:lnTo>
                  <a:lnTo>
                    <a:pt x="1405" y="1115"/>
                  </a:lnTo>
                  <a:lnTo>
                    <a:pt x="1405" y="854"/>
                  </a:lnTo>
                  <a:lnTo>
                    <a:pt x="1408" y="836"/>
                  </a:lnTo>
                  <a:lnTo>
                    <a:pt x="1414" y="820"/>
                  </a:lnTo>
                  <a:lnTo>
                    <a:pt x="1425" y="807"/>
                  </a:lnTo>
                  <a:lnTo>
                    <a:pt x="1438" y="796"/>
                  </a:lnTo>
                  <a:lnTo>
                    <a:pt x="1454" y="790"/>
                  </a:lnTo>
                  <a:lnTo>
                    <a:pt x="1470" y="788"/>
                  </a:lnTo>
                  <a:close/>
                  <a:moveTo>
                    <a:pt x="168" y="169"/>
                  </a:moveTo>
                  <a:lnTo>
                    <a:pt x="168" y="1294"/>
                  </a:lnTo>
                  <a:lnTo>
                    <a:pt x="1968" y="1294"/>
                  </a:lnTo>
                  <a:lnTo>
                    <a:pt x="1968" y="169"/>
                  </a:lnTo>
                  <a:lnTo>
                    <a:pt x="168" y="169"/>
                  </a:lnTo>
                  <a:close/>
                  <a:moveTo>
                    <a:pt x="385" y="0"/>
                  </a:moveTo>
                  <a:lnTo>
                    <a:pt x="483" y="0"/>
                  </a:lnTo>
                  <a:lnTo>
                    <a:pt x="575" y="0"/>
                  </a:lnTo>
                  <a:lnTo>
                    <a:pt x="829" y="0"/>
                  </a:lnTo>
                  <a:lnTo>
                    <a:pt x="910" y="0"/>
                  </a:lnTo>
                  <a:lnTo>
                    <a:pt x="989" y="0"/>
                  </a:lnTo>
                  <a:lnTo>
                    <a:pt x="1147" y="0"/>
                  </a:lnTo>
                  <a:lnTo>
                    <a:pt x="1226" y="0"/>
                  </a:lnTo>
                  <a:lnTo>
                    <a:pt x="1307" y="0"/>
                  </a:lnTo>
                  <a:lnTo>
                    <a:pt x="1389" y="0"/>
                  </a:lnTo>
                  <a:lnTo>
                    <a:pt x="1653" y="0"/>
                  </a:lnTo>
                  <a:lnTo>
                    <a:pt x="1751" y="0"/>
                  </a:lnTo>
                  <a:lnTo>
                    <a:pt x="1856" y="0"/>
                  </a:lnTo>
                  <a:lnTo>
                    <a:pt x="1968" y="0"/>
                  </a:lnTo>
                  <a:lnTo>
                    <a:pt x="1998" y="3"/>
                  </a:lnTo>
                  <a:lnTo>
                    <a:pt x="2026" y="11"/>
                  </a:lnTo>
                  <a:lnTo>
                    <a:pt x="2053" y="23"/>
                  </a:lnTo>
                  <a:lnTo>
                    <a:pt x="2076" y="40"/>
                  </a:lnTo>
                  <a:lnTo>
                    <a:pt x="2097" y="60"/>
                  </a:lnTo>
                  <a:lnTo>
                    <a:pt x="2113" y="83"/>
                  </a:lnTo>
                  <a:lnTo>
                    <a:pt x="2125" y="110"/>
                  </a:lnTo>
                  <a:lnTo>
                    <a:pt x="2134" y="138"/>
                  </a:lnTo>
                  <a:lnTo>
                    <a:pt x="2136" y="169"/>
                  </a:lnTo>
                  <a:lnTo>
                    <a:pt x="2136" y="570"/>
                  </a:lnTo>
                  <a:lnTo>
                    <a:pt x="2136" y="696"/>
                  </a:lnTo>
                  <a:lnTo>
                    <a:pt x="2136" y="822"/>
                  </a:lnTo>
                  <a:lnTo>
                    <a:pt x="2136" y="1350"/>
                  </a:lnTo>
                  <a:lnTo>
                    <a:pt x="2134" y="1381"/>
                  </a:lnTo>
                  <a:lnTo>
                    <a:pt x="2125" y="1409"/>
                  </a:lnTo>
                  <a:lnTo>
                    <a:pt x="2113" y="1435"/>
                  </a:lnTo>
                  <a:lnTo>
                    <a:pt x="2097" y="1459"/>
                  </a:lnTo>
                  <a:lnTo>
                    <a:pt x="2076" y="1479"/>
                  </a:lnTo>
                  <a:lnTo>
                    <a:pt x="2053" y="1496"/>
                  </a:lnTo>
                  <a:lnTo>
                    <a:pt x="2026" y="1507"/>
                  </a:lnTo>
                  <a:lnTo>
                    <a:pt x="1998" y="1516"/>
                  </a:lnTo>
                  <a:lnTo>
                    <a:pt x="1968" y="1518"/>
                  </a:lnTo>
                  <a:lnTo>
                    <a:pt x="168" y="1518"/>
                  </a:lnTo>
                  <a:lnTo>
                    <a:pt x="138" y="1516"/>
                  </a:lnTo>
                  <a:lnTo>
                    <a:pt x="110" y="1507"/>
                  </a:lnTo>
                  <a:lnTo>
                    <a:pt x="83" y="1496"/>
                  </a:lnTo>
                  <a:lnTo>
                    <a:pt x="60" y="1479"/>
                  </a:lnTo>
                  <a:lnTo>
                    <a:pt x="39" y="1459"/>
                  </a:lnTo>
                  <a:lnTo>
                    <a:pt x="23" y="1435"/>
                  </a:lnTo>
                  <a:lnTo>
                    <a:pt x="11" y="1409"/>
                  </a:lnTo>
                  <a:lnTo>
                    <a:pt x="2" y="1381"/>
                  </a:lnTo>
                  <a:lnTo>
                    <a:pt x="0" y="1350"/>
                  </a:lnTo>
                  <a:lnTo>
                    <a:pt x="0" y="948"/>
                  </a:lnTo>
                  <a:lnTo>
                    <a:pt x="0" y="822"/>
                  </a:lnTo>
                  <a:lnTo>
                    <a:pt x="0" y="696"/>
                  </a:lnTo>
                  <a:lnTo>
                    <a:pt x="0" y="169"/>
                  </a:lnTo>
                  <a:lnTo>
                    <a:pt x="2" y="138"/>
                  </a:lnTo>
                  <a:lnTo>
                    <a:pt x="11" y="110"/>
                  </a:lnTo>
                  <a:lnTo>
                    <a:pt x="23" y="83"/>
                  </a:lnTo>
                  <a:lnTo>
                    <a:pt x="39" y="60"/>
                  </a:lnTo>
                  <a:lnTo>
                    <a:pt x="60" y="40"/>
                  </a:lnTo>
                  <a:lnTo>
                    <a:pt x="83" y="23"/>
                  </a:lnTo>
                  <a:lnTo>
                    <a:pt x="110" y="11"/>
                  </a:lnTo>
                  <a:lnTo>
                    <a:pt x="138" y="3"/>
                  </a:lnTo>
                  <a:lnTo>
                    <a:pt x="168" y="0"/>
                  </a:lnTo>
                  <a:lnTo>
                    <a:pt x="280" y="0"/>
                  </a:lnTo>
                  <a:lnTo>
                    <a:pt x="38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65" name="Freeform 25"/>
            <p:cNvSpPr>
              <a:spLocks noEditPoints="1"/>
            </p:cNvSpPr>
            <p:nvPr/>
          </p:nvSpPr>
          <p:spPr bwMode="auto">
            <a:xfrm>
              <a:off x="7862887" y="4821238"/>
              <a:ext cx="330200" cy="203200"/>
            </a:xfrm>
            <a:custGeom>
              <a:avLst/>
              <a:gdLst>
                <a:gd name="T0" fmla="*/ 880 w 1462"/>
                <a:gd name="T1" fmla="*/ 508 h 899"/>
                <a:gd name="T2" fmla="*/ 919 w 1462"/>
                <a:gd name="T3" fmla="*/ 538 h 899"/>
                <a:gd name="T4" fmla="*/ 927 w 1462"/>
                <a:gd name="T5" fmla="*/ 833 h 899"/>
                <a:gd name="T6" fmla="*/ 908 w 1462"/>
                <a:gd name="T7" fmla="*/ 880 h 899"/>
                <a:gd name="T8" fmla="*/ 862 w 1462"/>
                <a:gd name="T9" fmla="*/ 899 h 899"/>
                <a:gd name="T10" fmla="*/ 566 w 1462"/>
                <a:gd name="T11" fmla="*/ 891 h 899"/>
                <a:gd name="T12" fmla="*/ 537 w 1462"/>
                <a:gd name="T13" fmla="*/ 851 h 899"/>
                <a:gd name="T14" fmla="*/ 537 w 1462"/>
                <a:gd name="T15" fmla="*/ 554 h 899"/>
                <a:gd name="T16" fmla="*/ 566 w 1462"/>
                <a:gd name="T17" fmla="*/ 514 h 899"/>
                <a:gd name="T18" fmla="*/ 65 w 1462"/>
                <a:gd name="T19" fmla="*/ 506 h 899"/>
                <a:gd name="T20" fmla="*/ 361 w 1462"/>
                <a:gd name="T21" fmla="*/ 514 h 899"/>
                <a:gd name="T22" fmla="*/ 391 w 1462"/>
                <a:gd name="T23" fmla="*/ 554 h 899"/>
                <a:gd name="T24" fmla="*/ 391 w 1462"/>
                <a:gd name="T25" fmla="*/ 851 h 899"/>
                <a:gd name="T26" fmla="*/ 361 w 1462"/>
                <a:gd name="T27" fmla="*/ 891 h 899"/>
                <a:gd name="T28" fmla="*/ 65 w 1462"/>
                <a:gd name="T29" fmla="*/ 899 h 899"/>
                <a:gd name="T30" fmla="*/ 19 w 1462"/>
                <a:gd name="T31" fmla="*/ 880 h 899"/>
                <a:gd name="T32" fmla="*/ 0 w 1462"/>
                <a:gd name="T33" fmla="*/ 833 h 899"/>
                <a:gd name="T34" fmla="*/ 10 w 1462"/>
                <a:gd name="T35" fmla="*/ 538 h 899"/>
                <a:gd name="T36" fmla="*/ 49 w 1462"/>
                <a:gd name="T37" fmla="*/ 508 h 899"/>
                <a:gd name="T38" fmla="*/ 1397 w 1462"/>
                <a:gd name="T39" fmla="*/ 0 h 899"/>
                <a:gd name="T40" fmla="*/ 1443 w 1462"/>
                <a:gd name="T41" fmla="*/ 19 h 899"/>
                <a:gd name="T42" fmla="*/ 1462 w 1462"/>
                <a:gd name="T43" fmla="*/ 66 h 899"/>
                <a:gd name="T44" fmla="*/ 1452 w 1462"/>
                <a:gd name="T45" fmla="*/ 360 h 899"/>
                <a:gd name="T46" fmla="*/ 1413 w 1462"/>
                <a:gd name="T47" fmla="*/ 391 h 899"/>
                <a:gd name="T48" fmla="*/ 1117 w 1462"/>
                <a:gd name="T49" fmla="*/ 391 h 899"/>
                <a:gd name="T50" fmla="*/ 1077 w 1462"/>
                <a:gd name="T51" fmla="*/ 360 h 899"/>
                <a:gd name="T52" fmla="*/ 1068 w 1462"/>
                <a:gd name="T53" fmla="*/ 66 h 899"/>
                <a:gd name="T54" fmla="*/ 1088 w 1462"/>
                <a:gd name="T55" fmla="*/ 19 h 899"/>
                <a:gd name="T56" fmla="*/ 1133 w 1462"/>
                <a:gd name="T57" fmla="*/ 0 h 899"/>
                <a:gd name="T58" fmla="*/ 880 w 1462"/>
                <a:gd name="T59" fmla="*/ 2 h 899"/>
                <a:gd name="T60" fmla="*/ 919 w 1462"/>
                <a:gd name="T61" fmla="*/ 32 h 899"/>
                <a:gd name="T62" fmla="*/ 927 w 1462"/>
                <a:gd name="T63" fmla="*/ 328 h 899"/>
                <a:gd name="T64" fmla="*/ 908 w 1462"/>
                <a:gd name="T65" fmla="*/ 374 h 899"/>
                <a:gd name="T66" fmla="*/ 862 w 1462"/>
                <a:gd name="T67" fmla="*/ 393 h 899"/>
                <a:gd name="T68" fmla="*/ 566 w 1462"/>
                <a:gd name="T69" fmla="*/ 385 h 899"/>
                <a:gd name="T70" fmla="*/ 537 w 1462"/>
                <a:gd name="T71" fmla="*/ 345 h 899"/>
                <a:gd name="T72" fmla="*/ 537 w 1462"/>
                <a:gd name="T73" fmla="*/ 48 h 899"/>
                <a:gd name="T74" fmla="*/ 566 w 1462"/>
                <a:gd name="T75" fmla="*/ 8 h 899"/>
                <a:gd name="T76" fmla="*/ 65 w 1462"/>
                <a:gd name="T77" fmla="*/ 0 h 899"/>
                <a:gd name="T78" fmla="*/ 361 w 1462"/>
                <a:gd name="T79" fmla="*/ 8 h 899"/>
                <a:gd name="T80" fmla="*/ 391 w 1462"/>
                <a:gd name="T81" fmla="*/ 48 h 899"/>
                <a:gd name="T82" fmla="*/ 391 w 1462"/>
                <a:gd name="T83" fmla="*/ 345 h 899"/>
                <a:gd name="T84" fmla="*/ 361 w 1462"/>
                <a:gd name="T85" fmla="*/ 385 h 899"/>
                <a:gd name="T86" fmla="*/ 65 w 1462"/>
                <a:gd name="T87" fmla="*/ 393 h 899"/>
                <a:gd name="T88" fmla="*/ 19 w 1462"/>
                <a:gd name="T89" fmla="*/ 374 h 899"/>
                <a:gd name="T90" fmla="*/ 0 w 1462"/>
                <a:gd name="T91" fmla="*/ 328 h 899"/>
                <a:gd name="T92" fmla="*/ 10 w 1462"/>
                <a:gd name="T93" fmla="*/ 32 h 899"/>
                <a:gd name="T94" fmla="*/ 49 w 1462"/>
                <a:gd name="T95" fmla="*/ 2 h 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62" h="899">
                  <a:moveTo>
                    <a:pt x="600" y="506"/>
                  </a:moveTo>
                  <a:lnTo>
                    <a:pt x="862" y="506"/>
                  </a:lnTo>
                  <a:lnTo>
                    <a:pt x="880" y="508"/>
                  </a:lnTo>
                  <a:lnTo>
                    <a:pt x="896" y="514"/>
                  </a:lnTo>
                  <a:lnTo>
                    <a:pt x="908" y="525"/>
                  </a:lnTo>
                  <a:lnTo>
                    <a:pt x="919" y="538"/>
                  </a:lnTo>
                  <a:lnTo>
                    <a:pt x="925" y="554"/>
                  </a:lnTo>
                  <a:lnTo>
                    <a:pt x="927" y="572"/>
                  </a:lnTo>
                  <a:lnTo>
                    <a:pt x="927" y="833"/>
                  </a:lnTo>
                  <a:lnTo>
                    <a:pt x="925" y="851"/>
                  </a:lnTo>
                  <a:lnTo>
                    <a:pt x="919" y="866"/>
                  </a:lnTo>
                  <a:lnTo>
                    <a:pt x="908" y="880"/>
                  </a:lnTo>
                  <a:lnTo>
                    <a:pt x="896" y="891"/>
                  </a:lnTo>
                  <a:lnTo>
                    <a:pt x="880" y="897"/>
                  </a:lnTo>
                  <a:lnTo>
                    <a:pt x="862" y="899"/>
                  </a:lnTo>
                  <a:lnTo>
                    <a:pt x="600" y="899"/>
                  </a:lnTo>
                  <a:lnTo>
                    <a:pt x="582" y="897"/>
                  </a:lnTo>
                  <a:lnTo>
                    <a:pt x="566" y="891"/>
                  </a:lnTo>
                  <a:lnTo>
                    <a:pt x="554" y="880"/>
                  </a:lnTo>
                  <a:lnTo>
                    <a:pt x="543" y="866"/>
                  </a:lnTo>
                  <a:lnTo>
                    <a:pt x="537" y="851"/>
                  </a:lnTo>
                  <a:lnTo>
                    <a:pt x="535" y="833"/>
                  </a:lnTo>
                  <a:lnTo>
                    <a:pt x="535" y="572"/>
                  </a:lnTo>
                  <a:lnTo>
                    <a:pt x="537" y="554"/>
                  </a:lnTo>
                  <a:lnTo>
                    <a:pt x="543" y="538"/>
                  </a:lnTo>
                  <a:lnTo>
                    <a:pt x="554" y="525"/>
                  </a:lnTo>
                  <a:lnTo>
                    <a:pt x="566" y="514"/>
                  </a:lnTo>
                  <a:lnTo>
                    <a:pt x="582" y="508"/>
                  </a:lnTo>
                  <a:lnTo>
                    <a:pt x="600" y="506"/>
                  </a:lnTo>
                  <a:close/>
                  <a:moveTo>
                    <a:pt x="65" y="506"/>
                  </a:moveTo>
                  <a:lnTo>
                    <a:pt x="329" y="506"/>
                  </a:lnTo>
                  <a:lnTo>
                    <a:pt x="345" y="508"/>
                  </a:lnTo>
                  <a:lnTo>
                    <a:pt x="361" y="514"/>
                  </a:lnTo>
                  <a:lnTo>
                    <a:pt x="374" y="525"/>
                  </a:lnTo>
                  <a:lnTo>
                    <a:pt x="385" y="538"/>
                  </a:lnTo>
                  <a:lnTo>
                    <a:pt x="391" y="554"/>
                  </a:lnTo>
                  <a:lnTo>
                    <a:pt x="394" y="572"/>
                  </a:lnTo>
                  <a:lnTo>
                    <a:pt x="394" y="833"/>
                  </a:lnTo>
                  <a:lnTo>
                    <a:pt x="391" y="851"/>
                  </a:lnTo>
                  <a:lnTo>
                    <a:pt x="385" y="866"/>
                  </a:lnTo>
                  <a:lnTo>
                    <a:pt x="374" y="880"/>
                  </a:lnTo>
                  <a:lnTo>
                    <a:pt x="361" y="891"/>
                  </a:lnTo>
                  <a:lnTo>
                    <a:pt x="345" y="897"/>
                  </a:lnTo>
                  <a:lnTo>
                    <a:pt x="329" y="899"/>
                  </a:lnTo>
                  <a:lnTo>
                    <a:pt x="65" y="899"/>
                  </a:lnTo>
                  <a:lnTo>
                    <a:pt x="49" y="897"/>
                  </a:lnTo>
                  <a:lnTo>
                    <a:pt x="33" y="891"/>
                  </a:lnTo>
                  <a:lnTo>
                    <a:pt x="19" y="880"/>
                  </a:lnTo>
                  <a:lnTo>
                    <a:pt x="10" y="866"/>
                  </a:lnTo>
                  <a:lnTo>
                    <a:pt x="2" y="851"/>
                  </a:lnTo>
                  <a:lnTo>
                    <a:pt x="0" y="833"/>
                  </a:lnTo>
                  <a:lnTo>
                    <a:pt x="0" y="572"/>
                  </a:lnTo>
                  <a:lnTo>
                    <a:pt x="2" y="554"/>
                  </a:lnTo>
                  <a:lnTo>
                    <a:pt x="10" y="538"/>
                  </a:lnTo>
                  <a:lnTo>
                    <a:pt x="19" y="525"/>
                  </a:lnTo>
                  <a:lnTo>
                    <a:pt x="33" y="514"/>
                  </a:lnTo>
                  <a:lnTo>
                    <a:pt x="49" y="508"/>
                  </a:lnTo>
                  <a:lnTo>
                    <a:pt x="65" y="506"/>
                  </a:lnTo>
                  <a:close/>
                  <a:moveTo>
                    <a:pt x="1133" y="0"/>
                  </a:moveTo>
                  <a:lnTo>
                    <a:pt x="1397" y="0"/>
                  </a:lnTo>
                  <a:lnTo>
                    <a:pt x="1413" y="2"/>
                  </a:lnTo>
                  <a:lnTo>
                    <a:pt x="1429" y="8"/>
                  </a:lnTo>
                  <a:lnTo>
                    <a:pt x="1443" y="19"/>
                  </a:lnTo>
                  <a:lnTo>
                    <a:pt x="1452" y="32"/>
                  </a:lnTo>
                  <a:lnTo>
                    <a:pt x="1460" y="48"/>
                  </a:lnTo>
                  <a:lnTo>
                    <a:pt x="1462" y="66"/>
                  </a:lnTo>
                  <a:lnTo>
                    <a:pt x="1462" y="328"/>
                  </a:lnTo>
                  <a:lnTo>
                    <a:pt x="1460" y="345"/>
                  </a:lnTo>
                  <a:lnTo>
                    <a:pt x="1452" y="360"/>
                  </a:lnTo>
                  <a:lnTo>
                    <a:pt x="1443" y="374"/>
                  </a:lnTo>
                  <a:lnTo>
                    <a:pt x="1429" y="385"/>
                  </a:lnTo>
                  <a:lnTo>
                    <a:pt x="1413" y="391"/>
                  </a:lnTo>
                  <a:lnTo>
                    <a:pt x="1397" y="393"/>
                  </a:lnTo>
                  <a:lnTo>
                    <a:pt x="1133" y="393"/>
                  </a:lnTo>
                  <a:lnTo>
                    <a:pt x="1117" y="391"/>
                  </a:lnTo>
                  <a:lnTo>
                    <a:pt x="1101" y="385"/>
                  </a:lnTo>
                  <a:lnTo>
                    <a:pt x="1088" y="374"/>
                  </a:lnTo>
                  <a:lnTo>
                    <a:pt x="1077" y="360"/>
                  </a:lnTo>
                  <a:lnTo>
                    <a:pt x="1071" y="345"/>
                  </a:lnTo>
                  <a:lnTo>
                    <a:pt x="1068" y="328"/>
                  </a:lnTo>
                  <a:lnTo>
                    <a:pt x="1068" y="66"/>
                  </a:lnTo>
                  <a:lnTo>
                    <a:pt x="1071" y="48"/>
                  </a:lnTo>
                  <a:lnTo>
                    <a:pt x="1077" y="32"/>
                  </a:lnTo>
                  <a:lnTo>
                    <a:pt x="1088" y="19"/>
                  </a:lnTo>
                  <a:lnTo>
                    <a:pt x="1101" y="8"/>
                  </a:lnTo>
                  <a:lnTo>
                    <a:pt x="1117" y="2"/>
                  </a:lnTo>
                  <a:lnTo>
                    <a:pt x="1133" y="0"/>
                  </a:lnTo>
                  <a:close/>
                  <a:moveTo>
                    <a:pt x="600" y="0"/>
                  </a:moveTo>
                  <a:lnTo>
                    <a:pt x="862" y="0"/>
                  </a:lnTo>
                  <a:lnTo>
                    <a:pt x="880" y="2"/>
                  </a:lnTo>
                  <a:lnTo>
                    <a:pt x="896" y="8"/>
                  </a:lnTo>
                  <a:lnTo>
                    <a:pt x="908" y="19"/>
                  </a:lnTo>
                  <a:lnTo>
                    <a:pt x="919" y="32"/>
                  </a:lnTo>
                  <a:lnTo>
                    <a:pt x="925" y="48"/>
                  </a:lnTo>
                  <a:lnTo>
                    <a:pt x="927" y="66"/>
                  </a:lnTo>
                  <a:lnTo>
                    <a:pt x="927" y="328"/>
                  </a:lnTo>
                  <a:lnTo>
                    <a:pt x="925" y="345"/>
                  </a:lnTo>
                  <a:lnTo>
                    <a:pt x="919" y="360"/>
                  </a:lnTo>
                  <a:lnTo>
                    <a:pt x="908" y="374"/>
                  </a:lnTo>
                  <a:lnTo>
                    <a:pt x="896" y="385"/>
                  </a:lnTo>
                  <a:lnTo>
                    <a:pt x="880" y="391"/>
                  </a:lnTo>
                  <a:lnTo>
                    <a:pt x="862" y="393"/>
                  </a:lnTo>
                  <a:lnTo>
                    <a:pt x="600" y="393"/>
                  </a:lnTo>
                  <a:lnTo>
                    <a:pt x="582" y="391"/>
                  </a:lnTo>
                  <a:lnTo>
                    <a:pt x="566" y="385"/>
                  </a:lnTo>
                  <a:lnTo>
                    <a:pt x="554" y="374"/>
                  </a:lnTo>
                  <a:lnTo>
                    <a:pt x="543" y="360"/>
                  </a:lnTo>
                  <a:lnTo>
                    <a:pt x="537" y="345"/>
                  </a:lnTo>
                  <a:lnTo>
                    <a:pt x="535" y="328"/>
                  </a:lnTo>
                  <a:lnTo>
                    <a:pt x="535" y="66"/>
                  </a:lnTo>
                  <a:lnTo>
                    <a:pt x="537" y="48"/>
                  </a:lnTo>
                  <a:lnTo>
                    <a:pt x="543" y="32"/>
                  </a:lnTo>
                  <a:lnTo>
                    <a:pt x="554" y="19"/>
                  </a:lnTo>
                  <a:lnTo>
                    <a:pt x="566" y="8"/>
                  </a:lnTo>
                  <a:lnTo>
                    <a:pt x="582" y="2"/>
                  </a:lnTo>
                  <a:lnTo>
                    <a:pt x="600" y="0"/>
                  </a:lnTo>
                  <a:close/>
                  <a:moveTo>
                    <a:pt x="65" y="0"/>
                  </a:moveTo>
                  <a:lnTo>
                    <a:pt x="329" y="0"/>
                  </a:lnTo>
                  <a:lnTo>
                    <a:pt x="345" y="2"/>
                  </a:lnTo>
                  <a:lnTo>
                    <a:pt x="361" y="8"/>
                  </a:lnTo>
                  <a:lnTo>
                    <a:pt x="374" y="19"/>
                  </a:lnTo>
                  <a:lnTo>
                    <a:pt x="385" y="32"/>
                  </a:lnTo>
                  <a:lnTo>
                    <a:pt x="391" y="48"/>
                  </a:lnTo>
                  <a:lnTo>
                    <a:pt x="394" y="66"/>
                  </a:lnTo>
                  <a:lnTo>
                    <a:pt x="394" y="328"/>
                  </a:lnTo>
                  <a:lnTo>
                    <a:pt x="391" y="345"/>
                  </a:lnTo>
                  <a:lnTo>
                    <a:pt x="385" y="360"/>
                  </a:lnTo>
                  <a:lnTo>
                    <a:pt x="374" y="374"/>
                  </a:lnTo>
                  <a:lnTo>
                    <a:pt x="361" y="385"/>
                  </a:lnTo>
                  <a:lnTo>
                    <a:pt x="345" y="391"/>
                  </a:lnTo>
                  <a:lnTo>
                    <a:pt x="329" y="393"/>
                  </a:lnTo>
                  <a:lnTo>
                    <a:pt x="65" y="393"/>
                  </a:lnTo>
                  <a:lnTo>
                    <a:pt x="49" y="391"/>
                  </a:lnTo>
                  <a:lnTo>
                    <a:pt x="33" y="385"/>
                  </a:lnTo>
                  <a:lnTo>
                    <a:pt x="19" y="374"/>
                  </a:lnTo>
                  <a:lnTo>
                    <a:pt x="10" y="360"/>
                  </a:lnTo>
                  <a:lnTo>
                    <a:pt x="2" y="345"/>
                  </a:lnTo>
                  <a:lnTo>
                    <a:pt x="0" y="328"/>
                  </a:lnTo>
                  <a:lnTo>
                    <a:pt x="0" y="66"/>
                  </a:lnTo>
                  <a:lnTo>
                    <a:pt x="2" y="48"/>
                  </a:lnTo>
                  <a:lnTo>
                    <a:pt x="10" y="32"/>
                  </a:lnTo>
                  <a:lnTo>
                    <a:pt x="19" y="19"/>
                  </a:lnTo>
                  <a:lnTo>
                    <a:pt x="33" y="8"/>
                  </a:lnTo>
                  <a:lnTo>
                    <a:pt x="49" y="2"/>
                  </a:lnTo>
                  <a:lnTo>
                    <a:pt x="65" y="0"/>
                  </a:lnTo>
                  <a:close/>
                </a:path>
              </a:pathLst>
            </a:custGeom>
            <a:solidFill>
              <a:srgbClr val="FBBB1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357" name="TextBox 356"/>
          <p:cNvSpPr txBox="1">
            <a:spLocks noChangeAspect="1"/>
          </p:cNvSpPr>
          <p:nvPr/>
        </p:nvSpPr>
        <p:spPr>
          <a:xfrm>
            <a:off x="543110" y="2032605"/>
            <a:ext cx="590180" cy="431140"/>
          </a:xfrm>
          <a:prstGeom prst="rect">
            <a:avLst/>
          </a:prstGeom>
          <a:noFill/>
          <a:ln>
            <a:noFill/>
          </a:ln>
          <a:effectLst/>
        </p:spPr>
        <p:txBody>
          <a:bodyPr wrap="square" lIns="0" tIns="0" rIns="0" bIns="0" rtlCol="0" anchor="b">
            <a:noAutofit/>
          </a:bodyPr>
          <a:lstStyle>
            <a:defPPr>
              <a:defRPr lang="en-US"/>
            </a:defPPr>
            <a:lvl1pPr algn="ctr" eaLnBrk="0" hangingPunct="0">
              <a:defRPr sz="1200"/>
            </a:lvl1pPr>
          </a:lstStyle>
          <a:p>
            <a:r>
              <a:rPr lang="en-US" dirty="0">
                <a:solidFill>
                  <a:schemeClr val="bg1"/>
                </a:solidFill>
              </a:rPr>
              <a:t>Basic</a:t>
            </a:r>
          </a:p>
        </p:txBody>
      </p:sp>
      <p:sp>
        <p:nvSpPr>
          <p:cNvPr id="358" name="TextBox 357"/>
          <p:cNvSpPr txBox="1">
            <a:spLocks noChangeAspect="1"/>
          </p:cNvSpPr>
          <p:nvPr/>
        </p:nvSpPr>
        <p:spPr>
          <a:xfrm>
            <a:off x="543110" y="2947005"/>
            <a:ext cx="590180" cy="431140"/>
          </a:xfrm>
          <a:prstGeom prst="rect">
            <a:avLst/>
          </a:prstGeom>
          <a:noFill/>
          <a:ln>
            <a:noFill/>
          </a:ln>
          <a:effectLst/>
        </p:spPr>
        <p:txBody>
          <a:bodyPr wrap="square" lIns="0" tIns="0" rIns="0" bIns="0" rtlCol="0" anchor="b">
            <a:noAutofit/>
          </a:bodyPr>
          <a:lstStyle>
            <a:defPPr>
              <a:defRPr lang="en-US"/>
            </a:defPPr>
            <a:lvl1pPr algn="ctr" eaLnBrk="0" hangingPunct="0">
              <a:defRPr sz="1200"/>
            </a:lvl1pPr>
          </a:lstStyle>
          <a:p>
            <a:r>
              <a:rPr lang="en-US" dirty="0">
                <a:solidFill>
                  <a:schemeClr val="bg1"/>
                </a:solidFill>
              </a:rPr>
              <a:t>Maps</a:t>
            </a:r>
          </a:p>
        </p:txBody>
      </p:sp>
      <p:sp>
        <p:nvSpPr>
          <p:cNvPr id="359" name="TextBox 358"/>
          <p:cNvSpPr txBox="1">
            <a:spLocks noChangeAspect="1"/>
          </p:cNvSpPr>
          <p:nvPr/>
        </p:nvSpPr>
        <p:spPr>
          <a:xfrm>
            <a:off x="543110" y="3975400"/>
            <a:ext cx="590180" cy="431140"/>
          </a:xfrm>
          <a:prstGeom prst="rect">
            <a:avLst/>
          </a:prstGeom>
          <a:noFill/>
          <a:ln>
            <a:noFill/>
          </a:ln>
          <a:effectLst/>
        </p:spPr>
        <p:txBody>
          <a:bodyPr wrap="square" lIns="0" tIns="0" rIns="0" bIns="0" rtlCol="0" anchor="b">
            <a:noAutofit/>
          </a:bodyPr>
          <a:lstStyle>
            <a:defPPr>
              <a:defRPr lang="en-US"/>
            </a:defPPr>
            <a:lvl1pPr algn="ctr" eaLnBrk="0" hangingPunct="0">
              <a:defRPr sz="1200"/>
            </a:lvl1pPr>
          </a:lstStyle>
          <a:p>
            <a:r>
              <a:rPr lang="en-US" dirty="0">
                <a:solidFill>
                  <a:schemeClr val="bg1"/>
                </a:solidFill>
              </a:rPr>
              <a:t>Raster</a:t>
            </a:r>
            <a:r>
              <a:rPr lang="en-US">
                <a:solidFill>
                  <a:schemeClr val="bg1"/>
                </a:solidFill>
              </a:rPr>
              <a:t>/ Imagery</a:t>
            </a:r>
            <a:endParaRPr lang="en-US" dirty="0">
              <a:solidFill>
                <a:schemeClr val="bg1"/>
              </a:solidFill>
            </a:endParaRPr>
          </a:p>
        </p:txBody>
      </p:sp>
      <p:sp>
        <p:nvSpPr>
          <p:cNvPr id="360" name="TextBox 359"/>
          <p:cNvSpPr txBox="1">
            <a:spLocks noChangeAspect="1"/>
          </p:cNvSpPr>
          <p:nvPr/>
        </p:nvSpPr>
        <p:spPr>
          <a:xfrm>
            <a:off x="543110" y="4775805"/>
            <a:ext cx="590180" cy="431140"/>
          </a:xfrm>
          <a:prstGeom prst="rect">
            <a:avLst/>
          </a:prstGeom>
          <a:noFill/>
          <a:ln>
            <a:noFill/>
          </a:ln>
          <a:effectLst/>
        </p:spPr>
        <p:txBody>
          <a:bodyPr wrap="square" lIns="0" tIns="0" rIns="0" bIns="0" rtlCol="0" anchor="b">
            <a:noAutofit/>
          </a:bodyPr>
          <a:lstStyle>
            <a:defPPr>
              <a:defRPr lang="en-US"/>
            </a:defPPr>
            <a:lvl1pPr algn="ctr" eaLnBrk="0" hangingPunct="0">
              <a:defRPr sz="1200"/>
            </a:lvl1pPr>
          </a:lstStyle>
          <a:p>
            <a:r>
              <a:rPr lang="en-US" dirty="0">
                <a:solidFill>
                  <a:schemeClr val="bg1"/>
                </a:solidFill>
              </a:rPr>
              <a:t>Apps</a:t>
            </a:r>
          </a:p>
        </p:txBody>
      </p:sp>
      <p:grpSp>
        <p:nvGrpSpPr>
          <p:cNvPr id="378" name="Group 377"/>
          <p:cNvGrpSpPr>
            <a:grpSpLocks noChangeAspect="1"/>
          </p:cNvGrpSpPr>
          <p:nvPr/>
        </p:nvGrpSpPr>
        <p:grpSpPr>
          <a:xfrm>
            <a:off x="4767527" y="3950208"/>
            <a:ext cx="532486" cy="457200"/>
            <a:chOff x="2520891" y="838548"/>
            <a:chExt cx="6677369" cy="5729104"/>
          </a:xfrm>
        </p:grpSpPr>
        <p:sp useBgFill="1">
          <p:nvSpPr>
            <p:cNvPr id="379" name="Freeform 387"/>
            <p:cNvSpPr>
              <a:spLocks/>
            </p:cNvSpPr>
            <p:nvPr/>
          </p:nvSpPr>
          <p:spPr bwMode="auto">
            <a:xfrm>
              <a:off x="2520891" y="838548"/>
              <a:ext cx="6677369" cy="5729104"/>
            </a:xfrm>
            <a:custGeom>
              <a:avLst/>
              <a:gdLst>
                <a:gd name="T0" fmla="*/ 225 w 2362"/>
                <a:gd name="T1" fmla="*/ 0 h 2024"/>
                <a:gd name="T2" fmla="*/ 2137 w 2362"/>
                <a:gd name="T3" fmla="*/ 0 h 2024"/>
                <a:gd name="T4" fmla="*/ 2173 w 2362"/>
                <a:gd name="T5" fmla="*/ 3 h 2024"/>
                <a:gd name="T6" fmla="*/ 2208 w 2362"/>
                <a:gd name="T7" fmla="*/ 12 h 2024"/>
                <a:gd name="T8" fmla="*/ 2241 w 2362"/>
                <a:gd name="T9" fmla="*/ 25 h 2024"/>
                <a:gd name="T10" fmla="*/ 2269 w 2362"/>
                <a:gd name="T11" fmla="*/ 43 h 2024"/>
                <a:gd name="T12" fmla="*/ 2295 w 2362"/>
                <a:gd name="T13" fmla="*/ 65 h 2024"/>
                <a:gd name="T14" fmla="*/ 2319 w 2362"/>
                <a:gd name="T15" fmla="*/ 92 h 2024"/>
                <a:gd name="T16" fmla="*/ 2337 w 2362"/>
                <a:gd name="T17" fmla="*/ 121 h 2024"/>
                <a:gd name="T18" fmla="*/ 2350 w 2362"/>
                <a:gd name="T19" fmla="*/ 154 h 2024"/>
                <a:gd name="T20" fmla="*/ 2359 w 2362"/>
                <a:gd name="T21" fmla="*/ 188 h 2024"/>
                <a:gd name="T22" fmla="*/ 2362 w 2362"/>
                <a:gd name="T23" fmla="*/ 225 h 2024"/>
                <a:gd name="T24" fmla="*/ 2362 w 2362"/>
                <a:gd name="T25" fmla="*/ 1799 h 2024"/>
                <a:gd name="T26" fmla="*/ 2359 w 2362"/>
                <a:gd name="T27" fmla="*/ 1836 h 2024"/>
                <a:gd name="T28" fmla="*/ 2350 w 2362"/>
                <a:gd name="T29" fmla="*/ 1870 h 2024"/>
                <a:gd name="T30" fmla="*/ 2337 w 2362"/>
                <a:gd name="T31" fmla="*/ 1903 h 2024"/>
                <a:gd name="T32" fmla="*/ 2319 w 2362"/>
                <a:gd name="T33" fmla="*/ 1932 h 2024"/>
                <a:gd name="T34" fmla="*/ 2295 w 2362"/>
                <a:gd name="T35" fmla="*/ 1959 h 2024"/>
                <a:gd name="T36" fmla="*/ 2269 w 2362"/>
                <a:gd name="T37" fmla="*/ 1981 h 2024"/>
                <a:gd name="T38" fmla="*/ 2241 w 2362"/>
                <a:gd name="T39" fmla="*/ 1999 h 2024"/>
                <a:gd name="T40" fmla="*/ 2208 w 2362"/>
                <a:gd name="T41" fmla="*/ 2012 h 2024"/>
                <a:gd name="T42" fmla="*/ 2173 w 2362"/>
                <a:gd name="T43" fmla="*/ 2021 h 2024"/>
                <a:gd name="T44" fmla="*/ 2137 w 2362"/>
                <a:gd name="T45" fmla="*/ 2024 h 2024"/>
                <a:gd name="T46" fmla="*/ 225 w 2362"/>
                <a:gd name="T47" fmla="*/ 2024 h 2024"/>
                <a:gd name="T48" fmla="*/ 189 w 2362"/>
                <a:gd name="T49" fmla="*/ 2021 h 2024"/>
                <a:gd name="T50" fmla="*/ 154 w 2362"/>
                <a:gd name="T51" fmla="*/ 2012 h 2024"/>
                <a:gd name="T52" fmla="*/ 121 w 2362"/>
                <a:gd name="T53" fmla="*/ 1999 h 2024"/>
                <a:gd name="T54" fmla="*/ 93 w 2362"/>
                <a:gd name="T55" fmla="*/ 1981 h 2024"/>
                <a:gd name="T56" fmla="*/ 67 w 2362"/>
                <a:gd name="T57" fmla="*/ 1959 h 2024"/>
                <a:gd name="T58" fmla="*/ 43 w 2362"/>
                <a:gd name="T59" fmla="*/ 1932 h 2024"/>
                <a:gd name="T60" fmla="*/ 25 w 2362"/>
                <a:gd name="T61" fmla="*/ 1903 h 2024"/>
                <a:gd name="T62" fmla="*/ 12 w 2362"/>
                <a:gd name="T63" fmla="*/ 1870 h 2024"/>
                <a:gd name="T64" fmla="*/ 3 w 2362"/>
                <a:gd name="T65" fmla="*/ 1836 h 2024"/>
                <a:gd name="T66" fmla="*/ 0 w 2362"/>
                <a:gd name="T67" fmla="*/ 1799 h 2024"/>
                <a:gd name="T68" fmla="*/ 0 w 2362"/>
                <a:gd name="T69" fmla="*/ 225 h 2024"/>
                <a:gd name="T70" fmla="*/ 3 w 2362"/>
                <a:gd name="T71" fmla="*/ 188 h 2024"/>
                <a:gd name="T72" fmla="*/ 12 w 2362"/>
                <a:gd name="T73" fmla="*/ 154 h 2024"/>
                <a:gd name="T74" fmla="*/ 25 w 2362"/>
                <a:gd name="T75" fmla="*/ 121 h 2024"/>
                <a:gd name="T76" fmla="*/ 43 w 2362"/>
                <a:gd name="T77" fmla="*/ 92 h 2024"/>
                <a:gd name="T78" fmla="*/ 67 w 2362"/>
                <a:gd name="T79" fmla="*/ 65 h 2024"/>
                <a:gd name="T80" fmla="*/ 93 w 2362"/>
                <a:gd name="T81" fmla="*/ 43 h 2024"/>
                <a:gd name="T82" fmla="*/ 121 w 2362"/>
                <a:gd name="T83" fmla="*/ 25 h 2024"/>
                <a:gd name="T84" fmla="*/ 154 w 2362"/>
                <a:gd name="T85" fmla="*/ 12 h 2024"/>
                <a:gd name="T86" fmla="*/ 189 w 2362"/>
                <a:gd name="T87" fmla="*/ 3 h 2024"/>
                <a:gd name="T88" fmla="*/ 225 w 2362"/>
                <a:gd name="T89" fmla="*/ 0 h 2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62" h="2024">
                  <a:moveTo>
                    <a:pt x="225" y="0"/>
                  </a:moveTo>
                  <a:lnTo>
                    <a:pt x="2137" y="0"/>
                  </a:lnTo>
                  <a:lnTo>
                    <a:pt x="2173" y="3"/>
                  </a:lnTo>
                  <a:lnTo>
                    <a:pt x="2208" y="12"/>
                  </a:lnTo>
                  <a:lnTo>
                    <a:pt x="2241" y="25"/>
                  </a:lnTo>
                  <a:lnTo>
                    <a:pt x="2269" y="43"/>
                  </a:lnTo>
                  <a:lnTo>
                    <a:pt x="2295" y="65"/>
                  </a:lnTo>
                  <a:lnTo>
                    <a:pt x="2319" y="92"/>
                  </a:lnTo>
                  <a:lnTo>
                    <a:pt x="2337" y="121"/>
                  </a:lnTo>
                  <a:lnTo>
                    <a:pt x="2350" y="154"/>
                  </a:lnTo>
                  <a:lnTo>
                    <a:pt x="2359" y="188"/>
                  </a:lnTo>
                  <a:lnTo>
                    <a:pt x="2362" y="225"/>
                  </a:lnTo>
                  <a:lnTo>
                    <a:pt x="2362" y="1799"/>
                  </a:lnTo>
                  <a:lnTo>
                    <a:pt x="2359" y="1836"/>
                  </a:lnTo>
                  <a:lnTo>
                    <a:pt x="2350" y="1870"/>
                  </a:lnTo>
                  <a:lnTo>
                    <a:pt x="2337" y="1903"/>
                  </a:lnTo>
                  <a:lnTo>
                    <a:pt x="2319" y="1932"/>
                  </a:lnTo>
                  <a:lnTo>
                    <a:pt x="2295" y="1959"/>
                  </a:lnTo>
                  <a:lnTo>
                    <a:pt x="2269" y="1981"/>
                  </a:lnTo>
                  <a:lnTo>
                    <a:pt x="2241" y="1999"/>
                  </a:lnTo>
                  <a:lnTo>
                    <a:pt x="2208" y="2012"/>
                  </a:lnTo>
                  <a:lnTo>
                    <a:pt x="2173" y="2021"/>
                  </a:lnTo>
                  <a:lnTo>
                    <a:pt x="2137" y="2024"/>
                  </a:lnTo>
                  <a:lnTo>
                    <a:pt x="225" y="2024"/>
                  </a:lnTo>
                  <a:lnTo>
                    <a:pt x="189" y="2021"/>
                  </a:lnTo>
                  <a:lnTo>
                    <a:pt x="154" y="2012"/>
                  </a:lnTo>
                  <a:lnTo>
                    <a:pt x="121" y="1999"/>
                  </a:lnTo>
                  <a:lnTo>
                    <a:pt x="93" y="1981"/>
                  </a:lnTo>
                  <a:lnTo>
                    <a:pt x="67" y="1959"/>
                  </a:lnTo>
                  <a:lnTo>
                    <a:pt x="43" y="1932"/>
                  </a:lnTo>
                  <a:lnTo>
                    <a:pt x="25" y="1903"/>
                  </a:lnTo>
                  <a:lnTo>
                    <a:pt x="12" y="1870"/>
                  </a:lnTo>
                  <a:lnTo>
                    <a:pt x="3" y="1836"/>
                  </a:lnTo>
                  <a:lnTo>
                    <a:pt x="0" y="1799"/>
                  </a:lnTo>
                  <a:lnTo>
                    <a:pt x="0" y="225"/>
                  </a:lnTo>
                  <a:lnTo>
                    <a:pt x="3" y="188"/>
                  </a:lnTo>
                  <a:lnTo>
                    <a:pt x="12" y="154"/>
                  </a:lnTo>
                  <a:lnTo>
                    <a:pt x="25" y="121"/>
                  </a:lnTo>
                  <a:lnTo>
                    <a:pt x="43" y="92"/>
                  </a:lnTo>
                  <a:lnTo>
                    <a:pt x="67" y="65"/>
                  </a:lnTo>
                  <a:lnTo>
                    <a:pt x="93" y="43"/>
                  </a:lnTo>
                  <a:lnTo>
                    <a:pt x="121" y="25"/>
                  </a:lnTo>
                  <a:lnTo>
                    <a:pt x="154" y="12"/>
                  </a:lnTo>
                  <a:lnTo>
                    <a:pt x="189" y="3"/>
                  </a:lnTo>
                  <a:lnTo>
                    <a:pt x="225"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80" name="Freeform 388"/>
            <p:cNvSpPr>
              <a:spLocks noEditPoints="1"/>
            </p:cNvSpPr>
            <p:nvPr/>
          </p:nvSpPr>
          <p:spPr bwMode="auto">
            <a:xfrm>
              <a:off x="2836979" y="1154636"/>
              <a:ext cx="6045192" cy="5096927"/>
            </a:xfrm>
            <a:custGeom>
              <a:avLst/>
              <a:gdLst>
                <a:gd name="T0" fmla="*/ 1327 w 2136"/>
                <a:gd name="T1" fmla="*/ 1521 h 1800"/>
                <a:gd name="T2" fmla="*/ 1290 w 2136"/>
                <a:gd name="T3" fmla="*/ 1543 h 1800"/>
                <a:gd name="T4" fmla="*/ 1268 w 2136"/>
                <a:gd name="T5" fmla="*/ 1580 h 1800"/>
                <a:gd name="T6" fmla="*/ 1268 w 2136"/>
                <a:gd name="T7" fmla="*/ 1626 h 1800"/>
                <a:gd name="T8" fmla="*/ 1290 w 2136"/>
                <a:gd name="T9" fmla="*/ 1663 h 1800"/>
                <a:gd name="T10" fmla="*/ 1327 w 2136"/>
                <a:gd name="T11" fmla="*/ 1684 h 1800"/>
                <a:gd name="T12" fmla="*/ 1371 w 2136"/>
                <a:gd name="T13" fmla="*/ 1684 h 1800"/>
                <a:gd name="T14" fmla="*/ 1409 w 2136"/>
                <a:gd name="T15" fmla="*/ 1663 h 1800"/>
                <a:gd name="T16" fmla="*/ 1430 w 2136"/>
                <a:gd name="T17" fmla="*/ 1626 h 1800"/>
                <a:gd name="T18" fmla="*/ 1430 w 2136"/>
                <a:gd name="T19" fmla="*/ 1580 h 1800"/>
                <a:gd name="T20" fmla="*/ 1409 w 2136"/>
                <a:gd name="T21" fmla="*/ 1543 h 1800"/>
                <a:gd name="T22" fmla="*/ 1371 w 2136"/>
                <a:gd name="T23" fmla="*/ 1521 h 1800"/>
                <a:gd name="T24" fmla="*/ 1068 w 2136"/>
                <a:gd name="T25" fmla="*/ 1518 h 1800"/>
                <a:gd name="T26" fmla="*/ 1026 w 2136"/>
                <a:gd name="T27" fmla="*/ 1530 h 1800"/>
                <a:gd name="T28" fmla="*/ 995 w 2136"/>
                <a:gd name="T29" fmla="*/ 1560 h 1800"/>
                <a:gd name="T30" fmla="*/ 983 w 2136"/>
                <a:gd name="T31" fmla="*/ 1602 h 1800"/>
                <a:gd name="T32" fmla="*/ 995 w 2136"/>
                <a:gd name="T33" fmla="*/ 1646 h 1800"/>
                <a:gd name="T34" fmla="*/ 1026 w 2136"/>
                <a:gd name="T35" fmla="*/ 1675 h 1800"/>
                <a:gd name="T36" fmla="*/ 1068 w 2136"/>
                <a:gd name="T37" fmla="*/ 1687 h 1800"/>
                <a:gd name="T38" fmla="*/ 1110 w 2136"/>
                <a:gd name="T39" fmla="*/ 1675 h 1800"/>
                <a:gd name="T40" fmla="*/ 1141 w 2136"/>
                <a:gd name="T41" fmla="*/ 1646 h 1800"/>
                <a:gd name="T42" fmla="*/ 1153 w 2136"/>
                <a:gd name="T43" fmla="*/ 1602 h 1800"/>
                <a:gd name="T44" fmla="*/ 1141 w 2136"/>
                <a:gd name="T45" fmla="*/ 1560 h 1800"/>
                <a:gd name="T46" fmla="*/ 1110 w 2136"/>
                <a:gd name="T47" fmla="*/ 1530 h 1800"/>
                <a:gd name="T48" fmla="*/ 1068 w 2136"/>
                <a:gd name="T49" fmla="*/ 1518 h 1800"/>
                <a:gd name="T50" fmla="*/ 765 w 2136"/>
                <a:gd name="T51" fmla="*/ 1521 h 1800"/>
                <a:gd name="T52" fmla="*/ 727 w 2136"/>
                <a:gd name="T53" fmla="*/ 1543 h 1800"/>
                <a:gd name="T54" fmla="*/ 706 w 2136"/>
                <a:gd name="T55" fmla="*/ 1580 h 1800"/>
                <a:gd name="T56" fmla="*/ 706 w 2136"/>
                <a:gd name="T57" fmla="*/ 1626 h 1800"/>
                <a:gd name="T58" fmla="*/ 727 w 2136"/>
                <a:gd name="T59" fmla="*/ 1663 h 1800"/>
                <a:gd name="T60" fmla="*/ 765 w 2136"/>
                <a:gd name="T61" fmla="*/ 1684 h 1800"/>
                <a:gd name="T62" fmla="*/ 809 w 2136"/>
                <a:gd name="T63" fmla="*/ 1684 h 1800"/>
                <a:gd name="T64" fmla="*/ 846 w 2136"/>
                <a:gd name="T65" fmla="*/ 1663 h 1800"/>
                <a:gd name="T66" fmla="*/ 868 w 2136"/>
                <a:gd name="T67" fmla="*/ 1626 h 1800"/>
                <a:gd name="T68" fmla="*/ 868 w 2136"/>
                <a:gd name="T69" fmla="*/ 1580 h 1800"/>
                <a:gd name="T70" fmla="*/ 846 w 2136"/>
                <a:gd name="T71" fmla="*/ 1543 h 1800"/>
                <a:gd name="T72" fmla="*/ 809 w 2136"/>
                <a:gd name="T73" fmla="*/ 1521 h 1800"/>
                <a:gd name="T74" fmla="*/ 168 w 2136"/>
                <a:gd name="T75" fmla="*/ 225 h 1800"/>
                <a:gd name="T76" fmla="*/ 1968 w 2136"/>
                <a:gd name="T77" fmla="*/ 1406 h 1800"/>
                <a:gd name="T78" fmla="*/ 168 w 2136"/>
                <a:gd name="T79" fmla="*/ 225 h 1800"/>
                <a:gd name="T80" fmla="*/ 2024 w 2136"/>
                <a:gd name="T81" fmla="*/ 0 h 1800"/>
                <a:gd name="T82" fmla="*/ 2074 w 2136"/>
                <a:gd name="T83" fmla="*/ 12 h 1800"/>
                <a:gd name="T84" fmla="*/ 2112 w 2136"/>
                <a:gd name="T85" fmla="*/ 42 h 1800"/>
                <a:gd name="T86" fmla="*/ 2133 w 2136"/>
                <a:gd name="T87" fmla="*/ 87 h 1800"/>
                <a:gd name="T88" fmla="*/ 2136 w 2136"/>
                <a:gd name="T89" fmla="*/ 1687 h 1800"/>
                <a:gd name="T90" fmla="*/ 2124 w 2136"/>
                <a:gd name="T91" fmla="*/ 1737 h 1800"/>
                <a:gd name="T92" fmla="*/ 2094 w 2136"/>
                <a:gd name="T93" fmla="*/ 1775 h 1800"/>
                <a:gd name="T94" fmla="*/ 2049 w 2136"/>
                <a:gd name="T95" fmla="*/ 1797 h 1800"/>
                <a:gd name="T96" fmla="*/ 112 w 2136"/>
                <a:gd name="T97" fmla="*/ 1800 h 1800"/>
                <a:gd name="T98" fmla="*/ 62 w 2136"/>
                <a:gd name="T99" fmla="*/ 1788 h 1800"/>
                <a:gd name="T100" fmla="*/ 24 w 2136"/>
                <a:gd name="T101" fmla="*/ 1758 h 1800"/>
                <a:gd name="T102" fmla="*/ 3 w 2136"/>
                <a:gd name="T103" fmla="*/ 1713 h 1800"/>
                <a:gd name="T104" fmla="*/ 0 w 2136"/>
                <a:gd name="T105" fmla="*/ 113 h 1800"/>
                <a:gd name="T106" fmla="*/ 12 w 2136"/>
                <a:gd name="T107" fmla="*/ 63 h 1800"/>
                <a:gd name="T108" fmla="*/ 42 w 2136"/>
                <a:gd name="T109" fmla="*/ 25 h 1800"/>
                <a:gd name="T110" fmla="*/ 87 w 2136"/>
                <a:gd name="T111" fmla="*/ 3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36" h="1800">
                  <a:moveTo>
                    <a:pt x="1349" y="1518"/>
                  </a:moveTo>
                  <a:lnTo>
                    <a:pt x="1327" y="1521"/>
                  </a:lnTo>
                  <a:lnTo>
                    <a:pt x="1307" y="1530"/>
                  </a:lnTo>
                  <a:lnTo>
                    <a:pt x="1290" y="1543"/>
                  </a:lnTo>
                  <a:lnTo>
                    <a:pt x="1276" y="1560"/>
                  </a:lnTo>
                  <a:lnTo>
                    <a:pt x="1268" y="1580"/>
                  </a:lnTo>
                  <a:lnTo>
                    <a:pt x="1264" y="1602"/>
                  </a:lnTo>
                  <a:lnTo>
                    <a:pt x="1268" y="1626"/>
                  </a:lnTo>
                  <a:lnTo>
                    <a:pt x="1276" y="1646"/>
                  </a:lnTo>
                  <a:lnTo>
                    <a:pt x="1290" y="1663"/>
                  </a:lnTo>
                  <a:lnTo>
                    <a:pt x="1307" y="1675"/>
                  </a:lnTo>
                  <a:lnTo>
                    <a:pt x="1327" y="1684"/>
                  </a:lnTo>
                  <a:lnTo>
                    <a:pt x="1349" y="1687"/>
                  </a:lnTo>
                  <a:lnTo>
                    <a:pt x="1371" y="1684"/>
                  </a:lnTo>
                  <a:lnTo>
                    <a:pt x="1391" y="1675"/>
                  </a:lnTo>
                  <a:lnTo>
                    <a:pt x="1409" y="1663"/>
                  </a:lnTo>
                  <a:lnTo>
                    <a:pt x="1422" y="1646"/>
                  </a:lnTo>
                  <a:lnTo>
                    <a:pt x="1430" y="1626"/>
                  </a:lnTo>
                  <a:lnTo>
                    <a:pt x="1434" y="1602"/>
                  </a:lnTo>
                  <a:lnTo>
                    <a:pt x="1430" y="1580"/>
                  </a:lnTo>
                  <a:lnTo>
                    <a:pt x="1422" y="1560"/>
                  </a:lnTo>
                  <a:lnTo>
                    <a:pt x="1409" y="1543"/>
                  </a:lnTo>
                  <a:lnTo>
                    <a:pt x="1391" y="1530"/>
                  </a:lnTo>
                  <a:lnTo>
                    <a:pt x="1371" y="1521"/>
                  </a:lnTo>
                  <a:lnTo>
                    <a:pt x="1349" y="1518"/>
                  </a:lnTo>
                  <a:close/>
                  <a:moveTo>
                    <a:pt x="1068" y="1518"/>
                  </a:moveTo>
                  <a:lnTo>
                    <a:pt x="1046" y="1521"/>
                  </a:lnTo>
                  <a:lnTo>
                    <a:pt x="1026" y="1530"/>
                  </a:lnTo>
                  <a:lnTo>
                    <a:pt x="1009" y="1543"/>
                  </a:lnTo>
                  <a:lnTo>
                    <a:pt x="995" y="1560"/>
                  </a:lnTo>
                  <a:lnTo>
                    <a:pt x="987" y="1580"/>
                  </a:lnTo>
                  <a:lnTo>
                    <a:pt x="983" y="1602"/>
                  </a:lnTo>
                  <a:lnTo>
                    <a:pt x="987" y="1626"/>
                  </a:lnTo>
                  <a:lnTo>
                    <a:pt x="995" y="1646"/>
                  </a:lnTo>
                  <a:lnTo>
                    <a:pt x="1009" y="1663"/>
                  </a:lnTo>
                  <a:lnTo>
                    <a:pt x="1026" y="1675"/>
                  </a:lnTo>
                  <a:lnTo>
                    <a:pt x="1046" y="1684"/>
                  </a:lnTo>
                  <a:lnTo>
                    <a:pt x="1068" y="1687"/>
                  </a:lnTo>
                  <a:lnTo>
                    <a:pt x="1090" y="1684"/>
                  </a:lnTo>
                  <a:lnTo>
                    <a:pt x="1110" y="1675"/>
                  </a:lnTo>
                  <a:lnTo>
                    <a:pt x="1127" y="1663"/>
                  </a:lnTo>
                  <a:lnTo>
                    <a:pt x="1141" y="1646"/>
                  </a:lnTo>
                  <a:lnTo>
                    <a:pt x="1149" y="1626"/>
                  </a:lnTo>
                  <a:lnTo>
                    <a:pt x="1153" y="1602"/>
                  </a:lnTo>
                  <a:lnTo>
                    <a:pt x="1149" y="1580"/>
                  </a:lnTo>
                  <a:lnTo>
                    <a:pt x="1141" y="1560"/>
                  </a:lnTo>
                  <a:lnTo>
                    <a:pt x="1127" y="1543"/>
                  </a:lnTo>
                  <a:lnTo>
                    <a:pt x="1110" y="1530"/>
                  </a:lnTo>
                  <a:lnTo>
                    <a:pt x="1090" y="1521"/>
                  </a:lnTo>
                  <a:lnTo>
                    <a:pt x="1068" y="1518"/>
                  </a:lnTo>
                  <a:close/>
                  <a:moveTo>
                    <a:pt x="787" y="1518"/>
                  </a:moveTo>
                  <a:lnTo>
                    <a:pt x="765" y="1521"/>
                  </a:lnTo>
                  <a:lnTo>
                    <a:pt x="745" y="1530"/>
                  </a:lnTo>
                  <a:lnTo>
                    <a:pt x="727" y="1543"/>
                  </a:lnTo>
                  <a:lnTo>
                    <a:pt x="714" y="1560"/>
                  </a:lnTo>
                  <a:lnTo>
                    <a:pt x="706" y="1580"/>
                  </a:lnTo>
                  <a:lnTo>
                    <a:pt x="702" y="1602"/>
                  </a:lnTo>
                  <a:lnTo>
                    <a:pt x="706" y="1626"/>
                  </a:lnTo>
                  <a:lnTo>
                    <a:pt x="714" y="1646"/>
                  </a:lnTo>
                  <a:lnTo>
                    <a:pt x="727" y="1663"/>
                  </a:lnTo>
                  <a:lnTo>
                    <a:pt x="745" y="1675"/>
                  </a:lnTo>
                  <a:lnTo>
                    <a:pt x="765" y="1684"/>
                  </a:lnTo>
                  <a:lnTo>
                    <a:pt x="787" y="1687"/>
                  </a:lnTo>
                  <a:lnTo>
                    <a:pt x="809" y="1684"/>
                  </a:lnTo>
                  <a:lnTo>
                    <a:pt x="829" y="1675"/>
                  </a:lnTo>
                  <a:lnTo>
                    <a:pt x="846" y="1663"/>
                  </a:lnTo>
                  <a:lnTo>
                    <a:pt x="860" y="1646"/>
                  </a:lnTo>
                  <a:lnTo>
                    <a:pt x="868" y="1626"/>
                  </a:lnTo>
                  <a:lnTo>
                    <a:pt x="872" y="1602"/>
                  </a:lnTo>
                  <a:lnTo>
                    <a:pt x="868" y="1580"/>
                  </a:lnTo>
                  <a:lnTo>
                    <a:pt x="860" y="1560"/>
                  </a:lnTo>
                  <a:lnTo>
                    <a:pt x="846" y="1543"/>
                  </a:lnTo>
                  <a:lnTo>
                    <a:pt x="829" y="1530"/>
                  </a:lnTo>
                  <a:lnTo>
                    <a:pt x="809" y="1521"/>
                  </a:lnTo>
                  <a:lnTo>
                    <a:pt x="787" y="1518"/>
                  </a:lnTo>
                  <a:close/>
                  <a:moveTo>
                    <a:pt x="168" y="225"/>
                  </a:moveTo>
                  <a:lnTo>
                    <a:pt x="168" y="1406"/>
                  </a:lnTo>
                  <a:lnTo>
                    <a:pt x="1968" y="1406"/>
                  </a:lnTo>
                  <a:lnTo>
                    <a:pt x="1968" y="225"/>
                  </a:lnTo>
                  <a:lnTo>
                    <a:pt x="168" y="225"/>
                  </a:lnTo>
                  <a:close/>
                  <a:moveTo>
                    <a:pt x="112" y="0"/>
                  </a:moveTo>
                  <a:lnTo>
                    <a:pt x="2024" y="0"/>
                  </a:lnTo>
                  <a:lnTo>
                    <a:pt x="2049" y="3"/>
                  </a:lnTo>
                  <a:lnTo>
                    <a:pt x="2074" y="12"/>
                  </a:lnTo>
                  <a:lnTo>
                    <a:pt x="2094" y="25"/>
                  </a:lnTo>
                  <a:lnTo>
                    <a:pt x="2112" y="42"/>
                  </a:lnTo>
                  <a:lnTo>
                    <a:pt x="2124" y="63"/>
                  </a:lnTo>
                  <a:lnTo>
                    <a:pt x="2133" y="87"/>
                  </a:lnTo>
                  <a:lnTo>
                    <a:pt x="2136" y="113"/>
                  </a:lnTo>
                  <a:lnTo>
                    <a:pt x="2136" y="1687"/>
                  </a:lnTo>
                  <a:lnTo>
                    <a:pt x="2133" y="1713"/>
                  </a:lnTo>
                  <a:lnTo>
                    <a:pt x="2124" y="1737"/>
                  </a:lnTo>
                  <a:lnTo>
                    <a:pt x="2112" y="1758"/>
                  </a:lnTo>
                  <a:lnTo>
                    <a:pt x="2094" y="1775"/>
                  </a:lnTo>
                  <a:lnTo>
                    <a:pt x="2074" y="1788"/>
                  </a:lnTo>
                  <a:lnTo>
                    <a:pt x="2049" y="1797"/>
                  </a:lnTo>
                  <a:lnTo>
                    <a:pt x="2024" y="1800"/>
                  </a:lnTo>
                  <a:lnTo>
                    <a:pt x="112" y="1800"/>
                  </a:lnTo>
                  <a:lnTo>
                    <a:pt x="87" y="1797"/>
                  </a:lnTo>
                  <a:lnTo>
                    <a:pt x="62" y="1788"/>
                  </a:lnTo>
                  <a:lnTo>
                    <a:pt x="42" y="1775"/>
                  </a:lnTo>
                  <a:lnTo>
                    <a:pt x="24" y="1758"/>
                  </a:lnTo>
                  <a:lnTo>
                    <a:pt x="12" y="1737"/>
                  </a:lnTo>
                  <a:lnTo>
                    <a:pt x="3" y="1713"/>
                  </a:lnTo>
                  <a:lnTo>
                    <a:pt x="0" y="1687"/>
                  </a:lnTo>
                  <a:lnTo>
                    <a:pt x="0" y="113"/>
                  </a:lnTo>
                  <a:lnTo>
                    <a:pt x="3" y="87"/>
                  </a:lnTo>
                  <a:lnTo>
                    <a:pt x="12" y="63"/>
                  </a:lnTo>
                  <a:lnTo>
                    <a:pt x="24" y="42"/>
                  </a:lnTo>
                  <a:lnTo>
                    <a:pt x="42" y="25"/>
                  </a:lnTo>
                  <a:lnTo>
                    <a:pt x="62" y="12"/>
                  </a:lnTo>
                  <a:lnTo>
                    <a:pt x="87" y="3"/>
                  </a:lnTo>
                  <a:lnTo>
                    <a:pt x="112"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81" name="Rectangle 389"/>
            <p:cNvSpPr>
              <a:spLocks noChangeArrowheads="1"/>
            </p:cNvSpPr>
            <p:nvPr/>
          </p:nvSpPr>
          <p:spPr bwMode="auto">
            <a:xfrm>
              <a:off x="4384059" y="2122664"/>
              <a:ext cx="737097" cy="671688"/>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82" name="Rectangle 390"/>
            <p:cNvSpPr>
              <a:spLocks noChangeArrowheads="1"/>
            </p:cNvSpPr>
            <p:nvPr/>
          </p:nvSpPr>
          <p:spPr bwMode="auto">
            <a:xfrm>
              <a:off x="5121158" y="2122664"/>
              <a:ext cx="737097" cy="671688"/>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83" name="Rectangle 391"/>
            <p:cNvSpPr>
              <a:spLocks noChangeArrowheads="1"/>
            </p:cNvSpPr>
            <p:nvPr/>
          </p:nvSpPr>
          <p:spPr bwMode="auto">
            <a:xfrm>
              <a:off x="5858256" y="2122664"/>
              <a:ext cx="737097" cy="671688"/>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84" name="Rectangle 392"/>
            <p:cNvSpPr>
              <a:spLocks noChangeArrowheads="1"/>
            </p:cNvSpPr>
            <p:nvPr/>
          </p:nvSpPr>
          <p:spPr bwMode="auto">
            <a:xfrm>
              <a:off x="6595353" y="2122664"/>
              <a:ext cx="737097" cy="671688"/>
            </a:xfrm>
            <a:prstGeom prst="rect">
              <a:avLst/>
            </a:prstGeom>
            <a:solidFill>
              <a:srgbClr val="F7994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85" name="Rectangle 393"/>
            <p:cNvSpPr>
              <a:spLocks noChangeArrowheads="1"/>
            </p:cNvSpPr>
            <p:nvPr/>
          </p:nvSpPr>
          <p:spPr bwMode="auto">
            <a:xfrm>
              <a:off x="7332451" y="2122664"/>
              <a:ext cx="737097" cy="671688"/>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86" name="Rectangle 394"/>
            <p:cNvSpPr>
              <a:spLocks noChangeArrowheads="1"/>
            </p:cNvSpPr>
            <p:nvPr/>
          </p:nvSpPr>
          <p:spPr bwMode="auto">
            <a:xfrm>
              <a:off x="4384059" y="2794352"/>
              <a:ext cx="737097" cy="671688"/>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87" name="Rectangle 395"/>
            <p:cNvSpPr>
              <a:spLocks noChangeArrowheads="1"/>
            </p:cNvSpPr>
            <p:nvPr/>
          </p:nvSpPr>
          <p:spPr bwMode="auto">
            <a:xfrm>
              <a:off x="5121158" y="2794352"/>
              <a:ext cx="737097" cy="671688"/>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88" name="Rectangle 396"/>
            <p:cNvSpPr>
              <a:spLocks noChangeArrowheads="1"/>
            </p:cNvSpPr>
            <p:nvPr/>
          </p:nvSpPr>
          <p:spPr bwMode="auto">
            <a:xfrm>
              <a:off x="5858256" y="2794352"/>
              <a:ext cx="737097" cy="671688"/>
            </a:xfrm>
            <a:prstGeom prst="rect">
              <a:avLst/>
            </a:prstGeom>
            <a:solidFill>
              <a:srgbClr val="F7994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89" name="Rectangle 397"/>
            <p:cNvSpPr>
              <a:spLocks noChangeArrowheads="1"/>
            </p:cNvSpPr>
            <p:nvPr/>
          </p:nvSpPr>
          <p:spPr bwMode="auto">
            <a:xfrm>
              <a:off x="6595353" y="2794352"/>
              <a:ext cx="737097" cy="671688"/>
            </a:xfrm>
            <a:prstGeom prst="rect">
              <a:avLst/>
            </a:prstGeom>
            <a:solidFill>
              <a:srgbClr val="94E6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90" name="Rectangle 398"/>
            <p:cNvSpPr>
              <a:spLocks noChangeArrowheads="1"/>
            </p:cNvSpPr>
            <p:nvPr/>
          </p:nvSpPr>
          <p:spPr bwMode="auto">
            <a:xfrm>
              <a:off x="7332451" y="2794352"/>
              <a:ext cx="737097" cy="671688"/>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91" name="Rectangle 399"/>
            <p:cNvSpPr>
              <a:spLocks noChangeArrowheads="1"/>
            </p:cNvSpPr>
            <p:nvPr/>
          </p:nvSpPr>
          <p:spPr bwMode="auto">
            <a:xfrm>
              <a:off x="4384059" y="3466040"/>
              <a:ext cx="737097" cy="671688"/>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92" name="Rectangle 400"/>
            <p:cNvSpPr>
              <a:spLocks noChangeArrowheads="1"/>
            </p:cNvSpPr>
            <p:nvPr/>
          </p:nvSpPr>
          <p:spPr bwMode="auto">
            <a:xfrm>
              <a:off x="3646962" y="2794352"/>
              <a:ext cx="737097" cy="671688"/>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93" name="Rectangle 401"/>
            <p:cNvSpPr>
              <a:spLocks noChangeArrowheads="1"/>
            </p:cNvSpPr>
            <p:nvPr/>
          </p:nvSpPr>
          <p:spPr bwMode="auto">
            <a:xfrm>
              <a:off x="3646962" y="2122664"/>
              <a:ext cx="737097" cy="671688"/>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94" name="Rectangle 402"/>
            <p:cNvSpPr>
              <a:spLocks noChangeArrowheads="1"/>
            </p:cNvSpPr>
            <p:nvPr/>
          </p:nvSpPr>
          <p:spPr bwMode="auto">
            <a:xfrm>
              <a:off x="3646962" y="3466040"/>
              <a:ext cx="737097" cy="671688"/>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95" name="Rectangle 403"/>
            <p:cNvSpPr>
              <a:spLocks noChangeArrowheads="1"/>
            </p:cNvSpPr>
            <p:nvPr/>
          </p:nvSpPr>
          <p:spPr bwMode="auto">
            <a:xfrm>
              <a:off x="3646962" y="4137728"/>
              <a:ext cx="737097" cy="671688"/>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96" name="Rectangle 404"/>
            <p:cNvSpPr>
              <a:spLocks noChangeArrowheads="1"/>
            </p:cNvSpPr>
            <p:nvPr/>
          </p:nvSpPr>
          <p:spPr bwMode="auto">
            <a:xfrm>
              <a:off x="5121158" y="3466040"/>
              <a:ext cx="737097" cy="671688"/>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97" name="Rectangle 405"/>
            <p:cNvSpPr>
              <a:spLocks noChangeArrowheads="1"/>
            </p:cNvSpPr>
            <p:nvPr/>
          </p:nvSpPr>
          <p:spPr bwMode="auto">
            <a:xfrm>
              <a:off x="5858256" y="3466040"/>
              <a:ext cx="737097" cy="671688"/>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98" name="Rectangle 406"/>
            <p:cNvSpPr>
              <a:spLocks noChangeArrowheads="1"/>
            </p:cNvSpPr>
            <p:nvPr/>
          </p:nvSpPr>
          <p:spPr bwMode="auto">
            <a:xfrm>
              <a:off x="6595353" y="3466040"/>
              <a:ext cx="737097" cy="671688"/>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99" name="Rectangle 407"/>
            <p:cNvSpPr>
              <a:spLocks noChangeArrowheads="1"/>
            </p:cNvSpPr>
            <p:nvPr/>
          </p:nvSpPr>
          <p:spPr bwMode="auto">
            <a:xfrm>
              <a:off x="7332451" y="3466040"/>
              <a:ext cx="737097" cy="671688"/>
            </a:xfrm>
            <a:prstGeom prst="rect">
              <a:avLst/>
            </a:prstGeom>
            <a:solidFill>
              <a:srgbClr val="007AC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00" name="Rectangle 408"/>
            <p:cNvSpPr>
              <a:spLocks noChangeArrowheads="1"/>
            </p:cNvSpPr>
            <p:nvPr/>
          </p:nvSpPr>
          <p:spPr bwMode="auto">
            <a:xfrm>
              <a:off x="4384059" y="4137728"/>
              <a:ext cx="737097" cy="671688"/>
            </a:xfrm>
            <a:prstGeom prst="rect">
              <a:avLst/>
            </a:prstGeom>
            <a:solidFill>
              <a:srgbClr val="F7C23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01" name="Rectangle 409"/>
            <p:cNvSpPr>
              <a:spLocks noChangeArrowheads="1"/>
            </p:cNvSpPr>
            <p:nvPr/>
          </p:nvSpPr>
          <p:spPr bwMode="auto">
            <a:xfrm>
              <a:off x="5121158" y="4137728"/>
              <a:ext cx="737097" cy="671688"/>
            </a:xfrm>
            <a:prstGeom prst="rect">
              <a:avLst/>
            </a:prstGeom>
            <a:solidFill>
              <a:srgbClr val="F7994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02" name="Rectangle 410"/>
            <p:cNvSpPr>
              <a:spLocks noChangeArrowheads="1"/>
            </p:cNvSpPr>
            <p:nvPr/>
          </p:nvSpPr>
          <p:spPr bwMode="auto">
            <a:xfrm>
              <a:off x="5858256" y="4137728"/>
              <a:ext cx="737097" cy="671688"/>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03" name="Rectangle 411"/>
            <p:cNvSpPr>
              <a:spLocks noChangeArrowheads="1"/>
            </p:cNvSpPr>
            <p:nvPr/>
          </p:nvSpPr>
          <p:spPr bwMode="auto">
            <a:xfrm>
              <a:off x="6595353" y="4137728"/>
              <a:ext cx="737097" cy="671688"/>
            </a:xfrm>
            <a:prstGeom prst="rect">
              <a:avLst/>
            </a:prstGeom>
            <a:solidFill>
              <a:srgbClr val="007AC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04" name="Rectangle 412"/>
            <p:cNvSpPr>
              <a:spLocks noChangeArrowheads="1"/>
            </p:cNvSpPr>
            <p:nvPr/>
          </p:nvSpPr>
          <p:spPr bwMode="auto">
            <a:xfrm>
              <a:off x="7332451" y="4137728"/>
              <a:ext cx="737097" cy="671688"/>
            </a:xfrm>
            <a:prstGeom prst="rect">
              <a:avLst/>
            </a:prstGeom>
            <a:solidFill>
              <a:srgbClr val="00B9F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cxnSp>
        <p:nvCxnSpPr>
          <p:cNvPr id="347" name="Straight Connector 346">
            <a:extLst>
              <a:ext uri="{FF2B5EF4-FFF2-40B4-BE49-F238E27FC236}">
                <a16:creationId xmlns:a16="http://schemas.microsoft.com/office/drawing/2014/main" id="{5D52011B-9679-45A9-98B9-768AF5A3FF4E}"/>
              </a:ext>
            </a:extLst>
          </p:cNvPr>
          <p:cNvCxnSpPr/>
          <p:nvPr/>
        </p:nvCxnSpPr>
        <p:spPr bwMode="auto">
          <a:xfrm flipV="1">
            <a:off x="1279652" y="2797146"/>
            <a:ext cx="8412480" cy="1"/>
          </a:xfrm>
          <a:prstGeom prst="line">
            <a:avLst/>
          </a:prstGeom>
          <a:noFill/>
          <a:ln w="9525" cap="flat" cmpd="sng" algn="ctr">
            <a:solidFill>
              <a:srgbClr val="BFBFBF"/>
            </a:solidFill>
            <a:prstDash val="solid"/>
            <a:round/>
            <a:headEnd type="none" w="med" len="med"/>
            <a:tailEnd type="none" w="med" len="med"/>
          </a:ln>
          <a:effectLst/>
        </p:spPr>
      </p:cxnSp>
      <p:cxnSp>
        <p:nvCxnSpPr>
          <p:cNvPr id="349" name="Straight Connector 348">
            <a:extLst>
              <a:ext uri="{FF2B5EF4-FFF2-40B4-BE49-F238E27FC236}">
                <a16:creationId xmlns:a16="http://schemas.microsoft.com/office/drawing/2014/main" id="{B0F60043-7A5D-4B18-8AAF-3FE380A74088}"/>
              </a:ext>
            </a:extLst>
          </p:cNvPr>
          <p:cNvCxnSpPr/>
          <p:nvPr/>
        </p:nvCxnSpPr>
        <p:spPr bwMode="auto">
          <a:xfrm flipV="1">
            <a:off x="1279652" y="3744882"/>
            <a:ext cx="8412480" cy="1"/>
          </a:xfrm>
          <a:prstGeom prst="line">
            <a:avLst/>
          </a:prstGeom>
          <a:noFill/>
          <a:ln w="9525" cap="flat" cmpd="sng" algn="ctr">
            <a:solidFill>
              <a:srgbClr val="BFBFBF"/>
            </a:solidFill>
            <a:prstDash val="solid"/>
            <a:round/>
            <a:headEnd type="none" w="med" len="med"/>
            <a:tailEnd type="none" w="med" len="med"/>
          </a:ln>
          <a:effectLst/>
        </p:spPr>
      </p:cxnSp>
      <p:cxnSp>
        <p:nvCxnSpPr>
          <p:cNvPr id="350" name="Straight Connector 349">
            <a:extLst>
              <a:ext uri="{FF2B5EF4-FFF2-40B4-BE49-F238E27FC236}">
                <a16:creationId xmlns:a16="http://schemas.microsoft.com/office/drawing/2014/main" id="{B17825B6-1669-444E-A816-B57BD7344AB8}"/>
              </a:ext>
            </a:extLst>
          </p:cNvPr>
          <p:cNvCxnSpPr/>
          <p:nvPr/>
        </p:nvCxnSpPr>
        <p:spPr bwMode="auto">
          <a:xfrm flipV="1">
            <a:off x="1279652" y="4692618"/>
            <a:ext cx="8412480" cy="1"/>
          </a:xfrm>
          <a:prstGeom prst="line">
            <a:avLst/>
          </a:prstGeom>
          <a:noFill/>
          <a:ln w="9525" cap="flat" cmpd="sng" algn="ctr">
            <a:solidFill>
              <a:srgbClr val="BFBFBF"/>
            </a:solidFill>
            <a:prstDash val="solid"/>
            <a:round/>
            <a:headEnd type="none" w="med" len="med"/>
            <a:tailEnd type="none" w="med" len="med"/>
          </a:ln>
          <a:effectLst/>
        </p:spPr>
      </p:cxnSp>
    </p:spTree>
    <p:extLst>
      <p:ext uri="{BB962C8B-B14F-4D97-AF65-F5344CB8AC3E}">
        <p14:creationId xmlns:p14="http://schemas.microsoft.com/office/powerpoint/2010/main" val="717114812"/>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Generic Maps</a:t>
            </a:r>
          </a:p>
        </p:txBody>
      </p:sp>
      <p:sp>
        <p:nvSpPr>
          <p:cNvPr id="338" name="TextBox 337"/>
          <p:cNvSpPr txBox="1">
            <a:spLocks noChangeAspect="1"/>
          </p:cNvSpPr>
          <p:nvPr/>
        </p:nvSpPr>
        <p:spPr>
          <a:xfrm>
            <a:off x="3562194" y="1978965"/>
            <a:ext cx="662082" cy="230428"/>
          </a:xfrm>
          <a:prstGeom prst="rect">
            <a:avLst/>
          </a:prstGeom>
          <a:noFill/>
          <a:ln>
            <a:noFill/>
          </a:ln>
          <a:effectLst/>
        </p:spPr>
        <p:txBody>
          <a:bodyPr wrap="square" lIns="0" tIns="0" rIns="0" bIns="0" rtlCol="0" anchor="b">
            <a:noAutofit/>
          </a:bodyPr>
          <a:lstStyle/>
          <a:p>
            <a:pPr algn="ctr" eaLnBrk="0" hangingPunct="0"/>
            <a:r>
              <a:rPr lang="en-US" sz="1200" dirty="0">
                <a:solidFill>
                  <a:schemeClr val="bg1"/>
                </a:solidFill>
                <a:ea typeface="+mn-ea"/>
                <a:cs typeface="+mn-cs"/>
              </a:rPr>
              <a:t>Layers</a:t>
            </a:r>
          </a:p>
        </p:txBody>
      </p:sp>
      <p:grpSp>
        <p:nvGrpSpPr>
          <p:cNvPr id="11" name="Group 10"/>
          <p:cNvGrpSpPr>
            <a:grpSpLocks noChangeAspect="1"/>
          </p:cNvGrpSpPr>
          <p:nvPr/>
        </p:nvGrpSpPr>
        <p:grpSpPr>
          <a:xfrm>
            <a:off x="929631" y="2548761"/>
            <a:ext cx="611435" cy="411480"/>
            <a:chOff x="807530" y="2609721"/>
            <a:chExt cx="611435" cy="411480"/>
          </a:xfrm>
        </p:grpSpPr>
        <p:sp>
          <p:nvSpPr>
            <p:cNvPr id="22" name="Freeform 6"/>
            <p:cNvSpPr>
              <a:spLocks/>
            </p:cNvSpPr>
            <p:nvPr/>
          </p:nvSpPr>
          <p:spPr bwMode="auto">
            <a:xfrm>
              <a:off x="847191" y="2641119"/>
              <a:ext cx="532114" cy="348684"/>
            </a:xfrm>
            <a:custGeom>
              <a:avLst/>
              <a:gdLst>
                <a:gd name="T0" fmla="*/ 1128 w 2256"/>
                <a:gd name="T1" fmla="*/ 0 h 1481"/>
                <a:gd name="T2" fmla="*/ 1159 w 2256"/>
                <a:gd name="T3" fmla="*/ 2 h 1481"/>
                <a:gd name="T4" fmla="*/ 1188 w 2256"/>
                <a:gd name="T5" fmla="*/ 8 h 1481"/>
                <a:gd name="T6" fmla="*/ 1217 w 2256"/>
                <a:gd name="T7" fmla="*/ 19 h 1481"/>
                <a:gd name="T8" fmla="*/ 1244 w 2256"/>
                <a:gd name="T9" fmla="*/ 33 h 1481"/>
                <a:gd name="T10" fmla="*/ 2175 w 2256"/>
                <a:gd name="T11" fmla="*/ 596 h 1481"/>
                <a:gd name="T12" fmla="*/ 2198 w 2256"/>
                <a:gd name="T13" fmla="*/ 613 h 1481"/>
                <a:gd name="T14" fmla="*/ 2218 w 2256"/>
                <a:gd name="T15" fmla="*/ 634 h 1481"/>
                <a:gd name="T16" fmla="*/ 2235 w 2256"/>
                <a:gd name="T17" fmla="*/ 657 h 1481"/>
                <a:gd name="T18" fmla="*/ 2247 w 2256"/>
                <a:gd name="T19" fmla="*/ 683 h 1481"/>
                <a:gd name="T20" fmla="*/ 2254 w 2256"/>
                <a:gd name="T21" fmla="*/ 711 h 1481"/>
                <a:gd name="T22" fmla="*/ 2256 w 2256"/>
                <a:gd name="T23" fmla="*/ 741 h 1481"/>
                <a:gd name="T24" fmla="*/ 2254 w 2256"/>
                <a:gd name="T25" fmla="*/ 769 h 1481"/>
                <a:gd name="T26" fmla="*/ 2247 w 2256"/>
                <a:gd name="T27" fmla="*/ 796 h 1481"/>
                <a:gd name="T28" fmla="*/ 2235 w 2256"/>
                <a:gd name="T29" fmla="*/ 823 h 1481"/>
                <a:gd name="T30" fmla="*/ 2218 w 2256"/>
                <a:gd name="T31" fmla="*/ 846 h 1481"/>
                <a:gd name="T32" fmla="*/ 2199 w 2256"/>
                <a:gd name="T33" fmla="*/ 867 h 1481"/>
                <a:gd name="T34" fmla="*/ 2175 w 2256"/>
                <a:gd name="T35" fmla="*/ 884 h 1481"/>
                <a:gd name="T36" fmla="*/ 1244 w 2256"/>
                <a:gd name="T37" fmla="*/ 1448 h 1481"/>
                <a:gd name="T38" fmla="*/ 1217 w 2256"/>
                <a:gd name="T39" fmla="*/ 1463 h 1481"/>
                <a:gd name="T40" fmla="*/ 1188 w 2256"/>
                <a:gd name="T41" fmla="*/ 1473 h 1481"/>
                <a:gd name="T42" fmla="*/ 1159 w 2256"/>
                <a:gd name="T43" fmla="*/ 1479 h 1481"/>
                <a:gd name="T44" fmla="*/ 1127 w 2256"/>
                <a:gd name="T45" fmla="*/ 1481 h 1481"/>
                <a:gd name="T46" fmla="*/ 1097 w 2256"/>
                <a:gd name="T47" fmla="*/ 1479 h 1481"/>
                <a:gd name="T48" fmla="*/ 1067 w 2256"/>
                <a:gd name="T49" fmla="*/ 1473 h 1481"/>
                <a:gd name="T50" fmla="*/ 1038 w 2256"/>
                <a:gd name="T51" fmla="*/ 1463 h 1481"/>
                <a:gd name="T52" fmla="*/ 1011 w 2256"/>
                <a:gd name="T53" fmla="*/ 1448 h 1481"/>
                <a:gd name="T54" fmla="*/ 81 w 2256"/>
                <a:gd name="T55" fmla="*/ 884 h 1481"/>
                <a:gd name="T56" fmla="*/ 57 w 2256"/>
                <a:gd name="T57" fmla="*/ 867 h 1481"/>
                <a:gd name="T58" fmla="*/ 38 w 2256"/>
                <a:gd name="T59" fmla="*/ 846 h 1481"/>
                <a:gd name="T60" fmla="*/ 21 w 2256"/>
                <a:gd name="T61" fmla="*/ 823 h 1481"/>
                <a:gd name="T62" fmla="*/ 9 w 2256"/>
                <a:gd name="T63" fmla="*/ 796 h 1481"/>
                <a:gd name="T64" fmla="*/ 2 w 2256"/>
                <a:gd name="T65" fmla="*/ 769 h 1481"/>
                <a:gd name="T66" fmla="*/ 0 w 2256"/>
                <a:gd name="T67" fmla="*/ 741 h 1481"/>
                <a:gd name="T68" fmla="*/ 2 w 2256"/>
                <a:gd name="T69" fmla="*/ 711 h 1481"/>
                <a:gd name="T70" fmla="*/ 9 w 2256"/>
                <a:gd name="T71" fmla="*/ 683 h 1481"/>
                <a:gd name="T72" fmla="*/ 21 w 2256"/>
                <a:gd name="T73" fmla="*/ 657 h 1481"/>
                <a:gd name="T74" fmla="*/ 38 w 2256"/>
                <a:gd name="T75" fmla="*/ 634 h 1481"/>
                <a:gd name="T76" fmla="*/ 58 w 2256"/>
                <a:gd name="T77" fmla="*/ 613 h 1481"/>
                <a:gd name="T78" fmla="*/ 81 w 2256"/>
                <a:gd name="T79" fmla="*/ 596 h 1481"/>
                <a:gd name="T80" fmla="*/ 1012 w 2256"/>
                <a:gd name="T81" fmla="*/ 33 h 1481"/>
                <a:gd name="T82" fmla="*/ 1039 w 2256"/>
                <a:gd name="T83" fmla="*/ 19 h 1481"/>
                <a:gd name="T84" fmla="*/ 1068 w 2256"/>
                <a:gd name="T85" fmla="*/ 8 h 1481"/>
                <a:gd name="T86" fmla="*/ 1097 w 2256"/>
                <a:gd name="T87" fmla="*/ 2 h 1481"/>
                <a:gd name="T88" fmla="*/ 1128 w 2256"/>
                <a:gd name="T89" fmla="*/ 0 h 1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256" h="1481">
                  <a:moveTo>
                    <a:pt x="1128" y="0"/>
                  </a:moveTo>
                  <a:lnTo>
                    <a:pt x="1159" y="2"/>
                  </a:lnTo>
                  <a:lnTo>
                    <a:pt x="1188" y="8"/>
                  </a:lnTo>
                  <a:lnTo>
                    <a:pt x="1217" y="19"/>
                  </a:lnTo>
                  <a:lnTo>
                    <a:pt x="1244" y="33"/>
                  </a:lnTo>
                  <a:lnTo>
                    <a:pt x="2175" y="596"/>
                  </a:lnTo>
                  <a:lnTo>
                    <a:pt x="2198" y="613"/>
                  </a:lnTo>
                  <a:lnTo>
                    <a:pt x="2218" y="634"/>
                  </a:lnTo>
                  <a:lnTo>
                    <a:pt x="2235" y="657"/>
                  </a:lnTo>
                  <a:lnTo>
                    <a:pt x="2247" y="683"/>
                  </a:lnTo>
                  <a:lnTo>
                    <a:pt x="2254" y="711"/>
                  </a:lnTo>
                  <a:lnTo>
                    <a:pt x="2256" y="741"/>
                  </a:lnTo>
                  <a:lnTo>
                    <a:pt x="2254" y="769"/>
                  </a:lnTo>
                  <a:lnTo>
                    <a:pt x="2247" y="796"/>
                  </a:lnTo>
                  <a:lnTo>
                    <a:pt x="2235" y="823"/>
                  </a:lnTo>
                  <a:lnTo>
                    <a:pt x="2218" y="846"/>
                  </a:lnTo>
                  <a:lnTo>
                    <a:pt x="2199" y="867"/>
                  </a:lnTo>
                  <a:lnTo>
                    <a:pt x="2175" y="884"/>
                  </a:lnTo>
                  <a:lnTo>
                    <a:pt x="1244" y="1448"/>
                  </a:lnTo>
                  <a:lnTo>
                    <a:pt x="1217" y="1463"/>
                  </a:lnTo>
                  <a:lnTo>
                    <a:pt x="1188" y="1473"/>
                  </a:lnTo>
                  <a:lnTo>
                    <a:pt x="1159" y="1479"/>
                  </a:lnTo>
                  <a:lnTo>
                    <a:pt x="1127" y="1481"/>
                  </a:lnTo>
                  <a:lnTo>
                    <a:pt x="1097" y="1479"/>
                  </a:lnTo>
                  <a:lnTo>
                    <a:pt x="1067" y="1473"/>
                  </a:lnTo>
                  <a:lnTo>
                    <a:pt x="1038" y="1463"/>
                  </a:lnTo>
                  <a:lnTo>
                    <a:pt x="1011" y="1448"/>
                  </a:lnTo>
                  <a:lnTo>
                    <a:pt x="81" y="884"/>
                  </a:lnTo>
                  <a:lnTo>
                    <a:pt x="57" y="867"/>
                  </a:lnTo>
                  <a:lnTo>
                    <a:pt x="38" y="846"/>
                  </a:lnTo>
                  <a:lnTo>
                    <a:pt x="21" y="823"/>
                  </a:lnTo>
                  <a:lnTo>
                    <a:pt x="9" y="796"/>
                  </a:lnTo>
                  <a:lnTo>
                    <a:pt x="2" y="769"/>
                  </a:lnTo>
                  <a:lnTo>
                    <a:pt x="0" y="741"/>
                  </a:lnTo>
                  <a:lnTo>
                    <a:pt x="2" y="711"/>
                  </a:lnTo>
                  <a:lnTo>
                    <a:pt x="9" y="683"/>
                  </a:lnTo>
                  <a:lnTo>
                    <a:pt x="21" y="657"/>
                  </a:lnTo>
                  <a:lnTo>
                    <a:pt x="38" y="634"/>
                  </a:lnTo>
                  <a:lnTo>
                    <a:pt x="58" y="613"/>
                  </a:lnTo>
                  <a:lnTo>
                    <a:pt x="81" y="596"/>
                  </a:lnTo>
                  <a:lnTo>
                    <a:pt x="1012" y="33"/>
                  </a:lnTo>
                  <a:lnTo>
                    <a:pt x="1039" y="19"/>
                  </a:lnTo>
                  <a:lnTo>
                    <a:pt x="1068" y="8"/>
                  </a:lnTo>
                  <a:lnTo>
                    <a:pt x="1097" y="2"/>
                  </a:lnTo>
                  <a:lnTo>
                    <a:pt x="1128" y="0"/>
                  </a:lnTo>
                  <a:close/>
                </a:path>
              </a:pathLst>
            </a:custGeom>
            <a:solidFill>
              <a:srgbClr val="1E48F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useBgFill="1">
          <p:nvSpPr>
            <p:cNvPr id="23" name="Freeform 7"/>
            <p:cNvSpPr>
              <a:spLocks/>
            </p:cNvSpPr>
            <p:nvPr/>
          </p:nvSpPr>
          <p:spPr bwMode="auto">
            <a:xfrm>
              <a:off x="807530" y="2609721"/>
              <a:ext cx="611435" cy="411480"/>
            </a:xfrm>
            <a:custGeom>
              <a:avLst/>
              <a:gdLst>
                <a:gd name="T0" fmla="*/ 1293 w 2586"/>
                <a:gd name="T1" fmla="*/ 0 h 1744"/>
                <a:gd name="T2" fmla="*/ 1324 w 2586"/>
                <a:gd name="T3" fmla="*/ 2 h 1744"/>
                <a:gd name="T4" fmla="*/ 1353 w 2586"/>
                <a:gd name="T5" fmla="*/ 7 h 1744"/>
                <a:gd name="T6" fmla="*/ 1382 w 2586"/>
                <a:gd name="T7" fmla="*/ 18 h 1744"/>
                <a:gd name="T8" fmla="*/ 1409 w 2586"/>
                <a:gd name="T9" fmla="*/ 32 h 1744"/>
                <a:gd name="T10" fmla="*/ 2478 w 2586"/>
                <a:gd name="T11" fmla="*/ 678 h 1744"/>
                <a:gd name="T12" fmla="*/ 2505 w 2586"/>
                <a:gd name="T13" fmla="*/ 698 h 1744"/>
                <a:gd name="T14" fmla="*/ 2529 w 2586"/>
                <a:gd name="T15" fmla="*/ 720 h 1744"/>
                <a:gd name="T16" fmla="*/ 2549 w 2586"/>
                <a:gd name="T17" fmla="*/ 747 h 1744"/>
                <a:gd name="T18" fmla="*/ 2565 w 2586"/>
                <a:gd name="T19" fmla="*/ 775 h 1744"/>
                <a:gd name="T20" fmla="*/ 2576 w 2586"/>
                <a:gd name="T21" fmla="*/ 806 h 1744"/>
                <a:gd name="T22" fmla="*/ 2584 w 2586"/>
                <a:gd name="T23" fmla="*/ 838 h 1744"/>
                <a:gd name="T24" fmla="*/ 2586 w 2586"/>
                <a:gd name="T25" fmla="*/ 872 h 1744"/>
                <a:gd name="T26" fmla="*/ 2584 w 2586"/>
                <a:gd name="T27" fmla="*/ 904 h 1744"/>
                <a:gd name="T28" fmla="*/ 2576 w 2586"/>
                <a:gd name="T29" fmla="*/ 936 h 1744"/>
                <a:gd name="T30" fmla="*/ 2565 w 2586"/>
                <a:gd name="T31" fmla="*/ 967 h 1744"/>
                <a:gd name="T32" fmla="*/ 2549 w 2586"/>
                <a:gd name="T33" fmla="*/ 995 h 1744"/>
                <a:gd name="T34" fmla="*/ 2529 w 2586"/>
                <a:gd name="T35" fmla="*/ 1022 h 1744"/>
                <a:gd name="T36" fmla="*/ 2505 w 2586"/>
                <a:gd name="T37" fmla="*/ 1044 h 1744"/>
                <a:gd name="T38" fmla="*/ 2478 w 2586"/>
                <a:gd name="T39" fmla="*/ 1064 h 1744"/>
                <a:gd name="T40" fmla="*/ 1409 w 2586"/>
                <a:gd name="T41" fmla="*/ 1711 h 1744"/>
                <a:gd name="T42" fmla="*/ 1382 w 2586"/>
                <a:gd name="T43" fmla="*/ 1725 h 1744"/>
                <a:gd name="T44" fmla="*/ 1353 w 2586"/>
                <a:gd name="T45" fmla="*/ 1736 h 1744"/>
                <a:gd name="T46" fmla="*/ 1324 w 2586"/>
                <a:gd name="T47" fmla="*/ 1742 h 1744"/>
                <a:gd name="T48" fmla="*/ 1292 w 2586"/>
                <a:gd name="T49" fmla="*/ 1744 h 1744"/>
                <a:gd name="T50" fmla="*/ 1262 w 2586"/>
                <a:gd name="T51" fmla="*/ 1742 h 1744"/>
                <a:gd name="T52" fmla="*/ 1232 w 2586"/>
                <a:gd name="T53" fmla="*/ 1736 h 1744"/>
                <a:gd name="T54" fmla="*/ 1203 w 2586"/>
                <a:gd name="T55" fmla="*/ 1725 h 1744"/>
                <a:gd name="T56" fmla="*/ 1176 w 2586"/>
                <a:gd name="T57" fmla="*/ 1711 h 1744"/>
                <a:gd name="T58" fmla="*/ 108 w 2586"/>
                <a:gd name="T59" fmla="*/ 1064 h 1744"/>
                <a:gd name="T60" fmla="*/ 81 w 2586"/>
                <a:gd name="T61" fmla="*/ 1044 h 1744"/>
                <a:gd name="T62" fmla="*/ 57 w 2586"/>
                <a:gd name="T63" fmla="*/ 1022 h 1744"/>
                <a:gd name="T64" fmla="*/ 37 w 2586"/>
                <a:gd name="T65" fmla="*/ 995 h 1744"/>
                <a:gd name="T66" fmla="*/ 21 w 2586"/>
                <a:gd name="T67" fmla="*/ 967 h 1744"/>
                <a:gd name="T68" fmla="*/ 10 w 2586"/>
                <a:gd name="T69" fmla="*/ 936 h 1744"/>
                <a:gd name="T70" fmla="*/ 2 w 2586"/>
                <a:gd name="T71" fmla="*/ 904 h 1744"/>
                <a:gd name="T72" fmla="*/ 0 w 2586"/>
                <a:gd name="T73" fmla="*/ 872 h 1744"/>
                <a:gd name="T74" fmla="*/ 2 w 2586"/>
                <a:gd name="T75" fmla="*/ 838 h 1744"/>
                <a:gd name="T76" fmla="*/ 10 w 2586"/>
                <a:gd name="T77" fmla="*/ 806 h 1744"/>
                <a:gd name="T78" fmla="*/ 21 w 2586"/>
                <a:gd name="T79" fmla="*/ 775 h 1744"/>
                <a:gd name="T80" fmla="*/ 38 w 2586"/>
                <a:gd name="T81" fmla="*/ 747 h 1744"/>
                <a:gd name="T82" fmla="*/ 57 w 2586"/>
                <a:gd name="T83" fmla="*/ 720 h 1744"/>
                <a:gd name="T84" fmla="*/ 81 w 2586"/>
                <a:gd name="T85" fmla="*/ 698 h 1744"/>
                <a:gd name="T86" fmla="*/ 108 w 2586"/>
                <a:gd name="T87" fmla="*/ 679 h 1744"/>
                <a:gd name="T88" fmla="*/ 1177 w 2586"/>
                <a:gd name="T89" fmla="*/ 32 h 1744"/>
                <a:gd name="T90" fmla="*/ 1204 w 2586"/>
                <a:gd name="T91" fmla="*/ 18 h 1744"/>
                <a:gd name="T92" fmla="*/ 1233 w 2586"/>
                <a:gd name="T93" fmla="*/ 7 h 1744"/>
                <a:gd name="T94" fmla="*/ 1262 w 2586"/>
                <a:gd name="T95" fmla="*/ 2 h 1744"/>
                <a:gd name="T96" fmla="*/ 1293 w 2586"/>
                <a:gd name="T97" fmla="*/ 0 h 1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86" h="1744">
                  <a:moveTo>
                    <a:pt x="1293" y="0"/>
                  </a:moveTo>
                  <a:lnTo>
                    <a:pt x="1324" y="2"/>
                  </a:lnTo>
                  <a:lnTo>
                    <a:pt x="1353" y="7"/>
                  </a:lnTo>
                  <a:lnTo>
                    <a:pt x="1382" y="18"/>
                  </a:lnTo>
                  <a:lnTo>
                    <a:pt x="1409" y="32"/>
                  </a:lnTo>
                  <a:lnTo>
                    <a:pt x="2478" y="678"/>
                  </a:lnTo>
                  <a:lnTo>
                    <a:pt x="2505" y="698"/>
                  </a:lnTo>
                  <a:lnTo>
                    <a:pt x="2529" y="720"/>
                  </a:lnTo>
                  <a:lnTo>
                    <a:pt x="2549" y="747"/>
                  </a:lnTo>
                  <a:lnTo>
                    <a:pt x="2565" y="775"/>
                  </a:lnTo>
                  <a:lnTo>
                    <a:pt x="2576" y="806"/>
                  </a:lnTo>
                  <a:lnTo>
                    <a:pt x="2584" y="838"/>
                  </a:lnTo>
                  <a:lnTo>
                    <a:pt x="2586" y="872"/>
                  </a:lnTo>
                  <a:lnTo>
                    <a:pt x="2584" y="904"/>
                  </a:lnTo>
                  <a:lnTo>
                    <a:pt x="2576" y="936"/>
                  </a:lnTo>
                  <a:lnTo>
                    <a:pt x="2565" y="967"/>
                  </a:lnTo>
                  <a:lnTo>
                    <a:pt x="2549" y="995"/>
                  </a:lnTo>
                  <a:lnTo>
                    <a:pt x="2529" y="1022"/>
                  </a:lnTo>
                  <a:lnTo>
                    <a:pt x="2505" y="1044"/>
                  </a:lnTo>
                  <a:lnTo>
                    <a:pt x="2478" y="1064"/>
                  </a:lnTo>
                  <a:lnTo>
                    <a:pt x="1409" y="1711"/>
                  </a:lnTo>
                  <a:lnTo>
                    <a:pt x="1382" y="1725"/>
                  </a:lnTo>
                  <a:lnTo>
                    <a:pt x="1353" y="1736"/>
                  </a:lnTo>
                  <a:lnTo>
                    <a:pt x="1324" y="1742"/>
                  </a:lnTo>
                  <a:lnTo>
                    <a:pt x="1292" y="1744"/>
                  </a:lnTo>
                  <a:lnTo>
                    <a:pt x="1262" y="1742"/>
                  </a:lnTo>
                  <a:lnTo>
                    <a:pt x="1232" y="1736"/>
                  </a:lnTo>
                  <a:lnTo>
                    <a:pt x="1203" y="1725"/>
                  </a:lnTo>
                  <a:lnTo>
                    <a:pt x="1176" y="1711"/>
                  </a:lnTo>
                  <a:lnTo>
                    <a:pt x="108" y="1064"/>
                  </a:lnTo>
                  <a:lnTo>
                    <a:pt x="81" y="1044"/>
                  </a:lnTo>
                  <a:lnTo>
                    <a:pt x="57" y="1022"/>
                  </a:lnTo>
                  <a:lnTo>
                    <a:pt x="37" y="995"/>
                  </a:lnTo>
                  <a:lnTo>
                    <a:pt x="21" y="967"/>
                  </a:lnTo>
                  <a:lnTo>
                    <a:pt x="10" y="936"/>
                  </a:lnTo>
                  <a:lnTo>
                    <a:pt x="2" y="904"/>
                  </a:lnTo>
                  <a:lnTo>
                    <a:pt x="0" y="872"/>
                  </a:lnTo>
                  <a:lnTo>
                    <a:pt x="2" y="838"/>
                  </a:lnTo>
                  <a:lnTo>
                    <a:pt x="10" y="806"/>
                  </a:lnTo>
                  <a:lnTo>
                    <a:pt x="21" y="775"/>
                  </a:lnTo>
                  <a:lnTo>
                    <a:pt x="38" y="747"/>
                  </a:lnTo>
                  <a:lnTo>
                    <a:pt x="57" y="720"/>
                  </a:lnTo>
                  <a:lnTo>
                    <a:pt x="81" y="698"/>
                  </a:lnTo>
                  <a:lnTo>
                    <a:pt x="108" y="679"/>
                  </a:lnTo>
                  <a:lnTo>
                    <a:pt x="1177" y="32"/>
                  </a:lnTo>
                  <a:lnTo>
                    <a:pt x="1204" y="18"/>
                  </a:lnTo>
                  <a:lnTo>
                    <a:pt x="1233" y="7"/>
                  </a:lnTo>
                  <a:lnTo>
                    <a:pt x="1262" y="2"/>
                  </a:lnTo>
                  <a:lnTo>
                    <a:pt x="129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4" name="Freeform 8"/>
            <p:cNvSpPr>
              <a:spLocks/>
            </p:cNvSpPr>
            <p:nvPr/>
          </p:nvSpPr>
          <p:spPr bwMode="auto">
            <a:xfrm>
              <a:off x="833970" y="2636161"/>
              <a:ext cx="558554" cy="358599"/>
            </a:xfrm>
            <a:custGeom>
              <a:avLst/>
              <a:gdLst>
                <a:gd name="T0" fmla="*/ 1181 w 2362"/>
                <a:gd name="T1" fmla="*/ 0 h 1519"/>
                <a:gd name="T2" fmla="*/ 1201 w 2362"/>
                <a:gd name="T3" fmla="*/ 2 h 1519"/>
                <a:gd name="T4" fmla="*/ 1221 w 2362"/>
                <a:gd name="T5" fmla="*/ 7 h 1519"/>
                <a:gd name="T6" fmla="*/ 1239 w 2362"/>
                <a:gd name="T7" fmla="*/ 16 h 1519"/>
                <a:gd name="T8" fmla="*/ 2307 w 2362"/>
                <a:gd name="T9" fmla="*/ 663 h 1519"/>
                <a:gd name="T10" fmla="*/ 2326 w 2362"/>
                <a:gd name="T11" fmla="*/ 677 h 1519"/>
                <a:gd name="T12" fmla="*/ 2341 w 2362"/>
                <a:gd name="T13" fmla="*/ 694 h 1519"/>
                <a:gd name="T14" fmla="*/ 2353 w 2362"/>
                <a:gd name="T15" fmla="*/ 714 h 1519"/>
                <a:gd name="T16" fmla="*/ 2359 w 2362"/>
                <a:gd name="T17" fmla="*/ 736 h 1519"/>
                <a:gd name="T18" fmla="*/ 2362 w 2362"/>
                <a:gd name="T19" fmla="*/ 760 h 1519"/>
                <a:gd name="T20" fmla="*/ 2359 w 2362"/>
                <a:gd name="T21" fmla="*/ 783 h 1519"/>
                <a:gd name="T22" fmla="*/ 2353 w 2362"/>
                <a:gd name="T23" fmla="*/ 804 h 1519"/>
                <a:gd name="T24" fmla="*/ 2341 w 2362"/>
                <a:gd name="T25" fmla="*/ 824 h 1519"/>
                <a:gd name="T26" fmla="*/ 2326 w 2362"/>
                <a:gd name="T27" fmla="*/ 841 h 1519"/>
                <a:gd name="T28" fmla="*/ 2307 w 2362"/>
                <a:gd name="T29" fmla="*/ 856 h 1519"/>
                <a:gd name="T30" fmla="*/ 1239 w 2362"/>
                <a:gd name="T31" fmla="*/ 1503 h 1519"/>
                <a:gd name="T32" fmla="*/ 1220 w 2362"/>
                <a:gd name="T33" fmla="*/ 1512 h 1519"/>
                <a:gd name="T34" fmla="*/ 1201 w 2362"/>
                <a:gd name="T35" fmla="*/ 1517 h 1519"/>
                <a:gd name="T36" fmla="*/ 1180 w 2362"/>
                <a:gd name="T37" fmla="*/ 1519 h 1519"/>
                <a:gd name="T38" fmla="*/ 1161 w 2362"/>
                <a:gd name="T39" fmla="*/ 1517 h 1519"/>
                <a:gd name="T40" fmla="*/ 1141 w 2362"/>
                <a:gd name="T41" fmla="*/ 1512 h 1519"/>
                <a:gd name="T42" fmla="*/ 1123 w 2362"/>
                <a:gd name="T43" fmla="*/ 1503 h 1519"/>
                <a:gd name="T44" fmla="*/ 55 w 2362"/>
                <a:gd name="T45" fmla="*/ 856 h 1519"/>
                <a:gd name="T46" fmla="*/ 36 w 2362"/>
                <a:gd name="T47" fmla="*/ 841 h 1519"/>
                <a:gd name="T48" fmla="*/ 21 w 2362"/>
                <a:gd name="T49" fmla="*/ 824 h 1519"/>
                <a:gd name="T50" fmla="*/ 9 w 2362"/>
                <a:gd name="T51" fmla="*/ 804 h 1519"/>
                <a:gd name="T52" fmla="*/ 3 w 2362"/>
                <a:gd name="T53" fmla="*/ 782 h 1519"/>
                <a:gd name="T54" fmla="*/ 0 w 2362"/>
                <a:gd name="T55" fmla="*/ 760 h 1519"/>
                <a:gd name="T56" fmla="*/ 3 w 2362"/>
                <a:gd name="T57" fmla="*/ 736 h 1519"/>
                <a:gd name="T58" fmla="*/ 9 w 2362"/>
                <a:gd name="T59" fmla="*/ 714 h 1519"/>
                <a:gd name="T60" fmla="*/ 21 w 2362"/>
                <a:gd name="T61" fmla="*/ 694 h 1519"/>
                <a:gd name="T62" fmla="*/ 36 w 2362"/>
                <a:gd name="T63" fmla="*/ 677 h 1519"/>
                <a:gd name="T64" fmla="*/ 55 w 2362"/>
                <a:gd name="T65" fmla="*/ 663 h 1519"/>
                <a:gd name="T66" fmla="*/ 1123 w 2362"/>
                <a:gd name="T67" fmla="*/ 16 h 1519"/>
                <a:gd name="T68" fmla="*/ 1141 w 2362"/>
                <a:gd name="T69" fmla="*/ 7 h 1519"/>
                <a:gd name="T70" fmla="*/ 1161 w 2362"/>
                <a:gd name="T71" fmla="*/ 2 h 1519"/>
                <a:gd name="T72" fmla="*/ 1181 w 2362"/>
                <a:gd name="T73"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62" h="1519">
                  <a:moveTo>
                    <a:pt x="1181" y="0"/>
                  </a:moveTo>
                  <a:lnTo>
                    <a:pt x="1201" y="2"/>
                  </a:lnTo>
                  <a:lnTo>
                    <a:pt x="1221" y="7"/>
                  </a:lnTo>
                  <a:lnTo>
                    <a:pt x="1239" y="16"/>
                  </a:lnTo>
                  <a:lnTo>
                    <a:pt x="2307" y="663"/>
                  </a:lnTo>
                  <a:lnTo>
                    <a:pt x="2326" y="677"/>
                  </a:lnTo>
                  <a:lnTo>
                    <a:pt x="2341" y="694"/>
                  </a:lnTo>
                  <a:lnTo>
                    <a:pt x="2353" y="714"/>
                  </a:lnTo>
                  <a:lnTo>
                    <a:pt x="2359" y="736"/>
                  </a:lnTo>
                  <a:lnTo>
                    <a:pt x="2362" y="760"/>
                  </a:lnTo>
                  <a:lnTo>
                    <a:pt x="2359" y="783"/>
                  </a:lnTo>
                  <a:lnTo>
                    <a:pt x="2353" y="804"/>
                  </a:lnTo>
                  <a:lnTo>
                    <a:pt x="2341" y="824"/>
                  </a:lnTo>
                  <a:lnTo>
                    <a:pt x="2326" y="841"/>
                  </a:lnTo>
                  <a:lnTo>
                    <a:pt x="2307" y="856"/>
                  </a:lnTo>
                  <a:lnTo>
                    <a:pt x="1239" y="1503"/>
                  </a:lnTo>
                  <a:lnTo>
                    <a:pt x="1220" y="1512"/>
                  </a:lnTo>
                  <a:lnTo>
                    <a:pt x="1201" y="1517"/>
                  </a:lnTo>
                  <a:lnTo>
                    <a:pt x="1180" y="1519"/>
                  </a:lnTo>
                  <a:lnTo>
                    <a:pt x="1161" y="1517"/>
                  </a:lnTo>
                  <a:lnTo>
                    <a:pt x="1141" y="1512"/>
                  </a:lnTo>
                  <a:lnTo>
                    <a:pt x="1123" y="1503"/>
                  </a:lnTo>
                  <a:lnTo>
                    <a:pt x="55" y="856"/>
                  </a:lnTo>
                  <a:lnTo>
                    <a:pt x="36" y="841"/>
                  </a:lnTo>
                  <a:lnTo>
                    <a:pt x="21" y="824"/>
                  </a:lnTo>
                  <a:lnTo>
                    <a:pt x="9" y="804"/>
                  </a:lnTo>
                  <a:lnTo>
                    <a:pt x="3" y="782"/>
                  </a:lnTo>
                  <a:lnTo>
                    <a:pt x="0" y="760"/>
                  </a:lnTo>
                  <a:lnTo>
                    <a:pt x="3" y="736"/>
                  </a:lnTo>
                  <a:lnTo>
                    <a:pt x="9" y="714"/>
                  </a:lnTo>
                  <a:lnTo>
                    <a:pt x="21" y="694"/>
                  </a:lnTo>
                  <a:lnTo>
                    <a:pt x="36" y="677"/>
                  </a:lnTo>
                  <a:lnTo>
                    <a:pt x="55" y="663"/>
                  </a:lnTo>
                  <a:lnTo>
                    <a:pt x="1123" y="16"/>
                  </a:lnTo>
                  <a:lnTo>
                    <a:pt x="1141" y="7"/>
                  </a:lnTo>
                  <a:lnTo>
                    <a:pt x="1161" y="2"/>
                  </a:lnTo>
                  <a:lnTo>
                    <a:pt x="118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5" name="Freeform 9"/>
            <p:cNvSpPr>
              <a:spLocks/>
            </p:cNvSpPr>
            <p:nvPr/>
          </p:nvSpPr>
          <p:spPr bwMode="auto">
            <a:xfrm>
              <a:off x="860411" y="2662602"/>
              <a:ext cx="505673" cy="305718"/>
            </a:xfrm>
            <a:custGeom>
              <a:avLst/>
              <a:gdLst>
                <a:gd name="T0" fmla="*/ 1068 w 2136"/>
                <a:gd name="T1" fmla="*/ 0 h 1294"/>
                <a:gd name="T2" fmla="*/ 2136 w 2136"/>
                <a:gd name="T3" fmla="*/ 647 h 1294"/>
                <a:gd name="T4" fmla="*/ 1067 w 2136"/>
                <a:gd name="T5" fmla="*/ 1294 h 1294"/>
                <a:gd name="T6" fmla="*/ 0 w 2136"/>
                <a:gd name="T7" fmla="*/ 647 h 1294"/>
                <a:gd name="T8" fmla="*/ 1068 w 2136"/>
                <a:gd name="T9" fmla="*/ 0 h 1294"/>
              </a:gdLst>
              <a:ahLst/>
              <a:cxnLst>
                <a:cxn ang="0">
                  <a:pos x="T0" y="T1"/>
                </a:cxn>
                <a:cxn ang="0">
                  <a:pos x="T2" y="T3"/>
                </a:cxn>
                <a:cxn ang="0">
                  <a:pos x="T4" y="T5"/>
                </a:cxn>
                <a:cxn ang="0">
                  <a:pos x="T6" y="T7"/>
                </a:cxn>
                <a:cxn ang="0">
                  <a:pos x="T8" y="T9"/>
                </a:cxn>
              </a:cxnLst>
              <a:rect l="0" t="0" r="r" b="b"/>
              <a:pathLst>
                <a:path w="2136" h="1294">
                  <a:moveTo>
                    <a:pt x="1068" y="0"/>
                  </a:moveTo>
                  <a:lnTo>
                    <a:pt x="2136" y="647"/>
                  </a:lnTo>
                  <a:lnTo>
                    <a:pt x="1067" y="1294"/>
                  </a:lnTo>
                  <a:lnTo>
                    <a:pt x="0" y="647"/>
                  </a:lnTo>
                  <a:lnTo>
                    <a:pt x="1068"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5" name="Group 14"/>
          <p:cNvGrpSpPr>
            <a:grpSpLocks noChangeAspect="1"/>
          </p:cNvGrpSpPr>
          <p:nvPr/>
        </p:nvGrpSpPr>
        <p:grpSpPr>
          <a:xfrm>
            <a:off x="6244761" y="2411601"/>
            <a:ext cx="629782" cy="685800"/>
            <a:chOff x="6382512" y="2472561"/>
            <a:chExt cx="629782" cy="685800"/>
          </a:xfrm>
        </p:grpSpPr>
        <p:sp useBgFill="1">
          <p:nvSpPr>
            <p:cNvPr id="237" name="Freeform 28"/>
            <p:cNvSpPr>
              <a:spLocks/>
            </p:cNvSpPr>
            <p:nvPr/>
          </p:nvSpPr>
          <p:spPr bwMode="auto">
            <a:xfrm>
              <a:off x="6382512" y="2472561"/>
              <a:ext cx="629782" cy="685800"/>
            </a:xfrm>
            <a:custGeom>
              <a:avLst/>
              <a:gdLst>
                <a:gd name="T0" fmla="*/ 1324 w 2594"/>
                <a:gd name="T1" fmla="*/ 2 h 2830"/>
                <a:gd name="T2" fmla="*/ 1382 w 2594"/>
                <a:gd name="T3" fmla="*/ 18 h 2830"/>
                <a:gd name="T4" fmla="*/ 2478 w 2594"/>
                <a:gd name="T5" fmla="*/ 678 h 2830"/>
                <a:gd name="T6" fmla="*/ 2529 w 2594"/>
                <a:gd name="T7" fmla="*/ 720 h 2830"/>
                <a:gd name="T8" fmla="*/ 2565 w 2594"/>
                <a:gd name="T9" fmla="*/ 775 h 2830"/>
                <a:gd name="T10" fmla="*/ 2584 w 2594"/>
                <a:gd name="T11" fmla="*/ 838 h 2830"/>
                <a:gd name="T12" fmla="*/ 2584 w 2594"/>
                <a:gd name="T13" fmla="*/ 904 h 2830"/>
                <a:gd name="T14" fmla="*/ 2565 w 2594"/>
                <a:gd name="T15" fmla="*/ 966 h 2830"/>
                <a:gd name="T16" fmla="*/ 2529 w 2594"/>
                <a:gd name="T17" fmla="*/ 1021 h 2830"/>
                <a:gd name="T18" fmla="*/ 2478 w 2594"/>
                <a:gd name="T19" fmla="*/ 1064 h 2830"/>
                <a:gd name="T20" fmla="*/ 2478 w 2594"/>
                <a:gd name="T21" fmla="*/ 1222 h 2830"/>
                <a:gd name="T22" fmla="*/ 2529 w 2594"/>
                <a:gd name="T23" fmla="*/ 1263 h 2830"/>
                <a:gd name="T24" fmla="*/ 2565 w 2594"/>
                <a:gd name="T25" fmla="*/ 1318 h 2830"/>
                <a:gd name="T26" fmla="*/ 2584 w 2594"/>
                <a:gd name="T27" fmla="*/ 1381 h 2830"/>
                <a:gd name="T28" fmla="*/ 2584 w 2594"/>
                <a:gd name="T29" fmla="*/ 1447 h 2830"/>
                <a:gd name="T30" fmla="*/ 2565 w 2594"/>
                <a:gd name="T31" fmla="*/ 1509 h 2830"/>
                <a:gd name="T32" fmla="*/ 2529 w 2594"/>
                <a:gd name="T33" fmla="*/ 1564 h 2830"/>
                <a:gd name="T34" fmla="*/ 2478 w 2594"/>
                <a:gd name="T35" fmla="*/ 1607 h 2830"/>
                <a:gd name="T36" fmla="*/ 2486 w 2594"/>
                <a:gd name="T37" fmla="*/ 1765 h 2830"/>
                <a:gd name="T38" fmla="*/ 2536 w 2594"/>
                <a:gd name="T39" fmla="*/ 1806 h 2830"/>
                <a:gd name="T40" fmla="*/ 2572 w 2594"/>
                <a:gd name="T41" fmla="*/ 1861 h 2830"/>
                <a:gd name="T42" fmla="*/ 2591 w 2594"/>
                <a:gd name="T43" fmla="*/ 1924 h 2830"/>
                <a:gd name="T44" fmla="*/ 2591 w 2594"/>
                <a:gd name="T45" fmla="*/ 1990 h 2830"/>
                <a:gd name="T46" fmla="*/ 2572 w 2594"/>
                <a:gd name="T47" fmla="*/ 2052 h 2830"/>
                <a:gd name="T48" fmla="*/ 2536 w 2594"/>
                <a:gd name="T49" fmla="*/ 2107 h 2830"/>
                <a:gd name="T50" fmla="*/ 2486 w 2594"/>
                <a:gd name="T51" fmla="*/ 2150 h 2830"/>
                <a:gd name="T52" fmla="*/ 1390 w 2594"/>
                <a:gd name="T53" fmla="*/ 2811 h 2830"/>
                <a:gd name="T54" fmla="*/ 1331 w 2594"/>
                <a:gd name="T55" fmla="*/ 2828 h 2830"/>
                <a:gd name="T56" fmla="*/ 1270 w 2594"/>
                <a:gd name="T57" fmla="*/ 2828 h 2830"/>
                <a:gd name="T58" fmla="*/ 1212 w 2594"/>
                <a:gd name="T59" fmla="*/ 2811 h 2830"/>
                <a:gd name="T60" fmla="*/ 116 w 2594"/>
                <a:gd name="T61" fmla="*/ 2150 h 2830"/>
                <a:gd name="T62" fmla="*/ 66 w 2594"/>
                <a:gd name="T63" fmla="*/ 2107 h 2830"/>
                <a:gd name="T64" fmla="*/ 30 w 2594"/>
                <a:gd name="T65" fmla="*/ 2052 h 2830"/>
                <a:gd name="T66" fmla="*/ 11 w 2594"/>
                <a:gd name="T67" fmla="*/ 1990 h 2830"/>
                <a:gd name="T68" fmla="*/ 11 w 2594"/>
                <a:gd name="T69" fmla="*/ 1924 h 2830"/>
                <a:gd name="T70" fmla="*/ 30 w 2594"/>
                <a:gd name="T71" fmla="*/ 1861 h 2830"/>
                <a:gd name="T72" fmla="*/ 66 w 2594"/>
                <a:gd name="T73" fmla="*/ 1806 h 2830"/>
                <a:gd name="T74" fmla="*/ 116 w 2594"/>
                <a:gd name="T75" fmla="*/ 1765 h 2830"/>
                <a:gd name="T76" fmla="*/ 108 w 2594"/>
                <a:gd name="T77" fmla="*/ 1607 h 2830"/>
                <a:gd name="T78" fmla="*/ 57 w 2594"/>
                <a:gd name="T79" fmla="*/ 1564 h 2830"/>
                <a:gd name="T80" fmla="*/ 21 w 2594"/>
                <a:gd name="T81" fmla="*/ 1509 h 2830"/>
                <a:gd name="T82" fmla="*/ 2 w 2594"/>
                <a:gd name="T83" fmla="*/ 1447 h 2830"/>
                <a:gd name="T84" fmla="*/ 2 w 2594"/>
                <a:gd name="T85" fmla="*/ 1381 h 2830"/>
                <a:gd name="T86" fmla="*/ 21 w 2594"/>
                <a:gd name="T87" fmla="*/ 1318 h 2830"/>
                <a:gd name="T88" fmla="*/ 57 w 2594"/>
                <a:gd name="T89" fmla="*/ 1263 h 2830"/>
                <a:gd name="T90" fmla="*/ 108 w 2594"/>
                <a:gd name="T91" fmla="*/ 1222 h 2830"/>
                <a:gd name="T92" fmla="*/ 108 w 2594"/>
                <a:gd name="T93" fmla="*/ 1064 h 2830"/>
                <a:gd name="T94" fmla="*/ 57 w 2594"/>
                <a:gd name="T95" fmla="*/ 1021 h 2830"/>
                <a:gd name="T96" fmla="*/ 21 w 2594"/>
                <a:gd name="T97" fmla="*/ 966 h 2830"/>
                <a:gd name="T98" fmla="*/ 2 w 2594"/>
                <a:gd name="T99" fmla="*/ 904 h 2830"/>
                <a:gd name="T100" fmla="*/ 2 w 2594"/>
                <a:gd name="T101" fmla="*/ 838 h 2830"/>
                <a:gd name="T102" fmla="*/ 21 w 2594"/>
                <a:gd name="T103" fmla="*/ 775 h 2830"/>
                <a:gd name="T104" fmla="*/ 57 w 2594"/>
                <a:gd name="T105" fmla="*/ 720 h 2830"/>
                <a:gd name="T106" fmla="*/ 108 w 2594"/>
                <a:gd name="T107" fmla="*/ 678 h 2830"/>
                <a:gd name="T108" fmla="*/ 1204 w 2594"/>
                <a:gd name="T109" fmla="*/ 18 h 2830"/>
                <a:gd name="T110" fmla="*/ 1262 w 2594"/>
                <a:gd name="T111" fmla="*/ 2 h 28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94" h="2830">
                  <a:moveTo>
                    <a:pt x="1293" y="0"/>
                  </a:moveTo>
                  <a:lnTo>
                    <a:pt x="1324" y="2"/>
                  </a:lnTo>
                  <a:lnTo>
                    <a:pt x="1353" y="7"/>
                  </a:lnTo>
                  <a:lnTo>
                    <a:pt x="1382" y="18"/>
                  </a:lnTo>
                  <a:lnTo>
                    <a:pt x="1409" y="32"/>
                  </a:lnTo>
                  <a:lnTo>
                    <a:pt x="2478" y="678"/>
                  </a:lnTo>
                  <a:lnTo>
                    <a:pt x="2505" y="698"/>
                  </a:lnTo>
                  <a:lnTo>
                    <a:pt x="2529" y="720"/>
                  </a:lnTo>
                  <a:lnTo>
                    <a:pt x="2549" y="747"/>
                  </a:lnTo>
                  <a:lnTo>
                    <a:pt x="2565" y="775"/>
                  </a:lnTo>
                  <a:lnTo>
                    <a:pt x="2576" y="806"/>
                  </a:lnTo>
                  <a:lnTo>
                    <a:pt x="2584" y="838"/>
                  </a:lnTo>
                  <a:lnTo>
                    <a:pt x="2586" y="871"/>
                  </a:lnTo>
                  <a:lnTo>
                    <a:pt x="2584" y="904"/>
                  </a:lnTo>
                  <a:lnTo>
                    <a:pt x="2576" y="936"/>
                  </a:lnTo>
                  <a:lnTo>
                    <a:pt x="2565" y="966"/>
                  </a:lnTo>
                  <a:lnTo>
                    <a:pt x="2549" y="995"/>
                  </a:lnTo>
                  <a:lnTo>
                    <a:pt x="2529" y="1021"/>
                  </a:lnTo>
                  <a:lnTo>
                    <a:pt x="2505" y="1044"/>
                  </a:lnTo>
                  <a:lnTo>
                    <a:pt x="2478" y="1064"/>
                  </a:lnTo>
                  <a:lnTo>
                    <a:pt x="2347" y="1143"/>
                  </a:lnTo>
                  <a:lnTo>
                    <a:pt x="2478" y="1222"/>
                  </a:lnTo>
                  <a:lnTo>
                    <a:pt x="2505" y="1241"/>
                  </a:lnTo>
                  <a:lnTo>
                    <a:pt x="2529" y="1263"/>
                  </a:lnTo>
                  <a:lnTo>
                    <a:pt x="2549" y="1290"/>
                  </a:lnTo>
                  <a:lnTo>
                    <a:pt x="2565" y="1318"/>
                  </a:lnTo>
                  <a:lnTo>
                    <a:pt x="2576" y="1349"/>
                  </a:lnTo>
                  <a:lnTo>
                    <a:pt x="2584" y="1381"/>
                  </a:lnTo>
                  <a:lnTo>
                    <a:pt x="2586" y="1414"/>
                  </a:lnTo>
                  <a:lnTo>
                    <a:pt x="2584" y="1447"/>
                  </a:lnTo>
                  <a:lnTo>
                    <a:pt x="2576" y="1479"/>
                  </a:lnTo>
                  <a:lnTo>
                    <a:pt x="2565" y="1509"/>
                  </a:lnTo>
                  <a:lnTo>
                    <a:pt x="2549" y="1538"/>
                  </a:lnTo>
                  <a:lnTo>
                    <a:pt x="2529" y="1564"/>
                  </a:lnTo>
                  <a:lnTo>
                    <a:pt x="2505" y="1587"/>
                  </a:lnTo>
                  <a:lnTo>
                    <a:pt x="2478" y="1607"/>
                  </a:lnTo>
                  <a:lnTo>
                    <a:pt x="2351" y="1683"/>
                  </a:lnTo>
                  <a:lnTo>
                    <a:pt x="2486" y="1765"/>
                  </a:lnTo>
                  <a:lnTo>
                    <a:pt x="2513" y="1784"/>
                  </a:lnTo>
                  <a:lnTo>
                    <a:pt x="2536" y="1806"/>
                  </a:lnTo>
                  <a:lnTo>
                    <a:pt x="2556" y="1833"/>
                  </a:lnTo>
                  <a:lnTo>
                    <a:pt x="2572" y="1861"/>
                  </a:lnTo>
                  <a:lnTo>
                    <a:pt x="2584" y="1892"/>
                  </a:lnTo>
                  <a:lnTo>
                    <a:pt x="2591" y="1924"/>
                  </a:lnTo>
                  <a:lnTo>
                    <a:pt x="2594" y="1957"/>
                  </a:lnTo>
                  <a:lnTo>
                    <a:pt x="2591" y="1990"/>
                  </a:lnTo>
                  <a:lnTo>
                    <a:pt x="2584" y="2022"/>
                  </a:lnTo>
                  <a:lnTo>
                    <a:pt x="2572" y="2052"/>
                  </a:lnTo>
                  <a:lnTo>
                    <a:pt x="2556" y="2081"/>
                  </a:lnTo>
                  <a:lnTo>
                    <a:pt x="2536" y="2107"/>
                  </a:lnTo>
                  <a:lnTo>
                    <a:pt x="2513" y="2130"/>
                  </a:lnTo>
                  <a:lnTo>
                    <a:pt x="2486" y="2150"/>
                  </a:lnTo>
                  <a:lnTo>
                    <a:pt x="1418" y="2797"/>
                  </a:lnTo>
                  <a:lnTo>
                    <a:pt x="1390" y="2811"/>
                  </a:lnTo>
                  <a:lnTo>
                    <a:pt x="1362" y="2821"/>
                  </a:lnTo>
                  <a:lnTo>
                    <a:pt x="1331" y="2828"/>
                  </a:lnTo>
                  <a:lnTo>
                    <a:pt x="1300" y="2830"/>
                  </a:lnTo>
                  <a:lnTo>
                    <a:pt x="1270" y="2828"/>
                  </a:lnTo>
                  <a:lnTo>
                    <a:pt x="1240" y="2821"/>
                  </a:lnTo>
                  <a:lnTo>
                    <a:pt x="1212" y="2811"/>
                  </a:lnTo>
                  <a:lnTo>
                    <a:pt x="1184" y="2797"/>
                  </a:lnTo>
                  <a:lnTo>
                    <a:pt x="116" y="2150"/>
                  </a:lnTo>
                  <a:lnTo>
                    <a:pt x="89" y="2130"/>
                  </a:lnTo>
                  <a:lnTo>
                    <a:pt x="66" y="2107"/>
                  </a:lnTo>
                  <a:lnTo>
                    <a:pt x="45" y="2081"/>
                  </a:lnTo>
                  <a:lnTo>
                    <a:pt x="30" y="2052"/>
                  </a:lnTo>
                  <a:lnTo>
                    <a:pt x="17" y="2022"/>
                  </a:lnTo>
                  <a:lnTo>
                    <a:pt x="11" y="1990"/>
                  </a:lnTo>
                  <a:lnTo>
                    <a:pt x="7" y="1957"/>
                  </a:lnTo>
                  <a:lnTo>
                    <a:pt x="11" y="1924"/>
                  </a:lnTo>
                  <a:lnTo>
                    <a:pt x="18" y="1892"/>
                  </a:lnTo>
                  <a:lnTo>
                    <a:pt x="30" y="1861"/>
                  </a:lnTo>
                  <a:lnTo>
                    <a:pt x="45" y="1833"/>
                  </a:lnTo>
                  <a:lnTo>
                    <a:pt x="66" y="1806"/>
                  </a:lnTo>
                  <a:lnTo>
                    <a:pt x="89" y="1784"/>
                  </a:lnTo>
                  <a:lnTo>
                    <a:pt x="116" y="1765"/>
                  </a:lnTo>
                  <a:lnTo>
                    <a:pt x="243" y="1688"/>
                  </a:lnTo>
                  <a:lnTo>
                    <a:pt x="108" y="1607"/>
                  </a:lnTo>
                  <a:lnTo>
                    <a:pt x="81" y="1587"/>
                  </a:lnTo>
                  <a:lnTo>
                    <a:pt x="57" y="1564"/>
                  </a:lnTo>
                  <a:lnTo>
                    <a:pt x="37" y="1538"/>
                  </a:lnTo>
                  <a:lnTo>
                    <a:pt x="21" y="1509"/>
                  </a:lnTo>
                  <a:lnTo>
                    <a:pt x="10" y="1479"/>
                  </a:lnTo>
                  <a:lnTo>
                    <a:pt x="2" y="1447"/>
                  </a:lnTo>
                  <a:lnTo>
                    <a:pt x="0" y="1414"/>
                  </a:lnTo>
                  <a:lnTo>
                    <a:pt x="2" y="1381"/>
                  </a:lnTo>
                  <a:lnTo>
                    <a:pt x="10" y="1349"/>
                  </a:lnTo>
                  <a:lnTo>
                    <a:pt x="21" y="1318"/>
                  </a:lnTo>
                  <a:lnTo>
                    <a:pt x="38" y="1290"/>
                  </a:lnTo>
                  <a:lnTo>
                    <a:pt x="57" y="1263"/>
                  </a:lnTo>
                  <a:lnTo>
                    <a:pt x="81" y="1241"/>
                  </a:lnTo>
                  <a:lnTo>
                    <a:pt x="108" y="1222"/>
                  </a:lnTo>
                  <a:lnTo>
                    <a:pt x="239" y="1143"/>
                  </a:lnTo>
                  <a:lnTo>
                    <a:pt x="108" y="1064"/>
                  </a:lnTo>
                  <a:lnTo>
                    <a:pt x="81" y="1044"/>
                  </a:lnTo>
                  <a:lnTo>
                    <a:pt x="57" y="1021"/>
                  </a:lnTo>
                  <a:lnTo>
                    <a:pt x="37" y="995"/>
                  </a:lnTo>
                  <a:lnTo>
                    <a:pt x="21" y="966"/>
                  </a:lnTo>
                  <a:lnTo>
                    <a:pt x="10" y="936"/>
                  </a:lnTo>
                  <a:lnTo>
                    <a:pt x="2" y="904"/>
                  </a:lnTo>
                  <a:lnTo>
                    <a:pt x="0" y="870"/>
                  </a:lnTo>
                  <a:lnTo>
                    <a:pt x="2" y="838"/>
                  </a:lnTo>
                  <a:lnTo>
                    <a:pt x="10" y="806"/>
                  </a:lnTo>
                  <a:lnTo>
                    <a:pt x="21" y="775"/>
                  </a:lnTo>
                  <a:lnTo>
                    <a:pt x="38" y="747"/>
                  </a:lnTo>
                  <a:lnTo>
                    <a:pt x="57" y="720"/>
                  </a:lnTo>
                  <a:lnTo>
                    <a:pt x="81" y="698"/>
                  </a:lnTo>
                  <a:lnTo>
                    <a:pt x="108" y="678"/>
                  </a:lnTo>
                  <a:lnTo>
                    <a:pt x="1177" y="32"/>
                  </a:lnTo>
                  <a:lnTo>
                    <a:pt x="1204" y="18"/>
                  </a:lnTo>
                  <a:lnTo>
                    <a:pt x="1233" y="7"/>
                  </a:lnTo>
                  <a:lnTo>
                    <a:pt x="1262" y="2"/>
                  </a:lnTo>
                  <a:lnTo>
                    <a:pt x="129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38" name="Freeform 29"/>
            <p:cNvSpPr>
              <a:spLocks noEditPoints="1"/>
            </p:cNvSpPr>
            <p:nvPr/>
          </p:nvSpPr>
          <p:spPr bwMode="auto">
            <a:xfrm>
              <a:off x="6409672" y="2499721"/>
              <a:ext cx="575461" cy="631479"/>
            </a:xfrm>
            <a:custGeom>
              <a:avLst/>
              <a:gdLst>
                <a:gd name="T0" fmla="*/ 2316 w 2369"/>
                <a:gd name="T1" fmla="*/ 1749 h 2605"/>
                <a:gd name="T2" fmla="*/ 2349 w 2369"/>
                <a:gd name="T3" fmla="*/ 1780 h 2605"/>
                <a:gd name="T4" fmla="*/ 2367 w 2369"/>
                <a:gd name="T5" fmla="*/ 1822 h 2605"/>
                <a:gd name="T6" fmla="*/ 2367 w 2369"/>
                <a:gd name="T7" fmla="*/ 1869 h 2605"/>
                <a:gd name="T8" fmla="*/ 2349 w 2369"/>
                <a:gd name="T9" fmla="*/ 1910 h 2605"/>
                <a:gd name="T10" fmla="*/ 2316 w 2369"/>
                <a:gd name="T11" fmla="*/ 1941 h 2605"/>
                <a:gd name="T12" fmla="*/ 1229 w 2369"/>
                <a:gd name="T13" fmla="*/ 2597 h 2605"/>
                <a:gd name="T14" fmla="*/ 1188 w 2369"/>
                <a:gd name="T15" fmla="*/ 2605 h 2605"/>
                <a:gd name="T16" fmla="*/ 1149 w 2369"/>
                <a:gd name="T17" fmla="*/ 2597 h 2605"/>
                <a:gd name="T18" fmla="*/ 62 w 2369"/>
                <a:gd name="T19" fmla="*/ 1941 h 2605"/>
                <a:gd name="T20" fmla="*/ 29 w 2369"/>
                <a:gd name="T21" fmla="*/ 1910 h 2605"/>
                <a:gd name="T22" fmla="*/ 11 w 2369"/>
                <a:gd name="T23" fmla="*/ 1869 h 2605"/>
                <a:gd name="T24" fmla="*/ 11 w 2369"/>
                <a:gd name="T25" fmla="*/ 1822 h 2605"/>
                <a:gd name="T26" fmla="*/ 29 w 2369"/>
                <a:gd name="T27" fmla="*/ 1780 h 2605"/>
                <a:gd name="T28" fmla="*/ 62 w 2369"/>
                <a:gd name="T29" fmla="*/ 1749 h 2605"/>
                <a:gd name="T30" fmla="*/ 1064 w 2369"/>
                <a:gd name="T31" fmla="*/ 2142 h 2605"/>
                <a:gd name="T32" fmla="*/ 1120 w 2369"/>
                <a:gd name="T33" fmla="*/ 2167 h 2605"/>
                <a:gd name="T34" fmla="*/ 1180 w 2369"/>
                <a:gd name="T35" fmla="*/ 2175 h 2605"/>
                <a:gd name="T36" fmla="*/ 1241 w 2369"/>
                <a:gd name="T37" fmla="*/ 2167 h 2605"/>
                <a:gd name="T38" fmla="*/ 1297 w 2369"/>
                <a:gd name="T39" fmla="*/ 2142 h 2605"/>
                <a:gd name="T40" fmla="*/ 2126 w 2369"/>
                <a:gd name="T41" fmla="*/ 1096 h 2605"/>
                <a:gd name="T42" fmla="*/ 2326 w 2369"/>
                <a:gd name="T43" fmla="*/ 1220 h 2605"/>
                <a:gd name="T44" fmla="*/ 2353 w 2369"/>
                <a:gd name="T45" fmla="*/ 1257 h 2605"/>
                <a:gd name="T46" fmla="*/ 2362 w 2369"/>
                <a:gd name="T47" fmla="*/ 1302 h 2605"/>
                <a:gd name="T48" fmla="*/ 2353 w 2369"/>
                <a:gd name="T49" fmla="*/ 1347 h 2605"/>
                <a:gd name="T50" fmla="*/ 2326 w 2369"/>
                <a:gd name="T51" fmla="*/ 1384 h 2605"/>
                <a:gd name="T52" fmla="*/ 1239 w 2369"/>
                <a:gd name="T53" fmla="*/ 2046 h 2605"/>
                <a:gd name="T54" fmla="*/ 1201 w 2369"/>
                <a:gd name="T55" fmla="*/ 2060 h 2605"/>
                <a:gd name="T56" fmla="*/ 1161 w 2369"/>
                <a:gd name="T57" fmla="*/ 2060 h 2605"/>
                <a:gd name="T58" fmla="*/ 1123 w 2369"/>
                <a:gd name="T59" fmla="*/ 2046 h 2605"/>
                <a:gd name="T60" fmla="*/ 36 w 2369"/>
                <a:gd name="T61" fmla="*/ 1384 h 2605"/>
                <a:gd name="T62" fmla="*/ 9 w 2369"/>
                <a:gd name="T63" fmla="*/ 1347 h 2605"/>
                <a:gd name="T64" fmla="*/ 0 w 2369"/>
                <a:gd name="T65" fmla="*/ 1302 h 2605"/>
                <a:gd name="T66" fmla="*/ 9 w 2369"/>
                <a:gd name="T67" fmla="*/ 1257 h 2605"/>
                <a:gd name="T68" fmla="*/ 36 w 2369"/>
                <a:gd name="T69" fmla="*/ 1220 h 2605"/>
                <a:gd name="T70" fmla="*/ 236 w 2369"/>
                <a:gd name="T71" fmla="*/ 1096 h 2605"/>
                <a:gd name="T72" fmla="*/ 1091 w 2369"/>
                <a:gd name="T73" fmla="*/ 1613 h 2605"/>
                <a:gd name="T74" fmla="*/ 1150 w 2369"/>
                <a:gd name="T75" fmla="*/ 1630 h 2605"/>
                <a:gd name="T76" fmla="*/ 1212 w 2369"/>
                <a:gd name="T77" fmla="*/ 1630 h 2605"/>
                <a:gd name="T78" fmla="*/ 1270 w 2369"/>
                <a:gd name="T79" fmla="*/ 1613 h 2605"/>
                <a:gd name="T80" fmla="*/ 2126 w 2369"/>
                <a:gd name="T81" fmla="*/ 1096 h 2605"/>
                <a:gd name="T82" fmla="*/ 1201 w 2369"/>
                <a:gd name="T83" fmla="*/ 2 h 2605"/>
                <a:gd name="T84" fmla="*/ 1239 w 2369"/>
                <a:gd name="T85" fmla="*/ 16 h 2605"/>
                <a:gd name="T86" fmla="*/ 2326 w 2369"/>
                <a:gd name="T87" fmla="*/ 677 h 2605"/>
                <a:gd name="T88" fmla="*/ 2353 w 2369"/>
                <a:gd name="T89" fmla="*/ 714 h 2605"/>
                <a:gd name="T90" fmla="*/ 2362 w 2369"/>
                <a:gd name="T91" fmla="*/ 759 h 2605"/>
                <a:gd name="T92" fmla="*/ 2353 w 2369"/>
                <a:gd name="T93" fmla="*/ 804 h 2605"/>
                <a:gd name="T94" fmla="*/ 2326 w 2369"/>
                <a:gd name="T95" fmla="*/ 841 h 2605"/>
                <a:gd name="T96" fmla="*/ 1239 w 2369"/>
                <a:gd name="T97" fmla="*/ 1503 h 2605"/>
                <a:gd name="T98" fmla="*/ 1201 w 2369"/>
                <a:gd name="T99" fmla="*/ 1517 h 2605"/>
                <a:gd name="T100" fmla="*/ 1161 w 2369"/>
                <a:gd name="T101" fmla="*/ 1517 h 2605"/>
                <a:gd name="T102" fmla="*/ 1123 w 2369"/>
                <a:gd name="T103" fmla="*/ 1503 h 2605"/>
                <a:gd name="T104" fmla="*/ 36 w 2369"/>
                <a:gd name="T105" fmla="*/ 841 h 2605"/>
                <a:gd name="T106" fmla="*/ 9 w 2369"/>
                <a:gd name="T107" fmla="*/ 804 h 2605"/>
                <a:gd name="T108" fmla="*/ 0 w 2369"/>
                <a:gd name="T109" fmla="*/ 759 h 2605"/>
                <a:gd name="T110" fmla="*/ 9 w 2369"/>
                <a:gd name="T111" fmla="*/ 714 h 2605"/>
                <a:gd name="T112" fmla="*/ 36 w 2369"/>
                <a:gd name="T113" fmla="*/ 677 h 2605"/>
                <a:gd name="T114" fmla="*/ 1123 w 2369"/>
                <a:gd name="T115" fmla="*/ 16 h 2605"/>
                <a:gd name="T116" fmla="*/ 1161 w 2369"/>
                <a:gd name="T117" fmla="*/ 2 h 26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369" h="2605">
                  <a:moveTo>
                    <a:pt x="2131" y="1637"/>
                  </a:moveTo>
                  <a:lnTo>
                    <a:pt x="2316" y="1749"/>
                  </a:lnTo>
                  <a:lnTo>
                    <a:pt x="2333" y="1763"/>
                  </a:lnTo>
                  <a:lnTo>
                    <a:pt x="2349" y="1780"/>
                  </a:lnTo>
                  <a:lnTo>
                    <a:pt x="2360" y="1800"/>
                  </a:lnTo>
                  <a:lnTo>
                    <a:pt x="2367" y="1822"/>
                  </a:lnTo>
                  <a:lnTo>
                    <a:pt x="2369" y="1845"/>
                  </a:lnTo>
                  <a:lnTo>
                    <a:pt x="2367" y="1869"/>
                  </a:lnTo>
                  <a:lnTo>
                    <a:pt x="2360" y="1890"/>
                  </a:lnTo>
                  <a:lnTo>
                    <a:pt x="2349" y="1910"/>
                  </a:lnTo>
                  <a:lnTo>
                    <a:pt x="2333" y="1927"/>
                  </a:lnTo>
                  <a:lnTo>
                    <a:pt x="2316" y="1941"/>
                  </a:lnTo>
                  <a:lnTo>
                    <a:pt x="1246" y="2589"/>
                  </a:lnTo>
                  <a:lnTo>
                    <a:pt x="1229" y="2597"/>
                  </a:lnTo>
                  <a:lnTo>
                    <a:pt x="1208" y="2604"/>
                  </a:lnTo>
                  <a:lnTo>
                    <a:pt x="1188" y="2605"/>
                  </a:lnTo>
                  <a:lnTo>
                    <a:pt x="1168" y="2604"/>
                  </a:lnTo>
                  <a:lnTo>
                    <a:pt x="1149" y="2597"/>
                  </a:lnTo>
                  <a:lnTo>
                    <a:pt x="1130" y="2589"/>
                  </a:lnTo>
                  <a:lnTo>
                    <a:pt x="62" y="1941"/>
                  </a:lnTo>
                  <a:lnTo>
                    <a:pt x="43" y="1927"/>
                  </a:lnTo>
                  <a:lnTo>
                    <a:pt x="29" y="1910"/>
                  </a:lnTo>
                  <a:lnTo>
                    <a:pt x="18" y="1890"/>
                  </a:lnTo>
                  <a:lnTo>
                    <a:pt x="11" y="1869"/>
                  </a:lnTo>
                  <a:lnTo>
                    <a:pt x="8" y="1845"/>
                  </a:lnTo>
                  <a:lnTo>
                    <a:pt x="11" y="1822"/>
                  </a:lnTo>
                  <a:lnTo>
                    <a:pt x="18" y="1800"/>
                  </a:lnTo>
                  <a:lnTo>
                    <a:pt x="29" y="1780"/>
                  </a:lnTo>
                  <a:lnTo>
                    <a:pt x="43" y="1763"/>
                  </a:lnTo>
                  <a:lnTo>
                    <a:pt x="62" y="1749"/>
                  </a:lnTo>
                  <a:lnTo>
                    <a:pt x="240" y="1641"/>
                  </a:lnTo>
                  <a:lnTo>
                    <a:pt x="1064" y="2142"/>
                  </a:lnTo>
                  <a:lnTo>
                    <a:pt x="1091" y="2156"/>
                  </a:lnTo>
                  <a:lnTo>
                    <a:pt x="1120" y="2167"/>
                  </a:lnTo>
                  <a:lnTo>
                    <a:pt x="1150" y="2173"/>
                  </a:lnTo>
                  <a:lnTo>
                    <a:pt x="1180" y="2175"/>
                  </a:lnTo>
                  <a:lnTo>
                    <a:pt x="1212" y="2173"/>
                  </a:lnTo>
                  <a:lnTo>
                    <a:pt x="1241" y="2167"/>
                  </a:lnTo>
                  <a:lnTo>
                    <a:pt x="1270" y="2156"/>
                  </a:lnTo>
                  <a:lnTo>
                    <a:pt x="1297" y="2142"/>
                  </a:lnTo>
                  <a:lnTo>
                    <a:pt x="2131" y="1637"/>
                  </a:lnTo>
                  <a:close/>
                  <a:moveTo>
                    <a:pt x="2126" y="1096"/>
                  </a:moveTo>
                  <a:lnTo>
                    <a:pt x="2307" y="1206"/>
                  </a:lnTo>
                  <a:lnTo>
                    <a:pt x="2326" y="1220"/>
                  </a:lnTo>
                  <a:lnTo>
                    <a:pt x="2341" y="1237"/>
                  </a:lnTo>
                  <a:lnTo>
                    <a:pt x="2353" y="1257"/>
                  </a:lnTo>
                  <a:lnTo>
                    <a:pt x="2359" y="1279"/>
                  </a:lnTo>
                  <a:lnTo>
                    <a:pt x="2362" y="1302"/>
                  </a:lnTo>
                  <a:lnTo>
                    <a:pt x="2359" y="1326"/>
                  </a:lnTo>
                  <a:lnTo>
                    <a:pt x="2353" y="1347"/>
                  </a:lnTo>
                  <a:lnTo>
                    <a:pt x="2341" y="1367"/>
                  </a:lnTo>
                  <a:lnTo>
                    <a:pt x="2326" y="1384"/>
                  </a:lnTo>
                  <a:lnTo>
                    <a:pt x="2307" y="1399"/>
                  </a:lnTo>
                  <a:lnTo>
                    <a:pt x="1239" y="2046"/>
                  </a:lnTo>
                  <a:lnTo>
                    <a:pt x="1220" y="2055"/>
                  </a:lnTo>
                  <a:lnTo>
                    <a:pt x="1201" y="2060"/>
                  </a:lnTo>
                  <a:lnTo>
                    <a:pt x="1180" y="2062"/>
                  </a:lnTo>
                  <a:lnTo>
                    <a:pt x="1161" y="2060"/>
                  </a:lnTo>
                  <a:lnTo>
                    <a:pt x="1141" y="2055"/>
                  </a:lnTo>
                  <a:lnTo>
                    <a:pt x="1123" y="2046"/>
                  </a:lnTo>
                  <a:lnTo>
                    <a:pt x="55" y="1399"/>
                  </a:lnTo>
                  <a:lnTo>
                    <a:pt x="36" y="1384"/>
                  </a:lnTo>
                  <a:lnTo>
                    <a:pt x="21" y="1367"/>
                  </a:lnTo>
                  <a:lnTo>
                    <a:pt x="9" y="1347"/>
                  </a:lnTo>
                  <a:lnTo>
                    <a:pt x="3" y="1326"/>
                  </a:lnTo>
                  <a:lnTo>
                    <a:pt x="0" y="1302"/>
                  </a:lnTo>
                  <a:lnTo>
                    <a:pt x="3" y="1279"/>
                  </a:lnTo>
                  <a:lnTo>
                    <a:pt x="9" y="1257"/>
                  </a:lnTo>
                  <a:lnTo>
                    <a:pt x="21" y="1237"/>
                  </a:lnTo>
                  <a:lnTo>
                    <a:pt x="36" y="1220"/>
                  </a:lnTo>
                  <a:lnTo>
                    <a:pt x="55" y="1206"/>
                  </a:lnTo>
                  <a:lnTo>
                    <a:pt x="236" y="1096"/>
                  </a:lnTo>
                  <a:lnTo>
                    <a:pt x="1064" y="1599"/>
                  </a:lnTo>
                  <a:lnTo>
                    <a:pt x="1091" y="1613"/>
                  </a:lnTo>
                  <a:lnTo>
                    <a:pt x="1120" y="1624"/>
                  </a:lnTo>
                  <a:lnTo>
                    <a:pt x="1150" y="1630"/>
                  </a:lnTo>
                  <a:lnTo>
                    <a:pt x="1180" y="1632"/>
                  </a:lnTo>
                  <a:lnTo>
                    <a:pt x="1212" y="1630"/>
                  </a:lnTo>
                  <a:lnTo>
                    <a:pt x="1241" y="1624"/>
                  </a:lnTo>
                  <a:lnTo>
                    <a:pt x="1270" y="1613"/>
                  </a:lnTo>
                  <a:lnTo>
                    <a:pt x="1297" y="1599"/>
                  </a:lnTo>
                  <a:lnTo>
                    <a:pt x="2126" y="1096"/>
                  </a:lnTo>
                  <a:close/>
                  <a:moveTo>
                    <a:pt x="1181" y="0"/>
                  </a:moveTo>
                  <a:lnTo>
                    <a:pt x="1201" y="2"/>
                  </a:lnTo>
                  <a:lnTo>
                    <a:pt x="1221" y="7"/>
                  </a:lnTo>
                  <a:lnTo>
                    <a:pt x="1239" y="16"/>
                  </a:lnTo>
                  <a:lnTo>
                    <a:pt x="2307" y="663"/>
                  </a:lnTo>
                  <a:lnTo>
                    <a:pt x="2326" y="677"/>
                  </a:lnTo>
                  <a:lnTo>
                    <a:pt x="2341" y="694"/>
                  </a:lnTo>
                  <a:lnTo>
                    <a:pt x="2353" y="714"/>
                  </a:lnTo>
                  <a:lnTo>
                    <a:pt x="2359" y="736"/>
                  </a:lnTo>
                  <a:lnTo>
                    <a:pt x="2362" y="759"/>
                  </a:lnTo>
                  <a:lnTo>
                    <a:pt x="2359" y="782"/>
                  </a:lnTo>
                  <a:lnTo>
                    <a:pt x="2353" y="804"/>
                  </a:lnTo>
                  <a:lnTo>
                    <a:pt x="2341" y="824"/>
                  </a:lnTo>
                  <a:lnTo>
                    <a:pt x="2326" y="841"/>
                  </a:lnTo>
                  <a:lnTo>
                    <a:pt x="2307" y="856"/>
                  </a:lnTo>
                  <a:lnTo>
                    <a:pt x="1239" y="1503"/>
                  </a:lnTo>
                  <a:lnTo>
                    <a:pt x="1220" y="1512"/>
                  </a:lnTo>
                  <a:lnTo>
                    <a:pt x="1201" y="1517"/>
                  </a:lnTo>
                  <a:lnTo>
                    <a:pt x="1180" y="1519"/>
                  </a:lnTo>
                  <a:lnTo>
                    <a:pt x="1161" y="1517"/>
                  </a:lnTo>
                  <a:lnTo>
                    <a:pt x="1141" y="1512"/>
                  </a:lnTo>
                  <a:lnTo>
                    <a:pt x="1123" y="1503"/>
                  </a:lnTo>
                  <a:lnTo>
                    <a:pt x="55" y="856"/>
                  </a:lnTo>
                  <a:lnTo>
                    <a:pt x="36" y="841"/>
                  </a:lnTo>
                  <a:lnTo>
                    <a:pt x="21" y="824"/>
                  </a:lnTo>
                  <a:lnTo>
                    <a:pt x="9" y="804"/>
                  </a:lnTo>
                  <a:lnTo>
                    <a:pt x="3" y="782"/>
                  </a:lnTo>
                  <a:lnTo>
                    <a:pt x="0" y="759"/>
                  </a:lnTo>
                  <a:lnTo>
                    <a:pt x="3" y="736"/>
                  </a:lnTo>
                  <a:lnTo>
                    <a:pt x="9" y="714"/>
                  </a:lnTo>
                  <a:lnTo>
                    <a:pt x="21" y="694"/>
                  </a:lnTo>
                  <a:lnTo>
                    <a:pt x="36" y="677"/>
                  </a:lnTo>
                  <a:lnTo>
                    <a:pt x="55" y="663"/>
                  </a:lnTo>
                  <a:lnTo>
                    <a:pt x="1123" y="16"/>
                  </a:lnTo>
                  <a:lnTo>
                    <a:pt x="1141" y="7"/>
                  </a:lnTo>
                  <a:lnTo>
                    <a:pt x="1161" y="2"/>
                  </a:lnTo>
                  <a:lnTo>
                    <a:pt x="118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39" name="Freeform 30"/>
            <p:cNvSpPr>
              <a:spLocks noEditPoints="1"/>
            </p:cNvSpPr>
            <p:nvPr/>
          </p:nvSpPr>
          <p:spPr bwMode="auto">
            <a:xfrm>
              <a:off x="6436833" y="2526882"/>
              <a:ext cx="521140" cy="577158"/>
            </a:xfrm>
            <a:custGeom>
              <a:avLst/>
              <a:gdLst>
                <a:gd name="T0" fmla="*/ 1909 w 2144"/>
                <a:gd name="T1" fmla="*/ 1591 h 2381"/>
                <a:gd name="T2" fmla="*/ 2144 w 2144"/>
                <a:gd name="T3" fmla="*/ 1733 h 2381"/>
                <a:gd name="T4" fmla="*/ 1075 w 2144"/>
                <a:gd name="T5" fmla="*/ 2381 h 2381"/>
                <a:gd name="T6" fmla="*/ 7 w 2144"/>
                <a:gd name="T7" fmla="*/ 1733 h 2381"/>
                <a:gd name="T8" fmla="*/ 235 w 2144"/>
                <a:gd name="T9" fmla="*/ 1596 h 2381"/>
                <a:gd name="T10" fmla="*/ 951 w 2144"/>
                <a:gd name="T11" fmla="*/ 2030 h 2381"/>
                <a:gd name="T12" fmla="*/ 978 w 2144"/>
                <a:gd name="T13" fmla="*/ 2044 h 2381"/>
                <a:gd name="T14" fmla="*/ 1007 w 2144"/>
                <a:gd name="T15" fmla="*/ 2055 h 2381"/>
                <a:gd name="T16" fmla="*/ 1037 w 2144"/>
                <a:gd name="T17" fmla="*/ 2061 h 2381"/>
                <a:gd name="T18" fmla="*/ 1067 w 2144"/>
                <a:gd name="T19" fmla="*/ 2063 h 2381"/>
                <a:gd name="T20" fmla="*/ 1099 w 2144"/>
                <a:gd name="T21" fmla="*/ 2061 h 2381"/>
                <a:gd name="T22" fmla="*/ 1128 w 2144"/>
                <a:gd name="T23" fmla="*/ 2055 h 2381"/>
                <a:gd name="T24" fmla="*/ 1157 w 2144"/>
                <a:gd name="T25" fmla="*/ 2044 h 2381"/>
                <a:gd name="T26" fmla="*/ 1184 w 2144"/>
                <a:gd name="T27" fmla="*/ 2030 h 2381"/>
                <a:gd name="T28" fmla="*/ 1909 w 2144"/>
                <a:gd name="T29" fmla="*/ 1591 h 2381"/>
                <a:gd name="T30" fmla="*/ 1905 w 2144"/>
                <a:gd name="T31" fmla="*/ 1050 h 2381"/>
                <a:gd name="T32" fmla="*/ 2136 w 2144"/>
                <a:gd name="T33" fmla="*/ 1190 h 2381"/>
                <a:gd name="T34" fmla="*/ 1067 w 2144"/>
                <a:gd name="T35" fmla="*/ 1838 h 2381"/>
                <a:gd name="T36" fmla="*/ 0 w 2144"/>
                <a:gd name="T37" fmla="*/ 1190 h 2381"/>
                <a:gd name="T38" fmla="*/ 230 w 2144"/>
                <a:gd name="T39" fmla="*/ 1050 h 2381"/>
                <a:gd name="T40" fmla="*/ 951 w 2144"/>
                <a:gd name="T41" fmla="*/ 1487 h 2381"/>
                <a:gd name="T42" fmla="*/ 978 w 2144"/>
                <a:gd name="T43" fmla="*/ 1501 h 2381"/>
                <a:gd name="T44" fmla="*/ 1007 w 2144"/>
                <a:gd name="T45" fmla="*/ 1512 h 2381"/>
                <a:gd name="T46" fmla="*/ 1037 w 2144"/>
                <a:gd name="T47" fmla="*/ 1518 h 2381"/>
                <a:gd name="T48" fmla="*/ 1067 w 2144"/>
                <a:gd name="T49" fmla="*/ 1520 h 2381"/>
                <a:gd name="T50" fmla="*/ 1099 w 2144"/>
                <a:gd name="T51" fmla="*/ 1518 h 2381"/>
                <a:gd name="T52" fmla="*/ 1128 w 2144"/>
                <a:gd name="T53" fmla="*/ 1512 h 2381"/>
                <a:gd name="T54" fmla="*/ 1157 w 2144"/>
                <a:gd name="T55" fmla="*/ 1501 h 2381"/>
                <a:gd name="T56" fmla="*/ 1184 w 2144"/>
                <a:gd name="T57" fmla="*/ 1487 h 2381"/>
                <a:gd name="T58" fmla="*/ 1905 w 2144"/>
                <a:gd name="T59" fmla="*/ 1050 h 2381"/>
                <a:gd name="T60" fmla="*/ 1068 w 2144"/>
                <a:gd name="T61" fmla="*/ 0 h 2381"/>
                <a:gd name="T62" fmla="*/ 2136 w 2144"/>
                <a:gd name="T63" fmla="*/ 647 h 2381"/>
                <a:gd name="T64" fmla="*/ 1067 w 2144"/>
                <a:gd name="T65" fmla="*/ 1295 h 2381"/>
                <a:gd name="T66" fmla="*/ 0 w 2144"/>
                <a:gd name="T67" fmla="*/ 647 h 2381"/>
                <a:gd name="T68" fmla="*/ 1068 w 2144"/>
                <a:gd name="T69" fmla="*/ 0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44" h="2381">
                  <a:moveTo>
                    <a:pt x="1909" y="1591"/>
                  </a:moveTo>
                  <a:lnTo>
                    <a:pt x="2144" y="1733"/>
                  </a:lnTo>
                  <a:lnTo>
                    <a:pt x="1075" y="2381"/>
                  </a:lnTo>
                  <a:lnTo>
                    <a:pt x="7" y="1733"/>
                  </a:lnTo>
                  <a:lnTo>
                    <a:pt x="235" y="1596"/>
                  </a:lnTo>
                  <a:lnTo>
                    <a:pt x="951" y="2030"/>
                  </a:lnTo>
                  <a:lnTo>
                    <a:pt x="978" y="2044"/>
                  </a:lnTo>
                  <a:lnTo>
                    <a:pt x="1007" y="2055"/>
                  </a:lnTo>
                  <a:lnTo>
                    <a:pt x="1037" y="2061"/>
                  </a:lnTo>
                  <a:lnTo>
                    <a:pt x="1067" y="2063"/>
                  </a:lnTo>
                  <a:lnTo>
                    <a:pt x="1099" y="2061"/>
                  </a:lnTo>
                  <a:lnTo>
                    <a:pt x="1128" y="2055"/>
                  </a:lnTo>
                  <a:lnTo>
                    <a:pt x="1157" y="2044"/>
                  </a:lnTo>
                  <a:lnTo>
                    <a:pt x="1184" y="2030"/>
                  </a:lnTo>
                  <a:lnTo>
                    <a:pt x="1909" y="1591"/>
                  </a:lnTo>
                  <a:close/>
                  <a:moveTo>
                    <a:pt x="1905" y="1050"/>
                  </a:moveTo>
                  <a:lnTo>
                    <a:pt x="2136" y="1190"/>
                  </a:lnTo>
                  <a:lnTo>
                    <a:pt x="1067" y="1838"/>
                  </a:lnTo>
                  <a:lnTo>
                    <a:pt x="0" y="1190"/>
                  </a:lnTo>
                  <a:lnTo>
                    <a:pt x="230" y="1050"/>
                  </a:lnTo>
                  <a:lnTo>
                    <a:pt x="951" y="1487"/>
                  </a:lnTo>
                  <a:lnTo>
                    <a:pt x="978" y="1501"/>
                  </a:lnTo>
                  <a:lnTo>
                    <a:pt x="1007" y="1512"/>
                  </a:lnTo>
                  <a:lnTo>
                    <a:pt x="1037" y="1518"/>
                  </a:lnTo>
                  <a:lnTo>
                    <a:pt x="1067" y="1520"/>
                  </a:lnTo>
                  <a:lnTo>
                    <a:pt x="1099" y="1518"/>
                  </a:lnTo>
                  <a:lnTo>
                    <a:pt x="1128" y="1512"/>
                  </a:lnTo>
                  <a:lnTo>
                    <a:pt x="1157" y="1501"/>
                  </a:lnTo>
                  <a:lnTo>
                    <a:pt x="1184" y="1487"/>
                  </a:lnTo>
                  <a:lnTo>
                    <a:pt x="1905" y="1050"/>
                  </a:lnTo>
                  <a:close/>
                  <a:moveTo>
                    <a:pt x="1068" y="0"/>
                  </a:moveTo>
                  <a:lnTo>
                    <a:pt x="2136" y="647"/>
                  </a:lnTo>
                  <a:lnTo>
                    <a:pt x="1067" y="1295"/>
                  </a:lnTo>
                  <a:lnTo>
                    <a:pt x="0" y="647"/>
                  </a:lnTo>
                  <a:lnTo>
                    <a:pt x="1068"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40" name="Freeform 31"/>
            <p:cNvSpPr>
              <a:spLocks noEditPoints="1"/>
            </p:cNvSpPr>
            <p:nvPr/>
          </p:nvSpPr>
          <p:spPr bwMode="auto">
            <a:xfrm>
              <a:off x="6487759" y="2555740"/>
              <a:ext cx="470215" cy="517745"/>
            </a:xfrm>
            <a:custGeom>
              <a:avLst/>
              <a:gdLst>
                <a:gd name="T0" fmla="*/ 1120 w 1934"/>
                <a:gd name="T1" fmla="*/ 1941 h 2135"/>
                <a:gd name="T2" fmla="*/ 1163 w 1934"/>
                <a:gd name="T3" fmla="*/ 2050 h 2135"/>
                <a:gd name="T4" fmla="*/ 1066 w 1934"/>
                <a:gd name="T5" fmla="*/ 2110 h 2135"/>
                <a:gd name="T6" fmla="*/ 1022 w 1934"/>
                <a:gd name="T7" fmla="*/ 2001 h 2135"/>
                <a:gd name="T8" fmla="*/ 1091 w 1934"/>
                <a:gd name="T9" fmla="*/ 1843 h 2135"/>
                <a:gd name="T10" fmla="*/ 425 w 1934"/>
                <a:gd name="T11" fmla="*/ 1771 h 2135"/>
                <a:gd name="T12" fmla="*/ 468 w 1934"/>
                <a:gd name="T13" fmla="*/ 1894 h 2135"/>
                <a:gd name="T14" fmla="*/ 494 w 1934"/>
                <a:gd name="T15" fmla="*/ 1990 h 2135"/>
                <a:gd name="T16" fmla="*/ 504 w 1934"/>
                <a:gd name="T17" fmla="*/ 2046 h 2135"/>
                <a:gd name="T18" fmla="*/ 346 w 1934"/>
                <a:gd name="T19" fmla="*/ 1884 h 2135"/>
                <a:gd name="T20" fmla="*/ 288 w 1934"/>
                <a:gd name="T21" fmla="*/ 1740 h 2135"/>
                <a:gd name="T22" fmla="*/ 200 w 1934"/>
                <a:gd name="T23" fmla="*/ 1586 h 2135"/>
                <a:gd name="T24" fmla="*/ 1806 w 1934"/>
                <a:gd name="T25" fmla="*/ 1561 h 2135"/>
                <a:gd name="T26" fmla="*/ 1821 w 1934"/>
                <a:gd name="T27" fmla="*/ 1685 h 2135"/>
                <a:gd name="T28" fmla="*/ 1576 w 1934"/>
                <a:gd name="T29" fmla="*/ 1612 h 2135"/>
                <a:gd name="T30" fmla="*/ 1404 w 1934"/>
                <a:gd name="T31" fmla="*/ 1110 h 2135"/>
                <a:gd name="T32" fmla="*/ 1444 w 1934"/>
                <a:gd name="T33" fmla="*/ 1137 h 2135"/>
                <a:gd name="T34" fmla="*/ 1453 w 1934"/>
                <a:gd name="T35" fmla="*/ 1180 h 2135"/>
                <a:gd name="T36" fmla="*/ 1413 w 1934"/>
                <a:gd name="T37" fmla="*/ 1221 h 2135"/>
                <a:gd name="T38" fmla="*/ 1342 w 1934"/>
                <a:gd name="T39" fmla="*/ 1230 h 2135"/>
                <a:gd name="T40" fmla="*/ 1289 w 1934"/>
                <a:gd name="T41" fmla="*/ 1201 h 2135"/>
                <a:gd name="T42" fmla="*/ 248 w 1934"/>
                <a:gd name="T43" fmla="*/ 1102 h 2135"/>
                <a:gd name="T44" fmla="*/ 307 w 1934"/>
                <a:gd name="T45" fmla="*/ 1117 h 2135"/>
                <a:gd name="T46" fmla="*/ 334 w 1934"/>
                <a:gd name="T47" fmla="*/ 1157 h 2135"/>
                <a:gd name="T48" fmla="*/ 311 w 1934"/>
                <a:gd name="T49" fmla="*/ 1201 h 2135"/>
                <a:gd name="T50" fmla="*/ 250 w 1934"/>
                <a:gd name="T51" fmla="*/ 1221 h 2135"/>
                <a:gd name="T52" fmla="*/ 188 w 1934"/>
                <a:gd name="T53" fmla="*/ 1203 h 2135"/>
                <a:gd name="T54" fmla="*/ 165 w 1934"/>
                <a:gd name="T55" fmla="*/ 1160 h 2135"/>
                <a:gd name="T56" fmla="*/ 191 w 1934"/>
                <a:gd name="T57" fmla="*/ 1119 h 2135"/>
                <a:gd name="T58" fmla="*/ 248 w 1934"/>
                <a:gd name="T59" fmla="*/ 1102 h 2135"/>
                <a:gd name="T60" fmla="*/ 953 w 1934"/>
                <a:gd name="T61" fmla="*/ 607 h 2135"/>
                <a:gd name="T62" fmla="*/ 1149 w 1934"/>
                <a:gd name="T63" fmla="*/ 488 h 2135"/>
                <a:gd name="T64" fmla="*/ 627 w 1934"/>
                <a:gd name="T65" fmla="*/ 411 h 2135"/>
                <a:gd name="T66" fmla="*/ 844 w 1934"/>
                <a:gd name="T67" fmla="*/ 542 h 2135"/>
                <a:gd name="T68" fmla="*/ 878 w 1934"/>
                <a:gd name="T69" fmla="*/ 259 h 2135"/>
                <a:gd name="T70" fmla="*/ 1069 w 1934"/>
                <a:gd name="T71" fmla="*/ 12 h 2135"/>
                <a:gd name="T72" fmla="*/ 1149 w 1934"/>
                <a:gd name="T73" fmla="*/ 290 h 2135"/>
                <a:gd name="T74" fmla="*/ 1394 w 1934"/>
                <a:gd name="T75" fmla="*/ 209 h 2135"/>
                <a:gd name="T76" fmla="*/ 1739 w 1934"/>
                <a:gd name="T77" fmla="*/ 644 h 2135"/>
                <a:gd name="T78" fmla="*/ 1262 w 1934"/>
                <a:gd name="T79" fmla="*/ 934 h 2135"/>
                <a:gd name="T80" fmla="*/ 433 w 1934"/>
                <a:gd name="T81" fmla="*/ 921 h 2135"/>
                <a:gd name="T82" fmla="*/ 374 w 1934"/>
                <a:gd name="T83" fmla="*/ 563 h 2135"/>
                <a:gd name="T84" fmla="*/ 265 w 1934"/>
                <a:gd name="T85" fmla="*/ 498 h 2135"/>
                <a:gd name="T86" fmla="*/ 306 w 1934"/>
                <a:gd name="T87" fmla="*/ 219 h 2135"/>
                <a:gd name="T88" fmla="*/ 769 w 1934"/>
                <a:gd name="T89" fmla="*/ 193 h 2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34" h="2135">
                  <a:moveTo>
                    <a:pt x="1091" y="1843"/>
                  </a:moveTo>
                  <a:lnTo>
                    <a:pt x="1105" y="1894"/>
                  </a:lnTo>
                  <a:lnTo>
                    <a:pt x="1120" y="1941"/>
                  </a:lnTo>
                  <a:lnTo>
                    <a:pt x="1135" y="1982"/>
                  </a:lnTo>
                  <a:lnTo>
                    <a:pt x="1150" y="2019"/>
                  </a:lnTo>
                  <a:lnTo>
                    <a:pt x="1163" y="2050"/>
                  </a:lnTo>
                  <a:lnTo>
                    <a:pt x="1176" y="2077"/>
                  </a:lnTo>
                  <a:lnTo>
                    <a:pt x="1079" y="2135"/>
                  </a:lnTo>
                  <a:lnTo>
                    <a:pt x="1066" y="2110"/>
                  </a:lnTo>
                  <a:lnTo>
                    <a:pt x="1052" y="2078"/>
                  </a:lnTo>
                  <a:lnTo>
                    <a:pt x="1037" y="2042"/>
                  </a:lnTo>
                  <a:lnTo>
                    <a:pt x="1022" y="2001"/>
                  </a:lnTo>
                  <a:lnTo>
                    <a:pt x="1006" y="1954"/>
                  </a:lnTo>
                  <a:lnTo>
                    <a:pt x="991" y="1904"/>
                  </a:lnTo>
                  <a:lnTo>
                    <a:pt x="1091" y="1843"/>
                  </a:lnTo>
                  <a:close/>
                  <a:moveTo>
                    <a:pt x="200" y="1586"/>
                  </a:moveTo>
                  <a:lnTo>
                    <a:pt x="527" y="1784"/>
                  </a:lnTo>
                  <a:lnTo>
                    <a:pt x="425" y="1771"/>
                  </a:lnTo>
                  <a:lnTo>
                    <a:pt x="442" y="1814"/>
                  </a:lnTo>
                  <a:lnTo>
                    <a:pt x="456" y="1855"/>
                  </a:lnTo>
                  <a:lnTo>
                    <a:pt x="468" y="1894"/>
                  </a:lnTo>
                  <a:lnTo>
                    <a:pt x="478" y="1930"/>
                  </a:lnTo>
                  <a:lnTo>
                    <a:pt x="486" y="1962"/>
                  </a:lnTo>
                  <a:lnTo>
                    <a:pt x="494" y="1990"/>
                  </a:lnTo>
                  <a:lnTo>
                    <a:pt x="499" y="2014"/>
                  </a:lnTo>
                  <a:lnTo>
                    <a:pt x="502" y="2033"/>
                  </a:lnTo>
                  <a:lnTo>
                    <a:pt x="504" y="2046"/>
                  </a:lnTo>
                  <a:lnTo>
                    <a:pt x="371" y="1965"/>
                  </a:lnTo>
                  <a:lnTo>
                    <a:pt x="359" y="1926"/>
                  </a:lnTo>
                  <a:lnTo>
                    <a:pt x="346" y="1884"/>
                  </a:lnTo>
                  <a:lnTo>
                    <a:pt x="330" y="1838"/>
                  </a:lnTo>
                  <a:lnTo>
                    <a:pt x="310" y="1790"/>
                  </a:lnTo>
                  <a:lnTo>
                    <a:pt x="288" y="1740"/>
                  </a:lnTo>
                  <a:lnTo>
                    <a:pt x="262" y="1688"/>
                  </a:lnTo>
                  <a:lnTo>
                    <a:pt x="233" y="1636"/>
                  </a:lnTo>
                  <a:lnTo>
                    <a:pt x="200" y="1586"/>
                  </a:lnTo>
                  <a:close/>
                  <a:moveTo>
                    <a:pt x="1638" y="1512"/>
                  </a:moveTo>
                  <a:lnTo>
                    <a:pt x="1720" y="1535"/>
                  </a:lnTo>
                  <a:lnTo>
                    <a:pt x="1806" y="1561"/>
                  </a:lnTo>
                  <a:lnTo>
                    <a:pt x="1893" y="1592"/>
                  </a:lnTo>
                  <a:lnTo>
                    <a:pt x="1934" y="1617"/>
                  </a:lnTo>
                  <a:lnTo>
                    <a:pt x="1821" y="1685"/>
                  </a:lnTo>
                  <a:lnTo>
                    <a:pt x="1737" y="1658"/>
                  </a:lnTo>
                  <a:lnTo>
                    <a:pt x="1656" y="1633"/>
                  </a:lnTo>
                  <a:lnTo>
                    <a:pt x="1576" y="1612"/>
                  </a:lnTo>
                  <a:lnTo>
                    <a:pt x="1499" y="1595"/>
                  </a:lnTo>
                  <a:lnTo>
                    <a:pt x="1638" y="1512"/>
                  </a:lnTo>
                  <a:close/>
                  <a:moveTo>
                    <a:pt x="1404" y="1110"/>
                  </a:moveTo>
                  <a:lnTo>
                    <a:pt x="1420" y="1117"/>
                  </a:lnTo>
                  <a:lnTo>
                    <a:pt x="1434" y="1126"/>
                  </a:lnTo>
                  <a:lnTo>
                    <a:pt x="1444" y="1137"/>
                  </a:lnTo>
                  <a:lnTo>
                    <a:pt x="1452" y="1149"/>
                  </a:lnTo>
                  <a:lnTo>
                    <a:pt x="1455" y="1163"/>
                  </a:lnTo>
                  <a:lnTo>
                    <a:pt x="1453" y="1180"/>
                  </a:lnTo>
                  <a:lnTo>
                    <a:pt x="1444" y="1196"/>
                  </a:lnTo>
                  <a:lnTo>
                    <a:pt x="1432" y="1210"/>
                  </a:lnTo>
                  <a:lnTo>
                    <a:pt x="1413" y="1221"/>
                  </a:lnTo>
                  <a:lnTo>
                    <a:pt x="1391" y="1229"/>
                  </a:lnTo>
                  <a:lnTo>
                    <a:pt x="1366" y="1231"/>
                  </a:lnTo>
                  <a:lnTo>
                    <a:pt x="1342" y="1230"/>
                  </a:lnTo>
                  <a:lnTo>
                    <a:pt x="1321" y="1223"/>
                  </a:lnTo>
                  <a:lnTo>
                    <a:pt x="1303" y="1214"/>
                  </a:lnTo>
                  <a:lnTo>
                    <a:pt x="1289" y="1201"/>
                  </a:lnTo>
                  <a:lnTo>
                    <a:pt x="1279" y="1185"/>
                  </a:lnTo>
                  <a:lnTo>
                    <a:pt x="1404" y="1110"/>
                  </a:lnTo>
                  <a:close/>
                  <a:moveTo>
                    <a:pt x="248" y="1102"/>
                  </a:moveTo>
                  <a:lnTo>
                    <a:pt x="271" y="1103"/>
                  </a:lnTo>
                  <a:lnTo>
                    <a:pt x="290" y="1108"/>
                  </a:lnTo>
                  <a:lnTo>
                    <a:pt x="307" y="1117"/>
                  </a:lnTo>
                  <a:lnTo>
                    <a:pt x="320" y="1127"/>
                  </a:lnTo>
                  <a:lnTo>
                    <a:pt x="330" y="1141"/>
                  </a:lnTo>
                  <a:lnTo>
                    <a:pt x="334" y="1157"/>
                  </a:lnTo>
                  <a:lnTo>
                    <a:pt x="332" y="1173"/>
                  </a:lnTo>
                  <a:lnTo>
                    <a:pt x="325" y="1188"/>
                  </a:lnTo>
                  <a:lnTo>
                    <a:pt x="311" y="1201"/>
                  </a:lnTo>
                  <a:lnTo>
                    <a:pt x="294" y="1212"/>
                  </a:lnTo>
                  <a:lnTo>
                    <a:pt x="273" y="1218"/>
                  </a:lnTo>
                  <a:lnTo>
                    <a:pt x="250" y="1221"/>
                  </a:lnTo>
                  <a:lnTo>
                    <a:pt x="226" y="1219"/>
                  </a:lnTo>
                  <a:lnTo>
                    <a:pt x="205" y="1213"/>
                  </a:lnTo>
                  <a:lnTo>
                    <a:pt x="188" y="1203"/>
                  </a:lnTo>
                  <a:lnTo>
                    <a:pt x="176" y="1191"/>
                  </a:lnTo>
                  <a:lnTo>
                    <a:pt x="167" y="1177"/>
                  </a:lnTo>
                  <a:lnTo>
                    <a:pt x="165" y="1160"/>
                  </a:lnTo>
                  <a:lnTo>
                    <a:pt x="169" y="1145"/>
                  </a:lnTo>
                  <a:lnTo>
                    <a:pt x="178" y="1130"/>
                  </a:lnTo>
                  <a:lnTo>
                    <a:pt x="191" y="1119"/>
                  </a:lnTo>
                  <a:lnTo>
                    <a:pt x="207" y="1110"/>
                  </a:lnTo>
                  <a:lnTo>
                    <a:pt x="227" y="1104"/>
                  </a:lnTo>
                  <a:lnTo>
                    <a:pt x="248" y="1102"/>
                  </a:lnTo>
                  <a:close/>
                  <a:moveTo>
                    <a:pt x="1149" y="488"/>
                  </a:moveTo>
                  <a:lnTo>
                    <a:pt x="1062" y="541"/>
                  </a:lnTo>
                  <a:lnTo>
                    <a:pt x="953" y="607"/>
                  </a:lnTo>
                  <a:lnTo>
                    <a:pt x="810" y="694"/>
                  </a:lnTo>
                  <a:lnTo>
                    <a:pt x="1149" y="897"/>
                  </a:lnTo>
                  <a:lnTo>
                    <a:pt x="1149" y="488"/>
                  </a:lnTo>
                  <a:close/>
                  <a:moveTo>
                    <a:pt x="878" y="259"/>
                  </a:moveTo>
                  <a:lnTo>
                    <a:pt x="735" y="346"/>
                  </a:lnTo>
                  <a:lnTo>
                    <a:pt x="627" y="411"/>
                  </a:lnTo>
                  <a:lnTo>
                    <a:pt x="483" y="498"/>
                  </a:lnTo>
                  <a:lnTo>
                    <a:pt x="701" y="629"/>
                  </a:lnTo>
                  <a:lnTo>
                    <a:pt x="844" y="542"/>
                  </a:lnTo>
                  <a:lnTo>
                    <a:pt x="953" y="475"/>
                  </a:lnTo>
                  <a:lnTo>
                    <a:pt x="1096" y="389"/>
                  </a:lnTo>
                  <a:lnTo>
                    <a:pt x="878" y="259"/>
                  </a:lnTo>
                  <a:close/>
                  <a:moveTo>
                    <a:pt x="667" y="0"/>
                  </a:moveTo>
                  <a:lnTo>
                    <a:pt x="878" y="127"/>
                  </a:lnTo>
                  <a:lnTo>
                    <a:pt x="1069" y="12"/>
                  </a:lnTo>
                  <a:lnTo>
                    <a:pt x="1177" y="77"/>
                  </a:lnTo>
                  <a:lnTo>
                    <a:pt x="987" y="192"/>
                  </a:lnTo>
                  <a:lnTo>
                    <a:pt x="1149" y="290"/>
                  </a:lnTo>
                  <a:lnTo>
                    <a:pt x="1204" y="323"/>
                  </a:lnTo>
                  <a:lnTo>
                    <a:pt x="1262" y="290"/>
                  </a:lnTo>
                  <a:lnTo>
                    <a:pt x="1394" y="209"/>
                  </a:lnTo>
                  <a:lnTo>
                    <a:pt x="1502" y="275"/>
                  </a:lnTo>
                  <a:lnTo>
                    <a:pt x="1313" y="389"/>
                  </a:lnTo>
                  <a:lnTo>
                    <a:pt x="1739" y="644"/>
                  </a:lnTo>
                  <a:lnTo>
                    <a:pt x="1631" y="710"/>
                  </a:lnTo>
                  <a:lnTo>
                    <a:pt x="1262" y="488"/>
                  </a:lnTo>
                  <a:lnTo>
                    <a:pt x="1262" y="934"/>
                  </a:lnTo>
                  <a:lnTo>
                    <a:pt x="1127" y="1015"/>
                  </a:lnTo>
                  <a:lnTo>
                    <a:pt x="702" y="760"/>
                  </a:lnTo>
                  <a:lnTo>
                    <a:pt x="433" y="921"/>
                  </a:lnTo>
                  <a:lnTo>
                    <a:pt x="326" y="856"/>
                  </a:lnTo>
                  <a:lnTo>
                    <a:pt x="592" y="694"/>
                  </a:lnTo>
                  <a:lnTo>
                    <a:pt x="374" y="563"/>
                  </a:lnTo>
                  <a:lnTo>
                    <a:pt x="109" y="725"/>
                  </a:lnTo>
                  <a:lnTo>
                    <a:pt x="0" y="658"/>
                  </a:lnTo>
                  <a:lnTo>
                    <a:pt x="265" y="498"/>
                  </a:lnTo>
                  <a:lnTo>
                    <a:pt x="374" y="432"/>
                  </a:lnTo>
                  <a:lnTo>
                    <a:pt x="518" y="346"/>
                  </a:lnTo>
                  <a:lnTo>
                    <a:pt x="306" y="219"/>
                  </a:lnTo>
                  <a:lnTo>
                    <a:pt x="414" y="152"/>
                  </a:lnTo>
                  <a:lnTo>
                    <a:pt x="627" y="280"/>
                  </a:lnTo>
                  <a:lnTo>
                    <a:pt x="769" y="193"/>
                  </a:lnTo>
                  <a:lnTo>
                    <a:pt x="558" y="66"/>
                  </a:lnTo>
                  <a:lnTo>
                    <a:pt x="667" y="0"/>
                  </a:lnTo>
                  <a:close/>
                </a:path>
              </a:pathLst>
            </a:custGeom>
            <a:solidFill>
              <a:srgbClr val="FF883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3" name="Group 2"/>
          <p:cNvGrpSpPr/>
          <p:nvPr/>
        </p:nvGrpSpPr>
        <p:grpSpPr>
          <a:xfrm>
            <a:off x="2203704" y="2548761"/>
            <a:ext cx="597811" cy="411480"/>
            <a:chOff x="2203704" y="2609721"/>
            <a:chExt cx="597811" cy="411480"/>
          </a:xfrm>
        </p:grpSpPr>
        <p:sp useBgFill="1">
          <p:nvSpPr>
            <p:cNvPr id="45" name="Freeform 58"/>
            <p:cNvSpPr>
              <a:spLocks/>
            </p:cNvSpPr>
            <p:nvPr/>
          </p:nvSpPr>
          <p:spPr bwMode="auto">
            <a:xfrm>
              <a:off x="2203704" y="2609721"/>
              <a:ext cx="597811" cy="411480"/>
            </a:xfrm>
            <a:custGeom>
              <a:avLst/>
              <a:gdLst>
                <a:gd name="T0" fmla="*/ 1076 w 2152"/>
                <a:gd name="T1" fmla="*/ 0 h 1481"/>
                <a:gd name="T2" fmla="*/ 1107 w 2152"/>
                <a:gd name="T3" fmla="*/ 2 h 1481"/>
                <a:gd name="T4" fmla="*/ 1136 w 2152"/>
                <a:gd name="T5" fmla="*/ 8 h 1481"/>
                <a:gd name="T6" fmla="*/ 1165 w 2152"/>
                <a:gd name="T7" fmla="*/ 19 h 1481"/>
                <a:gd name="T8" fmla="*/ 1192 w 2152"/>
                <a:gd name="T9" fmla="*/ 33 h 1481"/>
                <a:gd name="T10" fmla="*/ 2044 w 2152"/>
                <a:gd name="T11" fmla="*/ 548 h 1481"/>
                <a:gd name="T12" fmla="*/ 2071 w 2152"/>
                <a:gd name="T13" fmla="*/ 567 h 1481"/>
                <a:gd name="T14" fmla="*/ 2094 w 2152"/>
                <a:gd name="T15" fmla="*/ 589 h 1481"/>
                <a:gd name="T16" fmla="*/ 2114 w 2152"/>
                <a:gd name="T17" fmla="*/ 616 h 1481"/>
                <a:gd name="T18" fmla="*/ 2130 w 2152"/>
                <a:gd name="T19" fmla="*/ 644 h 1481"/>
                <a:gd name="T20" fmla="*/ 2142 w 2152"/>
                <a:gd name="T21" fmla="*/ 675 h 1481"/>
                <a:gd name="T22" fmla="*/ 2149 w 2152"/>
                <a:gd name="T23" fmla="*/ 707 h 1481"/>
                <a:gd name="T24" fmla="*/ 2152 w 2152"/>
                <a:gd name="T25" fmla="*/ 741 h 1481"/>
                <a:gd name="T26" fmla="*/ 2149 w 2152"/>
                <a:gd name="T27" fmla="*/ 773 h 1481"/>
                <a:gd name="T28" fmla="*/ 2142 w 2152"/>
                <a:gd name="T29" fmla="*/ 805 h 1481"/>
                <a:gd name="T30" fmla="*/ 2130 w 2152"/>
                <a:gd name="T31" fmla="*/ 836 h 1481"/>
                <a:gd name="T32" fmla="*/ 2114 w 2152"/>
                <a:gd name="T33" fmla="*/ 864 h 1481"/>
                <a:gd name="T34" fmla="*/ 2094 w 2152"/>
                <a:gd name="T35" fmla="*/ 891 h 1481"/>
                <a:gd name="T36" fmla="*/ 2071 w 2152"/>
                <a:gd name="T37" fmla="*/ 913 h 1481"/>
                <a:gd name="T38" fmla="*/ 2044 w 2152"/>
                <a:gd name="T39" fmla="*/ 933 h 1481"/>
                <a:gd name="T40" fmla="*/ 1192 w 2152"/>
                <a:gd name="T41" fmla="*/ 1448 h 1481"/>
                <a:gd name="T42" fmla="*/ 1165 w 2152"/>
                <a:gd name="T43" fmla="*/ 1463 h 1481"/>
                <a:gd name="T44" fmla="*/ 1136 w 2152"/>
                <a:gd name="T45" fmla="*/ 1473 h 1481"/>
                <a:gd name="T46" fmla="*/ 1107 w 2152"/>
                <a:gd name="T47" fmla="*/ 1479 h 1481"/>
                <a:gd name="T48" fmla="*/ 1075 w 2152"/>
                <a:gd name="T49" fmla="*/ 1481 h 1481"/>
                <a:gd name="T50" fmla="*/ 1045 w 2152"/>
                <a:gd name="T51" fmla="*/ 1479 h 1481"/>
                <a:gd name="T52" fmla="*/ 1015 w 2152"/>
                <a:gd name="T53" fmla="*/ 1473 h 1481"/>
                <a:gd name="T54" fmla="*/ 986 w 2152"/>
                <a:gd name="T55" fmla="*/ 1463 h 1481"/>
                <a:gd name="T56" fmla="*/ 959 w 2152"/>
                <a:gd name="T57" fmla="*/ 1448 h 1481"/>
                <a:gd name="T58" fmla="*/ 108 w 2152"/>
                <a:gd name="T59" fmla="*/ 933 h 1481"/>
                <a:gd name="T60" fmla="*/ 81 w 2152"/>
                <a:gd name="T61" fmla="*/ 913 h 1481"/>
                <a:gd name="T62" fmla="*/ 58 w 2152"/>
                <a:gd name="T63" fmla="*/ 891 h 1481"/>
                <a:gd name="T64" fmla="*/ 38 w 2152"/>
                <a:gd name="T65" fmla="*/ 864 h 1481"/>
                <a:gd name="T66" fmla="*/ 22 w 2152"/>
                <a:gd name="T67" fmla="*/ 836 h 1481"/>
                <a:gd name="T68" fmla="*/ 10 w 2152"/>
                <a:gd name="T69" fmla="*/ 805 h 1481"/>
                <a:gd name="T70" fmla="*/ 3 w 2152"/>
                <a:gd name="T71" fmla="*/ 773 h 1481"/>
                <a:gd name="T72" fmla="*/ 0 w 2152"/>
                <a:gd name="T73" fmla="*/ 741 h 1481"/>
                <a:gd name="T74" fmla="*/ 3 w 2152"/>
                <a:gd name="T75" fmla="*/ 707 h 1481"/>
                <a:gd name="T76" fmla="*/ 10 w 2152"/>
                <a:gd name="T77" fmla="*/ 675 h 1481"/>
                <a:gd name="T78" fmla="*/ 22 w 2152"/>
                <a:gd name="T79" fmla="*/ 644 h 1481"/>
                <a:gd name="T80" fmla="*/ 38 w 2152"/>
                <a:gd name="T81" fmla="*/ 616 h 1481"/>
                <a:gd name="T82" fmla="*/ 58 w 2152"/>
                <a:gd name="T83" fmla="*/ 591 h 1481"/>
                <a:gd name="T84" fmla="*/ 81 w 2152"/>
                <a:gd name="T85" fmla="*/ 567 h 1481"/>
                <a:gd name="T86" fmla="*/ 108 w 2152"/>
                <a:gd name="T87" fmla="*/ 548 h 1481"/>
                <a:gd name="T88" fmla="*/ 960 w 2152"/>
                <a:gd name="T89" fmla="*/ 33 h 1481"/>
                <a:gd name="T90" fmla="*/ 986 w 2152"/>
                <a:gd name="T91" fmla="*/ 19 h 1481"/>
                <a:gd name="T92" fmla="*/ 1016 w 2152"/>
                <a:gd name="T93" fmla="*/ 8 h 1481"/>
                <a:gd name="T94" fmla="*/ 1045 w 2152"/>
                <a:gd name="T95" fmla="*/ 2 h 1481"/>
                <a:gd name="T96" fmla="*/ 1076 w 2152"/>
                <a:gd name="T97" fmla="*/ 0 h 1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152" h="1481">
                  <a:moveTo>
                    <a:pt x="1076" y="0"/>
                  </a:moveTo>
                  <a:lnTo>
                    <a:pt x="1107" y="2"/>
                  </a:lnTo>
                  <a:lnTo>
                    <a:pt x="1136" y="8"/>
                  </a:lnTo>
                  <a:lnTo>
                    <a:pt x="1165" y="19"/>
                  </a:lnTo>
                  <a:lnTo>
                    <a:pt x="1192" y="33"/>
                  </a:lnTo>
                  <a:lnTo>
                    <a:pt x="2044" y="548"/>
                  </a:lnTo>
                  <a:lnTo>
                    <a:pt x="2071" y="567"/>
                  </a:lnTo>
                  <a:lnTo>
                    <a:pt x="2094" y="589"/>
                  </a:lnTo>
                  <a:lnTo>
                    <a:pt x="2114" y="616"/>
                  </a:lnTo>
                  <a:lnTo>
                    <a:pt x="2130" y="644"/>
                  </a:lnTo>
                  <a:lnTo>
                    <a:pt x="2142" y="675"/>
                  </a:lnTo>
                  <a:lnTo>
                    <a:pt x="2149" y="707"/>
                  </a:lnTo>
                  <a:lnTo>
                    <a:pt x="2152" y="741"/>
                  </a:lnTo>
                  <a:lnTo>
                    <a:pt x="2149" y="773"/>
                  </a:lnTo>
                  <a:lnTo>
                    <a:pt x="2142" y="805"/>
                  </a:lnTo>
                  <a:lnTo>
                    <a:pt x="2130" y="836"/>
                  </a:lnTo>
                  <a:lnTo>
                    <a:pt x="2114" y="864"/>
                  </a:lnTo>
                  <a:lnTo>
                    <a:pt x="2094" y="891"/>
                  </a:lnTo>
                  <a:lnTo>
                    <a:pt x="2071" y="913"/>
                  </a:lnTo>
                  <a:lnTo>
                    <a:pt x="2044" y="933"/>
                  </a:lnTo>
                  <a:lnTo>
                    <a:pt x="1192" y="1448"/>
                  </a:lnTo>
                  <a:lnTo>
                    <a:pt x="1165" y="1463"/>
                  </a:lnTo>
                  <a:lnTo>
                    <a:pt x="1136" y="1473"/>
                  </a:lnTo>
                  <a:lnTo>
                    <a:pt x="1107" y="1479"/>
                  </a:lnTo>
                  <a:lnTo>
                    <a:pt x="1075" y="1481"/>
                  </a:lnTo>
                  <a:lnTo>
                    <a:pt x="1045" y="1479"/>
                  </a:lnTo>
                  <a:lnTo>
                    <a:pt x="1015" y="1473"/>
                  </a:lnTo>
                  <a:lnTo>
                    <a:pt x="986" y="1463"/>
                  </a:lnTo>
                  <a:lnTo>
                    <a:pt x="959" y="1448"/>
                  </a:lnTo>
                  <a:lnTo>
                    <a:pt x="108" y="933"/>
                  </a:lnTo>
                  <a:lnTo>
                    <a:pt x="81" y="913"/>
                  </a:lnTo>
                  <a:lnTo>
                    <a:pt x="58" y="891"/>
                  </a:lnTo>
                  <a:lnTo>
                    <a:pt x="38" y="864"/>
                  </a:lnTo>
                  <a:lnTo>
                    <a:pt x="22" y="836"/>
                  </a:lnTo>
                  <a:lnTo>
                    <a:pt x="10" y="805"/>
                  </a:lnTo>
                  <a:lnTo>
                    <a:pt x="3" y="773"/>
                  </a:lnTo>
                  <a:lnTo>
                    <a:pt x="0" y="741"/>
                  </a:lnTo>
                  <a:lnTo>
                    <a:pt x="3" y="707"/>
                  </a:lnTo>
                  <a:lnTo>
                    <a:pt x="10" y="675"/>
                  </a:lnTo>
                  <a:lnTo>
                    <a:pt x="22" y="644"/>
                  </a:lnTo>
                  <a:lnTo>
                    <a:pt x="38" y="616"/>
                  </a:lnTo>
                  <a:lnTo>
                    <a:pt x="58" y="591"/>
                  </a:lnTo>
                  <a:lnTo>
                    <a:pt x="81" y="567"/>
                  </a:lnTo>
                  <a:lnTo>
                    <a:pt x="108" y="548"/>
                  </a:lnTo>
                  <a:lnTo>
                    <a:pt x="960" y="33"/>
                  </a:lnTo>
                  <a:lnTo>
                    <a:pt x="986" y="19"/>
                  </a:lnTo>
                  <a:lnTo>
                    <a:pt x="1016" y="8"/>
                  </a:lnTo>
                  <a:lnTo>
                    <a:pt x="1045" y="2"/>
                  </a:lnTo>
                  <a:lnTo>
                    <a:pt x="1076"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6" name="Freeform 59"/>
            <p:cNvSpPr>
              <a:spLocks/>
            </p:cNvSpPr>
            <p:nvPr/>
          </p:nvSpPr>
          <p:spPr bwMode="auto">
            <a:xfrm>
              <a:off x="2234759" y="2640776"/>
              <a:ext cx="535701" cy="349370"/>
            </a:xfrm>
            <a:custGeom>
              <a:avLst/>
              <a:gdLst>
                <a:gd name="T0" fmla="*/ 963 w 1926"/>
                <a:gd name="T1" fmla="*/ 0 h 1256"/>
                <a:gd name="T2" fmla="*/ 983 w 1926"/>
                <a:gd name="T3" fmla="*/ 1 h 1256"/>
                <a:gd name="T4" fmla="*/ 1003 w 1926"/>
                <a:gd name="T5" fmla="*/ 6 h 1256"/>
                <a:gd name="T6" fmla="*/ 1021 w 1926"/>
                <a:gd name="T7" fmla="*/ 16 h 1256"/>
                <a:gd name="T8" fmla="*/ 1873 w 1926"/>
                <a:gd name="T9" fmla="*/ 531 h 1256"/>
                <a:gd name="T10" fmla="*/ 1890 w 1926"/>
                <a:gd name="T11" fmla="*/ 545 h 1256"/>
                <a:gd name="T12" fmla="*/ 1906 w 1926"/>
                <a:gd name="T13" fmla="*/ 562 h 1256"/>
                <a:gd name="T14" fmla="*/ 1917 w 1926"/>
                <a:gd name="T15" fmla="*/ 582 h 1256"/>
                <a:gd name="T16" fmla="*/ 1924 w 1926"/>
                <a:gd name="T17" fmla="*/ 604 h 1256"/>
                <a:gd name="T18" fmla="*/ 1926 w 1926"/>
                <a:gd name="T19" fmla="*/ 628 h 1256"/>
                <a:gd name="T20" fmla="*/ 1924 w 1926"/>
                <a:gd name="T21" fmla="*/ 651 h 1256"/>
                <a:gd name="T22" fmla="*/ 1917 w 1926"/>
                <a:gd name="T23" fmla="*/ 672 h 1256"/>
                <a:gd name="T24" fmla="*/ 1906 w 1926"/>
                <a:gd name="T25" fmla="*/ 692 h 1256"/>
                <a:gd name="T26" fmla="*/ 1892 w 1926"/>
                <a:gd name="T27" fmla="*/ 709 h 1256"/>
                <a:gd name="T28" fmla="*/ 1873 w 1926"/>
                <a:gd name="T29" fmla="*/ 724 h 1256"/>
                <a:gd name="T30" fmla="*/ 1021 w 1926"/>
                <a:gd name="T31" fmla="*/ 1239 h 1256"/>
                <a:gd name="T32" fmla="*/ 1002 w 1926"/>
                <a:gd name="T33" fmla="*/ 1249 h 1256"/>
                <a:gd name="T34" fmla="*/ 983 w 1926"/>
                <a:gd name="T35" fmla="*/ 1254 h 1256"/>
                <a:gd name="T36" fmla="*/ 962 w 1926"/>
                <a:gd name="T37" fmla="*/ 1256 h 1256"/>
                <a:gd name="T38" fmla="*/ 943 w 1926"/>
                <a:gd name="T39" fmla="*/ 1254 h 1256"/>
                <a:gd name="T40" fmla="*/ 923 w 1926"/>
                <a:gd name="T41" fmla="*/ 1249 h 1256"/>
                <a:gd name="T42" fmla="*/ 905 w 1926"/>
                <a:gd name="T43" fmla="*/ 1239 h 1256"/>
                <a:gd name="T44" fmla="*/ 53 w 1926"/>
                <a:gd name="T45" fmla="*/ 724 h 1256"/>
                <a:gd name="T46" fmla="*/ 34 w 1926"/>
                <a:gd name="T47" fmla="*/ 709 h 1256"/>
                <a:gd name="T48" fmla="*/ 20 w 1926"/>
                <a:gd name="T49" fmla="*/ 692 h 1256"/>
                <a:gd name="T50" fmla="*/ 9 w 1926"/>
                <a:gd name="T51" fmla="*/ 672 h 1256"/>
                <a:gd name="T52" fmla="*/ 2 w 1926"/>
                <a:gd name="T53" fmla="*/ 651 h 1256"/>
                <a:gd name="T54" fmla="*/ 0 w 1926"/>
                <a:gd name="T55" fmla="*/ 628 h 1256"/>
                <a:gd name="T56" fmla="*/ 2 w 1926"/>
                <a:gd name="T57" fmla="*/ 604 h 1256"/>
                <a:gd name="T58" fmla="*/ 9 w 1926"/>
                <a:gd name="T59" fmla="*/ 582 h 1256"/>
                <a:gd name="T60" fmla="*/ 20 w 1926"/>
                <a:gd name="T61" fmla="*/ 562 h 1256"/>
                <a:gd name="T62" fmla="*/ 34 w 1926"/>
                <a:gd name="T63" fmla="*/ 545 h 1256"/>
                <a:gd name="T64" fmla="*/ 53 w 1926"/>
                <a:gd name="T65" fmla="*/ 531 h 1256"/>
                <a:gd name="T66" fmla="*/ 905 w 1926"/>
                <a:gd name="T67" fmla="*/ 16 h 1256"/>
                <a:gd name="T68" fmla="*/ 923 w 1926"/>
                <a:gd name="T69" fmla="*/ 6 h 1256"/>
                <a:gd name="T70" fmla="*/ 943 w 1926"/>
                <a:gd name="T71" fmla="*/ 1 h 1256"/>
                <a:gd name="T72" fmla="*/ 963 w 1926"/>
                <a:gd name="T73" fmla="*/ 0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26" h="1256">
                  <a:moveTo>
                    <a:pt x="963" y="0"/>
                  </a:moveTo>
                  <a:lnTo>
                    <a:pt x="983" y="1"/>
                  </a:lnTo>
                  <a:lnTo>
                    <a:pt x="1003" y="6"/>
                  </a:lnTo>
                  <a:lnTo>
                    <a:pt x="1021" y="16"/>
                  </a:lnTo>
                  <a:lnTo>
                    <a:pt x="1873" y="531"/>
                  </a:lnTo>
                  <a:lnTo>
                    <a:pt x="1890" y="545"/>
                  </a:lnTo>
                  <a:lnTo>
                    <a:pt x="1906" y="562"/>
                  </a:lnTo>
                  <a:lnTo>
                    <a:pt x="1917" y="582"/>
                  </a:lnTo>
                  <a:lnTo>
                    <a:pt x="1924" y="604"/>
                  </a:lnTo>
                  <a:lnTo>
                    <a:pt x="1926" y="628"/>
                  </a:lnTo>
                  <a:lnTo>
                    <a:pt x="1924" y="651"/>
                  </a:lnTo>
                  <a:lnTo>
                    <a:pt x="1917" y="672"/>
                  </a:lnTo>
                  <a:lnTo>
                    <a:pt x="1906" y="692"/>
                  </a:lnTo>
                  <a:lnTo>
                    <a:pt x="1892" y="709"/>
                  </a:lnTo>
                  <a:lnTo>
                    <a:pt x="1873" y="724"/>
                  </a:lnTo>
                  <a:lnTo>
                    <a:pt x="1021" y="1239"/>
                  </a:lnTo>
                  <a:lnTo>
                    <a:pt x="1002" y="1249"/>
                  </a:lnTo>
                  <a:lnTo>
                    <a:pt x="983" y="1254"/>
                  </a:lnTo>
                  <a:lnTo>
                    <a:pt x="962" y="1256"/>
                  </a:lnTo>
                  <a:lnTo>
                    <a:pt x="943" y="1254"/>
                  </a:lnTo>
                  <a:lnTo>
                    <a:pt x="923" y="1249"/>
                  </a:lnTo>
                  <a:lnTo>
                    <a:pt x="905" y="1239"/>
                  </a:lnTo>
                  <a:lnTo>
                    <a:pt x="53" y="724"/>
                  </a:lnTo>
                  <a:lnTo>
                    <a:pt x="34" y="709"/>
                  </a:lnTo>
                  <a:lnTo>
                    <a:pt x="20" y="692"/>
                  </a:lnTo>
                  <a:lnTo>
                    <a:pt x="9" y="672"/>
                  </a:lnTo>
                  <a:lnTo>
                    <a:pt x="2" y="651"/>
                  </a:lnTo>
                  <a:lnTo>
                    <a:pt x="0" y="628"/>
                  </a:lnTo>
                  <a:lnTo>
                    <a:pt x="2" y="604"/>
                  </a:lnTo>
                  <a:lnTo>
                    <a:pt x="9" y="582"/>
                  </a:lnTo>
                  <a:lnTo>
                    <a:pt x="20" y="562"/>
                  </a:lnTo>
                  <a:lnTo>
                    <a:pt x="34" y="545"/>
                  </a:lnTo>
                  <a:lnTo>
                    <a:pt x="53" y="531"/>
                  </a:lnTo>
                  <a:lnTo>
                    <a:pt x="905" y="16"/>
                  </a:lnTo>
                  <a:lnTo>
                    <a:pt x="923" y="6"/>
                  </a:lnTo>
                  <a:lnTo>
                    <a:pt x="943" y="1"/>
                  </a:lnTo>
                  <a:lnTo>
                    <a:pt x="963"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7" name="Freeform 60"/>
            <p:cNvSpPr>
              <a:spLocks noEditPoints="1"/>
            </p:cNvSpPr>
            <p:nvPr/>
          </p:nvSpPr>
          <p:spPr bwMode="auto">
            <a:xfrm>
              <a:off x="2265814" y="2671831"/>
              <a:ext cx="473591" cy="287260"/>
            </a:xfrm>
            <a:custGeom>
              <a:avLst/>
              <a:gdLst>
                <a:gd name="T0" fmla="*/ 850 w 1702"/>
                <a:gd name="T1" fmla="*/ 1031 h 1031"/>
                <a:gd name="T2" fmla="*/ 850 w 1702"/>
                <a:gd name="T3" fmla="*/ 1031 h 1031"/>
                <a:gd name="T4" fmla="*/ 850 w 1702"/>
                <a:gd name="T5" fmla="*/ 1031 h 1031"/>
                <a:gd name="T6" fmla="*/ 850 w 1702"/>
                <a:gd name="T7" fmla="*/ 1031 h 1031"/>
                <a:gd name="T8" fmla="*/ 851 w 1702"/>
                <a:gd name="T9" fmla="*/ 0 h 1031"/>
                <a:gd name="T10" fmla="*/ 1702 w 1702"/>
                <a:gd name="T11" fmla="*/ 516 h 1031"/>
                <a:gd name="T12" fmla="*/ 850 w 1702"/>
                <a:gd name="T13" fmla="*/ 1031 h 1031"/>
                <a:gd name="T14" fmla="*/ 0 w 1702"/>
                <a:gd name="T15" fmla="*/ 516 h 1031"/>
                <a:gd name="T16" fmla="*/ 851 w 1702"/>
                <a:gd name="T17" fmla="*/ 0 h 10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2" h="1031">
                  <a:moveTo>
                    <a:pt x="850" y="1031"/>
                  </a:moveTo>
                  <a:lnTo>
                    <a:pt x="850" y="1031"/>
                  </a:lnTo>
                  <a:lnTo>
                    <a:pt x="850" y="1031"/>
                  </a:lnTo>
                  <a:lnTo>
                    <a:pt x="850" y="1031"/>
                  </a:lnTo>
                  <a:close/>
                  <a:moveTo>
                    <a:pt x="851" y="0"/>
                  </a:moveTo>
                  <a:lnTo>
                    <a:pt x="1702" y="516"/>
                  </a:lnTo>
                  <a:lnTo>
                    <a:pt x="850" y="1031"/>
                  </a:lnTo>
                  <a:lnTo>
                    <a:pt x="0" y="516"/>
                  </a:lnTo>
                  <a:lnTo>
                    <a:pt x="851" y="0"/>
                  </a:lnTo>
                  <a:close/>
                </a:path>
              </a:pathLst>
            </a:custGeom>
            <a:solidFill>
              <a:srgbClr val="FF883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8" name="Freeform 61"/>
            <p:cNvSpPr>
              <a:spLocks noEditPoints="1"/>
            </p:cNvSpPr>
            <p:nvPr/>
          </p:nvSpPr>
          <p:spPr bwMode="auto">
            <a:xfrm>
              <a:off x="2265814" y="2761115"/>
              <a:ext cx="436713" cy="155275"/>
            </a:xfrm>
            <a:custGeom>
              <a:avLst/>
              <a:gdLst>
                <a:gd name="T0" fmla="*/ 1292 w 1574"/>
                <a:gd name="T1" fmla="*/ 258 h 563"/>
                <a:gd name="T2" fmla="*/ 1259 w 1574"/>
                <a:gd name="T3" fmla="*/ 270 h 563"/>
                <a:gd name="T4" fmla="*/ 1243 w 1574"/>
                <a:gd name="T5" fmla="*/ 289 h 563"/>
                <a:gd name="T6" fmla="*/ 1243 w 1574"/>
                <a:gd name="T7" fmla="*/ 308 h 563"/>
                <a:gd name="T8" fmla="*/ 1264 w 1574"/>
                <a:gd name="T9" fmla="*/ 333 h 563"/>
                <a:gd name="T10" fmla="*/ 1297 w 1574"/>
                <a:gd name="T11" fmla="*/ 343 h 563"/>
                <a:gd name="T12" fmla="*/ 1331 w 1574"/>
                <a:gd name="T13" fmla="*/ 342 h 563"/>
                <a:gd name="T14" fmla="*/ 1362 w 1574"/>
                <a:gd name="T15" fmla="*/ 330 h 563"/>
                <a:gd name="T16" fmla="*/ 1379 w 1574"/>
                <a:gd name="T17" fmla="*/ 309 h 563"/>
                <a:gd name="T18" fmla="*/ 1379 w 1574"/>
                <a:gd name="T19" fmla="*/ 290 h 563"/>
                <a:gd name="T20" fmla="*/ 1358 w 1574"/>
                <a:gd name="T21" fmla="*/ 266 h 563"/>
                <a:gd name="T22" fmla="*/ 1325 w 1574"/>
                <a:gd name="T23" fmla="*/ 257 h 563"/>
                <a:gd name="T24" fmla="*/ 410 w 1574"/>
                <a:gd name="T25" fmla="*/ 208 h 563"/>
                <a:gd name="T26" fmla="*/ 374 w 1574"/>
                <a:gd name="T27" fmla="*/ 215 h 563"/>
                <a:gd name="T28" fmla="*/ 348 w 1574"/>
                <a:gd name="T29" fmla="*/ 233 h 563"/>
                <a:gd name="T30" fmla="*/ 341 w 1574"/>
                <a:gd name="T31" fmla="*/ 251 h 563"/>
                <a:gd name="T32" fmla="*/ 350 w 1574"/>
                <a:gd name="T33" fmla="*/ 275 h 563"/>
                <a:gd name="T34" fmla="*/ 382 w 1574"/>
                <a:gd name="T35" fmla="*/ 293 h 563"/>
                <a:gd name="T36" fmla="*/ 410 w 1574"/>
                <a:gd name="T37" fmla="*/ 297 h 563"/>
                <a:gd name="T38" fmla="*/ 447 w 1574"/>
                <a:gd name="T39" fmla="*/ 290 h 563"/>
                <a:gd name="T40" fmla="*/ 473 w 1574"/>
                <a:gd name="T41" fmla="*/ 272 h 563"/>
                <a:gd name="T42" fmla="*/ 480 w 1574"/>
                <a:gd name="T43" fmla="*/ 253 h 563"/>
                <a:gd name="T44" fmla="*/ 474 w 1574"/>
                <a:gd name="T45" fmla="*/ 233 h 563"/>
                <a:gd name="T46" fmla="*/ 453 w 1574"/>
                <a:gd name="T47" fmla="*/ 218 h 563"/>
                <a:gd name="T48" fmla="*/ 425 w 1574"/>
                <a:gd name="T49" fmla="*/ 209 h 563"/>
                <a:gd name="T50" fmla="*/ 1087 w 1574"/>
                <a:gd name="T51" fmla="*/ 178 h 563"/>
                <a:gd name="T52" fmla="*/ 1257 w 1574"/>
                <a:gd name="T53" fmla="*/ 191 h 563"/>
                <a:gd name="T54" fmla="*/ 1420 w 1574"/>
                <a:gd name="T55" fmla="*/ 224 h 563"/>
                <a:gd name="T56" fmla="*/ 1574 w 1574"/>
                <a:gd name="T57" fmla="*/ 277 h 563"/>
                <a:gd name="T58" fmla="*/ 1120 w 1574"/>
                <a:gd name="T59" fmla="*/ 487 h 563"/>
                <a:gd name="T60" fmla="*/ 1077 w 1574"/>
                <a:gd name="T61" fmla="*/ 395 h 563"/>
                <a:gd name="T62" fmla="*/ 1062 w 1574"/>
                <a:gd name="T63" fmla="*/ 300 h 563"/>
                <a:gd name="T64" fmla="*/ 1073 w 1574"/>
                <a:gd name="T65" fmla="*/ 219 h 563"/>
                <a:gd name="T66" fmla="*/ 328 w 1574"/>
                <a:gd name="T67" fmla="*/ 0 h 563"/>
                <a:gd name="T68" fmla="*/ 438 w 1574"/>
                <a:gd name="T69" fmla="*/ 64 h 563"/>
                <a:gd name="T70" fmla="*/ 527 w 1574"/>
                <a:gd name="T71" fmla="*/ 138 h 563"/>
                <a:gd name="T72" fmla="*/ 591 w 1574"/>
                <a:gd name="T73" fmla="*/ 220 h 563"/>
                <a:gd name="T74" fmla="*/ 631 w 1574"/>
                <a:gd name="T75" fmla="*/ 307 h 563"/>
                <a:gd name="T76" fmla="*/ 645 w 1574"/>
                <a:gd name="T77" fmla="*/ 399 h 563"/>
                <a:gd name="T78" fmla="*/ 633 w 1574"/>
                <a:gd name="T79" fmla="*/ 482 h 563"/>
                <a:gd name="T80" fmla="*/ 601 w 1574"/>
                <a:gd name="T81" fmla="*/ 563 h 563"/>
                <a:gd name="T82" fmla="*/ 328 w 1574"/>
                <a:gd name="T83" fmla="*/ 0 h 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74" h="563">
                  <a:moveTo>
                    <a:pt x="1312" y="256"/>
                  </a:moveTo>
                  <a:lnTo>
                    <a:pt x="1292" y="258"/>
                  </a:lnTo>
                  <a:lnTo>
                    <a:pt x="1274" y="262"/>
                  </a:lnTo>
                  <a:lnTo>
                    <a:pt x="1259" y="270"/>
                  </a:lnTo>
                  <a:lnTo>
                    <a:pt x="1248" y="280"/>
                  </a:lnTo>
                  <a:lnTo>
                    <a:pt x="1243" y="289"/>
                  </a:lnTo>
                  <a:lnTo>
                    <a:pt x="1241" y="299"/>
                  </a:lnTo>
                  <a:lnTo>
                    <a:pt x="1243" y="308"/>
                  </a:lnTo>
                  <a:lnTo>
                    <a:pt x="1250" y="322"/>
                  </a:lnTo>
                  <a:lnTo>
                    <a:pt x="1264" y="333"/>
                  </a:lnTo>
                  <a:lnTo>
                    <a:pt x="1283" y="340"/>
                  </a:lnTo>
                  <a:lnTo>
                    <a:pt x="1297" y="343"/>
                  </a:lnTo>
                  <a:lnTo>
                    <a:pt x="1311" y="344"/>
                  </a:lnTo>
                  <a:lnTo>
                    <a:pt x="1331" y="342"/>
                  </a:lnTo>
                  <a:lnTo>
                    <a:pt x="1347" y="337"/>
                  </a:lnTo>
                  <a:lnTo>
                    <a:pt x="1362" y="330"/>
                  </a:lnTo>
                  <a:lnTo>
                    <a:pt x="1374" y="319"/>
                  </a:lnTo>
                  <a:lnTo>
                    <a:pt x="1379" y="309"/>
                  </a:lnTo>
                  <a:lnTo>
                    <a:pt x="1381" y="300"/>
                  </a:lnTo>
                  <a:lnTo>
                    <a:pt x="1379" y="290"/>
                  </a:lnTo>
                  <a:lnTo>
                    <a:pt x="1372" y="277"/>
                  </a:lnTo>
                  <a:lnTo>
                    <a:pt x="1358" y="266"/>
                  </a:lnTo>
                  <a:lnTo>
                    <a:pt x="1339" y="259"/>
                  </a:lnTo>
                  <a:lnTo>
                    <a:pt x="1325" y="257"/>
                  </a:lnTo>
                  <a:lnTo>
                    <a:pt x="1312" y="256"/>
                  </a:lnTo>
                  <a:close/>
                  <a:moveTo>
                    <a:pt x="410" y="208"/>
                  </a:moveTo>
                  <a:lnTo>
                    <a:pt x="391" y="210"/>
                  </a:lnTo>
                  <a:lnTo>
                    <a:pt x="374" y="215"/>
                  </a:lnTo>
                  <a:lnTo>
                    <a:pt x="359" y="223"/>
                  </a:lnTo>
                  <a:lnTo>
                    <a:pt x="348" y="233"/>
                  </a:lnTo>
                  <a:lnTo>
                    <a:pt x="343" y="242"/>
                  </a:lnTo>
                  <a:lnTo>
                    <a:pt x="341" y="251"/>
                  </a:lnTo>
                  <a:lnTo>
                    <a:pt x="342" y="262"/>
                  </a:lnTo>
                  <a:lnTo>
                    <a:pt x="350" y="275"/>
                  </a:lnTo>
                  <a:lnTo>
                    <a:pt x="364" y="285"/>
                  </a:lnTo>
                  <a:lnTo>
                    <a:pt x="382" y="293"/>
                  </a:lnTo>
                  <a:lnTo>
                    <a:pt x="396" y="296"/>
                  </a:lnTo>
                  <a:lnTo>
                    <a:pt x="410" y="297"/>
                  </a:lnTo>
                  <a:lnTo>
                    <a:pt x="430" y="295"/>
                  </a:lnTo>
                  <a:lnTo>
                    <a:pt x="447" y="290"/>
                  </a:lnTo>
                  <a:lnTo>
                    <a:pt x="462" y="282"/>
                  </a:lnTo>
                  <a:lnTo>
                    <a:pt x="473" y="272"/>
                  </a:lnTo>
                  <a:lnTo>
                    <a:pt x="478" y="263"/>
                  </a:lnTo>
                  <a:lnTo>
                    <a:pt x="480" y="253"/>
                  </a:lnTo>
                  <a:lnTo>
                    <a:pt x="479" y="243"/>
                  </a:lnTo>
                  <a:lnTo>
                    <a:pt x="474" y="233"/>
                  </a:lnTo>
                  <a:lnTo>
                    <a:pt x="464" y="224"/>
                  </a:lnTo>
                  <a:lnTo>
                    <a:pt x="453" y="218"/>
                  </a:lnTo>
                  <a:lnTo>
                    <a:pt x="439" y="212"/>
                  </a:lnTo>
                  <a:lnTo>
                    <a:pt x="425" y="209"/>
                  </a:lnTo>
                  <a:lnTo>
                    <a:pt x="410" y="208"/>
                  </a:lnTo>
                  <a:close/>
                  <a:moveTo>
                    <a:pt x="1087" y="178"/>
                  </a:moveTo>
                  <a:lnTo>
                    <a:pt x="1172" y="183"/>
                  </a:lnTo>
                  <a:lnTo>
                    <a:pt x="1257" y="191"/>
                  </a:lnTo>
                  <a:lnTo>
                    <a:pt x="1340" y="205"/>
                  </a:lnTo>
                  <a:lnTo>
                    <a:pt x="1420" y="224"/>
                  </a:lnTo>
                  <a:lnTo>
                    <a:pt x="1499" y="248"/>
                  </a:lnTo>
                  <a:lnTo>
                    <a:pt x="1574" y="277"/>
                  </a:lnTo>
                  <a:lnTo>
                    <a:pt x="1153" y="531"/>
                  </a:lnTo>
                  <a:lnTo>
                    <a:pt x="1120" y="487"/>
                  </a:lnTo>
                  <a:lnTo>
                    <a:pt x="1095" y="441"/>
                  </a:lnTo>
                  <a:lnTo>
                    <a:pt x="1077" y="395"/>
                  </a:lnTo>
                  <a:lnTo>
                    <a:pt x="1065" y="349"/>
                  </a:lnTo>
                  <a:lnTo>
                    <a:pt x="1062" y="300"/>
                  </a:lnTo>
                  <a:lnTo>
                    <a:pt x="1064" y="259"/>
                  </a:lnTo>
                  <a:lnTo>
                    <a:pt x="1073" y="219"/>
                  </a:lnTo>
                  <a:lnTo>
                    <a:pt x="1087" y="178"/>
                  </a:lnTo>
                  <a:close/>
                  <a:moveTo>
                    <a:pt x="328" y="0"/>
                  </a:moveTo>
                  <a:lnTo>
                    <a:pt x="386" y="31"/>
                  </a:lnTo>
                  <a:lnTo>
                    <a:pt x="438" y="64"/>
                  </a:lnTo>
                  <a:lnTo>
                    <a:pt x="485" y="100"/>
                  </a:lnTo>
                  <a:lnTo>
                    <a:pt x="527" y="138"/>
                  </a:lnTo>
                  <a:lnTo>
                    <a:pt x="563" y="178"/>
                  </a:lnTo>
                  <a:lnTo>
                    <a:pt x="591" y="220"/>
                  </a:lnTo>
                  <a:lnTo>
                    <a:pt x="614" y="263"/>
                  </a:lnTo>
                  <a:lnTo>
                    <a:pt x="631" y="307"/>
                  </a:lnTo>
                  <a:lnTo>
                    <a:pt x="642" y="353"/>
                  </a:lnTo>
                  <a:lnTo>
                    <a:pt x="645" y="399"/>
                  </a:lnTo>
                  <a:lnTo>
                    <a:pt x="642" y="440"/>
                  </a:lnTo>
                  <a:lnTo>
                    <a:pt x="633" y="482"/>
                  </a:lnTo>
                  <a:lnTo>
                    <a:pt x="620" y="523"/>
                  </a:lnTo>
                  <a:lnTo>
                    <a:pt x="601" y="563"/>
                  </a:lnTo>
                  <a:lnTo>
                    <a:pt x="0" y="199"/>
                  </a:lnTo>
                  <a:lnTo>
                    <a:pt x="328" y="0"/>
                  </a:lnTo>
                  <a:close/>
                </a:path>
              </a:pathLst>
            </a:custGeom>
            <a:solidFill>
              <a:srgbClr val="FFC9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9" name="Freeform 62"/>
            <p:cNvSpPr>
              <a:spLocks noEditPoints="1"/>
            </p:cNvSpPr>
            <p:nvPr/>
          </p:nvSpPr>
          <p:spPr bwMode="auto">
            <a:xfrm>
              <a:off x="2357039" y="2700945"/>
              <a:ext cx="362957" cy="227090"/>
            </a:xfrm>
            <a:custGeom>
              <a:avLst/>
              <a:gdLst>
                <a:gd name="T0" fmla="*/ 568 w 1306"/>
                <a:gd name="T1" fmla="*/ 533 h 817"/>
                <a:gd name="T2" fmla="*/ 600 w 1306"/>
                <a:gd name="T3" fmla="*/ 574 h 817"/>
                <a:gd name="T4" fmla="*/ 562 w 1306"/>
                <a:gd name="T5" fmla="*/ 617 h 817"/>
                <a:gd name="T6" fmla="*/ 486 w 1306"/>
                <a:gd name="T7" fmla="*/ 621 h 817"/>
                <a:gd name="T8" fmla="*/ 438 w 1306"/>
                <a:gd name="T9" fmla="*/ 585 h 817"/>
                <a:gd name="T10" fmla="*/ 458 w 1306"/>
                <a:gd name="T11" fmla="*/ 539 h 817"/>
                <a:gd name="T12" fmla="*/ 984 w 1306"/>
                <a:gd name="T13" fmla="*/ 471 h 817"/>
                <a:gd name="T14" fmla="*/ 1044 w 1306"/>
                <a:gd name="T15" fmla="*/ 492 h 817"/>
                <a:gd name="T16" fmla="*/ 1046 w 1306"/>
                <a:gd name="T17" fmla="*/ 534 h 817"/>
                <a:gd name="T18" fmla="*/ 983 w 1306"/>
                <a:gd name="T19" fmla="*/ 559 h 817"/>
                <a:gd name="T20" fmla="*/ 922 w 1306"/>
                <a:gd name="T21" fmla="*/ 537 h 817"/>
                <a:gd name="T22" fmla="*/ 920 w 1306"/>
                <a:gd name="T23" fmla="*/ 495 h 817"/>
                <a:gd name="T24" fmla="*/ 984 w 1306"/>
                <a:gd name="T25" fmla="*/ 471 h 817"/>
                <a:gd name="T26" fmla="*/ 125 w 1306"/>
                <a:gd name="T27" fmla="*/ 433 h 817"/>
                <a:gd name="T28" fmla="*/ 152 w 1306"/>
                <a:gd name="T29" fmla="*/ 468 h 817"/>
                <a:gd name="T30" fmla="*/ 119 w 1306"/>
                <a:gd name="T31" fmla="*/ 505 h 817"/>
                <a:gd name="T32" fmla="*/ 54 w 1306"/>
                <a:gd name="T33" fmla="*/ 508 h 817"/>
                <a:gd name="T34" fmla="*/ 13 w 1306"/>
                <a:gd name="T35" fmla="*/ 466 h 817"/>
                <a:gd name="T36" fmla="*/ 46 w 1306"/>
                <a:gd name="T37" fmla="*/ 430 h 817"/>
                <a:gd name="T38" fmla="*/ 783 w 1306"/>
                <a:gd name="T39" fmla="*/ 139 h 817"/>
                <a:gd name="T40" fmla="*/ 829 w 1306"/>
                <a:gd name="T41" fmla="*/ 167 h 817"/>
                <a:gd name="T42" fmla="*/ 803 w 1306"/>
                <a:gd name="T43" fmla="*/ 209 h 817"/>
                <a:gd name="T44" fmla="*/ 747 w 1306"/>
                <a:gd name="T45" fmla="*/ 212 h 817"/>
                <a:gd name="T46" fmla="*/ 711 w 1306"/>
                <a:gd name="T47" fmla="*/ 172 h 817"/>
                <a:gd name="T48" fmla="*/ 754 w 1306"/>
                <a:gd name="T49" fmla="*/ 139 h 817"/>
                <a:gd name="T50" fmla="*/ 598 w 1306"/>
                <a:gd name="T51" fmla="*/ 110 h 817"/>
                <a:gd name="T52" fmla="*/ 633 w 1306"/>
                <a:gd name="T53" fmla="*/ 149 h 817"/>
                <a:gd name="T54" fmla="*/ 592 w 1306"/>
                <a:gd name="T55" fmla="*/ 180 h 817"/>
                <a:gd name="T56" fmla="*/ 525 w 1306"/>
                <a:gd name="T57" fmla="*/ 163 h 817"/>
                <a:gd name="T58" fmla="*/ 533 w 1306"/>
                <a:gd name="T59" fmla="*/ 120 h 817"/>
                <a:gd name="T60" fmla="*/ 354 w 1306"/>
                <a:gd name="T61" fmla="*/ 0 h 817"/>
                <a:gd name="T62" fmla="*/ 413 w 1306"/>
                <a:gd name="T63" fmla="*/ 150 h 817"/>
                <a:gd name="T64" fmla="*/ 361 w 1306"/>
                <a:gd name="T65" fmla="*/ 293 h 817"/>
                <a:gd name="T66" fmla="*/ 405 w 1306"/>
                <a:gd name="T67" fmla="*/ 375 h 817"/>
                <a:gd name="T68" fmla="*/ 735 w 1306"/>
                <a:gd name="T69" fmla="*/ 340 h 817"/>
                <a:gd name="T70" fmla="*/ 1077 w 1306"/>
                <a:gd name="T71" fmla="*/ 378 h 817"/>
                <a:gd name="T72" fmla="*/ 1246 w 1306"/>
                <a:gd name="T73" fmla="*/ 492 h 817"/>
                <a:gd name="T74" fmla="*/ 929 w 1306"/>
                <a:gd name="T75" fmla="*/ 406 h 817"/>
                <a:gd name="T76" fmla="*/ 736 w 1306"/>
                <a:gd name="T77" fmla="*/ 474 h 817"/>
                <a:gd name="T78" fmla="*/ 767 w 1306"/>
                <a:gd name="T79" fmla="*/ 656 h 817"/>
                <a:gd name="T80" fmla="*/ 730 w 1306"/>
                <a:gd name="T81" fmla="*/ 741 h 817"/>
                <a:gd name="T82" fmla="*/ 655 w 1306"/>
                <a:gd name="T83" fmla="*/ 561 h 817"/>
                <a:gd name="T84" fmla="*/ 673 w 1306"/>
                <a:gd name="T85" fmla="*/ 395 h 817"/>
                <a:gd name="T86" fmla="*/ 357 w 1306"/>
                <a:gd name="T87" fmla="*/ 445 h 817"/>
                <a:gd name="T88" fmla="*/ 399 w 1306"/>
                <a:gd name="T89" fmla="*/ 614 h 817"/>
                <a:gd name="T90" fmla="*/ 359 w 1306"/>
                <a:gd name="T91" fmla="*/ 778 h 817"/>
                <a:gd name="T92" fmla="*/ 305 w 1306"/>
                <a:gd name="T93" fmla="*/ 697 h 817"/>
                <a:gd name="T94" fmla="*/ 303 w 1306"/>
                <a:gd name="T95" fmla="*/ 522 h 817"/>
                <a:gd name="T96" fmla="*/ 199 w 1306"/>
                <a:gd name="T97" fmla="*/ 353 h 817"/>
                <a:gd name="T98" fmla="*/ 0 w 1306"/>
                <a:gd name="T99" fmla="*/ 215 h 817"/>
                <a:gd name="T100" fmla="*/ 210 w 1306"/>
                <a:gd name="T101" fmla="*/ 272 h 817"/>
                <a:gd name="T102" fmla="*/ 318 w 1306"/>
                <a:gd name="T103" fmla="*/ 217 h 817"/>
                <a:gd name="T104" fmla="*/ 321 w 1306"/>
                <a:gd name="T105" fmla="*/ 93 h 8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06" h="817">
                  <a:moveTo>
                    <a:pt x="519" y="522"/>
                  </a:moveTo>
                  <a:lnTo>
                    <a:pt x="536" y="523"/>
                  </a:lnTo>
                  <a:lnTo>
                    <a:pt x="552" y="527"/>
                  </a:lnTo>
                  <a:lnTo>
                    <a:pt x="568" y="533"/>
                  </a:lnTo>
                  <a:lnTo>
                    <a:pt x="582" y="541"/>
                  </a:lnTo>
                  <a:lnTo>
                    <a:pt x="592" y="551"/>
                  </a:lnTo>
                  <a:lnTo>
                    <a:pt x="598" y="562"/>
                  </a:lnTo>
                  <a:lnTo>
                    <a:pt x="600" y="574"/>
                  </a:lnTo>
                  <a:lnTo>
                    <a:pt x="598" y="586"/>
                  </a:lnTo>
                  <a:lnTo>
                    <a:pt x="592" y="596"/>
                  </a:lnTo>
                  <a:lnTo>
                    <a:pt x="579" y="608"/>
                  </a:lnTo>
                  <a:lnTo>
                    <a:pt x="562" y="617"/>
                  </a:lnTo>
                  <a:lnTo>
                    <a:pt x="541" y="623"/>
                  </a:lnTo>
                  <a:lnTo>
                    <a:pt x="519" y="625"/>
                  </a:lnTo>
                  <a:lnTo>
                    <a:pt x="502" y="624"/>
                  </a:lnTo>
                  <a:lnTo>
                    <a:pt x="486" y="621"/>
                  </a:lnTo>
                  <a:lnTo>
                    <a:pt x="469" y="614"/>
                  </a:lnTo>
                  <a:lnTo>
                    <a:pt x="455" y="606"/>
                  </a:lnTo>
                  <a:lnTo>
                    <a:pt x="445" y="596"/>
                  </a:lnTo>
                  <a:lnTo>
                    <a:pt x="438" y="585"/>
                  </a:lnTo>
                  <a:lnTo>
                    <a:pt x="437" y="573"/>
                  </a:lnTo>
                  <a:lnTo>
                    <a:pt x="440" y="561"/>
                  </a:lnTo>
                  <a:lnTo>
                    <a:pt x="445" y="551"/>
                  </a:lnTo>
                  <a:lnTo>
                    <a:pt x="458" y="539"/>
                  </a:lnTo>
                  <a:lnTo>
                    <a:pt x="475" y="530"/>
                  </a:lnTo>
                  <a:lnTo>
                    <a:pt x="496" y="524"/>
                  </a:lnTo>
                  <a:lnTo>
                    <a:pt x="519" y="522"/>
                  </a:lnTo>
                  <a:close/>
                  <a:moveTo>
                    <a:pt x="984" y="471"/>
                  </a:moveTo>
                  <a:lnTo>
                    <a:pt x="997" y="472"/>
                  </a:lnTo>
                  <a:lnTo>
                    <a:pt x="1011" y="474"/>
                  </a:lnTo>
                  <a:lnTo>
                    <a:pt x="1030" y="481"/>
                  </a:lnTo>
                  <a:lnTo>
                    <a:pt x="1044" y="492"/>
                  </a:lnTo>
                  <a:lnTo>
                    <a:pt x="1051" y="505"/>
                  </a:lnTo>
                  <a:lnTo>
                    <a:pt x="1053" y="515"/>
                  </a:lnTo>
                  <a:lnTo>
                    <a:pt x="1051" y="524"/>
                  </a:lnTo>
                  <a:lnTo>
                    <a:pt x="1046" y="534"/>
                  </a:lnTo>
                  <a:lnTo>
                    <a:pt x="1034" y="545"/>
                  </a:lnTo>
                  <a:lnTo>
                    <a:pt x="1019" y="552"/>
                  </a:lnTo>
                  <a:lnTo>
                    <a:pt x="1003" y="557"/>
                  </a:lnTo>
                  <a:lnTo>
                    <a:pt x="983" y="559"/>
                  </a:lnTo>
                  <a:lnTo>
                    <a:pt x="969" y="558"/>
                  </a:lnTo>
                  <a:lnTo>
                    <a:pt x="955" y="555"/>
                  </a:lnTo>
                  <a:lnTo>
                    <a:pt x="936" y="548"/>
                  </a:lnTo>
                  <a:lnTo>
                    <a:pt x="922" y="537"/>
                  </a:lnTo>
                  <a:lnTo>
                    <a:pt x="915" y="523"/>
                  </a:lnTo>
                  <a:lnTo>
                    <a:pt x="913" y="514"/>
                  </a:lnTo>
                  <a:lnTo>
                    <a:pt x="915" y="504"/>
                  </a:lnTo>
                  <a:lnTo>
                    <a:pt x="920" y="495"/>
                  </a:lnTo>
                  <a:lnTo>
                    <a:pt x="931" y="485"/>
                  </a:lnTo>
                  <a:lnTo>
                    <a:pt x="946" y="477"/>
                  </a:lnTo>
                  <a:lnTo>
                    <a:pt x="964" y="473"/>
                  </a:lnTo>
                  <a:lnTo>
                    <a:pt x="984" y="471"/>
                  </a:lnTo>
                  <a:close/>
                  <a:moveTo>
                    <a:pt x="82" y="423"/>
                  </a:moveTo>
                  <a:lnTo>
                    <a:pt x="97" y="424"/>
                  </a:lnTo>
                  <a:lnTo>
                    <a:pt x="111" y="427"/>
                  </a:lnTo>
                  <a:lnTo>
                    <a:pt x="125" y="433"/>
                  </a:lnTo>
                  <a:lnTo>
                    <a:pt x="136" y="439"/>
                  </a:lnTo>
                  <a:lnTo>
                    <a:pt x="146" y="448"/>
                  </a:lnTo>
                  <a:lnTo>
                    <a:pt x="151" y="458"/>
                  </a:lnTo>
                  <a:lnTo>
                    <a:pt x="152" y="468"/>
                  </a:lnTo>
                  <a:lnTo>
                    <a:pt x="150" y="478"/>
                  </a:lnTo>
                  <a:lnTo>
                    <a:pt x="145" y="487"/>
                  </a:lnTo>
                  <a:lnTo>
                    <a:pt x="134" y="497"/>
                  </a:lnTo>
                  <a:lnTo>
                    <a:pt x="119" y="505"/>
                  </a:lnTo>
                  <a:lnTo>
                    <a:pt x="102" y="510"/>
                  </a:lnTo>
                  <a:lnTo>
                    <a:pt x="82" y="512"/>
                  </a:lnTo>
                  <a:lnTo>
                    <a:pt x="68" y="511"/>
                  </a:lnTo>
                  <a:lnTo>
                    <a:pt x="54" y="508"/>
                  </a:lnTo>
                  <a:lnTo>
                    <a:pt x="36" y="500"/>
                  </a:lnTo>
                  <a:lnTo>
                    <a:pt x="22" y="490"/>
                  </a:lnTo>
                  <a:lnTo>
                    <a:pt x="14" y="477"/>
                  </a:lnTo>
                  <a:lnTo>
                    <a:pt x="13" y="466"/>
                  </a:lnTo>
                  <a:lnTo>
                    <a:pt x="15" y="457"/>
                  </a:lnTo>
                  <a:lnTo>
                    <a:pt x="20" y="448"/>
                  </a:lnTo>
                  <a:lnTo>
                    <a:pt x="31" y="438"/>
                  </a:lnTo>
                  <a:lnTo>
                    <a:pt x="46" y="430"/>
                  </a:lnTo>
                  <a:lnTo>
                    <a:pt x="63" y="425"/>
                  </a:lnTo>
                  <a:lnTo>
                    <a:pt x="82" y="423"/>
                  </a:lnTo>
                  <a:close/>
                  <a:moveTo>
                    <a:pt x="771" y="138"/>
                  </a:moveTo>
                  <a:lnTo>
                    <a:pt x="783" y="139"/>
                  </a:lnTo>
                  <a:lnTo>
                    <a:pt x="796" y="141"/>
                  </a:lnTo>
                  <a:lnTo>
                    <a:pt x="811" y="147"/>
                  </a:lnTo>
                  <a:lnTo>
                    <a:pt x="823" y="157"/>
                  </a:lnTo>
                  <a:lnTo>
                    <a:pt x="829" y="167"/>
                  </a:lnTo>
                  <a:lnTo>
                    <a:pt x="830" y="181"/>
                  </a:lnTo>
                  <a:lnTo>
                    <a:pt x="825" y="194"/>
                  </a:lnTo>
                  <a:lnTo>
                    <a:pt x="816" y="202"/>
                  </a:lnTo>
                  <a:lnTo>
                    <a:pt x="803" y="209"/>
                  </a:lnTo>
                  <a:lnTo>
                    <a:pt x="787" y="213"/>
                  </a:lnTo>
                  <a:lnTo>
                    <a:pt x="771" y="215"/>
                  </a:lnTo>
                  <a:lnTo>
                    <a:pt x="759" y="214"/>
                  </a:lnTo>
                  <a:lnTo>
                    <a:pt x="747" y="212"/>
                  </a:lnTo>
                  <a:lnTo>
                    <a:pt x="730" y="205"/>
                  </a:lnTo>
                  <a:lnTo>
                    <a:pt x="718" y="196"/>
                  </a:lnTo>
                  <a:lnTo>
                    <a:pt x="712" y="184"/>
                  </a:lnTo>
                  <a:lnTo>
                    <a:pt x="711" y="172"/>
                  </a:lnTo>
                  <a:lnTo>
                    <a:pt x="716" y="159"/>
                  </a:lnTo>
                  <a:lnTo>
                    <a:pt x="726" y="150"/>
                  </a:lnTo>
                  <a:lnTo>
                    <a:pt x="738" y="143"/>
                  </a:lnTo>
                  <a:lnTo>
                    <a:pt x="754" y="139"/>
                  </a:lnTo>
                  <a:lnTo>
                    <a:pt x="771" y="138"/>
                  </a:lnTo>
                  <a:close/>
                  <a:moveTo>
                    <a:pt x="575" y="107"/>
                  </a:moveTo>
                  <a:lnTo>
                    <a:pt x="587" y="108"/>
                  </a:lnTo>
                  <a:lnTo>
                    <a:pt x="598" y="110"/>
                  </a:lnTo>
                  <a:lnTo>
                    <a:pt x="614" y="117"/>
                  </a:lnTo>
                  <a:lnTo>
                    <a:pt x="625" y="125"/>
                  </a:lnTo>
                  <a:lnTo>
                    <a:pt x="632" y="137"/>
                  </a:lnTo>
                  <a:lnTo>
                    <a:pt x="633" y="149"/>
                  </a:lnTo>
                  <a:lnTo>
                    <a:pt x="628" y="161"/>
                  </a:lnTo>
                  <a:lnTo>
                    <a:pt x="618" y="170"/>
                  </a:lnTo>
                  <a:lnTo>
                    <a:pt x="605" y="176"/>
                  </a:lnTo>
                  <a:lnTo>
                    <a:pt x="592" y="180"/>
                  </a:lnTo>
                  <a:lnTo>
                    <a:pt x="575" y="182"/>
                  </a:lnTo>
                  <a:lnTo>
                    <a:pt x="552" y="179"/>
                  </a:lnTo>
                  <a:lnTo>
                    <a:pt x="537" y="173"/>
                  </a:lnTo>
                  <a:lnTo>
                    <a:pt x="525" y="163"/>
                  </a:lnTo>
                  <a:lnTo>
                    <a:pt x="519" y="153"/>
                  </a:lnTo>
                  <a:lnTo>
                    <a:pt x="518" y="140"/>
                  </a:lnTo>
                  <a:lnTo>
                    <a:pt x="523" y="128"/>
                  </a:lnTo>
                  <a:lnTo>
                    <a:pt x="533" y="120"/>
                  </a:lnTo>
                  <a:lnTo>
                    <a:pt x="544" y="112"/>
                  </a:lnTo>
                  <a:lnTo>
                    <a:pt x="559" y="109"/>
                  </a:lnTo>
                  <a:lnTo>
                    <a:pt x="575" y="107"/>
                  </a:lnTo>
                  <a:close/>
                  <a:moveTo>
                    <a:pt x="354" y="0"/>
                  </a:moveTo>
                  <a:lnTo>
                    <a:pt x="379" y="36"/>
                  </a:lnTo>
                  <a:lnTo>
                    <a:pt x="398" y="73"/>
                  </a:lnTo>
                  <a:lnTo>
                    <a:pt x="410" y="111"/>
                  </a:lnTo>
                  <a:lnTo>
                    <a:pt x="413" y="150"/>
                  </a:lnTo>
                  <a:lnTo>
                    <a:pt x="410" y="187"/>
                  </a:lnTo>
                  <a:lnTo>
                    <a:pt x="400" y="224"/>
                  </a:lnTo>
                  <a:lnTo>
                    <a:pt x="384" y="259"/>
                  </a:lnTo>
                  <a:lnTo>
                    <a:pt x="361" y="293"/>
                  </a:lnTo>
                  <a:lnTo>
                    <a:pt x="332" y="326"/>
                  </a:lnTo>
                  <a:lnTo>
                    <a:pt x="297" y="356"/>
                  </a:lnTo>
                  <a:lnTo>
                    <a:pt x="327" y="396"/>
                  </a:lnTo>
                  <a:lnTo>
                    <a:pt x="405" y="375"/>
                  </a:lnTo>
                  <a:lnTo>
                    <a:pt x="485" y="360"/>
                  </a:lnTo>
                  <a:lnTo>
                    <a:pt x="566" y="348"/>
                  </a:lnTo>
                  <a:lnTo>
                    <a:pt x="651" y="342"/>
                  </a:lnTo>
                  <a:lnTo>
                    <a:pt x="735" y="340"/>
                  </a:lnTo>
                  <a:lnTo>
                    <a:pt x="824" y="342"/>
                  </a:lnTo>
                  <a:lnTo>
                    <a:pt x="910" y="349"/>
                  </a:lnTo>
                  <a:lnTo>
                    <a:pt x="994" y="361"/>
                  </a:lnTo>
                  <a:lnTo>
                    <a:pt x="1077" y="378"/>
                  </a:lnTo>
                  <a:lnTo>
                    <a:pt x="1156" y="399"/>
                  </a:lnTo>
                  <a:lnTo>
                    <a:pt x="1233" y="425"/>
                  </a:lnTo>
                  <a:lnTo>
                    <a:pt x="1306" y="455"/>
                  </a:lnTo>
                  <a:lnTo>
                    <a:pt x="1246" y="492"/>
                  </a:lnTo>
                  <a:lnTo>
                    <a:pt x="1171" y="463"/>
                  </a:lnTo>
                  <a:lnTo>
                    <a:pt x="1092" y="439"/>
                  </a:lnTo>
                  <a:lnTo>
                    <a:pt x="1012" y="421"/>
                  </a:lnTo>
                  <a:lnTo>
                    <a:pt x="929" y="406"/>
                  </a:lnTo>
                  <a:lnTo>
                    <a:pt x="844" y="398"/>
                  </a:lnTo>
                  <a:lnTo>
                    <a:pt x="759" y="393"/>
                  </a:lnTo>
                  <a:lnTo>
                    <a:pt x="745" y="434"/>
                  </a:lnTo>
                  <a:lnTo>
                    <a:pt x="736" y="474"/>
                  </a:lnTo>
                  <a:lnTo>
                    <a:pt x="734" y="515"/>
                  </a:lnTo>
                  <a:lnTo>
                    <a:pt x="737" y="564"/>
                  </a:lnTo>
                  <a:lnTo>
                    <a:pt x="749" y="610"/>
                  </a:lnTo>
                  <a:lnTo>
                    <a:pt x="767" y="656"/>
                  </a:lnTo>
                  <a:lnTo>
                    <a:pt x="792" y="702"/>
                  </a:lnTo>
                  <a:lnTo>
                    <a:pt x="825" y="746"/>
                  </a:lnTo>
                  <a:lnTo>
                    <a:pt x="764" y="783"/>
                  </a:lnTo>
                  <a:lnTo>
                    <a:pt x="730" y="741"/>
                  </a:lnTo>
                  <a:lnTo>
                    <a:pt x="703" y="698"/>
                  </a:lnTo>
                  <a:lnTo>
                    <a:pt x="680" y="653"/>
                  </a:lnTo>
                  <a:lnTo>
                    <a:pt x="665" y="608"/>
                  </a:lnTo>
                  <a:lnTo>
                    <a:pt x="655" y="561"/>
                  </a:lnTo>
                  <a:lnTo>
                    <a:pt x="652" y="515"/>
                  </a:lnTo>
                  <a:lnTo>
                    <a:pt x="654" y="475"/>
                  </a:lnTo>
                  <a:lnTo>
                    <a:pt x="661" y="435"/>
                  </a:lnTo>
                  <a:lnTo>
                    <a:pt x="673" y="395"/>
                  </a:lnTo>
                  <a:lnTo>
                    <a:pt x="592" y="401"/>
                  </a:lnTo>
                  <a:lnTo>
                    <a:pt x="511" y="410"/>
                  </a:lnTo>
                  <a:lnTo>
                    <a:pt x="433" y="426"/>
                  </a:lnTo>
                  <a:lnTo>
                    <a:pt x="357" y="445"/>
                  </a:lnTo>
                  <a:lnTo>
                    <a:pt x="375" y="487"/>
                  </a:lnTo>
                  <a:lnTo>
                    <a:pt x="389" y="529"/>
                  </a:lnTo>
                  <a:lnTo>
                    <a:pt x="396" y="572"/>
                  </a:lnTo>
                  <a:lnTo>
                    <a:pt x="399" y="614"/>
                  </a:lnTo>
                  <a:lnTo>
                    <a:pt x="396" y="655"/>
                  </a:lnTo>
                  <a:lnTo>
                    <a:pt x="389" y="697"/>
                  </a:lnTo>
                  <a:lnTo>
                    <a:pt x="377" y="738"/>
                  </a:lnTo>
                  <a:lnTo>
                    <a:pt x="359" y="778"/>
                  </a:lnTo>
                  <a:lnTo>
                    <a:pt x="337" y="817"/>
                  </a:lnTo>
                  <a:lnTo>
                    <a:pt x="273" y="778"/>
                  </a:lnTo>
                  <a:lnTo>
                    <a:pt x="292" y="738"/>
                  </a:lnTo>
                  <a:lnTo>
                    <a:pt x="305" y="697"/>
                  </a:lnTo>
                  <a:lnTo>
                    <a:pt x="314" y="655"/>
                  </a:lnTo>
                  <a:lnTo>
                    <a:pt x="317" y="614"/>
                  </a:lnTo>
                  <a:lnTo>
                    <a:pt x="314" y="568"/>
                  </a:lnTo>
                  <a:lnTo>
                    <a:pt x="303" y="522"/>
                  </a:lnTo>
                  <a:lnTo>
                    <a:pt x="286" y="478"/>
                  </a:lnTo>
                  <a:lnTo>
                    <a:pt x="263" y="435"/>
                  </a:lnTo>
                  <a:lnTo>
                    <a:pt x="235" y="393"/>
                  </a:lnTo>
                  <a:lnTo>
                    <a:pt x="199" y="353"/>
                  </a:lnTo>
                  <a:lnTo>
                    <a:pt x="157" y="315"/>
                  </a:lnTo>
                  <a:lnTo>
                    <a:pt x="110" y="279"/>
                  </a:lnTo>
                  <a:lnTo>
                    <a:pt x="58" y="246"/>
                  </a:lnTo>
                  <a:lnTo>
                    <a:pt x="0" y="215"/>
                  </a:lnTo>
                  <a:lnTo>
                    <a:pt x="59" y="179"/>
                  </a:lnTo>
                  <a:lnTo>
                    <a:pt x="114" y="208"/>
                  </a:lnTo>
                  <a:lnTo>
                    <a:pt x="164" y="238"/>
                  </a:lnTo>
                  <a:lnTo>
                    <a:pt x="210" y="272"/>
                  </a:lnTo>
                  <a:lnTo>
                    <a:pt x="252" y="308"/>
                  </a:lnTo>
                  <a:lnTo>
                    <a:pt x="280" y="278"/>
                  </a:lnTo>
                  <a:lnTo>
                    <a:pt x="302" y="249"/>
                  </a:lnTo>
                  <a:lnTo>
                    <a:pt x="318" y="217"/>
                  </a:lnTo>
                  <a:lnTo>
                    <a:pt x="328" y="184"/>
                  </a:lnTo>
                  <a:lnTo>
                    <a:pt x="332" y="150"/>
                  </a:lnTo>
                  <a:lnTo>
                    <a:pt x="329" y="122"/>
                  </a:lnTo>
                  <a:lnTo>
                    <a:pt x="321" y="93"/>
                  </a:lnTo>
                  <a:lnTo>
                    <a:pt x="309" y="66"/>
                  </a:lnTo>
                  <a:lnTo>
                    <a:pt x="291" y="39"/>
                  </a:lnTo>
                  <a:lnTo>
                    <a:pt x="354"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4" name="Group 13"/>
          <p:cNvGrpSpPr>
            <a:grpSpLocks noChangeAspect="1"/>
          </p:cNvGrpSpPr>
          <p:nvPr/>
        </p:nvGrpSpPr>
        <p:grpSpPr>
          <a:xfrm>
            <a:off x="4946904" y="2411601"/>
            <a:ext cx="603579" cy="685800"/>
            <a:chOff x="4946904" y="2472561"/>
            <a:chExt cx="603579" cy="685800"/>
          </a:xfrm>
        </p:grpSpPr>
        <p:sp useBgFill="1">
          <p:nvSpPr>
            <p:cNvPr id="44" name="Freeform 13"/>
            <p:cNvSpPr>
              <a:spLocks/>
            </p:cNvSpPr>
            <p:nvPr/>
          </p:nvSpPr>
          <p:spPr bwMode="auto">
            <a:xfrm>
              <a:off x="4946904" y="2472561"/>
              <a:ext cx="603579" cy="685800"/>
            </a:xfrm>
            <a:custGeom>
              <a:avLst/>
              <a:gdLst>
                <a:gd name="T0" fmla="*/ 1159 w 2265"/>
                <a:gd name="T1" fmla="*/ 2 h 2567"/>
                <a:gd name="T2" fmla="*/ 1217 w 2265"/>
                <a:gd name="T3" fmla="*/ 18 h 2567"/>
                <a:gd name="T4" fmla="*/ 2175 w 2265"/>
                <a:gd name="T5" fmla="*/ 596 h 2567"/>
                <a:gd name="T6" fmla="*/ 2218 w 2265"/>
                <a:gd name="T7" fmla="*/ 634 h 2567"/>
                <a:gd name="T8" fmla="*/ 2247 w 2265"/>
                <a:gd name="T9" fmla="*/ 683 h 2567"/>
                <a:gd name="T10" fmla="*/ 2256 w 2265"/>
                <a:gd name="T11" fmla="*/ 739 h 2567"/>
                <a:gd name="T12" fmla="*/ 2247 w 2265"/>
                <a:gd name="T13" fmla="*/ 797 h 2567"/>
                <a:gd name="T14" fmla="*/ 2218 w 2265"/>
                <a:gd name="T15" fmla="*/ 846 h 2567"/>
                <a:gd name="T16" fmla="*/ 2175 w 2265"/>
                <a:gd name="T17" fmla="*/ 884 h 2567"/>
                <a:gd name="T18" fmla="*/ 2175 w 2265"/>
                <a:gd name="T19" fmla="*/ 1139 h 2567"/>
                <a:gd name="T20" fmla="*/ 2218 w 2265"/>
                <a:gd name="T21" fmla="*/ 1177 h 2567"/>
                <a:gd name="T22" fmla="*/ 2247 w 2265"/>
                <a:gd name="T23" fmla="*/ 1226 h 2567"/>
                <a:gd name="T24" fmla="*/ 2256 w 2265"/>
                <a:gd name="T25" fmla="*/ 1282 h 2567"/>
                <a:gd name="T26" fmla="*/ 2247 w 2265"/>
                <a:gd name="T27" fmla="*/ 1339 h 2567"/>
                <a:gd name="T28" fmla="*/ 2218 w 2265"/>
                <a:gd name="T29" fmla="*/ 1389 h 2567"/>
                <a:gd name="T30" fmla="*/ 2175 w 2265"/>
                <a:gd name="T31" fmla="*/ 1427 h 2567"/>
                <a:gd name="T32" fmla="*/ 2183 w 2265"/>
                <a:gd name="T33" fmla="*/ 1682 h 2567"/>
                <a:gd name="T34" fmla="*/ 2227 w 2265"/>
                <a:gd name="T35" fmla="*/ 1720 h 2567"/>
                <a:gd name="T36" fmla="*/ 2254 w 2265"/>
                <a:gd name="T37" fmla="*/ 1769 h 2567"/>
                <a:gd name="T38" fmla="*/ 2265 w 2265"/>
                <a:gd name="T39" fmla="*/ 1826 h 2567"/>
                <a:gd name="T40" fmla="*/ 2254 w 2265"/>
                <a:gd name="T41" fmla="*/ 1882 h 2567"/>
                <a:gd name="T42" fmla="*/ 2227 w 2265"/>
                <a:gd name="T43" fmla="*/ 1932 h 2567"/>
                <a:gd name="T44" fmla="*/ 2183 w 2265"/>
                <a:gd name="T45" fmla="*/ 1970 h 2567"/>
                <a:gd name="T46" fmla="*/ 1225 w 2265"/>
                <a:gd name="T47" fmla="*/ 2549 h 2567"/>
                <a:gd name="T48" fmla="*/ 1166 w 2265"/>
                <a:gd name="T49" fmla="*/ 2565 h 2567"/>
                <a:gd name="T50" fmla="*/ 1105 w 2265"/>
                <a:gd name="T51" fmla="*/ 2565 h 2567"/>
                <a:gd name="T52" fmla="*/ 1047 w 2265"/>
                <a:gd name="T53" fmla="*/ 2549 h 2567"/>
                <a:gd name="T54" fmla="*/ 89 w 2265"/>
                <a:gd name="T55" fmla="*/ 1970 h 2567"/>
                <a:gd name="T56" fmla="*/ 45 w 2265"/>
                <a:gd name="T57" fmla="*/ 1932 h 2567"/>
                <a:gd name="T58" fmla="*/ 18 w 2265"/>
                <a:gd name="T59" fmla="*/ 1882 h 2567"/>
                <a:gd name="T60" fmla="*/ 7 w 2265"/>
                <a:gd name="T61" fmla="*/ 1825 h 2567"/>
                <a:gd name="T62" fmla="*/ 18 w 2265"/>
                <a:gd name="T63" fmla="*/ 1769 h 2567"/>
                <a:gd name="T64" fmla="*/ 45 w 2265"/>
                <a:gd name="T65" fmla="*/ 1720 h 2567"/>
                <a:gd name="T66" fmla="*/ 89 w 2265"/>
                <a:gd name="T67" fmla="*/ 1682 h 2567"/>
                <a:gd name="T68" fmla="*/ 81 w 2265"/>
                <a:gd name="T69" fmla="*/ 1427 h 2567"/>
                <a:gd name="T70" fmla="*/ 38 w 2265"/>
                <a:gd name="T71" fmla="*/ 1389 h 2567"/>
                <a:gd name="T72" fmla="*/ 9 w 2265"/>
                <a:gd name="T73" fmla="*/ 1339 h 2567"/>
                <a:gd name="T74" fmla="*/ 0 w 2265"/>
                <a:gd name="T75" fmla="*/ 1282 h 2567"/>
                <a:gd name="T76" fmla="*/ 9 w 2265"/>
                <a:gd name="T77" fmla="*/ 1226 h 2567"/>
                <a:gd name="T78" fmla="*/ 38 w 2265"/>
                <a:gd name="T79" fmla="*/ 1177 h 2567"/>
                <a:gd name="T80" fmla="*/ 81 w 2265"/>
                <a:gd name="T81" fmla="*/ 1139 h 2567"/>
                <a:gd name="T82" fmla="*/ 81 w 2265"/>
                <a:gd name="T83" fmla="*/ 884 h 2567"/>
                <a:gd name="T84" fmla="*/ 38 w 2265"/>
                <a:gd name="T85" fmla="*/ 846 h 2567"/>
                <a:gd name="T86" fmla="*/ 9 w 2265"/>
                <a:gd name="T87" fmla="*/ 797 h 2567"/>
                <a:gd name="T88" fmla="*/ 0 w 2265"/>
                <a:gd name="T89" fmla="*/ 739 h 2567"/>
                <a:gd name="T90" fmla="*/ 9 w 2265"/>
                <a:gd name="T91" fmla="*/ 683 h 2567"/>
                <a:gd name="T92" fmla="*/ 38 w 2265"/>
                <a:gd name="T93" fmla="*/ 634 h 2567"/>
                <a:gd name="T94" fmla="*/ 81 w 2265"/>
                <a:gd name="T95" fmla="*/ 596 h 2567"/>
                <a:gd name="T96" fmla="*/ 1039 w 2265"/>
                <a:gd name="T97" fmla="*/ 18 h 2567"/>
                <a:gd name="T98" fmla="*/ 1097 w 2265"/>
                <a:gd name="T99" fmla="*/ 2 h 2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265" h="2567">
                  <a:moveTo>
                    <a:pt x="1128" y="0"/>
                  </a:moveTo>
                  <a:lnTo>
                    <a:pt x="1159" y="2"/>
                  </a:lnTo>
                  <a:lnTo>
                    <a:pt x="1188" y="8"/>
                  </a:lnTo>
                  <a:lnTo>
                    <a:pt x="1217" y="18"/>
                  </a:lnTo>
                  <a:lnTo>
                    <a:pt x="1244" y="33"/>
                  </a:lnTo>
                  <a:lnTo>
                    <a:pt x="2175" y="596"/>
                  </a:lnTo>
                  <a:lnTo>
                    <a:pt x="2198" y="613"/>
                  </a:lnTo>
                  <a:lnTo>
                    <a:pt x="2218" y="634"/>
                  </a:lnTo>
                  <a:lnTo>
                    <a:pt x="2235" y="657"/>
                  </a:lnTo>
                  <a:lnTo>
                    <a:pt x="2247" y="683"/>
                  </a:lnTo>
                  <a:lnTo>
                    <a:pt x="2254" y="711"/>
                  </a:lnTo>
                  <a:lnTo>
                    <a:pt x="2256" y="739"/>
                  </a:lnTo>
                  <a:lnTo>
                    <a:pt x="2254" y="769"/>
                  </a:lnTo>
                  <a:lnTo>
                    <a:pt x="2247" y="797"/>
                  </a:lnTo>
                  <a:lnTo>
                    <a:pt x="2235" y="823"/>
                  </a:lnTo>
                  <a:lnTo>
                    <a:pt x="2218" y="846"/>
                  </a:lnTo>
                  <a:lnTo>
                    <a:pt x="2199" y="867"/>
                  </a:lnTo>
                  <a:lnTo>
                    <a:pt x="2175" y="884"/>
                  </a:lnTo>
                  <a:lnTo>
                    <a:pt x="1965" y="1012"/>
                  </a:lnTo>
                  <a:lnTo>
                    <a:pt x="2175" y="1139"/>
                  </a:lnTo>
                  <a:lnTo>
                    <a:pt x="2198" y="1156"/>
                  </a:lnTo>
                  <a:lnTo>
                    <a:pt x="2218" y="1177"/>
                  </a:lnTo>
                  <a:lnTo>
                    <a:pt x="2235" y="1200"/>
                  </a:lnTo>
                  <a:lnTo>
                    <a:pt x="2247" y="1226"/>
                  </a:lnTo>
                  <a:lnTo>
                    <a:pt x="2254" y="1254"/>
                  </a:lnTo>
                  <a:lnTo>
                    <a:pt x="2256" y="1282"/>
                  </a:lnTo>
                  <a:lnTo>
                    <a:pt x="2254" y="1312"/>
                  </a:lnTo>
                  <a:lnTo>
                    <a:pt x="2247" y="1339"/>
                  </a:lnTo>
                  <a:lnTo>
                    <a:pt x="2235" y="1366"/>
                  </a:lnTo>
                  <a:lnTo>
                    <a:pt x="2218" y="1389"/>
                  </a:lnTo>
                  <a:lnTo>
                    <a:pt x="2199" y="1410"/>
                  </a:lnTo>
                  <a:lnTo>
                    <a:pt x="2175" y="1427"/>
                  </a:lnTo>
                  <a:lnTo>
                    <a:pt x="1969" y="1552"/>
                  </a:lnTo>
                  <a:lnTo>
                    <a:pt x="2183" y="1682"/>
                  </a:lnTo>
                  <a:lnTo>
                    <a:pt x="2207" y="1699"/>
                  </a:lnTo>
                  <a:lnTo>
                    <a:pt x="2227" y="1720"/>
                  </a:lnTo>
                  <a:lnTo>
                    <a:pt x="2242" y="1743"/>
                  </a:lnTo>
                  <a:lnTo>
                    <a:pt x="2254" y="1769"/>
                  </a:lnTo>
                  <a:lnTo>
                    <a:pt x="2261" y="1797"/>
                  </a:lnTo>
                  <a:lnTo>
                    <a:pt x="2265" y="1826"/>
                  </a:lnTo>
                  <a:lnTo>
                    <a:pt x="2261" y="1855"/>
                  </a:lnTo>
                  <a:lnTo>
                    <a:pt x="2254" y="1882"/>
                  </a:lnTo>
                  <a:lnTo>
                    <a:pt x="2242" y="1909"/>
                  </a:lnTo>
                  <a:lnTo>
                    <a:pt x="2227" y="1932"/>
                  </a:lnTo>
                  <a:lnTo>
                    <a:pt x="2207" y="1953"/>
                  </a:lnTo>
                  <a:lnTo>
                    <a:pt x="2183" y="1970"/>
                  </a:lnTo>
                  <a:lnTo>
                    <a:pt x="1253" y="2534"/>
                  </a:lnTo>
                  <a:lnTo>
                    <a:pt x="1225" y="2549"/>
                  </a:lnTo>
                  <a:lnTo>
                    <a:pt x="1197" y="2559"/>
                  </a:lnTo>
                  <a:lnTo>
                    <a:pt x="1166" y="2565"/>
                  </a:lnTo>
                  <a:lnTo>
                    <a:pt x="1135" y="2567"/>
                  </a:lnTo>
                  <a:lnTo>
                    <a:pt x="1105" y="2565"/>
                  </a:lnTo>
                  <a:lnTo>
                    <a:pt x="1075" y="2559"/>
                  </a:lnTo>
                  <a:lnTo>
                    <a:pt x="1047" y="2549"/>
                  </a:lnTo>
                  <a:lnTo>
                    <a:pt x="1019" y="2534"/>
                  </a:lnTo>
                  <a:lnTo>
                    <a:pt x="89" y="1970"/>
                  </a:lnTo>
                  <a:lnTo>
                    <a:pt x="65" y="1953"/>
                  </a:lnTo>
                  <a:lnTo>
                    <a:pt x="45" y="1932"/>
                  </a:lnTo>
                  <a:lnTo>
                    <a:pt x="29" y="1909"/>
                  </a:lnTo>
                  <a:lnTo>
                    <a:pt x="18" y="1882"/>
                  </a:lnTo>
                  <a:lnTo>
                    <a:pt x="10" y="1855"/>
                  </a:lnTo>
                  <a:lnTo>
                    <a:pt x="7" y="1825"/>
                  </a:lnTo>
                  <a:lnTo>
                    <a:pt x="10" y="1797"/>
                  </a:lnTo>
                  <a:lnTo>
                    <a:pt x="18" y="1769"/>
                  </a:lnTo>
                  <a:lnTo>
                    <a:pt x="29" y="1743"/>
                  </a:lnTo>
                  <a:lnTo>
                    <a:pt x="45" y="1720"/>
                  </a:lnTo>
                  <a:lnTo>
                    <a:pt x="65" y="1699"/>
                  </a:lnTo>
                  <a:lnTo>
                    <a:pt x="89" y="1682"/>
                  </a:lnTo>
                  <a:lnTo>
                    <a:pt x="295" y="1557"/>
                  </a:lnTo>
                  <a:lnTo>
                    <a:pt x="81" y="1427"/>
                  </a:lnTo>
                  <a:lnTo>
                    <a:pt x="57" y="1410"/>
                  </a:lnTo>
                  <a:lnTo>
                    <a:pt x="38" y="1389"/>
                  </a:lnTo>
                  <a:lnTo>
                    <a:pt x="21" y="1366"/>
                  </a:lnTo>
                  <a:lnTo>
                    <a:pt x="9" y="1339"/>
                  </a:lnTo>
                  <a:lnTo>
                    <a:pt x="2" y="1312"/>
                  </a:lnTo>
                  <a:lnTo>
                    <a:pt x="0" y="1282"/>
                  </a:lnTo>
                  <a:lnTo>
                    <a:pt x="2" y="1254"/>
                  </a:lnTo>
                  <a:lnTo>
                    <a:pt x="9" y="1226"/>
                  </a:lnTo>
                  <a:lnTo>
                    <a:pt x="21" y="1200"/>
                  </a:lnTo>
                  <a:lnTo>
                    <a:pt x="38" y="1177"/>
                  </a:lnTo>
                  <a:lnTo>
                    <a:pt x="58" y="1156"/>
                  </a:lnTo>
                  <a:lnTo>
                    <a:pt x="81" y="1139"/>
                  </a:lnTo>
                  <a:lnTo>
                    <a:pt x="291" y="1012"/>
                  </a:lnTo>
                  <a:lnTo>
                    <a:pt x="81" y="884"/>
                  </a:lnTo>
                  <a:lnTo>
                    <a:pt x="57" y="867"/>
                  </a:lnTo>
                  <a:lnTo>
                    <a:pt x="38" y="846"/>
                  </a:lnTo>
                  <a:lnTo>
                    <a:pt x="21" y="823"/>
                  </a:lnTo>
                  <a:lnTo>
                    <a:pt x="9" y="797"/>
                  </a:lnTo>
                  <a:lnTo>
                    <a:pt x="2" y="769"/>
                  </a:lnTo>
                  <a:lnTo>
                    <a:pt x="0" y="739"/>
                  </a:lnTo>
                  <a:lnTo>
                    <a:pt x="2" y="711"/>
                  </a:lnTo>
                  <a:lnTo>
                    <a:pt x="9" y="683"/>
                  </a:lnTo>
                  <a:lnTo>
                    <a:pt x="21" y="657"/>
                  </a:lnTo>
                  <a:lnTo>
                    <a:pt x="38" y="634"/>
                  </a:lnTo>
                  <a:lnTo>
                    <a:pt x="58" y="613"/>
                  </a:lnTo>
                  <a:lnTo>
                    <a:pt x="81" y="596"/>
                  </a:lnTo>
                  <a:lnTo>
                    <a:pt x="1012" y="33"/>
                  </a:lnTo>
                  <a:lnTo>
                    <a:pt x="1039" y="18"/>
                  </a:lnTo>
                  <a:lnTo>
                    <a:pt x="1068" y="8"/>
                  </a:lnTo>
                  <a:lnTo>
                    <a:pt x="1097" y="2"/>
                  </a:lnTo>
                  <a:lnTo>
                    <a:pt x="1128"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0" name="Freeform 14"/>
            <p:cNvSpPr>
              <a:spLocks/>
            </p:cNvSpPr>
            <p:nvPr/>
          </p:nvSpPr>
          <p:spPr bwMode="auto">
            <a:xfrm>
              <a:off x="4976803" y="2760335"/>
              <a:ext cx="541913" cy="222372"/>
            </a:xfrm>
            <a:custGeom>
              <a:avLst/>
              <a:gdLst>
                <a:gd name="T0" fmla="*/ 1745 w 2032"/>
                <a:gd name="T1" fmla="*/ 0 h 833"/>
                <a:gd name="T2" fmla="*/ 2005 w 2032"/>
                <a:gd name="T3" fmla="*/ 157 h 833"/>
                <a:gd name="T4" fmla="*/ 2016 w 2032"/>
                <a:gd name="T5" fmla="*/ 165 h 833"/>
                <a:gd name="T6" fmla="*/ 2025 w 2032"/>
                <a:gd name="T7" fmla="*/ 177 h 833"/>
                <a:gd name="T8" fmla="*/ 2030 w 2032"/>
                <a:gd name="T9" fmla="*/ 191 h 833"/>
                <a:gd name="T10" fmla="*/ 2032 w 2032"/>
                <a:gd name="T11" fmla="*/ 204 h 833"/>
                <a:gd name="T12" fmla="*/ 2030 w 2032"/>
                <a:gd name="T13" fmla="*/ 219 h 833"/>
                <a:gd name="T14" fmla="*/ 2025 w 2032"/>
                <a:gd name="T15" fmla="*/ 233 h 833"/>
                <a:gd name="T16" fmla="*/ 2016 w 2032"/>
                <a:gd name="T17" fmla="*/ 244 h 833"/>
                <a:gd name="T18" fmla="*/ 2005 w 2032"/>
                <a:gd name="T19" fmla="*/ 253 h 833"/>
                <a:gd name="T20" fmla="*/ 1074 w 2032"/>
                <a:gd name="T21" fmla="*/ 817 h 833"/>
                <a:gd name="T22" fmla="*/ 1052 w 2032"/>
                <a:gd name="T23" fmla="*/ 828 h 833"/>
                <a:gd name="T24" fmla="*/ 1028 w 2032"/>
                <a:gd name="T25" fmla="*/ 833 h 833"/>
                <a:gd name="T26" fmla="*/ 1003 w 2032"/>
                <a:gd name="T27" fmla="*/ 833 h 833"/>
                <a:gd name="T28" fmla="*/ 980 w 2032"/>
                <a:gd name="T29" fmla="*/ 828 h 833"/>
                <a:gd name="T30" fmla="*/ 958 w 2032"/>
                <a:gd name="T31" fmla="*/ 817 h 833"/>
                <a:gd name="T32" fmla="*/ 27 w 2032"/>
                <a:gd name="T33" fmla="*/ 253 h 833"/>
                <a:gd name="T34" fmla="*/ 16 w 2032"/>
                <a:gd name="T35" fmla="*/ 244 h 833"/>
                <a:gd name="T36" fmla="*/ 7 w 2032"/>
                <a:gd name="T37" fmla="*/ 233 h 833"/>
                <a:gd name="T38" fmla="*/ 2 w 2032"/>
                <a:gd name="T39" fmla="*/ 219 h 833"/>
                <a:gd name="T40" fmla="*/ 0 w 2032"/>
                <a:gd name="T41" fmla="*/ 204 h 833"/>
                <a:gd name="T42" fmla="*/ 2 w 2032"/>
                <a:gd name="T43" fmla="*/ 191 h 833"/>
                <a:gd name="T44" fmla="*/ 7 w 2032"/>
                <a:gd name="T45" fmla="*/ 177 h 833"/>
                <a:gd name="T46" fmla="*/ 16 w 2032"/>
                <a:gd name="T47" fmla="*/ 166 h 833"/>
                <a:gd name="T48" fmla="*/ 27 w 2032"/>
                <a:gd name="T49" fmla="*/ 157 h 833"/>
                <a:gd name="T50" fmla="*/ 287 w 2032"/>
                <a:gd name="T51" fmla="*/ 0 h 833"/>
                <a:gd name="T52" fmla="*/ 899 w 2032"/>
                <a:gd name="T53" fmla="*/ 370 h 833"/>
                <a:gd name="T54" fmla="*/ 926 w 2032"/>
                <a:gd name="T55" fmla="*/ 384 h 833"/>
                <a:gd name="T56" fmla="*/ 956 w 2032"/>
                <a:gd name="T57" fmla="*/ 395 h 833"/>
                <a:gd name="T58" fmla="*/ 985 w 2032"/>
                <a:gd name="T59" fmla="*/ 401 h 833"/>
                <a:gd name="T60" fmla="*/ 1015 w 2032"/>
                <a:gd name="T61" fmla="*/ 403 h 833"/>
                <a:gd name="T62" fmla="*/ 1047 w 2032"/>
                <a:gd name="T63" fmla="*/ 401 h 833"/>
                <a:gd name="T64" fmla="*/ 1076 w 2032"/>
                <a:gd name="T65" fmla="*/ 395 h 833"/>
                <a:gd name="T66" fmla="*/ 1105 w 2032"/>
                <a:gd name="T67" fmla="*/ 384 h 833"/>
                <a:gd name="T68" fmla="*/ 1132 w 2032"/>
                <a:gd name="T69" fmla="*/ 370 h 833"/>
                <a:gd name="T70" fmla="*/ 1745 w 2032"/>
                <a:gd name="T71" fmla="*/ 0 h 8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32" h="833">
                  <a:moveTo>
                    <a:pt x="1745" y="0"/>
                  </a:moveTo>
                  <a:lnTo>
                    <a:pt x="2005" y="157"/>
                  </a:lnTo>
                  <a:lnTo>
                    <a:pt x="2016" y="165"/>
                  </a:lnTo>
                  <a:lnTo>
                    <a:pt x="2025" y="177"/>
                  </a:lnTo>
                  <a:lnTo>
                    <a:pt x="2030" y="191"/>
                  </a:lnTo>
                  <a:lnTo>
                    <a:pt x="2032" y="204"/>
                  </a:lnTo>
                  <a:lnTo>
                    <a:pt x="2030" y="219"/>
                  </a:lnTo>
                  <a:lnTo>
                    <a:pt x="2025" y="233"/>
                  </a:lnTo>
                  <a:lnTo>
                    <a:pt x="2016" y="244"/>
                  </a:lnTo>
                  <a:lnTo>
                    <a:pt x="2005" y="253"/>
                  </a:lnTo>
                  <a:lnTo>
                    <a:pt x="1074" y="817"/>
                  </a:lnTo>
                  <a:lnTo>
                    <a:pt x="1052" y="828"/>
                  </a:lnTo>
                  <a:lnTo>
                    <a:pt x="1028" y="833"/>
                  </a:lnTo>
                  <a:lnTo>
                    <a:pt x="1003" y="833"/>
                  </a:lnTo>
                  <a:lnTo>
                    <a:pt x="980" y="828"/>
                  </a:lnTo>
                  <a:lnTo>
                    <a:pt x="958" y="817"/>
                  </a:lnTo>
                  <a:lnTo>
                    <a:pt x="27" y="253"/>
                  </a:lnTo>
                  <a:lnTo>
                    <a:pt x="16" y="244"/>
                  </a:lnTo>
                  <a:lnTo>
                    <a:pt x="7" y="233"/>
                  </a:lnTo>
                  <a:lnTo>
                    <a:pt x="2" y="219"/>
                  </a:lnTo>
                  <a:lnTo>
                    <a:pt x="0" y="204"/>
                  </a:lnTo>
                  <a:lnTo>
                    <a:pt x="2" y="191"/>
                  </a:lnTo>
                  <a:lnTo>
                    <a:pt x="7" y="177"/>
                  </a:lnTo>
                  <a:lnTo>
                    <a:pt x="16" y="166"/>
                  </a:lnTo>
                  <a:lnTo>
                    <a:pt x="27" y="157"/>
                  </a:lnTo>
                  <a:lnTo>
                    <a:pt x="287" y="0"/>
                  </a:lnTo>
                  <a:lnTo>
                    <a:pt x="899" y="370"/>
                  </a:lnTo>
                  <a:lnTo>
                    <a:pt x="926" y="384"/>
                  </a:lnTo>
                  <a:lnTo>
                    <a:pt x="956" y="395"/>
                  </a:lnTo>
                  <a:lnTo>
                    <a:pt x="985" y="401"/>
                  </a:lnTo>
                  <a:lnTo>
                    <a:pt x="1015" y="403"/>
                  </a:lnTo>
                  <a:lnTo>
                    <a:pt x="1047" y="401"/>
                  </a:lnTo>
                  <a:lnTo>
                    <a:pt x="1076" y="395"/>
                  </a:lnTo>
                  <a:lnTo>
                    <a:pt x="1105" y="384"/>
                  </a:lnTo>
                  <a:lnTo>
                    <a:pt x="1132" y="370"/>
                  </a:lnTo>
                  <a:lnTo>
                    <a:pt x="1745"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1" name="Freeform 15"/>
            <p:cNvSpPr>
              <a:spLocks noEditPoints="1"/>
            </p:cNvSpPr>
            <p:nvPr/>
          </p:nvSpPr>
          <p:spPr bwMode="auto">
            <a:xfrm>
              <a:off x="4976803" y="2502460"/>
              <a:ext cx="543782" cy="626003"/>
            </a:xfrm>
            <a:custGeom>
              <a:avLst/>
              <a:gdLst>
                <a:gd name="T0" fmla="*/ 2013 w 2040"/>
                <a:gd name="T1" fmla="*/ 1665 h 2341"/>
                <a:gd name="T2" fmla="*/ 2032 w 2040"/>
                <a:gd name="T3" fmla="*/ 1685 h 2341"/>
                <a:gd name="T4" fmla="*/ 2040 w 2040"/>
                <a:gd name="T5" fmla="*/ 1713 h 2341"/>
                <a:gd name="T6" fmla="*/ 2032 w 2040"/>
                <a:gd name="T7" fmla="*/ 1741 h 2341"/>
                <a:gd name="T8" fmla="*/ 2013 w 2040"/>
                <a:gd name="T9" fmla="*/ 1761 h 2341"/>
                <a:gd name="T10" fmla="*/ 1059 w 2040"/>
                <a:gd name="T11" fmla="*/ 2336 h 2341"/>
                <a:gd name="T12" fmla="*/ 1012 w 2040"/>
                <a:gd name="T13" fmla="*/ 2341 h 2341"/>
                <a:gd name="T14" fmla="*/ 965 w 2040"/>
                <a:gd name="T15" fmla="*/ 2325 h 2341"/>
                <a:gd name="T16" fmla="*/ 24 w 2040"/>
                <a:gd name="T17" fmla="*/ 1751 h 2341"/>
                <a:gd name="T18" fmla="*/ 9 w 2040"/>
                <a:gd name="T19" fmla="*/ 1727 h 2341"/>
                <a:gd name="T20" fmla="*/ 9 w 2040"/>
                <a:gd name="T21" fmla="*/ 1699 h 2341"/>
                <a:gd name="T22" fmla="*/ 24 w 2040"/>
                <a:gd name="T23" fmla="*/ 1674 h 2341"/>
                <a:gd name="T24" fmla="*/ 291 w 2040"/>
                <a:gd name="T25" fmla="*/ 1510 h 2341"/>
                <a:gd name="T26" fmla="*/ 926 w 2040"/>
                <a:gd name="T27" fmla="*/ 1892 h 2341"/>
                <a:gd name="T28" fmla="*/ 985 w 2040"/>
                <a:gd name="T29" fmla="*/ 1909 h 2341"/>
                <a:gd name="T30" fmla="*/ 1047 w 2040"/>
                <a:gd name="T31" fmla="*/ 1909 h 2341"/>
                <a:gd name="T32" fmla="*/ 1105 w 2040"/>
                <a:gd name="T33" fmla="*/ 1892 h 2341"/>
                <a:gd name="T34" fmla="*/ 1748 w 2040"/>
                <a:gd name="T35" fmla="*/ 1505 h 2341"/>
                <a:gd name="T36" fmla="*/ 1028 w 2040"/>
                <a:gd name="T37" fmla="*/ 0 h 2341"/>
                <a:gd name="T38" fmla="*/ 1074 w 2040"/>
                <a:gd name="T39" fmla="*/ 16 h 2341"/>
                <a:gd name="T40" fmla="*/ 2016 w 2040"/>
                <a:gd name="T41" fmla="*/ 587 h 2341"/>
                <a:gd name="T42" fmla="*/ 2030 w 2040"/>
                <a:gd name="T43" fmla="*/ 613 h 2341"/>
                <a:gd name="T44" fmla="*/ 2030 w 2040"/>
                <a:gd name="T45" fmla="*/ 641 h 2341"/>
                <a:gd name="T46" fmla="*/ 2016 w 2040"/>
                <a:gd name="T47" fmla="*/ 666 h 2341"/>
                <a:gd name="T48" fmla="*/ 1074 w 2040"/>
                <a:gd name="T49" fmla="*/ 1239 h 2341"/>
                <a:gd name="T50" fmla="*/ 1028 w 2040"/>
                <a:gd name="T51" fmla="*/ 1255 h 2341"/>
                <a:gd name="T52" fmla="*/ 980 w 2040"/>
                <a:gd name="T53" fmla="*/ 1250 h 2341"/>
                <a:gd name="T54" fmla="*/ 27 w 2040"/>
                <a:gd name="T55" fmla="*/ 675 h 2341"/>
                <a:gd name="T56" fmla="*/ 7 w 2040"/>
                <a:gd name="T57" fmla="*/ 655 h 2341"/>
                <a:gd name="T58" fmla="*/ 0 w 2040"/>
                <a:gd name="T59" fmla="*/ 626 h 2341"/>
                <a:gd name="T60" fmla="*/ 7 w 2040"/>
                <a:gd name="T61" fmla="*/ 599 h 2341"/>
                <a:gd name="T62" fmla="*/ 27 w 2040"/>
                <a:gd name="T63" fmla="*/ 579 h 2341"/>
                <a:gd name="T64" fmla="*/ 980 w 2040"/>
                <a:gd name="T65" fmla="*/ 5 h 2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40" h="2341">
                  <a:moveTo>
                    <a:pt x="1748" y="1505"/>
                  </a:moveTo>
                  <a:lnTo>
                    <a:pt x="2013" y="1665"/>
                  </a:lnTo>
                  <a:lnTo>
                    <a:pt x="2024" y="1674"/>
                  </a:lnTo>
                  <a:lnTo>
                    <a:pt x="2032" y="1685"/>
                  </a:lnTo>
                  <a:lnTo>
                    <a:pt x="2038" y="1699"/>
                  </a:lnTo>
                  <a:lnTo>
                    <a:pt x="2040" y="1713"/>
                  </a:lnTo>
                  <a:lnTo>
                    <a:pt x="2038" y="1727"/>
                  </a:lnTo>
                  <a:lnTo>
                    <a:pt x="2032" y="1741"/>
                  </a:lnTo>
                  <a:lnTo>
                    <a:pt x="2024" y="1751"/>
                  </a:lnTo>
                  <a:lnTo>
                    <a:pt x="2013" y="1761"/>
                  </a:lnTo>
                  <a:lnTo>
                    <a:pt x="1081" y="2325"/>
                  </a:lnTo>
                  <a:lnTo>
                    <a:pt x="1059" y="2336"/>
                  </a:lnTo>
                  <a:lnTo>
                    <a:pt x="1036" y="2341"/>
                  </a:lnTo>
                  <a:lnTo>
                    <a:pt x="1012" y="2341"/>
                  </a:lnTo>
                  <a:lnTo>
                    <a:pt x="987" y="2336"/>
                  </a:lnTo>
                  <a:lnTo>
                    <a:pt x="965" y="2325"/>
                  </a:lnTo>
                  <a:lnTo>
                    <a:pt x="35" y="1761"/>
                  </a:lnTo>
                  <a:lnTo>
                    <a:pt x="24" y="1751"/>
                  </a:lnTo>
                  <a:lnTo>
                    <a:pt x="15" y="1741"/>
                  </a:lnTo>
                  <a:lnTo>
                    <a:pt x="9" y="1727"/>
                  </a:lnTo>
                  <a:lnTo>
                    <a:pt x="8" y="1713"/>
                  </a:lnTo>
                  <a:lnTo>
                    <a:pt x="9" y="1699"/>
                  </a:lnTo>
                  <a:lnTo>
                    <a:pt x="16" y="1685"/>
                  </a:lnTo>
                  <a:lnTo>
                    <a:pt x="24" y="1674"/>
                  </a:lnTo>
                  <a:lnTo>
                    <a:pt x="35" y="1665"/>
                  </a:lnTo>
                  <a:lnTo>
                    <a:pt x="291" y="1510"/>
                  </a:lnTo>
                  <a:lnTo>
                    <a:pt x="899" y="1878"/>
                  </a:lnTo>
                  <a:lnTo>
                    <a:pt x="926" y="1892"/>
                  </a:lnTo>
                  <a:lnTo>
                    <a:pt x="956" y="1903"/>
                  </a:lnTo>
                  <a:lnTo>
                    <a:pt x="985" y="1909"/>
                  </a:lnTo>
                  <a:lnTo>
                    <a:pt x="1015" y="1911"/>
                  </a:lnTo>
                  <a:lnTo>
                    <a:pt x="1047" y="1909"/>
                  </a:lnTo>
                  <a:lnTo>
                    <a:pt x="1076" y="1903"/>
                  </a:lnTo>
                  <a:lnTo>
                    <a:pt x="1105" y="1892"/>
                  </a:lnTo>
                  <a:lnTo>
                    <a:pt x="1132" y="1878"/>
                  </a:lnTo>
                  <a:lnTo>
                    <a:pt x="1748" y="1505"/>
                  </a:lnTo>
                  <a:close/>
                  <a:moveTo>
                    <a:pt x="1004" y="0"/>
                  </a:moveTo>
                  <a:lnTo>
                    <a:pt x="1028" y="0"/>
                  </a:lnTo>
                  <a:lnTo>
                    <a:pt x="1052" y="5"/>
                  </a:lnTo>
                  <a:lnTo>
                    <a:pt x="1074" y="16"/>
                  </a:lnTo>
                  <a:lnTo>
                    <a:pt x="2005" y="579"/>
                  </a:lnTo>
                  <a:lnTo>
                    <a:pt x="2016" y="587"/>
                  </a:lnTo>
                  <a:lnTo>
                    <a:pt x="2025" y="599"/>
                  </a:lnTo>
                  <a:lnTo>
                    <a:pt x="2030" y="613"/>
                  </a:lnTo>
                  <a:lnTo>
                    <a:pt x="2032" y="626"/>
                  </a:lnTo>
                  <a:lnTo>
                    <a:pt x="2030" y="641"/>
                  </a:lnTo>
                  <a:lnTo>
                    <a:pt x="2025" y="655"/>
                  </a:lnTo>
                  <a:lnTo>
                    <a:pt x="2016" y="666"/>
                  </a:lnTo>
                  <a:lnTo>
                    <a:pt x="2005" y="675"/>
                  </a:lnTo>
                  <a:lnTo>
                    <a:pt x="1074" y="1239"/>
                  </a:lnTo>
                  <a:lnTo>
                    <a:pt x="1052" y="1250"/>
                  </a:lnTo>
                  <a:lnTo>
                    <a:pt x="1028" y="1255"/>
                  </a:lnTo>
                  <a:lnTo>
                    <a:pt x="1003" y="1255"/>
                  </a:lnTo>
                  <a:lnTo>
                    <a:pt x="980" y="1250"/>
                  </a:lnTo>
                  <a:lnTo>
                    <a:pt x="958" y="1239"/>
                  </a:lnTo>
                  <a:lnTo>
                    <a:pt x="27" y="675"/>
                  </a:lnTo>
                  <a:lnTo>
                    <a:pt x="16" y="666"/>
                  </a:lnTo>
                  <a:lnTo>
                    <a:pt x="7" y="655"/>
                  </a:lnTo>
                  <a:lnTo>
                    <a:pt x="2" y="641"/>
                  </a:lnTo>
                  <a:lnTo>
                    <a:pt x="0" y="626"/>
                  </a:lnTo>
                  <a:lnTo>
                    <a:pt x="2" y="613"/>
                  </a:lnTo>
                  <a:lnTo>
                    <a:pt x="7" y="599"/>
                  </a:lnTo>
                  <a:lnTo>
                    <a:pt x="16" y="587"/>
                  </a:lnTo>
                  <a:lnTo>
                    <a:pt x="27" y="579"/>
                  </a:lnTo>
                  <a:lnTo>
                    <a:pt x="958" y="16"/>
                  </a:lnTo>
                  <a:lnTo>
                    <a:pt x="980" y="5"/>
                  </a:lnTo>
                  <a:lnTo>
                    <a:pt x="1004"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179" name="TextBox 178"/>
          <p:cNvSpPr txBox="1">
            <a:spLocks noChangeAspect="1"/>
          </p:cNvSpPr>
          <p:nvPr/>
        </p:nvSpPr>
        <p:spPr>
          <a:xfrm>
            <a:off x="10127913" y="1810211"/>
            <a:ext cx="951358" cy="431140"/>
          </a:xfrm>
          <a:prstGeom prst="rect">
            <a:avLst/>
          </a:prstGeom>
          <a:noFill/>
          <a:ln>
            <a:noFill/>
          </a:ln>
          <a:effectLst/>
        </p:spPr>
        <p:txBody>
          <a:bodyPr wrap="square" lIns="0" tIns="0" rIns="0" bIns="0" rtlCol="0" anchor="b">
            <a:noAutofit/>
          </a:bodyPr>
          <a:lstStyle>
            <a:defPPr>
              <a:defRPr lang="en-US"/>
            </a:defPPr>
            <a:lvl1pPr algn="ctr" eaLnBrk="0" hangingPunct="0">
              <a:defRPr sz="1200"/>
            </a:lvl1pPr>
          </a:lstStyle>
          <a:p>
            <a:r>
              <a:rPr lang="en-US" dirty="0">
                <a:solidFill>
                  <a:schemeClr val="bg1"/>
                </a:solidFill>
              </a:rPr>
              <a:t>Generic Interface</a:t>
            </a:r>
          </a:p>
        </p:txBody>
      </p:sp>
      <p:grpSp>
        <p:nvGrpSpPr>
          <p:cNvPr id="8" name="Group 7"/>
          <p:cNvGrpSpPr>
            <a:grpSpLocks noChangeAspect="1"/>
          </p:cNvGrpSpPr>
          <p:nvPr/>
        </p:nvGrpSpPr>
        <p:grpSpPr>
          <a:xfrm>
            <a:off x="10025785" y="2524672"/>
            <a:ext cx="469732" cy="358553"/>
            <a:chOff x="10567362" y="2586943"/>
            <a:chExt cx="598967" cy="457200"/>
          </a:xfrm>
        </p:grpSpPr>
        <p:sp useBgFill="1">
          <p:nvSpPr>
            <p:cNvPr id="181" name="Freeform 6"/>
            <p:cNvSpPr>
              <a:spLocks/>
            </p:cNvSpPr>
            <p:nvPr/>
          </p:nvSpPr>
          <p:spPr bwMode="auto">
            <a:xfrm>
              <a:off x="10567362" y="2586943"/>
              <a:ext cx="598967" cy="457200"/>
            </a:xfrm>
            <a:custGeom>
              <a:avLst/>
              <a:gdLst>
                <a:gd name="T0" fmla="*/ 113 w 2362"/>
                <a:gd name="T1" fmla="*/ 0 h 1800"/>
                <a:gd name="T2" fmla="*/ 2249 w 2362"/>
                <a:gd name="T3" fmla="*/ 0 h 1800"/>
                <a:gd name="T4" fmla="*/ 2275 w 2362"/>
                <a:gd name="T5" fmla="*/ 3 h 1800"/>
                <a:gd name="T6" fmla="*/ 2299 w 2362"/>
                <a:gd name="T7" fmla="*/ 12 h 1800"/>
                <a:gd name="T8" fmla="*/ 2320 w 2362"/>
                <a:gd name="T9" fmla="*/ 25 h 1800"/>
                <a:gd name="T10" fmla="*/ 2337 w 2362"/>
                <a:gd name="T11" fmla="*/ 42 h 1800"/>
                <a:gd name="T12" fmla="*/ 2350 w 2362"/>
                <a:gd name="T13" fmla="*/ 63 h 1800"/>
                <a:gd name="T14" fmla="*/ 2359 w 2362"/>
                <a:gd name="T15" fmla="*/ 87 h 1800"/>
                <a:gd name="T16" fmla="*/ 2362 w 2362"/>
                <a:gd name="T17" fmla="*/ 113 h 1800"/>
                <a:gd name="T18" fmla="*/ 2362 w 2362"/>
                <a:gd name="T19" fmla="*/ 1687 h 1800"/>
                <a:gd name="T20" fmla="*/ 2359 w 2362"/>
                <a:gd name="T21" fmla="*/ 1713 h 1800"/>
                <a:gd name="T22" fmla="*/ 2350 w 2362"/>
                <a:gd name="T23" fmla="*/ 1737 h 1800"/>
                <a:gd name="T24" fmla="*/ 2337 w 2362"/>
                <a:gd name="T25" fmla="*/ 1758 h 1800"/>
                <a:gd name="T26" fmla="*/ 2320 w 2362"/>
                <a:gd name="T27" fmla="*/ 1775 h 1800"/>
                <a:gd name="T28" fmla="*/ 2299 w 2362"/>
                <a:gd name="T29" fmla="*/ 1788 h 1800"/>
                <a:gd name="T30" fmla="*/ 2275 w 2362"/>
                <a:gd name="T31" fmla="*/ 1797 h 1800"/>
                <a:gd name="T32" fmla="*/ 2249 w 2362"/>
                <a:gd name="T33" fmla="*/ 1800 h 1800"/>
                <a:gd name="T34" fmla="*/ 113 w 2362"/>
                <a:gd name="T35" fmla="*/ 1800 h 1800"/>
                <a:gd name="T36" fmla="*/ 87 w 2362"/>
                <a:gd name="T37" fmla="*/ 1797 h 1800"/>
                <a:gd name="T38" fmla="*/ 63 w 2362"/>
                <a:gd name="T39" fmla="*/ 1788 h 1800"/>
                <a:gd name="T40" fmla="*/ 42 w 2362"/>
                <a:gd name="T41" fmla="*/ 1775 h 1800"/>
                <a:gd name="T42" fmla="*/ 25 w 2362"/>
                <a:gd name="T43" fmla="*/ 1758 h 1800"/>
                <a:gd name="T44" fmla="*/ 12 w 2362"/>
                <a:gd name="T45" fmla="*/ 1737 h 1800"/>
                <a:gd name="T46" fmla="*/ 3 w 2362"/>
                <a:gd name="T47" fmla="*/ 1713 h 1800"/>
                <a:gd name="T48" fmla="*/ 0 w 2362"/>
                <a:gd name="T49" fmla="*/ 1687 h 1800"/>
                <a:gd name="T50" fmla="*/ 0 w 2362"/>
                <a:gd name="T51" fmla="*/ 113 h 1800"/>
                <a:gd name="T52" fmla="*/ 3 w 2362"/>
                <a:gd name="T53" fmla="*/ 87 h 1800"/>
                <a:gd name="T54" fmla="*/ 12 w 2362"/>
                <a:gd name="T55" fmla="*/ 63 h 1800"/>
                <a:gd name="T56" fmla="*/ 25 w 2362"/>
                <a:gd name="T57" fmla="*/ 42 h 1800"/>
                <a:gd name="T58" fmla="*/ 42 w 2362"/>
                <a:gd name="T59" fmla="*/ 25 h 1800"/>
                <a:gd name="T60" fmla="*/ 63 w 2362"/>
                <a:gd name="T61" fmla="*/ 12 h 1800"/>
                <a:gd name="T62" fmla="*/ 87 w 2362"/>
                <a:gd name="T63" fmla="*/ 3 h 1800"/>
                <a:gd name="T64" fmla="*/ 113 w 2362"/>
                <a:gd name="T65" fmla="*/ 0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00">
                  <a:moveTo>
                    <a:pt x="113" y="0"/>
                  </a:moveTo>
                  <a:lnTo>
                    <a:pt x="2249" y="0"/>
                  </a:lnTo>
                  <a:lnTo>
                    <a:pt x="2275" y="3"/>
                  </a:lnTo>
                  <a:lnTo>
                    <a:pt x="2299" y="12"/>
                  </a:lnTo>
                  <a:lnTo>
                    <a:pt x="2320" y="25"/>
                  </a:lnTo>
                  <a:lnTo>
                    <a:pt x="2337" y="42"/>
                  </a:lnTo>
                  <a:lnTo>
                    <a:pt x="2350" y="63"/>
                  </a:lnTo>
                  <a:lnTo>
                    <a:pt x="2359" y="87"/>
                  </a:lnTo>
                  <a:lnTo>
                    <a:pt x="2362" y="113"/>
                  </a:lnTo>
                  <a:lnTo>
                    <a:pt x="2362" y="1687"/>
                  </a:lnTo>
                  <a:lnTo>
                    <a:pt x="2359" y="1713"/>
                  </a:lnTo>
                  <a:lnTo>
                    <a:pt x="2350" y="1737"/>
                  </a:lnTo>
                  <a:lnTo>
                    <a:pt x="2337" y="1758"/>
                  </a:lnTo>
                  <a:lnTo>
                    <a:pt x="2320" y="1775"/>
                  </a:lnTo>
                  <a:lnTo>
                    <a:pt x="2299" y="1788"/>
                  </a:lnTo>
                  <a:lnTo>
                    <a:pt x="2275" y="1797"/>
                  </a:lnTo>
                  <a:lnTo>
                    <a:pt x="2249" y="1800"/>
                  </a:lnTo>
                  <a:lnTo>
                    <a:pt x="113" y="1800"/>
                  </a:lnTo>
                  <a:lnTo>
                    <a:pt x="87" y="1797"/>
                  </a:lnTo>
                  <a:lnTo>
                    <a:pt x="63" y="1788"/>
                  </a:lnTo>
                  <a:lnTo>
                    <a:pt x="42" y="1775"/>
                  </a:lnTo>
                  <a:lnTo>
                    <a:pt x="25" y="1758"/>
                  </a:lnTo>
                  <a:lnTo>
                    <a:pt x="12" y="1737"/>
                  </a:lnTo>
                  <a:lnTo>
                    <a:pt x="3" y="1713"/>
                  </a:lnTo>
                  <a:lnTo>
                    <a:pt x="0" y="1687"/>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2" name="Freeform 7"/>
            <p:cNvSpPr>
              <a:spLocks noEditPoints="1"/>
            </p:cNvSpPr>
            <p:nvPr/>
          </p:nvSpPr>
          <p:spPr bwMode="auto">
            <a:xfrm>
              <a:off x="10595715" y="2617069"/>
              <a:ext cx="542260" cy="396949"/>
            </a:xfrm>
            <a:custGeom>
              <a:avLst/>
              <a:gdLst>
                <a:gd name="T0" fmla="*/ 1236 w 2136"/>
                <a:gd name="T1" fmla="*/ 1298 h 1574"/>
                <a:gd name="T2" fmla="*/ 1135 w 2136"/>
                <a:gd name="T3" fmla="*/ 1314 h 1574"/>
                <a:gd name="T4" fmla="*/ 1181 w 2136"/>
                <a:gd name="T5" fmla="*/ 1223 h 1574"/>
                <a:gd name="T6" fmla="*/ 1076 w 2136"/>
                <a:gd name="T7" fmla="*/ 1091 h 1574"/>
                <a:gd name="T8" fmla="*/ 976 w 2136"/>
                <a:gd name="T9" fmla="*/ 1107 h 1574"/>
                <a:gd name="T10" fmla="*/ 1023 w 2136"/>
                <a:gd name="T11" fmla="*/ 1015 h 1574"/>
                <a:gd name="T12" fmla="*/ 574 w 2136"/>
                <a:gd name="T13" fmla="*/ 1071 h 1574"/>
                <a:gd name="T14" fmla="*/ 487 w 2136"/>
                <a:gd name="T15" fmla="*/ 1212 h 1574"/>
                <a:gd name="T16" fmla="*/ 348 w 2136"/>
                <a:gd name="T17" fmla="*/ 1125 h 1574"/>
                <a:gd name="T18" fmla="*/ 434 w 2136"/>
                <a:gd name="T19" fmla="*/ 985 h 1574"/>
                <a:gd name="T20" fmla="*/ 556 w 2136"/>
                <a:gd name="T21" fmla="*/ 566 h 1574"/>
                <a:gd name="T22" fmla="*/ 441 w 2136"/>
                <a:gd name="T23" fmla="*/ 688 h 1574"/>
                <a:gd name="T24" fmla="*/ 281 w 2136"/>
                <a:gd name="T25" fmla="*/ 689 h 1574"/>
                <a:gd name="T26" fmla="*/ 129 w 2136"/>
                <a:gd name="T27" fmla="*/ 763 h 1574"/>
                <a:gd name="T28" fmla="*/ 1966 w 2136"/>
                <a:gd name="T29" fmla="*/ 873 h 1574"/>
                <a:gd name="T30" fmla="*/ 1809 w 2136"/>
                <a:gd name="T31" fmla="*/ 898 h 1574"/>
                <a:gd name="T32" fmla="*/ 1686 w 2136"/>
                <a:gd name="T33" fmla="*/ 986 h 1574"/>
                <a:gd name="T34" fmla="*/ 1610 w 2136"/>
                <a:gd name="T35" fmla="*/ 1001 h 1574"/>
                <a:gd name="T36" fmla="*/ 1492 w 2136"/>
                <a:gd name="T37" fmla="*/ 974 h 1574"/>
                <a:gd name="T38" fmla="*/ 1376 w 2136"/>
                <a:gd name="T39" fmla="*/ 1079 h 1574"/>
                <a:gd name="T40" fmla="*/ 1270 w 2136"/>
                <a:gd name="T41" fmla="*/ 1101 h 1574"/>
                <a:gd name="T42" fmla="*/ 1146 w 2136"/>
                <a:gd name="T43" fmla="*/ 875 h 1574"/>
                <a:gd name="T44" fmla="*/ 1047 w 2136"/>
                <a:gd name="T45" fmla="*/ 751 h 1574"/>
                <a:gd name="T46" fmla="*/ 1000 w 2136"/>
                <a:gd name="T47" fmla="*/ 680 h 1574"/>
                <a:gd name="T48" fmla="*/ 810 w 2136"/>
                <a:gd name="T49" fmla="*/ 651 h 1574"/>
                <a:gd name="T50" fmla="*/ 699 w 2136"/>
                <a:gd name="T51" fmla="*/ 556 h 1574"/>
                <a:gd name="T52" fmla="*/ 1707 w 2136"/>
                <a:gd name="T53" fmla="*/ 438 h 1574"/>
                <a:gd name="T54" fmla="*/ 1723 w 2136"/>
                <a:gd name="T55" fmla="*/ 540 h 1574"/>
                <a:gd name="T56" fmla="*/ 1631 w 2136"/>
                <a:gd name="T57" fmla="*/ 493 h 1574"/>
                <a:gd name="T58" fmla="*/ 1866 w 2136"/>
                <a:gd name="T59" fmla="*/ 251 h 1574"/>
                <a:gd name="T60" fmla="*/ 1881 w 2136"/>
                <a:gd name="T61" fmla="*/ 353 h 1574"/>
                <a:gd name="T62" fmla="*/ 1789 w 2136"/>
                <a:gd name="T63" fmla="*/ 306 h 1574"/>
                <a:gd name="T64" fmla="*/ 1459 w 2136"/>
                <a:gd name="T65" fmla="*/ 230 h 1574"/>
                <a:gd name="T66" fmla="*/ 1545 w 2136"/>
                <a:gd name="T67" fmla="*/ 371 h 1574"/>
                <a:gd name="T68" fmla="*/ 1405 w 2136"/>
                <a:gd name="T69" fmla="*/ 457 h 1574"/>
                <a:gd name="T70" fmla="*/ 1318 w 2136"/>
                <a:gd name="T71" fmla="*/ 317 h 1574"/>
                <a:gd name="T72" fmla="*/ 306 w 2136"/>
                <a:gd name="T73" fmla="*/ 112 h 1574"/>
                <a:gd name="T74" fmla="*/ 362 w 2136"/>
                <a:gd name="T75" fmla="*/ 238 h 1574"/>
                <a:gd name="T76" fmla="*/ 593 w 2136"/>
                <a:gd name="T77" fmla="*/ 312 h 1574"/>
                <a:gd name="T78" fmla="*/ 745 w 2136"/>
                <a:gd name="T79" fmla="*/ 382 h 1574"/>
                <a:gd name="T80" fmla="*/ 856 w 2136"/>
                <a:gd name="T81" fmla="*/ 505 h 1574"/>
                <a:gd name="T82" fmla="*/ 977 w 2136"/>
                <a:gd name="T83" fmla="*/ 514 h 1574"/>
                <a:gd name="T84" fmla="*/ 1033 w 2136"/>
                <a:gd name="T85" fmla="*/ 423 h 1574"/>
                <a:gd name="T86" fmla="*/ 1127 w 2136"/>
                <a:gd name="T87" fmla="*/ 397 h 1574"/>
                <a:gd name="T88" fmla="*/ 1167 w 2136"/>
                <a:gd name="T89" fmla="*/ 484 h 1574"/>
                <a:gd name="T90" fmla="*/ 1239 w 2136"/>
                <a:gd name="T91" fmla="*/ 620 h 1574"/>
                <a:gd name="T92" fmla="*/ 1242 w 2136"/>
                <a:gd name="T93" fmla="*/ 747 h 1574"/>
                <a:gd name="T94" fmla="*/ 1326 w 2136"/>
                <a:gd name="T95" fmla="*/ 758 h 1574"/>
                <a:gd name="T96" fmla="*/ 1472 w 2136"/>
                <a:gd name="T97" fmla="*/ 745 h 1574"/>
                <a:gd name="T98" fmla="*/ 1556 w 2136"/>
                <a:gd name="T99" fmla="*/ 860 h 1574"/>
                <a:gd name="T100" fmla="*/ 1688 w 2136"/>
                <a:gd name="T101" fmla="*/ 766 h 1574"/>
                <a:gd name="T102" fmla="*/ 1810 w 2136"/>
                <a:gd name="T103" fmla="*/ 724 h 1574"/>
                <a:gd name="T104" fmla="*/ 1961 w 2136"/>
                <a:gd name="T105" fmla="*/ 713 h 1574"/>
                <a:gd name="T106" fmla="*/ 112 w 2136"/>
                <a:gd name="T107" fmla="*/ 112 h 1574"/>
                <a:gd name="T108" fmla="*/ 257 w 2136"/>
                <a:gd name="T109" fmla="*/ 557 h 1574"/>
                <a:gd name="T110" fmla="*/ 359 w 2136"/>
                <a:gd name="T111" fmla="*/ 588 h 1574"/>
                <a:gd name="T112" fmla="*/ 461 w 2136"/>
                <a:gd name="T113" fmla="*/ 514 h 1574"/>
                <a:gd name="T114" fmla="*/ 420 w 2136"/>
                <a:gd name="T115" fmla="*/ 394 h 1574"/>
                <a:gd name="T116" fmla="*/ 266 w 2136"/>
                <a:gd name="T117" fmla="*/ 349 h 1574"/>
                <a:gd name="T118" fmla="*/ 173 w 2136"/>
                <a:gd name="T119" fmla="*/ 212 h 1574"/>
                <a:gd name="T120" fmla="*/ 126 w 2136"/>
                <a:gd name="T121" fmla="*/ 128 h 1574"/>
                <a:gd name="T122" fmla="*/ 0 w 2136"/>
                <a:gd name="T123" fmla="*/ 1574 h 1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36" h="1574">
                  <a:moveTo>
                    <a:pt x="1181" y="1223"/>
                  </a:moveTo>
                  <a:lnTo>
                    <a:pt x="1199" y="1225"/>
                  </a:lnTo>
                  <a:lnTo>
                    <a:pt x="1215" y="1234"/>
                  </a:lnTo>
                  <a:lnTo>
                    <a:pt x="1228" y="1247"/>
                  </a:lnTo>
                  <a:lnTo>
                    <a:pt x="1236" y="1262"/>
                  </a:lnTo>
                  <a:lnTo>
                    <a:pt x="1238" y="1280"/>
                  </a:lnTo>
                  <a:lnTo>
                    <a:pt x="1236" y="1298"/>
                  </a:lnTo>
                  <a:lnTo>
                    <a:pt x="1228" y="1314"/>
                  </a:lnTo>
                  <a:lnTo>
                    <a:pt x="1215" y="1327"/>
                  </a:lnTo>
                  <a:lnTo>
                    <a:pt x="1199" y="1335"/>
                  </a:lnTo>
                  <a:lnTo>
                    <a:pt x="1181" y="1338"/>
                  </a:lnTo>
                  <a:lnTo>
                    <a:pt x="1163" y="1335"/>
                  </a:lnTo>
                  <a:lnTo>
                    <a:pt x="1147" y="1327"/>
                  </a:lnTo>
                  <a:lnTo>
                    <a:pt x="1135" y="1314"/>
                  </a:lnTo>
                  <a:lnTo>
                    <a:pt x="1126" y="1298"/>
                  </a:lnTo>
                  <a:lnTo>
                    <a:pt x="1123" y="1280"/>
                  </a:lnTo>
                  <a:lnTo>
                    <a:pt x="1126" y="1262"/>
                  </a:lnTo>
                  <a:lnTo>
                    <a:pt x="1135" y="1247"/>
                  </a:lnTo>
                  <a:lnTo>
                    <a:pt x="1147" y="1234"/>
                  </a:lnTo>
                  <a:lnTo>
                    <a:pt x="1163" y="1225"/>
                  </a:lnTo>
                  <a:lnTo>
                    <a:pt x="1181" y="1223"/>
                  </a:lnTo>
                  <a:close/>
                  <a:moveTo>
                    <a:pt x="1023" y="1015"/>
                  </a:moveTo>
                  <a:lnTo>
                    <a:pt x="1041" y="1018"/>
                  </a:lnTo>
                  <a:lnTo>
                    <a:pt x="1056" y="1027"/>
                  </a:lnTo>
                  <a:lnTo>
                    <a:pt x="1069" y="1038"/>
                  </a:lnTo>
                  <a:lnTo>
                    <a:pt x="1076" y="1054"/>
                  </a:lnTo>
                  <a:lnTo>
                    <a:pt x="1080" y="1073"/>
                  </a:lnTo>
                  <a:lnTo>
                    <a:pt x="1076" y="1091"/>
                  </a:lnTo>
                  <a:lnTo>
                    <a:pt x="1069" y="1107"/>
                  </a:lnTo>
                  <a:lnTo>
                    <a:pt x="1056" y="1120"/>
                  </a:lnTo>
                  <a:lnTo>
                    <a:pt x="1041" y="1127"/>
                  </a:lnTo>
                  <a:lnTo>
                    <a:pt x="1023" y="1130"/>
                  </a:lnTo>
                  <a:lnTo>
                    <a:pt x="1004" y="1127"/>
                  </a:lnTo>
                  <a:lnTo>
                    <a:pt x="988" y="1120"/>
                  </a:lnTo>
                  <a:lnTo>
                    <a:pt x="976" y="1107"/>
                  </a:lnTo>
                  <a:lnTo>
                    <a:pt x="968" y="1091"/>
                  </a:lnTo>
                  <a:lnTo>
                    <a:pt x="964" y="1073"/>
                  </a:lnTo>
                  <a:lnTo>
                    <a:pt x="968" y="1054"/>
                  </a:lnTo>
                  <a:lnTo>
                    <a:pt x="976" y="1038"/>
                  </a:lnTo>
                  <a:lnTo>
                    <a:pt x="988" y="1027"/>
                  </a:lnTo>
                  <a:lnTo>
                    <a:pt x="1004" y="1018"/>
                  </a:lnTo>
                  <a:lnTo>
                    <a:pt x="1023" y="1015"/>
                  </a:lnTo>
                  <a:close/>
                  <a:moveTo>
                    <a:pt x="461" y="981"/>
                  </a:moveTo>
                  <a:lnTo>
                    <a:pt x="487" y="985"/>
                  </a:lnTo>
                  <a:lnTo>
                    <a:pt x="511" y="994"/>
                  </a:lnTo>
                  <a:lnTo>
                    <a:pt x="533" y="1008"/>
                  </a:lnTo>
                  <a:lnTo>
                    <a:pt x="551" y="1026"/>
                  </a:lnTo>
                  <a:lnTo>
                    <a:pt x="565" y="1047"/>
                  </a:lnTo>
                  <a:lnTo>
                    <a:pt x="574" y="1071"/>
                  </a:lnTo>
                  <a:lnTo>
                    <a:pt x="577" y="1099"/>
                  </a:lnTo>
                  <a:lnTo>
                    <a:pt x="574" y="1125"/>
                  </a:lnTo>
                  <a:lnTo>
                    <a:pt x="565" y="1149"/>
                  </a:lnTo>
                  <a:lnTo>
                    <a:pt x="551" y="1172"/>
                  </a:lnTo>
                  <a:lnTo>
                    <a:pt x="533" y="1189"/>
                  </a:lnTo>
                  <a:lnTo>
                    <a:pt x="511" y="1203"/>
                  </a:lnTo>
                  <a:lnTo>
                    <a:pt x="487" y="1212"/>
                  </a:lnTo>
                  <a:lnTo>
                    <a:pt x="461" y="1215"/>
                  </a:lnTo>
                  <a:lnTo>
                    <a:pt x="434" y="1212"/>
                  </a:lnTo>
                  <a:lnTo>
                    <a:pt x="409" y="1203"/>
                  </a:lnTo>
                  <a:lnTo>
                    <a:pt x="388" y="1189"/>
                  </a:lnTo>
                  <a:lnTo>
                    <a:pt x="370" y="1172"/>
                  </a:lnTo>
                  <a:lnTo>
                    <a:pt x="356" y="1149"/>
                  </a:lnTo>
                  <a:lnTo>
                    <a:pt x="348" y="1125"/>
                  </a:lnTo>
                  <a:lnTo>
                    <a:pt x="344" y="1099"/>
                  </a:lnTo>
                  <a:lnTo>
                    <a:pt x="348" y="1071"/>
                  </a:lnTo>
                  <a:lnTo>
                    <a:pt x="356" y="1047"/>
                  </a:lnTo>
                  <a:lnTo>
                    <a:pt x="370" y="1026"/>
                  </a:lnTo>
                  <a:lnTo>
                    <a:pt x="388" y="1008"/>
                  </a:lnTo>
                  <a:lnTo>
                    <a:pt x="409" y="994"/>
                  </a:lnTo>
                  <a:lnTo>
                    <a:pt x="434" y="985"/>
                  </a:lnTo>
                  <a:lnTo>
                    <a:pt x="461" y="981"/>
                  </a:lnTo>
                  <a:close/>
                  <a:moveTo>
                    <a:pt x="621" y="471"/>
                  </a:moveTo>
                  <a:lnTo>
                    <a:pt x="597" y="506"/>
                  </a:lnTo>
                  <a:lnTo>
                    <a:pt x="586" y="521"/>
                  </a:lnTo>
                  <a:lnTo>
                    <a:pt x="577" y="536"/>
                  </a:lnTo>
                  <a:lnTo>
                    <a:pt x="567" y="549"/>
                  </a:lnTo>
                  <a:lnTo>
                    <a:pt x="556" y="566"/>
                  </a:lnTo>
                  <a:lnTo>
                    <a:pt x="542" y="583"/>
                  </a:lnTo>
                  <a:lnTo>
                    <a:pt x="528" y="601"/>
                  </a:lnTo>
                  <a:lnTo>
                    <a:pt x="516" y="617"/>
                  </a:lnTo>
                  <a:lnTo>
                    <a:pt x="504" y="631"/>
                  </a:lnTo>
                  <a:lnTo>
                    <a:pt x="483" y="656"/>
                  </a:lnTo>
                  <a:lnTo>
                    <a:pt x="462" y="674"/>
                  </a:lnTo>
                  <a:lnTo>
                    <a:pt x="441" y="688"/>
                  </a:lnTo>
                  <a:lnTo>
                    <a:pt x="420" y="696"/>
                  </a:lnTo>
                  <a:lnTo>
                    <a:pt x="400" y="701"/>
                  </a:lnTo>
                  <a:lnTo>
                    <a:pt x="379" y="702"/>
                  </a:lnTo>
                  <a:lnTo>
                    <a:pt x="358" y="701"/>
                  </a:lnTo>
                  <a:lnTo>
                    <a:pt x="334" y="698"/>
                  </a:lnTo>
                  <a:lnTo>
                    <a:pt x="308" y="694"/>
                  </a:lnTo>
                  <a:lnTo>
                    <a:pt x="281" y="689"/>
                  </a:lnTo>
                  <a:lnTo>
                    <a:pt x="249" y="685"/>
                  </a:lnTo>
                  <a:lnTo>
                    <a:pt x="228" y="685"/>
                  </a:lnTo>
                  <a:lnTo>
                    <a:pt x="206" y="692"/>
                  </a:lnTo>
                  <a:lnTo>
                    <a:pt x="185" y="705"/>
                  </a:lnTo>
                  <a:lnTo>
                    <a:pt x="165" y="722"/>
                  </a:lnTo>
                  <a:lnTo>
                    <a:pt x="146" y="741"/>
                  </a:lnTo>
                  <a:lnTo>
                    <a:pt x="129" y="763"/>
                  </a:lnTo>
                  <a:lnTo>
                    <a:pt x="112" y="784"/>
                  </a:lnTo>
                  <a:lnTo>
                    <a:pt x="112" y="1462"/>
                  </a:lnTo>
                  <a:lnTo>
                    <a:pt x="2024" y="1462"/>
                  </a:lnTo>
                  <a:lnTo>
                    <a:pt x="2024" y="870"/>
                  </a:lnTo>
                  <a:lnTo>
                    <a:pt x="2008" y="874"/>
                  </a:lnTo>
                  <a:lnTo>
                    <a:pt x="1988" y="874"/>
                  </a:lnTo>
                  <a:lnTo>
                    <a:pt x="1966" y="873"/>
                  </a:lnTo>
                  <a:lnTo>
                    <a:pt x="1943" y="870"/>
                  </a:lnTo>
                  <a:lnTo>
                    <a:pt x="1917" y="869"/>
                  </a:lnTo>
                  <a:lnTo>
                    <a:pt x="1892" y="870"/>
                  </a:lnTo>
                  <a:lnTo>
                    <a:pt x="1867" y="875"/>
                  </a:lnTo>
                  <a:lnTo>
                    <a:pt x="1843" y="882"/>
                  </a:lnTo>
                  <a:lnTo>
                    <a:pt x="1826" y="888"/>
                  </a:lnTo>
                  <a:lnTo>
                    <a:pt x="1809" y="898"/>
                  </a:lnTo>
                  <a:lnTo>
                    <a:pt x="1791" y="908"/>
                  </a:lnTo>
                  <a:lnTo>
                    <a:pt x="1770" y="921"/>
                  </a:lnTo>
                  <a:lnTo>
                    <a:pt x="1751" y="935"/>
                  </a:lnTo>
                  <a:lnTo>
                    <a:pt x="1734" y="949"/>
                  </a:lnTo>
                  <a:lnTo>
                    <a:pt x="1716" y="962"/>
                  </a:lnTo>
                  <a:lnTo>
                    <a:pt x="1700" y="975"/>
                  </a:lnTo>
                  <a:lnTo>
                    <a:pt x="1686" y="986"/>
                  </a:lnTo>
                  <a:lnTo>
                    <a:pt x="1675" y="994"/>
                  </a:lnTo>
                  <a:lnTo>
                    <a:pt x="1668" y="1000"/>
                  </a:lnTo>
                  <a:lnTo>
                    <a:pt x="1664" y="1002"/>
                  </a:lnTo>
                  <a:lnTo>
                    <a:pt x="1649" y="1010"/>
                  </a:lnTo>
                  <a:lnTo>
                    <a:pt x="1633" y="1013"/>
                  </a:lnTo>
                  <a:lnTo>
                    <a:pt x="1620" y="1010"/>
                  </a:lnTo>
                  <a:lnTo>
                    <a:pt x="1610" y="1001"/>
                  </a:lnTo>
                  <a:lnTo>
                    <a:pt x="1598" y="990"/>
                  </a:lnTo>
                  <a:lnTo>
                    <a:pt x="1589" y="981"/>
                  </a:lnTo>
                  <a:lnTo>
                    <a:pt x="1579" y="974"/>
                  </a:lnTo>
                  <a:lnTo>
                    <a:pt x="1569" y="970"/>
                  </a:lnTo>
                  <a:lnTo>
                    <a:pt x="1556" y="969"/>
                  </a:lnTo>
                  <a:lnTo>
                    <a:pt x="1522" y="970"/>
                  </a:lnTo>
                  <a:lnTo>
                    <a:pt x="1492" y="974"/>
                  </a:lnTo>
                  <a:lnTo>
                    <a:pt x="1466" y="981"/>
                  </a:lnTo>
                  <a:lnTo>
                    <a:pt x="1445" y="992"/>
                  </a:lnTo>
                  <a:lnTo>
                    <a:pt x="1428" y="1006"/>
                  </a:lnTo>
                  <a:lnTo>
                    <a:pt x="1416" y="1022"/>
                  </a:lnTo>
                  <a:lnTo>
                    <a:pt x="1404" y="1041"/>
                  </a:lnTo>
                  <a:lnTo>
                    <a:pt x="1390" y="1061"/>
                  </a:lnTo>
                  <a:lnTo>
                    <a:pt x="1376" y="1079"/>
                  </a:lnTo>
                  <a:lnTo>
                    <a:pt x="1362" y="1094"/>
                  </a:lnTo>
                  <a:lnTo>
                    <a:pt x="1346" y="1107"/>
                  </a:lnTo>
                  <a:lnTo>
                    <a:pt x="1329" y="1116"/>
                  </a:lnTo>
                  <a:lnTo>
                    <a:pt x="1311" y="1119"/>
                  </a:lnTo>
                  <a:lnTo>
                    <a:pt x="1299" y="1117"/>
                  </a:lnTo>
                  <a:lnTo>
                    <a:pt x="1287" y="1112"/>
                  </a:lnTo>
                  <a:lnTo>
                    <a:pt x="1270" y="1101"/>
                  </a:lnTo>
                  <a:lnTo>
                    <a:pt x="1259" y="1089"/>
                  </a:lnTo>
                  <a:lnTo>
                    <a:pt x="1252" y="1076"/>
                  </a:lnTo>
                  <a:lnTo>
                    <a:pt x="1248" y="1066"/>
                  </a:lnTo>
                  <a:lnTo>
                    <a:pt x="1247" y="1055"/>
                  </a:lnTo>
                  <a:lnTo>
                    <a:pt x="1247" y="1044"/>
                  </a:lnTo>
                  <a:lnTo>
                    <a:pt x="1256" y="951"/>
                  </a:lnTo>
                  <a:lnTo>
                    <a:pt x="1146" y="875"/>
                  </a:lnTo>
                  <a:lnTo>
                    <a:pt x="1117" y="840"/>
                  </a:lnTo>
                  <a:lnTo>
                    <a:pt x="1105" y="827"/>
                  </a:lnTo>
                  <a:lnTo>
                    <a:pt x="1093" y="814"/>
                  </a:lnTo>
                  <a:lnTo>
                    <a:pt x="1079" y="800"/>
                  </a:lnTo>
                  <a:lnTo>
                    <a:pt x="1066" y="784"/>
                  </a:lnTo>
                  <a:lnTo>
                    <a:pt x="1054" y="768"/>
                  </a:lnTo>
                  <a:lnTo>
                    <a:pt x="1047" y="751"/>
                  </a:lnTo>
                  <a:lnTo>
                    <a:pt x="1044" y="733"/>
                  </a:lnTo>
                  <a:lnTo>
                    <a:pt x="1044" y="730"/>
                  </a:lnTo>
                  <a:lnTo>
                    <a:pt x="1043" y="724"/>
                  </a:lnTo>
                  <a:lnTo>
                    <a:pt x="1035" y="709"/>
                  </a:lnTo>
                  <a:lnTo>
                    <a:pt x="1026" y="696"/>
                  </a:lnTo>
                  <a:lnTo>
                    <a:pt x="1013" y="687"/>
                  </a:lnTo>
                  <a:lnTo>
                    <a:pt x="1000" y="680"/>
                  </a:lnTo>
                  <a:lnTo>
                    <a:pt x="988" y="675"/>
                  </a:lnTo>
                  <a:lnTo>
                    <a:pt x="976" y="672"/>
                  </a:lnTo>
                  <a:lnTo>
                    <a:pt x="966" y="671"/>
                  </a:lnTo>
                  <a:lnTo>
                    <a:pt x="926" y="670"/>
                  </a:lnTo>
                  <a:lnTo>
                    <a:pt x="886" y="666"/>
                  </a:lnTo>
                  <a:lnTo>
                    <a:pt x="847" y="659"/>
                  </a:lnTo>
                  <a:lnTo>
                    <a:pt x="810" y="651"/>
                  </a:lnTo>
                  <a:lnTo>
                    <a:pt x="793" y="644"/>
                  </a:lnTo>
                  <a:lnTo>
                    <a:pt x="769" y="635"/>
                  </a:lnTo>
                  <a:lnTo>
                    <a:pt x="749" y="623"/>
                  </a:lnTo>
                  <a:lnTo>
                    <a:pt x="734" y="610"/>
                  </a:lnTo>
                  <a:lnTo>
                    <a:pt x="720" y="591"/>
                  </a:lnTo>
                  <a:lnTo>
                    <a:pt x="709" y="573"/>
                  </a:lnTo>
                  <a:lnTo>
                    <a:pt x="699" y="556"/>
                  </a:lnTo>
                  <a:lnTo>
                    <a:pt x="690" y="540"/>
                  </a:lnTo>
                  <a:lnTo>
                    <a:pt x="680" y="525"/>
                  </a:lnTo>
                  <a:lnTo>
                    <a:pt x="669" y="511"/>
                  </a:lnTo>
                  <a:lnTo>
                    <a:pt x="654" y="498"/>
                  </a:lnTo>
                  <a:lnTo>
                    <a:pt x="621" y="471"/>
                  </a:lnTo>
                  <a:close/>
                  <a:moveTo>
                    <a:pt x="1688" y="435"/>
                  </a:moveTo>
                  <a:lnTo>
                    <a:pt x="1707" y="438"/>
                  </a:lnTo>
                  <a:lnTo>
                    <a:pt x="1723" y="447"/>
                  </a:lnTo>
                  <a:lnTo>
                    <a:pt x="1735" y="458"/>
                  </a:lnTo>
                  <a:lnTo>
                    <a:pt x="1743" y="474"/>
                  </a:lnTo>
                  <a:lnTo>
                    <a:pt x="1746" y="493"/>
                  </a:lnTo>
                  <a:lnTo>
                    <a:pt x="1743" y="511"/>
                  </a:lnTo>
                  <a:lnTo>
                    <a:pt x="1735" y="527"/>
                  </a:lnTo>
                  <a:lnTo>
                    <a:pt x="1723" y="540"/>
                  </a:lnTo>
                  <a:lnTo>
                    <a:pt x="1707" y="547"/>
                  </a:lnTo>
                  <a:lnTo>
                    <a:pt x="1688" y="550"/>
                  </a:lnTo>
                  <a:lnTo>
                    <a:pt x="1670" y="547"/>
                  </a:lnTo>
                  <a:lnTo>
                    <a:pt x="1654" y="540"/>
                  </a:lnTo>
                  <a:lnTo>
                    <a:pt x="1642" y="527"/>
                  </a:lnTo>
                  <a:lnTo>
                    <a:pt x="1634" y="511"/>
                  </a:lnTo>
                  <a:lnTo>
                    <a:pt x="1631" y="493"/>
                  </a:lnTo>
                  <a:lnTo>
                    <a:pt x="1634" y="474"/>
                  </a:lnTo>
                  <a:lnTo>
                    <a:pt x="1642" y="458"/>
                  </a:lnTo>
                  <a:lnTo>
                    <a:pt x="1654" y="447"/>
                  </a:lnTo>
                  <a:lnTo>
                    <a:pt x="1670" y="438"/>
                  </a:lnTo>
                  <a:lnTo>
                    <a:pt x="1688" y="435"/>
                  </a:lnTo>
                  <a:close/>
                  <a:moveTo>
                    <a:pt x="1848" y="248"/>
                  </a:moveTo>
                  <a:lnTo>
                    <a:pt x="1866" y="251"/>
                  </a:lnTo>
                  <a:lnTo>
                    <a:pt x="1881" y="260"/>
                  </a:lnTo>
                  <a:lnTo>
                    <a:pt x="1894" y="271"/>
                  </a:lnTo>
                  <a:lnTo>
                    <a:pt x="1903" y="287"/>
                  </a:lnTo>
                  <a:lnTo>
                    <a:pt x="1905" y="306"/>
                  </a:lnTo>
                  <a:lnTo>
                    <a:pt x="1903" y="324"/>
                  </a:lnTo>
                  <a:lnTo>
                    <a:pt x="1894" y="340"/>
                  </a:lnTo>
                  <a:lnTo>
                    <a:pt x="1881" y="353"/>
                  </a:lnTo>
                  <a:lnTo>
                    <a:pt x="1866" y="361"/>
                  </a:lnTo>
                  <a:lnTo>
                    <a:pt x="1848" y="363"/>
                  </a:lnTo>
                  <a:lnTo>
                    <a:pt x="1829" y="361"/>
                  </a:lnTo>
                  <a:lnTo>
                    <a:pt x="1814" y="353"/>
                  </a:lnTo>
                  <a:lnTo>
                    <a:pt x="1801" y="340"/>
                  </a:lnTo>
                  <a:lnTo>
                    <a:pt x="1793" y="324"/>
                  </a:lnTo>
                  <a:lnTo>
                    <a:pt x="1789" y="306"/>
                  </a:lnTo>
                  <a:lnTo>
                    <a:pt x="1793" y="287"/>
                  </a:lnTo>
                  <a:lnTo>
                    <a:pt x="1801" y="271"/>
                  </a:lnTo>
                  <a:lnTo>
                    <a:pt x="1814" y="260"/>
                  </a:lnTo>
                  <a:lnTo>
                    <a:pt x="1829" y="251"/>
                  </a:lnTo>
                  <a:lnTo>
                    <a:pt x="1848" y="248"/>
                  </a:lnTo>
                  <a:close/>
                  <a:moveTo>
                    <a:pt x="1432" y="227"/>
                  </a:moveTo>
                  <a:lnTo>
                    <a:pt x="1459" y="230"/>
                  </a:lnTo>
                  <a:lnTo>
                    <a:pt x="1483" y="240"/>
                  </a:lnTo>
                  <a:lnTo>
                    <a:pt x="1504" y="254"/>
                  </a:lnTo>
                  <a:lnTo>
                    <a:pt x="1522" y="271"/>
                  </a:lnTo>
                  <a:lnTo>
                    <a:pt x="1536" y="293"/>
                  </a:lnTo>
                  <a:lnTo>
                    <a:pt x="1545" y="317"/>
                  </a:lnTo>
                  <a:lnTo>
                    <a:pt x="1549" y="344"/>
                  </a:lnTo>
                  <a:lnTo>
                    <a:pt x="1545" y="371"/>
                  </a:lnTo>
                  <a:lnTo>
                    <a:pt x="1536" y="395"/>
                  </a:lnTo>
                  <a:lnTo>
                    <a:pt x="1522" y="417"/>
                  </a:lnTo>
                  <a:lnTo>
                    <a:pt x="1504" y="435"/>
                  </a:lnTo>
                  <a:lnTo>
                    <a:pt x="1483" y="449"/>
                  </a:lnTo>
                  <a:lnTo>
                    <a:pt x="1459" y="457"/>
                  </a:lnTo>
                  <a:lnTo>
                    <a:pt x="1432" y="461"/>
                  </a:lnTo>
                  <a:lnTo>
                    <a:pt x="1405" y="457"/>
                  </a:lnTo>
                  <a:lnTo>
                    <a:pt x="1381" y="449"/>
                  </a:lnTo>
                  <a:lnTo>
                    <a:pt x="1360" y="435"/>
                  </a:lnTo>
                  <a:lnTo>
                    <a:pt x="1342" y="417"/>
                  </a:lnTo>
                  <a:lnTo>
                    <a:pt x="1328" y="395"/>
                  </a:lnTo>
                  <a:lnTo>
                    <a:pt x="1318" y="371"/>
                  </a:lnTo>
                  <a:lnTo>
                    <a:pt x="1315" y="344"/>
                  </a:lnTo>
                  <a:lnTo>
                    <a:pt x="1318" y="317"/>
                  </a:lnTo>
                  <a:lnTo>
                    <a:pt x="1328" y="293"/>
                  </a:lnTo>
                  <a:lnTo>
                    <a:pt x="1342" y="271"/>
                  </a:lnTo>
                  <a:lnTo>
                    <a:pt x="1360" y="254"/>
                  </a:lnTo>
                  <a:lnTo>
                    <a:pt x="1381" y="240"/>
                  </a:lnTo>
                  <a:lnTo>
                    <a:pt x="1405" y="230"/>
                  </a:lnTo>
                  <a:lnTo>
                    <a:pt x="1432" y="227"/>
                  </a:lnTo>
                  <a:close/>
                  <a:moveTo>
                    <a:pt x="306" y="112"/>
                  </a:moveTo>
                  <a:lnTo>
                    <a:pt x="316" y="134"/>
                  </a:lnTo>
                  <a:lnTo>
                    <a:pt x="323" y="154"/>
                  </a:lnTo>
                  <a:lnTo>
                    <a:pt x="329" y="171"/>
                  </a:lnTo>
                  <a:lnTo>
                    <a:pt x="335" y="192"/>
                  </a:lnTo>
                  <a:lnTo>
                    <a:pt x="342" y="210"/>
                  </a:lnTo>
                  <a:lnTo>
                    <a:pt x="351" y="225"/>
                  </a:lnTo>
                  <a:lnTo>
                    <a:pt x="362" y="238"/>
                  </a:lnTo>
                  <a:lnTo>
                    <a:pt x="378" y="248"/>
                  </a:lnTo>
                  <a:lnTo>
                    <a:pt x="399" y="258"/>
                  </a:lnTo>
                  <a:lnTo>
                    <a:pt x="441" y="271"/>
                  </a:lnTo>
                  <a:lnTo>
                    <a:pt x="483" y="284"/>
                  </a:lnTo>
                  <a:lnTo>
                    <a:pt x="525" y="295"/>
                  </a:lnTo>
                  <a:lnTo>
                    <a:pt x="565" y="305"/>
                  </a:lnTo>
                  <a:lnTo>
                    <a:pt x="593" y="312"/>
                  </a:lnTo>
                  <a:lnTo>
                    <a:pt x="617" y="318"/>
                  </a:lnTo>
                  <a:lnTo>
                    <a:pt x="636" y="323"/>
                  </a:lnTo>
                  <a:lnTo>
                    <a:pt x="658" y="331"/>
                  </a:lnTo>
                  <a:lnTo>
                    <a:pt x="681" y="339"/>
                  </a:lnTo>
                  <a:lnTo>
                    <a:pt x="702" y="350"/>
                  </a:lnTo>
                  <a:lnTo>
                    <a:pt x="725" y="363"/>
                  </a:lnTo>
                  <a:lnTo>
                    <a:pt x="745" y="382"/>
                  </a:lnTo>
                  <a:lnTo>
                    <a:pt x="764" y="408"/>
                  </a:lnTo>
                  <a:lnTo>
                    <a:pt x="781" y="432"/>
                  </a:lnTo>
                  <a:lnTo>
                    <a:pt x="795" y="452"/>
                  </a:lnTo>
                  <a:lnTo>
                    <a:pt x="809" y="469"/>
                  </a:lnTo>
                  <a:lnTo>
                    <a:pt x="823" y="483"/>
                  </a:lnTo>
                  <a:lnTo>
                    <a:pt x="839" y="495"/>
                  </a:lnTo>
                  <a:lnTo>
                    <a:pt x="856" y="505"/>
                  </a:lnTo>
                  <a:lnTo>
                    <a:pt x="877" y="517"/>
                  </a:lnTo>
                  <a:lnTo>
                    <a:pt x="897" y="525"/>
                  </a:lnTo>
                  <a:lnTo>
                    <a:pt x="916" y="530"/>
                  </a:lnTo>
                  <a:lnTo>
                    <a:pt x="933" y="531"/>
                  </a:lnTo>
                  <a:lnTo>
                    <a:pt x="948" y="530"/>
                  </a:lnTo>
                  <a:lnTo>
                    <a:pt x="962" y="526"/>
                  </a:lnTo>
                  <a:lnTo>
                    <a:pt x="977" y="514"/>
                  </a:lnTo>
                  <a:lnTo>
                    <a:pt x="988" y="502"/>
                  </a:lnTo>
                  <a:lnTo>
                    <a:pt x="996" y="487"/>
                  </a:lnTo>
                  <a:lnTo>
                    <a:pt x="1004" y="469"/>
                  </a:lnTo>
                  <a:lnTo>
                    <a:pt x="1011" y="451"/>
                  </a:lnTo>
                  <a:lnTo>
                    <a:pt x="1018" y="436"/>
                  </a:lnTo>
                  <a:lnTo>
                    <a:pt x="1028" y="426"/>
                  </a:lnTo>
                  <a:lnTo>
                    <a:pt x="1033" y="423"/>
                  </a:lnTo>
                  <a:lnTo>
                    <a:pt x="1038" y="418"/>
                  </a:lnTo>
                  <a:lnTo>
                    <a:pt x="1052" y="408"/>
                  </a:lnTo>
                  <a:lnTo>
                    <a:pt x="1066" y="398"/>
                  </a:lnTo>
                  <a:lnTo>
                    <a:pt x="1083" y="391"/>
                  </a:lnTo>
                  <a:lnTo>
                    <a:pt x="1100" y="389"/>
                  </a:lnTo>
                  <a:lnTo>
                    <a:pt x="1113" y="391"/>
                  </a:lnTo>
                  <a:lnTo>
                    <a:pt x="1127" y="397"/>
                  </a:lnTo>
                  <a:lnTo>
                    <a:pt x="1140" y="408"/>
                  </a:lnTo>
                  <a:lnTo>
                    <a:pt x="1149" y="421"/>
                  </a:lnTo>
                  <a:lnTo>
                    <a:pt x="1156" y="436"/>
                  </a:lnTo>
                  <a:lnTo>
                    <a:pt x="1160" y="452"/>
                  </a:lnTo>
                  <a:lnTo>
                    <a:pt x="1163" y="467"/>
                  </a:lnTo>
                  <a:lnTo>
                    <a:pt x="1165" y="476"/>
                  </a:lnTo>
                  <a:lnTo>
                    <a:pt x="1167" y="484"/>
                  </a:lnTo>
                  <a:lnTo>
                    <a:pt x="1168" y="489"/>
                  </a:lnTo>
                  <a:lnTo>
                    <a:pt x="1178" y="505"/>
                  </a:lnTo>
                  <a:lnTo>
                    <a:pt x="1193" y="528"/>
                  </a:lnTo>
                  <a:lnTo>
                    <a:pt x="1207" y="551"/>
                  </a:lnTo>
                  <a:lnTo>
                    <a:pt x="1220" y="575"/>
                  </a:lnTo>
                  <a:lnTo>
                    <a:pt x="1231" y="598"/>
                  </a:lnTo>
                  <a:lnTo>
                    <a:pt x="1239" y="620"/>
                  </a:lnTo>
                  <a:lnTo>
                    <a:pt x="1243" y="641"/>
                  </a:lnTo>
                  <a:lnTo>
                    <a:pt x="1244" y="661"/>
                  </a:lnTo>
                  <a:lnTo>
                    <a:pt x="1240" y="679"/>
                  </a:lnTo>
                  <a:lnTo>
                    <a:pt x="1235" y="697"/>
                  </a:lnTo>
                  <a:lnTo>
                    <a:pt x="1233" y="715"/>
                  </a:lnTo>
                  <a:lnTo>
                    <a:pt x="1236" y="732"/>
                  </a:lnTo>
                  <a:lnTo>
                    <a:pt x="1242" y="747"/>
                  </a:lnTo>
                  <a:lnTo>
                    <a:pt x="1255" y="765"/>
                  </a:lnTo>
                  <a:lnTo>
                    <a:pt x="1274" y="765"/>
                  </a:lnTo>
                  <a:lnTo>
                    <a:pt x="1275" y="766"/>
                  </a:lnTo>
                  <a:lnTo>
                    <a:pt x="1278" y="766"/>
                  </a:lnTo>
                  <a:lnTo>
                    <a:pt x="1281" y="766"/>
                  </a:lnTo>
                  <a:lnTo>
                    <a:pt x="1305" y="763"/>
                  </a:lnTo>
                  <a:lnTo>
                    <a:pt x="1326" y="758"/>
                  </a:lnTo>
                  <a:lnTo>
                    <a:pt x="1345" y="754"/>
                  </a:lnTo>
                  <a:lnTo>
                    <a:pt x="1370" y="749"/>
                  </a:lnTo>
                  <a:lnTo>
                    <a:pt x="1394" y="744"/>
                  </a:lnTo>
                  <a:lnTo>
                    <a:pt x="1418" y="741"/>
                  </a:lnTo>
                  <a:lnTo>
                    <a:pt x="1439" y="738"/>
                  </a:lnTo>
                  <a:lnTo>
                    <a:pt x="1457" y="741"/>
                  </a:lnTo>
                  <a:lnTo>
                    <a:pt x="1472" y="745"/>
                  </a:lnTo>
                  <a:lnTo>
                    <a:pt x="1483" y="753"/>
                  </a:lnTo>
                  <a:lnTo>
                    <a:pt x="1491" y="764"/>
                  </a:lnTo>
                  <a:lnTo>
                    <a:pt x="1502" y="788"/>
                  </a:lnTo>
                  <a:lnTo>
                    <a:pt x="1514" y="808"/>
                  </a:lnTo>
                  <a:lnTo>
                    <a:pt x="1524" y="824"/>
                  </a:lnTo>
                  <a:lnTo>
                    <a:pt x="1534" y="837"/>
                  </a:lnTo>
                  <a:lnTo>
                    <a:pt x="1556" y="860"/>
                  </a:lnTo>
                  <a:lnTo>
                    <a:pt x="1584" y="843"/>
                  </a:lnTo>
                  <a:lnTo>
                    <a:pt x="1595" y="836"/>
                  </a:lnTo>
                  <a:lnTo>
                    <a:pt x="1609" y="826"/>
                  </a:lnTo>
                  <a:lnTo>
                    <a:pt x="1624" y="814"/>
                  </a:lnTo>
                  <a:lnTo>
                    <a:pt x="1637" y="804"/>
                  </a:lnTo>
                  <a:lnTo>
                    <a:pt x="1663" y="784"/>
                  </a:lnTo>
                  <a:lnTo>
                    <a:pt x="1688" y="766"/>
                  </a:lnTo>
                  <a:lnTo>
                    <a:pt x="1712" y="749"/>
                  </a:lnTo>
                  <a:lnTo>
                    <a:pt x="1736" y="736"/>
                  </a:lnTo>
                  <a:lnTo>
                    <a:pt x="1757" y="729"/>
                  </a:lnTo>
                  <a:lnTo>
                    <a:pt x="1776" y="726"/>
                  </a:lnTo>
                  <a:lnTo>
                    <a:pt x="1795" y="725"/>
                  </a:lnTo>
                  <a:lnTo>
                    <a:pt x="1799" y="724"/>
                  </a:lnTo>
                  <a:lnTo>
                    <a:pt x="1810" y="724"/>
                  </a:lnTo>
                  <a:lnTo>
                    <a:pt x="1824" y="723"/>
                  </a:lnTo>
                  <a:lnTo>
                    <a:pt x="1843" y="720"/>
                  </a:lnTo>
                  <a:lnTo>
                    <a:pt x="1864" y="719"/>
                  </a:lnTo>
                  <a:lnTo>
                    <a:pt x="1889" y="717"/>
                  </a:lnTo>
                  <a:lnTo>
                    <a:pt x="1913" y="716"/>
                  </a:lnTo>
                  <a:lnTo>
                    <a:pt x="1937" y="714"/>
                  </a:lnTo>
                  <a:lnTo>
                    <a:pt x="1961" y="713"/>
                  </a:lnTo>
                  <a:lnTo>
                    <a:pt x="1982" y="712"/>
                  </a:lnTo>
                  <a:lnTo>
                    <a:pt x="2000" y="711"/>
                  </a:lnTo>
                  <a:lnTo>
                    <a:pt x="2015" y="711"/>
                  </a:lnTo>
                  <a:lnTo>
                    <a:pt x="2024" y="712"/>
                  </a:lnTo>
                  <a:lnTo>
                    <a:pt x="2024" y="112"/>
                  </a:lnTo>
                  <a:lnTo>
                    <a:pt x="306" y="112"/>
                  </a:lnTo>
                  <a:close/>
                  <a:moveTo>
                    <a:pt x="112" y="112"/>
                  </a:moveTo>
                  <a:lnTo>
                    <a:pt x="112" y="619"/>
                  </a:lnTo>
                  <a:lnTo>
                    <a:pt x="133" y="607"/>
                  </a:lnTo>
                  <a:lnTo>
                    <a:pt x="157" y="593"/>
                  </a:lnTo>
                  <a:lnTo>
                    <a:pt x="185" y="579"/>
                  </a:lnTo>
                  <a:lnTo>
                    <a:pt x="213" y="566"/>
                  </a:lnTo>
                  <a:lnTo>
                    <a:pt x="245" y="557"/>
                  </a:lnTo>
                  <a:lnTo>
                    <a:pt x="257" y="557"/>
                  </a:lnTo>
                  <a:lnTo>
                    <a:pt x="270" y="559"/>
                  </a:lnTo>
                  <a:lnTo>
                    <a:pt x="285" y="563"/>
                  </a:lnTo>
                  <a:lnTo>
                    <a:pt x="301" y="569"/>
                  </a:lnTo>
                  <a:lnTo>
                    <a:pt x="317" y="576"/>
                  </a:lnTo>
                  <a:lnTo>
                    <a:pt x="333" y="581"/>
                  </a:lnTo>
                  <a:lnTo>
                    <a:pt x="347" y="586"/>
                  </a:lnTo>
                  <a:lnTo>
                    <a:pt x="359" y="588"/>
                  </a:lnTo>
                  <a:lnTo>
                    <a:pt x="368" y="589"/>
                  </a:lnTo>
                  <a:lnTo>
                    <a:pt x="391" y="582"/>
                  </a:lnTo>
                  <a:lnTo>
                    <a:pt x="411" y="573"/>
                  </a:lnTo>
                  <a:lnTo>
                    <a:pt x="428" y="560"/>
                  </a:lnTo>
                  <a:lnTo>
                    <a:pt x="441" y="545"/>
                  </a:lnTo>
                  <a:lnTo>
                    <a:pt x="452" y="530"/>
                  </a:lnTo>
                  <a:lnTo>
                    <a:pt x="461" y="514"/>
                  </a:lnTo>
                  <a:lnTo>
                    <a:pt x="468" y="501"/>
                  </a:lnTo>
                  <a:lnTo>
                    <a:pt x="474" y="488"/>
                  </a:lnTo>
                  <a:lnTo>
                    <a:pt x="479" y="477"/>
                  </a:lnTo>
                  <a:lnTo>
                    <a:pt x="506" y="401"/>
                  </a:lnTo>
                  <a:lnTo>
                    <a:pt x="439" y="396"/>
                  </a:lnTo>
                  <a:lnTo>
                    <a:pt x="432" y="395"/>
                  </a:lnTo>
                  <a:lnTo>
                    <a:pt x="420" y="394"/>
                  </a:lnTo>
                  <a:lnTo>
                    <a:pt x="404" y="391"/>
                  </a:lnTo>
                  <a:lnTo>
                    <a:pt x="385" y="388"/>
                  </a:lnTo>
                  <a:lnTo>
                    <a:pt x="362" y="383"/>
                  </a:lnTo>
                  <a:lnTo>
                    <a:pt x="338" y="377"/>
                  </a:lnTo>
                  <a:lnTo>
                    <a:pt x="314" y="370"/>
                  </a:lnTo>
                  <a:lnTo>
                    <a:pt x="289" y="360"/>
                  </a:lnTo>
                  <a:lnTo>
                    <a:pt x="266" y="349"/>
                  </a:lnTo>
                  <a:lnTo>
                    <a:pt x="244" y="335"/>
                  </a:lnTo>
                  <a:lnTo>
                    <a:pt x="225" y="319"/>
                  </a:lnTo>
                  <a:lnTo>
                    <a:pt x="209" y="301"/>
                  </a:lnTo>
                  <a:lnTo>
                    <a:pt x="197" y="281"/>
                  </a:lnTo>
                  <a:lnTo>
                    <a:pt x="187" y="256"/>
                  </a:lnTo>
                  <a:lnTo>
                    <a:pt x="180" y="233"/>
                  </a:lnTo>
                  <a:lnTo>
                    <a:pt x="173" y="212"/>
                  </a:lnTo>
                  <a:lnTo>
                    <a:pt x="169" y="194"/>
                  </a:lnTo>
                  <a:lnTo>
                    <a:pt x="165" y="184"/>
                  </a:lnTo>
                  <a:lnTo>
                    <a:pt x="158" y="173"/>
                  </a:lnTo>
                  <a:lnTo>
                    <a:pt x="151" y="161"/>
                  </a:lnTo>
                  <a:lnTo>
                    <a:pt x="143" y="149"/>
                  </a:lnTo>
                  <a:lnTo>
                    <a:pt x="133" y="137"/>
                  </a:lnTo>
                  <a:lnTo>
                    <a:pt x="126" y="128"/>
                  </a:lnTo>
                  <a:lnTo>
                    <a:pt x="118" y="119"/>
                  </a:lnTo>
                  <a:lnTo>
                    <a:pt x="114" y="114"/>
                  </a:lnTo>
                  <a:lnTo>
                    <a:pt x="112" y="112"/>
                  </a:lnTo>
                  <a:close/>
                  <a:moveTo>
                    <a:pt x="0" y="0"/>
                  </a:moveTo>
                  <a:lnTo>
                    <a:pt x="2136" y="0"/>
                  </a:lnTo>
                  <a:lnTo>
                    <a:pt x="2136" y="1574"/>
                  </a:lnTo>
                  <a:lnTo>
                    <a:pt x="0" y="1574"/>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cxnSp>
        <p:nvCxnSpPr>
          <p:cNvPr id="189" name="Straight Connector 188"/>
          <p:cNvCxnSpPr>
            <a:cxnSpLocks/>
          </p:cNvCxnSpPr>
          <p:nvPr/>
        </p:nvCxnSpPr>
        <p:spPr bwMode="auto">
          <a:xfrm>
            <a:off x="684213" y="2123483"/>
            <a:ext cx="2703880" cy="0"/>
          </a:xfrm>
          <a:prstGeom prst="line">
            <a:avLst/>
          </a:prstGeom>
          <a:noFill/>
          <a:ln w="9525" cap="flat" cmpd="sng" algn="ctr">
            <a:solidFill>
              <a:srgbClr val="BFBFBF"/>
            </a:solidFill>
            <a:prstDash val="solid"/>
            <a:round/>
            <a:headEnd type="none" w="med" len="med"/>
            <a:tailEnd type="none" w="med" len="med"/>
          </a:ln>
          <a:effectLst/>
        </p:spPr>
      </p:cxnSp>
      <p:sp>
        <p:nvSpPr>
          <p:cNvPr id="191" name="TextBox 190"/>
          <p:cNvSpPr txBox="1">
            <a:spLocks noChangeAspect="1"/>
          </p:cNvSpPr>
          <p:nvPr/>
        </p:nvSpPr>
        <p:spPr>
          <a:xfrm>
            <a:off x="7724134" y="1855499"/>
            <a:ext cx="662082" cy="385852"/>
          </a:xfrm>
          <a:prstGeom prst="rect">
            <a:avLst/>
          </a:prstGeom>
          <a:noFill/>
          <a:ln>
            <a:noFill/>
          </a:ln>
          <a:effectLst/>
        </p:spPr>
        <p:txBody>
          <a:bodyPr wrap="square" lIns="0" tIns="0" rIns="0" bIns="0" rtlCol="0" anchor="b">
            <a:noAutofit/>
          </a:bodyPr>
          <a:lstStyle/>
          <a:p>
            <a:pPr algn="ctr" eaLnBrk="0" hangingPunct="0"/>
            <a:r>
              <a:rPr lang="en-US" sz="1200" dirty="0">
                <a:solidFill>
                  <a:schemeClr val="bg1"/>
                </a:solidFill>
                <a:ea typeface="+mn-ea"/>
                <a:cs typeface="+mn-cs"/>
              </a:rPr>
              <a:t>With Interface</a:t>
            </a:r>
          </a:p>
        </p:txBody>
      </p:sp>
      <p:sp>
        <p:nvSpPr>
          <p:cNvPr id="192" name="TextBox 191"/>
          <p:cNvSpPr txBox="1">
            <a:spLocks noChangeAspect="1"/>
          </p:cNvSpPr>
          <p:nvPr/>
        </p:nvSpPr>
        <p:spPr>
          <a:xfrm>
            <a:off x="8729102" y="1855499"/>
            <a:ext cx="662082" cy="385852"/>
          </a:xfrm>
          <a:prstGeom prst="rect">
            <a:avLst/>
          </a:prstGeom>
          <a:noFill/>
          <a:ln>
            <a:noFill/>
          </a:ln>
          <a:effectLst/>
        </p:spPr>
        <p:txBody>
          <a:bodyPr wrap="square" lIns="0" tIns="0" rIns="0" bIns="0" rtlCol="0" anchor="b">
            <a:noAutofit/>
          </a:bodyPr>
          <a:lstStyle/>
          <a:p>
            <a:pPr algn="ctr" eaLnBrk="0" hangingPunct="0"/>
            <a:r>
              <a:rPr lang="en-US" sz="1200" dirty="0">
                <a:solidFill>
                  <a:schemeClr val="bg1"/>
                </a:solidFill>
                <a:ea typeface="+mn-ea"/>
                <a:cs typeface="+mn-cs"/>
              </a:rPr>
              <a:t>Without Interface</a:t>
            </a:r>
          </a:p>
        </p:txBody>
      </p:sp>
      <p:grpSp>
        <p:nvGrpSpPr>
          <p:cNvPr id="16" name="Group 15"/>
          <p:cNvGrpSpPr>
            <a:grpSpLocks noChangeAspect="1"/>
          </p:cNvGrpSpPr>
          <p:nvPr/>
        </p:nvGrpSpPr>
        <p:grpSpPr>
          <a:xfrm>
            <a:off x="7763256" y="2475348"/>
            <a:ext cx="580953" cy="457200"/>
            <a:chOff x="7763256" y="2586861"/>
            <a:chExt cx="580953" cy="457200"/>
          </a:xfrm>
        </p:grpSpPr>
        <p:sp useBgFill="1">
          <p:nvSpPr>
            <p:cNvPr id="194" name="Freeform 20"/>
            <p:cNvSpPr>
              <a:spLocks/>
            </p:cNvSpPr>
            <p:nvPr/>
          </p:nvSpPr>
          <p:spPr bwMode="auto">
            <a:xfrm>
              <a:off x="7763256" y="2586861"/>
              <a:ext cx="580953" cy="457200"/>
            </a:xfrm>
            <a:custGeom>
              <a:avLst/>
              <a:gdLst>
                <a:gd name="T0" fmla="*/ 113 w 2362"/>
                <a:gd name="T1" fmla="*/ 0 h 1856"/>
                <a:gd name="T2" fmla="*/ 2249 w 2362"/>
                <a:gd name="T3" fmla="*/ 0 h 1856"/>
                <a:gd name="T4" fmla="*/ 2275 w 2362"/>
                <a:gd name="T5" fmla="*/ 3 h 1856"/>
                <a:gd name="T6" fmla="*/ 2299 w 2362"/>
                <a:gd name="T7" fmla="*/ 12 h 1856"/>
                <a:gd name="T8" fmla="*/ 2320 w 2362"/>
                <a:gd name="T9" fmla="*/ 25 h 1856"/>
                <a:gd name="T10" fmla="*/ 2337 w 2362"/>
                <a:gd name="T11" fmla="*/ 42 h 1856"/>
                <a:gd name="T12" fmla="*/ 2350 w 2362"/>
                <a:gd name="T13" fmla="*/ 63 h 1856"/>
                <a:gd name="T14" fmla="*/ 2359 w 2362"/>
                <a:gd name="T15" fmla="*/ 87 h 1856"/>
                <a:gd name="T16" fmla="*/ 2362 w 2362"/>
                <a:gd name="T17" fmla="*/ 113 h 1856"/>
                <a:gd name="T18" fmla="*/ 2362 w 2362"/>
                <a:gd name="T19" fmla="*/ 1743 h 1856"/>
                <a:gd name="T20" fmla="*/ 2359 w 2362"/>
                <a:gd name="T21" fmla="*/ 1769 h 1856"/>
                <a:gd name="T22" fmla="*/ 2350 w 2362"/>
                <a:gd name="T23" fmla="*/ 1793 h 1856"/>
                <a:gd name="T24" fmla="*/ 2337 w 2362"/>
                <a:gd name="T25" fmla="*/ 1814 h 1856"/>
                <a:gd name="T26" fmla="*/ 2320 w 2362"/>
                <a:gd name="T27" fmla="*/ 1831 h 1856"/>
                <a:gd name="T28" fmla="*/ 2299 w 2362"/>
                <a:gd name="T29" fmla="*/ 1844 h 1856"/>
                <a:gd name="T30" fmla="*/ 2275 w 2362"/>
                <a:gd name="T31" fmla="*/ 1853 h 1856"/>
                <a:gd name="T32" fmla="*/ 2249 w 2362"/>
                <a:gd name="T33" fmla="*/ 1856 h 1856"/>
                <a:gd name="T34" fmla="*/ 113 w 2362"/>
                <a:gd name="T35" fmla="*/ 1856 h 1856"/>
                <a:gd name="T36" fmla="*/ 87 w 2362"/>
                <a:gd name="T37" fmla="*/ 1853 h 1856"/>
                <a:gd name="T38" fmla="*/ 63 w 2362"/>
                <a:gd name="T39" fmla="*/ 1844 h 1856"/>
                <a:gd name="T40" fmla="*/ 42 w 2362"/>
                <a:gd name="T41" fmla="*/ 1831 h 1856"/>
                <a:gd name="T42" fmla="*/ 25 w 2362"/>
                <a:gd name="T43" fmla="*/ 1814 h 1856"/>
                <a:gd name="T44" fmla="*/ 12 w 2362"/>
                <a:gd name="T45" fmla="*/ 1793 h 1856"/>
                <a:gd name="T46" fmla="*/ 3 w 2362"/>
                <a:gd name="T47" fmla="*/ 1769 h 1856"/>
                <a:gd name="T48" fmla="*/ 0 w 2362"/>
                <a:gd name="T49" fmla="*/ 1743 h 1856"/>
                <a:gd name="T50" fmla="*/ 0 w 2362"/>
                <a:gd name="T51" fmla="*/ 113 h 1856"/>
                <a:gd name="T52" fmla="*/ 3 w 2362"/>
                <a:gd name="T53" fmla="*/ 87 h 1856"/>
                <a:gd name="T54" fmla="*/ 12 w 2362"/>
                <a:gd name="T55" fmla="*/ 63 h 1856"/>
                <a:gd name="T56" fmla="*/ 25 w 2362"/>
                <a:gd name="T57" fmla="*/ 42 h 1856"/>
                <a:gd name="T58" fmla="*/ 42 w 2362"/>
                <a:gd name="T59" fmla="*/ 25 h 1856"/>
                <a:gd name="T60" fmla="*/ 63 w 2362"/>
                <a:gd name="T61" fmla="*/ 12 h 1856"/>
                <a:gd name="T62" fmla="*/ 87 w 2362"/>
                <a:gd name="T63" fmla="*/ 3 h 1856"/>
                <a:gd name="T64" fmla="*/ 113 w 2362"/>
                <a:gd name="T65" fmla="*/ 0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56">
                  <a:moveTo>
                    <a:pt x="113" y="0"/>
                  </a:moveTo>
                  <a:lnTo>
                    <a:pt x="2249" y="0"/>
                  </a:lnTo>
                  <a:lnTo>
                    <a:pt x="2275" y="3"/>
                  </a:lnTo>
                  <a:lnTo>
                    <a:pt x="2299" y="12"/>
                  </a:lnTo>
                  <a:lnTo>
                    <a:pt x="2320" y="25"/>
                  </a:lnTo>
                  <a:lnTo>
                    <a:pt x="2337" y="42"/>
                  </a:lnTo>
                  <a:lnTo>
                    <a:pt x="2350" y="63"/>
                  </a:lnTo>
                  <a:lnTo>
                    <a:pt x="2359" y="87"/>
                  </a:lnTo>
                  <a:lnTo>
                    <a:pt x="2362" y="113"/>
                  </a:lnTo>
                  <a:lnTo>
                    <a:pt x="2362" y="1743"/>
                  </a:lnTo>
                  <a:lnTo>
                    <a:pt x="2359" y="1769"/>
                  </a:lnTo>
                  <a:lnTo>
                    <a:pt x="2350" y="1793"/>
                  </a:lnTo>
                  <a:lnTo>
                    <a:pt x="2337" y="1814"/>
                  </a:lnTo>
                  <a:lnTo>
                    <a:pt x="2320" y="1831"/>
                  </a:lnTo>
                  <a:lnTo>
                    <a:pt x="2299" y="1844"/>
                  </a:lnTo>
                  <a:lnTo>
                    <a:pt x="2275" y="1853"/>
                  </a:lnTo>
                  <a:lnTo>
                    <a:pt x="2249" y="1856"/>
                  </a:lnTo>
                  <a:lnTo>
                    <a:pt x="113" y="1856"/>
                  </a:lnTo>
                  <a:lnTo>
                    <a:pt x="87" y="1853"/>
                  </a:lnTo>
                  <a:lnTo>
                    <a:pt x="63" y="1844"/>
                  </a:lnTo>
                  <a:lnTo>
                    <a:pt x="42" y="1831"/>
                  </a:lnTo>
                  <a:lnTo>
                    <a:pt x="25" y="1814"/>
                  </a:lnTo>
                  <a:lnTo>
                    <a:pt x="12" y="1793"/>
                  </a:lnTo>
                  <a:lnTo>
                    <a:pt x="3" y="1769"/>
                  </a:lnTo>
                  <a:lnTo>
                    <a:pt x="0" y="1743"/>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5" name="Freeform 21"/>
            <p:cNvSpPr>
              <a:spLocks noEditPoints="1"/>
            </p:cNvSpPr>
            <p:nvPr/>
          </p:nvSpPr>
          <p:spPr bwMode="auto">
            <a:xfrm>
              <a:off x="7790757" y="2616081"/>
              <a:ext cx="525952" cy="398761"/>
            </a:xfrm>
            <a:custGeom>
              <a:avLst/>
              <a:gdLst>
                <a:gd name="T0" fmla="*/ 225 w 2136"/>
                <a:gd name="T1" fmla="*/ 562 h 1630"/>
                <a:gd name="T2" fmla="*/ 506 w 2136"/>
                <a:gd name="T3" fmla="*/ 562 h 1630"/>
                <a:gd name="T4" fmla="*/ 506 w 2136"/>
                <a:gd name="T5" fmla="*/ 1405 h 1630"/>
                <a:gd name="T6" fmla="*/ 225 w 2136"/>
                <a:gd name="T7" fmla="*/ 1405 h 1630"/>
                <a:gd name="T8" fmla="*/ 225 w 2136"/>
                <a:gd name="T9" fmla="*/ 562 h 1630"/>
                <a:gd name="T10" fmla="*/ 112 w 2136"/>
                <a:gd name="T11" fmla="*/ 112 h 1630"/>
                <a:gd name="T12" fmla="*/ 112 w 2136"/>
                <a:gd name="T13" fmla="*/ 1518 h 1630"/>
                <a:gd name="T14" fmla="*/ 2024 w 2136"/>
                <a:gd name="T15" fmla="*/ 1518 h 1630"/>
                <a:gd name="T16" fmla="*/ 2024 w 2136"/>
                <a:gd name="T17" fmla="*/ 112 h 1630"/>
                <a:gd name="T18" fmla="*/ 112 w 2136"/>
                <a:gd name="T19" fmla="*/ 112 h 1630"/>
                <a:gd name="T20" fmla="*/ 0 w 2136"/>
                <a:gd name="T21" fmla="*/ 0 h 1630"/>
                <a:gd name="T22" fmla="*/ 2136 w 2136"/>
                <a:gd name="T23" fmla="*/ 0 h 1630"/>
                <a:gd name="T24" fmla="*/ 2136 w 2136"/>
                <a:gd name="T25" fmla="*/ 1630 h 1630"/>
                <a:gd name="T26" fmla="*/ 0 w 2136"/>
                <a:gd name="T27" fmla="*/ 1630 h 1630"/>
                <a:gd name="T28" fmla="*/ 0 w 2136"/>
                <a:gd name="T29"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36" h="1630">
                  <a:moveTo>
                    <a:pt x="225" y="562"/>
                  </a:moveTo>
                  <a:lnTo>
                    <a:pt x="506" y="562"/>
                  </a:lnTo>
                  <a:lnTo>
                    <a:pt x="506" y="1405"/>
                  </a:lnTo>
                  <a:lnTo>
                    <a:pt x="225" y="1405"/>
                  </a:lnTo>
                  <a:lnTo>
                    <a:pt x="225" y="562"/>
                  </a:lnTo>
                  <a:close/>
                  <a:moveTo>
                    <a:pt x="112" y="112"/>
                  </a:moveTo>
                  <a:lnTo>
                    <a:pt x="112" y="1518"/>
                  </a:lnTo>
                  <a:lnTo>
                    <a:pt x="2024" y="1518"/>
                  </a:lnTo>
                  <a:lnTo>
                    <a:pt x="2024" y="112"/>
                  </a:lnTo>
                  <a:lnTo>
                    <a:pt x="112" y="112"/>
                  </a:lnTo>
                  <a:close/>
                  <a:moveTo>
                    <a:pt x="0" y="0"/>
                  </a:moveTo>
                  <a:lnTo>
                    <a:pt x="2136" y="0"/>
                  </a:lnTo>
                  <a:lnTo>
                    <a:pt x="2136" y="1630"/>
                  </a:lnTo>
                  <a:lnTo>
                    <a:pt x="0" y="163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6" name="Rectangle 22"/>
            <p:cNvSpPr>
              <a:spLocks noChangeArrowheads="1"/>
            </p:cNvSpPr>
            <p:nvPr/>
          </p:nvSpPr>
          <p:spPr bwMode="auto">
            <a:xfrm>
              <a:off x="7847478" y="2671083"/>
              <a:ext cx="412511" cy="55002"/>
            </a:xfrm>
            <a:prstGeom prst="rect">
              <a:avLst/>
            </a:prstGeom>
            <a:solidFill>
              <a:srgbClr val="7DD2F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7" name="Rectangle 23"/>
            <p:cNvSpPr>
              <a:spLocks noChangeArrowheads="1"/>
            </p:cNvSpPr>
            <p:nvPr/>
          </p:nvSpPr>
          <p:spPr bwMode="auto">
            <a:xfrm>
              <a:off x="7943730" y="2753585"/>
              <a:ext cx="316258" cy="206256"/>
            </a:xfrm>
            <a:prstGeom prst="rect">
              <a:avLst/>
            </a:prstGeom>
            <a:solidFill>
              <a:srgbClr val="FF883C"/>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8" name="Freeform 24"/>
            <p:cNvSpPr>
              <a:spLocks noEditPoints="1"/>
            </p:cNvSpPr>
            <p:nvPr/>
          </p:nvSpPr>
          <p:spPr bwMode="auto">
            <a:xfrm>
              <a:off x="7943730" y="2806867"/>
              <a:ext cx="316258" cy="152973"/>
            </a:xfrm>
            <a:custGeom>
              <a:avLst/>
              <a:gdLst>
                <a:gd name="T0" fmla="*/ 170 w 1290"/>
                <a:gd name="T1" fmla="*/ 231 h 626"/>
                <a:gd name="T2" fmla="*/ 240 w 1290"/>
                <a:gd name="T3" fmla="*/ 234 h 626"/>
                <a:gd name="T4" fmla="*/ 307 w 1290"/>
                <a:gd name="T5" fmla="*/ 244 h 626"/>
                <a:gd name="T6" fmla="*/ 372 w 1290"/>
                <a:gd name="T7" fmla="*/ 259 h 626"/>
                <a:gd name="T8" fmla="*/ 435 w 1290"/>
                <a:gd name="T9" fmla="*/ 281 h 626"/>
                <a:gd name="T10" fmla="*/ 495 w 1290"/>
                <a:gd name="T11" fmla="*/ 308 h 626"/>
                <a:gd name="T12" fmla="*/ 552 w 1290"/>
                <a:gd name="T13" fmla="*/ 341 h 626"/>
                <a:gd name="T14" fmla="*/ 605 w 1290"/>
                <a:gd name="T15" fmla="*/ 378 h 626"/>
                <a:gd name="T16" fmla="*/ 655 w 1290"/>
                <a:gd name="T17" fmla="*/ 420 h 626"/>
                <a:gd name="T18" fmla="*/ 701 w 1290"/>
                <a:gd name="T19" fmla="*/ 465 h 626"/>
                <a:gd name="T20" fmla="*/ 743 w 1290"/>
                <a:gd name="T21" fmla="*/ 515 h 626"/>
                <a:gd name="T22" fmla="*/ 780 w 1290"/>
                <a:gd name="T23" fmla="*/ 569 h 626"/>
                <a:gd name="T24" fmla="*/ 812 w 1290"/>
                <a:gd name="T25" fmla="*/ 626 h 626"/>
                <a:gd name="T26" fmla="*/ 0 w 1290"/>
                <a:gd name="T27" fmla="*/ 626 h 626"/>
                <a:gd name="T28" fmla="*/ 0 w 1290"/>
                <a:gd name="T29" fmla="*/ 252 h 626"/>
                <a:gd name="T30" fmla="*/ 56 w 1290"/>
                <a:gd name="T31" fmla="*/ 240 h 626"/>
                <a:gd name="T32" fmla="*/ 112 w 1290"/>
                <a:gd name="T33" fmla="*/ 233 h 626"/>
                <a:gd name="T34" fmla="*/ 170 w 1290"/>
                <a:gd name="T35" fmla="*/ 231 h 626"/>
                <a:gd name="T36" fmla="*/ 1197 w 1290"/>
                <a:gd name="T37" fmla="*/ 0 h 626"/>
                <a:gd name="T38" fmla="*/ 1244 w 1290"/>
                <a:gd name="T39" fmla="*/ 3 h 626"/>
                <a:gd name="T40" fmla="*/ 1290 w 1290"/>
                <a:gd name="T41" fmla="*/ 9 h 626"/>
                <a:gd name="T42" fmla="*/ 1290 w 1290"/>
                <a:gd name="T43" fmla="*/ 388 h 626"/>
                <a:gd name="T44" fmla="*/ 1241 w 1290"/>
                <a:gd name="T45" fmla="*/ 357 h 626"/>
                <a:gd name="T46" fmla="*/ 1195 w 1290"/>
                <a:gd name="T47" fmla="*/ 322 h 626"/>
                <a:gd name="T48" fmla="*/ 1151 w 1290"/>
                <a:gd name="T49" fmla="*/ 283 h 626"/>
                <a:gd name="T50" fmla="*/ 1111 w 1290"/>
                <a:gd name="T51" fmla="*/ 240 h 626"/>
                <a:gd name="T52" fmla="*/ 1074 w 1290"/>
                <a:gd name="T53" fmla="*/ 194 h 626"/>
                <a:gd name="T54" fmla="*/ 1042 w 1290"/>
                <a:gd name="T55" fmla="*/ 146 h 626"/>
                <a:gd name="T56" fmla="*/ 1012 w 1290"/>
                <a:gd name="T57" fmla="*/ 95 h 626"/>
                <a:gd name="T58" fmla="*/ 988 w 1290"/>
                <a:gd name="T59" fmla="*/ 41 h 626"/>
                <a:gd name="T60" fmla="*/ 1037 w 1290"/>
                <a:gd name="T61" fmla="*/ 24 h 626"/>
                <a:gd name="T62" fmla="*/ 1089 w 1290"/>
                <a:gd name="T63" fmla="*/ 11 h 626"/>
                <a:gd name="T64" fmla="*/ 1142 w 1290"/>
                <a:gd name="T65" fmla="*/ 3 h 626"/>
                <a:gd name="T66" fmla="*/ 1197 w 1290"/>
                <a:gd name="T67" fmla="*/ 0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90" h="626">
                  <a:moveTo>
                    <a:pt x="170" y="231"/>
                  </a:moveTo>
                  <a:lnTo>
                    <a:pt x="240" y="234"/>
                  </a:lnTo>
                  <a:lnTo>
                    <a:pt x="307" y="244"/>
                  </a:lnTo>
                  <a:lnTo>
                    <a:pt x="372" y="259"/>
                  </a:lnTo>
                  <a:lnTo>
                    <a:pt x="435" y="281"/>
                  </a:lnTo>
                  <a:lnTo>
                    <a:pt x="495" y="308"/>
                  </a:lnTo>
                  <a:lnTo>
                    <a:pt x="552" y="341"/>
                  </a:lnTo>
                  <a:lnTo>
                    <a:pt x="605" y="378"/>
                  </a:lnTo>
                  <a:lnTo>
                    <a:pt x="655" y="420"/>
                  </a:lnTo>
                  <a:lnTo>
                    <a:pt x="701" y="465"/>
                  </a:lnTo>
                  <a:lnTo>
                    <a:pt x="743" y="515"/>
                  </a:lnTo>
                  <a:lnTo>
                    <a:pt x="780" y="569"/>
                  </a:lnTo>
                  <a:lnTo>
                    <a:pt x="812" y="626"/>
                  </a:lnTo>
                  <a:lnTo>
                    <a:pt x="0" y="626"/>
                  </a:lnTo>
                  <a:lnTo>
                    <a:pt x="0" y="252"/>
                  </a:lnTo>
                  <a:lnTo>
                    <a:pt x="56" y="240"/>
                  </a:lnTo>
                  <a:lnTo>
                    <a:pt x="112" y="233"/>
                  </a:lnTo>
                  <a:lnTo>
                    <a:pt x="170" y="231"/>
                  </a:lnTo>
                  <a:close/>
                  <a:moveTo>
                    <a:pt x="1197" y="0"/>
                  </a:moveTo>
                  <a:lnTo>
                    <a:pt x="1244" y="3"/>
                  </a:lnTo>
                  <a:lnTo>
                    <a:pt x="1290" y="9"/>
                  </a:lnTo>
                  <a:lnTo>
                    <a:pt x="1290" y="388"/>
                  </a:lnTo>
                  <a:lnTo>
                    <a:pt x="1241" y="357"/>
                  </a:lnTo>
                  <a:lnTo>
                    <a:pt x="1195" y="322"/>
                  </a:lnTo>
                  <a:lnTo>
                    <a:pt x="1151" y="283"/>
                  </a:lnTo>
                  <a:lnTo>
                    <a:pt x="1111" y="240"/>
                  </a:lnTo>
                  <a:lnTo>
                    <a:pt x="1074" y="194"/>
                  </a:lnTo>
                  <a:lnTo>
                    <a:pt x="1042" y="146"/>
                  </a:lnTo>
                  <a:lnTo>
                    <a:pt x="1012" y="95"/>
                  </a:lnTo>
                  <a:lnTo>
                    <a:pt x="988" y="41"/>
                  </a:lnTo>
                  <a:lnTo>
                    <a:pt x="1037" y="24"/>
                  </a:lnTo>
                  <a:lnTo>
                    <a:pt x="1089" y="11"/>
                  </a:lnTo>
                  <a:lnTo>
                    <a:pt x="1142" y="3"/>
                  </a:lnTo>
                  <a:lnTo>
                    <a:pt x="1197"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9" name="Freeform 25"/>
            <p:cNvSpPr>
              <a:spLocks noEditPoints="1"/>
            </p:cNvSpPr>
            <p:nvPr/>
          </p:nvSpPr>
          <p:spPr bwMode="auto">
            <a:xfrm>
              <a:off x="7943730" y="2753585"/>
              <a:ext cx="316258" cy="206256"/>
            </a:xfrm>
            <a:custGeom>
              <a:avLst/>
              <a:gdLst>
                <a:gd name="T0" fmla="*/ 463 w 1290"/>
                <a:gd name="T1" fmla="*/ 642 h 843"/>
                <a:gd name="T2" fmla="*/ 479 w 1290"/>
                <a:gd name="T3" fmla="*/ 705 h 843"/>
                <a:gd name="T4" fmla="*/ 434 w 1290"/>
                <a:gd name="T5" fmla="*/ 749 h 843"/>
                <a:gd name="T6" fmla="*/ 372 w 1290"/>
                <a:gd name="T7" fmla="*/ 732 h 843"/>
                <a:gd name="T8" fmla="*/ 356 w 1290"/>
                <a:gd name="T9" fmla="*/ 671 h 843"/>
                <a:gd name="T10" fmla="*/ 400 w 1290"/>
                <a:gd name="T11" fmla="*/ 626 h 843"/>
                <a:gd name="T12" fmla="*/ 1033 w 1290"/>
                <a:gd name="T13" fmla="*/ 591 h 843"/>
                <a:gd name="T14" fmla="*/ 1065 w 1290"/>
                <a:gd name="T15" fmla="*/ 645 h 843"/>
                <a:gd name="T16" fmla="*/ 1033 w 1290"/>
                <a:gd name="T17" fmla="*/ 700 h 843"/>
                <a:gd name="T18" fmla="*/ 969 w 1290"/>
                <a:gd name="T19" fmla="*/ 700 h 843"/>
                <a:gd name="T20" fmla="*/ 937 w 1290"/>
                <a:gd name="T21" fmla="*/ 645 h 843"/>
                <a:gd name="T22" fmla="*/ 969 w 1290"/>
                <a:gd name="T23" fmla="*/ 591 h 843"/>
                <a:gd name="T24" fmla="*/ 193 w 1290"/>
                <a:gd name="T25" fmla="*/ 546 h 843"/>
                <a:gd name="T26" fmla="*/ 228 w 1290"/>
                <a:gd name="T27" fmla="*/ 596 h 843"/>
                <a:gd name="T28" fmla="*/ 193 w 1290"/>
                <a:gd name="T29" fmla="*/ 644 h 843"/>
                <a:gd name="T30" fmla="*/ 135 w 1290"/>
                <a:gd name="T31" fmla="*/ 626 h 843"/>
                <a:gd name="T32" fmla="*/ 135 w 1290"/>
                <a:gd name="T33" fmla="*/ 565 h 843"/>
                <a:gd name="T34" fmla="*/ 868 w 1290"/>
                <a:gd name="T35" fmla="*/ 465 h 843"/>
                <a:gd name="T36" fmla="*/ 917 w 1290"/>
                <a:gd name="T37" fmla="*/ 500 h 843"/>
                <a:gd name="T38" fmla="*/ 899 w 1290"/>
                <a:gd name="T39" fmla="*/ 558 h 843"/>
                <a:gd name="T40" fmla="*/ 838 w 1290"/>
                <a:gd name="T41" fmla="*/ 558 h 843"/>
                <a:gd name="T42" fmla="*/ 819 w 1290"/>
                <a:gd name="T43" fmla="*/ 500 h 843"/>
                <a:gd name="T44" fmla="*/ 868 w 1290"/>
                <a:gd name="T45" fmla="*/ 465 h 843"/>
                <a:gd name="T46" fmla="*/ 611 w 1290"/>
                <a:gd name="T47" fmla="*/ 161 h 843"/>
                <a:gd name="T48" fmla="*/ 632 w 1290"/>
                <a:gd name="T49" fmla="*/ 241 h 843"/>
                <a:gd name="T50" fmla="*/ 575 w 1290"/>
                <a:gd name="T51" fmla="*/ 298 h 843"/>
                <a:gd name="T52" fmla="*/ 494 w 1290"/>
                <a:gd name="T53" fmla="*/ 277 h 843"/>
                <a:gd name="T54" fmla="*/ 473 w 1290"/>
                <a:gd name="T55" fmla="*/ 198 h 843"/>
                <a:gd name="T56" fmla="*/ 531 w 1290"/>
                <a:gd name="T57" fmla="*/ 139 h 843"/>
                <a:gd name="T58" fmla="*/ 226 w 1290"/>
                <a:gd name="T59" fmla="*/ 123 h 843"/>
                <a:gd name="T60" fmla="*/ 247 w 1290"/>
                <a:gd name="T61" fmla="*/ 188 h 843"/>
                <a:gd name="T62" fmla="*/ 192 w 1290"/>
                <a:gd name="T63" fmla="*/ 227 h 843"/>
                <a:gd name="T64" fmla="*/ 137 w 1290"/>
                <a:gd name="T65" fmla="*/ 188 h 843"/>
                <a:gd name="T66" fmla="*/ 158 w 1290"/>
                <a:gd name="T67" fmla="*/ 123 h 843"/>
                <a:gd name="T68" fmla="*/ 935 w 1290"/>
                <a:gd name="T69" fmla="*/ 0 h 843"/>
                <a:gd name="T70" fmla="*/ 1018 w 1290"/>
                <a:gd name="T71" fmla="*/ 169 h 843"/>
                <a:gd name="T72" fmla="*/ 1244 w 1290"/>
                <a:gd name="T73" fmla="*/ 146 h 843"/>
                <a:gd name="T74" fmla="*/ 1197 w 1290"/>
                <a:gd name="T75" fmla="*/ 217 h 843"/>
                <a:gd name="T76" fmla="*/ 988 w 1290"/>
                <a:gd name="T77" fmla="*/ 258 h 843"/>
                <a:gd name="T78" fmla="*/ 1111 w 1290"/>
                <a:gd name="T79" fmla="*/ 457 h 843"/>
                <a:gd name="T80" fmla="*/ 1290 w 1290"/>
                <a:gd name="T81" fmla="*/ 605 h 843"/>
                <a:gd name="T82" fmla="*/ 1138 w 1290"/>
                <a:gd name="T83" fmla="*/ 586 h 843"/>
                <a:gd name="T84" fmla="*/ 978 w 1290"/>
                <a:gd name="T85" fmla="*/ 400 h 843"/>
                <a:gd name="T86" fmla="*/ 836 w 1290"/>
                <a:gd name="T87" fmla="*/ 352 h 843"/>
                <a:gd name="T88" fmla="*/ 706 w 1290"/>
                <a:gd name="T89" fmla="*/ 514 h 843"/>
                <a:gd name="T90" fmla="*/ 804 w 1290"/>
                <a:gd name="T91" fmla="*/ 691 h 843"/>
                <a:gd name="T92" fmla="*/ 812 w 1290"/>
                <a:gd name="T93" fmla="*/ 843 h 843"/>
                <a:gd name="T94" fmla="*/ 655 w 1290"/>
                <a:gd name="T95" fmla="*/ 637 h 843"/>
                <a:gd name="T96" fmla="*/ 435 w 1290"/>
                <a:gd name="T97" fmla="*/ 498 h 843"/>
                <a:gd name="T98" fmla="*/ 170 w 1290"/>
                <a:gd name="T99" fmla="*/ 448 h 843"/>
                <a:gd name="T100" fmla="*/ 0 w 1290"/>
                <a:gd name="T101" fmla="*/ 393 h 843"/>
                <a:gd name="T102" fmla="*/ 242 w 1290"/>
                <a:gd name="T103" fmla="*/ 377 h 843"/>
                <a:gd name="T104" fmla="*/ 507 w 1290"/>
                <a:gd name="T105" fmla="*/ 449 h 843"/>
                <a:gd name="T106" fmla="*/ 681 w 1290"/>
                <a:gd name="T107" fmla="*/ 414 h 843"/>
                <a:gd name="T108" fmla="*/ 846 w 1290"/>
                <a:gd name="T109" fmla="*/ 251 h 843"/>
                <a:gd name="T110" fmla="*/ 864 w 1290"/>
                <a:gd name="T111" fmla="*/ 57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90" h="843">
                  <a:moveTo>
                    <a:pt x="417" y="623"/>
                  </a:moveTo>
                  <a:lnTo>
                    <a:pt x="434" y="626"/>
                  </a:lnTo>
                  <a:lnTo>
                    <a:pt x="449" y="633"/>
                  </a:lnTo>
                  <a:lnTo>
                    <a:pt x="463" y="642"/>
                  </a:lnTo>
                  <a:lnTo>
                    <a:pt x="472" y="655"/>
                  </a:lnTo>
                  <a:lnTo>
                    <a:pt x="479" y="671"/>
                  </a:lnTo>
                  <a:lnTo>
                    <a:pt x="482" y="688"/>
                  </a:lnTo>
                  <a:lnTo>
                    <a:pt x="479" y="705"/>
                  </a:lnTo>
                  <a:lnTo>
                    <a:pt x="472" y="719"/>
                  </a:lnTo>
                  <a:lnTo>
                    <a:pt x="463" y="732"/>
                  </a:lnTo>
                  <a:lnTo>
                    <a:pt x="449" y="743"/>
                  </a:lnTo>
                  <a:lnTo>
                    <a:pt x="434" y="749"/>
                  </a:lnTo>
                  <a:lnTo>
                    <a:pt x="417" y="751"/>
                  </a:lnTo>
                  <a:lnTo>
                    <a:pt x="400" y="749"/>
                  </a:lnTo>
                  <a:lnTo>
                    <a:pt x="386" y="743"/>
                  </a:lnTo>
                  <a:lnTo>
                    <a:pt x="372" y="732"/>
                  </a:lnTo>
                  <a:lnTo>
                    <a:pt x="362" y="719"/>
                  </a:lnTo>
                  <a:lnTo>
                    <a:pt x="356" y="705"/>
                  </a:lnTo>
                  <a:lnTo>
                    <a:pt x="354" y="688"/>
                  </a:lnTo>
                  <a:lnTo>
                    <a:pt x="356" y="671"/>
                  </a:lnTo>
                  <a:lnTo>
                    <a:pt x="362" y="655"/>
                  </a:lnTo>
                  <a:lnTo>
                    <a:pt x="372" y="642"/>
                  </a:lnTo>
                  <a:lnTo>
                    <a:pt x="386" y="633"/>
                  </a:lnTo>
                  <a:lnTo>
                    <a:pt x="400" y="626"/>
                  </a:lnTo>
                  <a:lnTo>
                    <a:pt x="417" y="623"/>
                  </a:lnTo>
                  <a:close/>
                  <a:moveTo>
                    <a:pt x="1000" y="581"/>
                  </a:moveTo>
                  <a:lnTo>
                    <a:pt x="1017" y="583"/>
                  </a:lnTo>
                  <a:lnTo>
                    <a:pt x="1033" y="591"/>
                  </a:lnTo>
                  <a:lnTo>
                    <a:pt x="1046" y="600"/>
                  </a:lnTo>
                  <a:lnTo>
                    <a:pt x="1056" y="613"/>
                  </a:lnTo>
                  <a:lnTo>
                    <a:pt x="1063" y="629"/>
                  </a:lnTo>
                  <a:lnTo>
                    <a:pt x="1065" y="645"/>
                  </a:lnTo>
                  <a:lnTo>
                    <a:pt x="1063" y="662"/>
                  </a:lnTo>
                  <a:lnTo>
                    <a:pt x="1056" y="677"/>
                  </a:lnTo>
                  <a:lnTo>
                    <a:pt x="1046" y="690"/>
                  </a:lnTo>
                  <a:lnTo>
                    <a:pt x="1033" y="700"/>
                  </a:lnTo>
                  <a:lnTo>
                    <a:pt x="1017" y="707"/>
                  </a:lnTo>
                  <a:lnTo>
                    <a:pt x="1000" y="709"/>
                  </a:lnTo>
                  <a:lnTo>
                    <a:pt x="983" y="707"/>
                  </a:lnTo>
                  <a:lnTo>
                    <a:pt x="969" y="700"/>
                  </a:lnTo>
                  <a:lnTo>
                    <a:pt x="956" y="690"/>
                  </a:lnTo>
                  <a:lnTo>
                    <a:pt x="945" y="677"/>
                  </a:lnTo>
                  <a:lnTo>
                    <a:pt x="939" y="662"/>
                  </a:lnTo>
                  <a:lnTo>
                    <a:pt x="937" y="645"/>
                  </a:lnTo>
                  <a:lnTo>
                    <a:pt x="939" y="629"/>
                  </a:lnTo>
                  <a:lnTo>
                    <a:pt x="945" y="613"/>
                  </a:lnTo>
                  <a:lnTo>
                    <a:pt x="956" y="600"/>
                  </a:lnTo>
                  <a:lnTo>
                    <a:pt x="969" y="591"/>
                  </a:lnTo>
                  <a:lnTo>
                    <a:pt x="983" y="583"/>
                  </a:lnTo>
                  <a:lnTo>
                    <a:pt x="1000" y="581"/>
                  </a:lnTo>
                  <a:close/>
                  <a:moveTo>
                    <a:pt x="177" y="544"/>
                  </a:moveTo>
                  <a:lnTo>
                    <a:pt x="193" y="546"/>
                  </a:lnTo>
                  <a:lnTo>
                    <a:pt x="207" y="554"/>
                  </a:lnTo>
                  <a:lnTo>
                    <a:pt x="219" y="565"/>
                  </a:lnTo>
                  <a:lnTo>
                    <a:pt x="226" y="579"/>
                  </a:lnTo>
                  <a:lnTo>
                    <a:pt x="228" y="596"/>
                  </a:lnTo>
                  <a:lnTo>
                    <a:pt x="226" y="612"/>
                  </a:lnTo>
                  <a:lnTo>
                    <a:pt x="219" y="626"/>
                  </a:lnTo>
                  <a:lnTo>
                    <a:pt x="207" y="637"/>
                  </a:lnTo>
                  <a:lnTo>
                    <a:pt x="193" y="644"/>
                  </a:lnTo>
                  <a:lnTo>
                    <a:pt x="177" y="648"/>
                  </a:lnTo>
                  <a:lnTo>
                    <a:pt x="161" y="644"/>
                  </a:lnTo>
                  <a:lnTo>
                    <a:pt x="147" y="637"/>
                  </a:lnTo>
                  <a:lnTo>
                    <a:pt x="135" y="626"/>
                  </a:lnTo>
                  <a:lnTo>
                    <a:pt x="128" y="612"/>
                  </a:lnTo>
                  <a:lnTo>
                    <a:pt x="126" y="596"/>
                  </a:lnTo>
                  <a:lnTo>
                    <a:pt x="128" y="579"/>
                  </a:lnTo>
                  <a:lnTo>
                    <a:pt x="135" y="565"/>
                  </a:lnTo>
                  <a:lnTo>
                    <a:pt x="147" y="554"/>
                  </a:lnTo>
                  <a:lnTo>
                    <a:pt x="161" y="546"/>
                  </a:lnTo>
                  <a:lnTo>
                    <a:pt x="177" y="544"/>
                  </a:lnTo>
                  <a:close/>
                  <a:moveTo>
                    <a:pt x="868" y="465"/>
                  </a:moveTo>
                  <a:lnTo>
                    <a:pt x="884" y="467"/>
                  </a:lnTo>
                  <a:lnTo>
                    <a:pt x="899" y="474"/>
                  </a:lnTo>
                  <a:lnTo>
                    <a:pt x="910" y="486"/>
                  </a:lnTo>
                  <a:lnTo>
                    <a:pt x="917" y="500"/>
                  </a:lnTo>
                  <a:lnTo>
                    <a:pt x="920" y="517"/>
                  </a:lnTo>
                  <a:lnTo>
                    <a:pt x="917" y="532"/>
                  </a:lnTo>
                  <a:lnTo>
                    <a:pt x="910" y="547"/>
                  </a:lnTo>
                  <a:lnTo>
                    <a:pt x="899" y="558"/>
                  </a:lnTo>
                  <a:lnTo>
                    <a:pt x="884" y="565"/>
                  </a:lnTo>
                  <a:lnTo>
                    <a:pt x="868" y="568"/>
                  </a:lnTo>
                  <a:lnTo>
                    <a:pt x="851" y="565"/>
                  </a:lnTo>
                  <a:lnTo>
                    <a:pt x="838" y="558"/>
                  </a:lnTo>
                  <a:lnTo>
                    <a:pt x="826" y="547"/>
                  </a:lnTo>
                  <a:lnTo>
                    <a:pt x="819" y="532"/>
                  </a:lnTo>
                  <a:lnTo>
                    <a:pt x="817" y="517"/>
                  </a:lnTo>
                  <a:lnTo>
                    <a:pt x="819" y="500"/>
                  </a:lnTo>
                  <a:lnTo>
                    <a:pt x="826" y="486"/>
                  </a:lnTo>
                  <a:lnTo>
                    <a:pt x="838" y="474"/>
                  </a:lnTo>
                  <a:lnTo>
                    <a:pt x="851" y="467"/>
                  </a:lnTo>
                  <a:lnTo>
                    <a:pt x="868" y="465"/>
                  </a:lnTo>
                  <a:close/>
                  <a:moveTo>
                    <a:pt x="552" y="137"/>
                  </a:moveTo>
                  <a:lnTo>
                    <a:pt x="575" y="139"/>
                  </a:lnTo>
                  <a:lnTo>
                    <a:pt x="595" y="148"/>
                  </a:lnTo>
                  <a:lnTo>
                    <a:pt x="611" y="161"/>
                  </a:lnTo>
                  <a:lnTo>
                    <a:pt x="624" y="177"/>
                  </a:lnTo>
                  <a:lnTo>
                    <a:pt x="632" y="198"/>
                  </a:lnTo>
                  <a:lnTo>
                    <a:pt x="635" y="219"/>
                  </a:lnTo>
                  <a:lnTo>
                    <a:pt x="632" y="241"/>
                  </a:lnTo>
                  <a:lnTo>
                    <a:pt x="624" y="260"/>
                  </a:lnTo>
                  <a:lnTo>
                    <a:pt x="611" y="277"/>
                  </a:lnTo>
                  <a:lnTo>
                    <a:pt x="595" y="289"/>
                  </a:lnTo>
                  <a:lnTo>
                    <a:pt x="575" y="298"/>
                  </a:lnTo>
                  <a:lnTo>
                    <a:pt x="552" y="301"/>
                  </a:lnTo>
                  <a:lnTo>
                    <a:pt x="531" y="298"/>
                  </a:lnTo>
                  <a:lnTo>
                    <a:pt x="511" y="289"/>
                  </a:lnTo>
                  <a:lnTo>
                    <a:pt x="494" y="277"/>
                  </a:lnTo>
                  <a:lnTo>
                    <a:pt x="482" y="260"/>
                  </a:lnTo>
                  <a:lnTo>
                    <a:pt x="473" y="241"/>
                  </a:lnTo>
                  <a:lnTo>
                    <a:pt x="471" y="219"/>
                  </a:lnTo>
                  <a:lnTo>
                    <a:pt x="473" y="198"/>
                  </a:lnTo>
                  <a:lnTo>
                    <a:pt x="482" y="177"/>
                  </a:lnTo>
                  <a:lnTo>
                    <a:pt x="494" y="161"/>
                  </a:lnTo>
                  <a:lnTo>
                    <a:pt x="511" y="148"/>
                  </a:lnTo>
                  <a:lnTo>
                    <a:pt x="531" y="139"/>
                  </a:lnTo>
                  <a:lnTo>
                    <a:pt x="552" y="137"/>
                  </a:lnTo>
                  <a:close/>
                  <a:moveTo>
                    <a:pt x="192" y="112"/>
                  </a:moveTo>
                  <a:lnTo>
                    <a:pt x="210" y="115"/>
                  </a:lnTo>
                  <a:lnTo>
                    <a:pt x="226" y="123"/>
                  </a:lnTo>
                  <a:lnTo>
                    <a:pt x="239" y="135"/>
                  </a:lnTo>
                  <a:lnTo>
                    <a:pt x="247" y="151"/>
                  </a:lnTo>
                  <a:lnTo>
                    <a:pt x="250" y="169"/>
                  </a:lnTo>
                  <a:lnTo>
                    <a:pt x="247" y="188"/>
                  </a:lnTo>
                  <a:lnTo>
                    <a:pt x="239" y="204"/>
                  </a:lnTo>
                  <a:lnTo>
                    <a:pt x="226" y="217"/>
                  </a:lnTo>
                  <a:lnTo>
                    <a:pt x="210" y="224"/>
                  </a:lnTo>
                  <a:lnTo>
                    <a:pt x="192" y="227"/>
                  </a:lnTo>
                  <a:lnTo>
                    <a:pt x="174" y="224"/>
                  </a:lnTo>
                  <a:lnTo>
                    <a:pt x="158" y="217"/>
                  </a:lnTo>
                  <a:lnTo>
                    <a:pt x="146" y="204"/>
                  </a:lnTo>
                  <a:lnTo>
                    <a:pt x="137" y="188"/>
                  </a:lnTo>
                  <a:lnTo>
                    <a:pt x="134" y="169"/>
                  </a:lnTo>
                  <a:lnTo>
                    <a:pt x="137" y="151"/>
                  </a:lnTo>
                  <a:lnTo>
                    <a:pt x="146" y="135"/>
                  </a:lnTo>
                  <a:lnTo>
                    <a:pt x="158" y="123"/>
                  </a:lnTo>
                  <a:lnTo>
                    <a:pt x="174" y="115"/>
                  </a:lnTo>
                  <a:lnTo>
                    <a:pt x="192" y="112"/>
                  </a:lnTo>
                  <a:close/>
                  <a:moveTo>
                    <a:pt x="861" y="0"/>
                  </a:moveTo>
                  <a:lnTo>
                    <a:pt x="935" y="0"/>
                  </a:lnTo>
                  <a:lnTo>
                    <a:pt x="939" y="64"/>
                  </a:lnTo>
                  <a:lnTo>
                    <a:pt x="949" y="128"/>
                  </a:lnTo>
                  <a:lnTo>
                    <a:pt x="963" y="189"/>
                  </a:lnTo>
                  <a:lnTo>
                    <a:pt x="1018" y="169"/>
                  </a:lnTo>
                  <a:lnTo>
                    <a:pt x="1076" y="155"/>
                  </a:lnTo>
                  <a:lnTo>
                    <a:pt x="1136" y="147"/>
                  </a:lnTo>
                  <a:lnTo>
                    <a:pt x="1197" y="144"/>
                  </a:lnTo>
                  <a:lnTo>
                    <a:pt x="1244" y="146"/>
                  </a:lnTo>
                  <a:lnTo>
                    <a:pt x="1290" y="151"/>
                  </a:lnTo>
                  <a:lnTo>
                    <a:pt x="1290" y="226"/>
                  </a:lnTo>
                  <a:lnTo>
                    <a:pt x="1244" y="220"/>
                  </a:lnTo>
                  <a:lnTo>
                    <a:pt x="1197" y="217"/>
                  </a:lnTo>
                  <a:lnTo>
                    <a:pt x="1142" y="220"/>
                  </a:lnTo>
                  <a:lnTo>
                    <a:pt x="1089" y="228"/>
                  </a:lnTo>
                  <a:lnTo>
                    <a:pt x="1037" y="241"/>
                  </a:lnTo>
                  <a:lnTo>
                    <a:pt x="988" y="258"/>
                  </a:lnTo>
                  <a:lnTo>
                    <a:pt x="1012" y="312"/>
                  </a:lnTo>
                  <a:lnTo>
                    <a:pt x="1042" y="363"/>
                  </a:lnTo>
                  <a:lnTo>
                    <a:pt x="1074" y="411"/>
                  </a:lnTo>
                  <a:lnTo>
                    <a:pt x="1111" y="457"/>
                  </a:lnTo>
                  <a:lnTo>
                    <a:pt x="1151" y="500"/>
                  </a:lnTo>
                  <a:lnTo>
                    <a:pt x="1195" y="539"/>
                  </a:lnTo>
                  <a:lnTo>
                    <a:pt x="1241" y="574"/>
                  </a:lnTo>
                  <a:lnTo>
                    <a:pt x="1290" y="605"/>
                  </a:lnTo>
                  <a:lnTo>
                    <a:pt x="1290" y="690"/>
                  </a:lnTo>
                  <a:lnTo>
                    <a:pt x="1236" y="659"/>
                  </a:lnTo>
                  <a:lnTo>
                    <a:pt x="1185" y="624"/>
                  </a:lnTo>
                  <a:lnTo>
                    <a:pt x="1138" y="586"/>
                  </a:lnTo>
                  <a:lnTo>
                    <a:pt x="1092" y="545"/>
                  </a:lnTo>
                  <a:lnTo>
                    <a:pt x="1050" y="500"/>
                  </a:lnTo>
                  <a:lnTo>
                    <a:pt x="1012" y="452"/>
                  </a:lnTo>
                  <a:lnTo>
                    <a:pt x="978" y="400"/>
                  </a:lnTo>
                  <a:lnTo>
                    <a:pt x="948" y="346"/>
                  </a:lnTo>
                  <a:lnTo>
                    <a:pt x="921" y="291"/>
                  </a:lnTo>
                  <a:lnTo>
                    <a:pt x="877" y="319"/>
                  </a:lnTo>
                  <a:lnTo>
                    <a:pt x="836" y="352"/>
                  </a:lnTo>
                  <a:lnTo>
                    <a:pt x="798" y="388"/>
                  </a:lnTo>
                  <a:lnTo>
                    <a:pt x="763" y="427"/>
                  </a:lnTo>
                  <a:lnTo>
                    <a:pt x="732" y="469"/>
                  </a:lnTo>
                  <a:lnTo>
                    <a:pt x="706" y="514"/>
                  </a:lnTo>
                  <a:lnTo>
                    <a:pt x="683" y="563"/>
                  </a:lnTo>
                  <a:lnTo>
                    <a:pt x="727" y="602"/>
                  </a:lnTo>
                  <a:lnTo>
                    <a:pt x="767" y="645"/>
                  </a:lnTo>
                  <a:lnTo>
                    <a:pt x="804" y="691"/>
                  </a:lnTo>
                  <a:lnTo>
                    <a:pt x="838" y="739"/>
                  </a:lnTo>
                  <a:lnTo>
                    <a:pt x="868" y="790"/>
                  </a:lnTo>
                  <a:lnTo>
                    <a:pt x="894" y="843"/>
                  </a:lnTo>
                  <a:lnTo>
                    <a:pt x="812" y="843"/>
                  </a:lnTo>
                  <a:lnTo>
                    <a:pt x="780" y="786"/>
                  </a:lnTo>
                  <a:lnTo>
                    <a:pt x="743" y="732"/>
                  </a:lnTo>
                  <a:lnTo>
                    <a:pt x="701" y="682"/>
                  </a:lnTo>
                  <a:lnTo>
                    <a:pt x="655" y="637"/>
                  </a:lnTo>
                  <a:lnTo>
                    <a:pt x="605" y="595"/>
                  </a:lnTo>
                  <a:lnTo>
                    <a:pt x="552" y="558"/>
                  </a:lnTo>
                  <a:lnTo>
                    <a:pt x="495" y="525"/>
                  </a:lnTo>
                  <a:lnTo>
                    <a:pt x="435" y="498"/>
                  </a:lnTo>
                  <a:lnTo>
                    <a:pt x="372" y="476"/>
                  </a:lnTo>
                  <a:lnTo>
                    <a:pt x="307" y="461"/>
                  </a:lnTo>
                  <a:lnTo>
                    <a:pt x="240" y="451"/>
                  </a:lnTo>
                  <a:lnTo>
                    <a:pt x="170" y="448"/>
                  </a:lnTo>
                  <a:lnTo>
                    <a:pt x="112" y="450"/>
                  </a:lnTo>
                  <a:lnTo>
                    <a:pt x="56" y="457"/>
                  </a:lnTo>
                  <a:lnTo>
                    <a:pt x="0" y="469"/>
                  </a:lnTo>
                  <a:lnTo>
                    <a:pt x="0" y="393"/>
                  </a:lnTo>
                  <a:lnTo>
                    <a:pt x="56" y="382"/>
                  </a:lnTo>
                  <a:lnTo>
                    <a:pt x="112" y="376"/>
                  </a:lnTo>
                  <a:lnTo>
                    <a:pt x="170" y="374"/>
                  </a:lnTo>
                  <a:lnTo>
                    <a:pt x="242" y="377"/>
                  </a:lnTo>
                  <a:lnTo>
                    <a:pt x="312" y="387"/>
                  </a:lnTo>
                  <a:lnTo>
                    <a:pt x="379" y="401"/>
                  </a:lnTo>
                  <a:lnTo>
                    <a:pt x="444" y="423"/>
                  </a:lnTo>
                  <a:lnTo>
                    <a:pt x="507" y="449"/>
                  </a:lnTo>
                  <a:lnTo>
                    <a:pt x="566" y="481"/>
                  </a:lnTo>
                  <a:lnTo>
                    <a:pt x="623" y="517"/>
                  </a:lnTo>
                  <a:lnTo>
                    <a:pt x="650" y="464"/>
                  </a:lnTo>
                  <a:lnTo>
                    <a:pt x="681" y="414"/>
                  </a:lnTo>
                  <a:lnTo>
                    <a:pt x="716" y="368"/>
                  </a:lnTo>
                  <a:lnTo>
                    <a:pt x="756" y="325"/>
                  </a:lnTo>
                  <a:lnTo>
                    <a:pt x="800" y="286"/>
                  </a:lnTo>
                  <a:lnTo>
                    <a:pt x="846" y="251"/>
                  </a:lnTo>
                  <a:lnTo>
                    <a:pt x="896" y="221"/>
                  </a:lnTo>
                  <a:lnTo>
                    <a:pt x="881" y="168"/>
                  </a:lnTo>
                  <a:lnTo>
                    <a:pt x="870" y="113"/>
                  </a:lnTo>
                  <a:lnTo>
                    <a:pt x="864" y="57"/>
                  </a:lnTo>
                  <a:lnTo>
                    <a:pt x="86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7" name="Group 16"/>
          <p:cNvGrpSpPr>
            <a:grpSpLocks noChangeAspect="1"/>
          </p:cNvGrpSpPr>
          <p:nvPr/>
        </p:nvGrpSpPr>
        <p:grpSpPr>
          <a:xfrm>
            <a:off x="8788779" y="2498208"/>
            <a:ext cx="542728" cy="411480"/>
            <a:chOff x="9198864" y="2609721"/>
            <a:chExt cx="542728" cy="411480"/>
          </a:xfrm>
        </p:grpSpPr>
        <p:sp useBgFill="1">
          <p:nvSpPr>
            <p:cNvPr id="201" name="Freeform 30"/>
            <p:cNvSpPr>
              <a:spLocks/>
            </p:cNvSpPr>
            <p:nvPr/>
          </p:nvSpPr>
          <p:spPr bwMode="auto">
            <a:xfrm>
              <a:off x="9198864" y="2609721"/>
              <a:ext cx="542728" cy="411480"/>
            </a:xfrm>
            <a:custGeom>
              <a:avLst/>
              <a:gdLst>
                <a:gd name="T0" fmla="*/ 112 w 2136"/>
                <a:gd name="T1" fmla="*/ 0 h 1630"/>
                <a:gd name="T2" fmla="*/ 2024 w 2136"/>
                <a:gd name="T3" fmla="*/ 0 h 1630"/>
                <a:gd name="T4" fmla="*/ 2049 w 2136"/>
                <a:gd name="T5" fmla="*/ 2 h 1630"/>
                <a:gd name="T6" fmla="*/ 2074 w 2136"/>
                <a:gd name="T7" fmla="*/ 11 h 1630"/>
                <a:gd name="T8" fmla="*/ 2094 w 2136"/>
                <a:gd name="T9" fmla="*/ 24 h 1630"/>
                <a:gd name="T10" fmla="*/ 2112 w 2136"/>
                <a:gd name="T11" fmla="*/ 41 h 1630"/>
                <a:gd name="T12" fmla="*/ 2124 w 2136"/>
                <a:gd name="T13" fmla="*/ 62 h 1630"/>
                <a:gd name="T14" fmla="*/ 2133 w 2136"/>
                <a:gd name="T15" fmla="*/ 87 h 1630"/>
                <a:gd name="T16" fmla="*/ 2136 w 2136"/>
                <a:gd name="T17" fmla="*/ 112 h 1630"/>
                <a:gd name="T18" fmla="*/ 2136 w 2136"/>
                <a:gd name="T19" fmla="*/ 1518 h 1630"/>
                <a:gd name="T20" fmla="*/ 2133 w 2136"/>
                <a:gd name="T21" fmla="*/ 1543 h 1630"/>
                <a:gd name="T22" fmla="*/ 2124 w 2136"/>
                <a:gd name="T23" fmla="*/ 1568 h 1630"/>
                <a:gd name="T24" fmla="*/ 2112 w 2136"/>
                <a:gd name="T25" fmla="*/ 1588 h 1630"/>
                <a:gd name="T26" fmla="*/ 2094 w 2136"/>
                <a:gd name="T27" fmla="*/ 1606 h 1630"/>
                <a:gd name="T28" fmla="*/ 2074 w 2136"/>
                <a:gd name="T29" fmla="*/ 1618 h 1630"/>
                <a:gd name="T30" fmla="*/ 2049 w 2136"/>
                <a:gd name="T31" fmla="*/ 1627 h 1630"/>
                <a:gd name="T32" fmla="*/ 2024 w 2136"/>
                <a:gd name="T33" fmla="*/ 1630 h 1630"/>
                <a:gd name="T34" fmla="*/ 112 w 2136"/>
                <a:gd name="T35" fmla="*/ 1630 h 1630"/>
                <a:gd name="T36" fmla="*/ 87 w 2136"/>
                <a:gd name="T37" fmla="*/ 1627 h 1630"/>
                <a:gd name="T38" fmla="*/ 62 w 2136"/>
                <a:gd name="T39" fmla="*/ 1618 h 1630"/>
                <a:gd name="T40" fmla="*/ 42 w 2136"/>
                <a:gd name="T41" fmla="*/ 1606 h 1630"/>
                <a:gd name="T42" fmla="*/ 24 w 2136"/>
                <a:gd name="T43" fmla="*/ 1588 h 1630"/>
                <a:gd name="T44" fmla="*/ 12 w 2136"/>
                <a:gd name="T45" fmla="*/ 1568 h 1630"/>
                <a:gd name="T46" fmla="*/ 3 w 2136"/>
                <a:gd name="T47" fmla="*/ 1543 h 1630"/>
                <a:gd name="T48" fmla="*/ 0 w 2136"/>
                <a:gd name="T49" fmla="*/ 1518 h 1630"/>
                <a:gd name="T50" fmla="*/ 0 w 2136"/>
                <a:gd name="T51" fmla="*/ 112 h 1630"/>
                <a:gd name="T52" fmla="*/ 3 w 2136"/>
                <a:gd name="T53" fmla="*/ 87 h 1630"/>
                <a:gd name="T54" fmla="*/ 12 w 2136"/>
                <a:gd name="T55" fmla="*/ 62 h 1630"/>
                <a:gd name="T56" fmla="*/ 24 w 2136"/>
                <a:gd name="T57" fmla="*/ 41 h 1630"/>
                <a:gd name="T58" fmla="*/ 42 w 2136"/>
                <a:gd name="T59" fmla="*/ 24 h 1630"/>
                <a:gd name="T60" fmla="*/ 62 w 2136"/>
                <a:gd name="T61" fmla="*/ 11 h 1630"/>
                <a:gd name="T62" fmla="*/ 87 w 2136"/>
                <a:gd name="T63" fmla="*/ 2 h 1630"/>
                <a:gd name="T64" fmla="*/ 112 w 2136"/>
                <a:gd name="T65"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36" h="1630">
                  <a:moveTo>
                    <a:pt x="112" y="0"/>
                  </a:moveTo>
                  <a:lnTo>
                    <a:pt x="2024" y="0"/>
                  </a:lnTo>
                  <a:lnTo>
                    <a:pt x="2049" y="2"/>
                  </a:lnTo>
                  <a:lnTo>
                    <a:pt x="2074" y="11"/>
                  </a:lnTo>
                  <a:lnTo>
                    <a:pt x="2094" y="24"/>
                  </a:lnTo>
                  <a:lnTo>
                    <a:pt x="2112" y="41"/>
                  </a:lnTo>
                  <a:lnTo>
                    <a:pt x="2124" y="62"/>
                  </a:lnTo>
                  <a:lnTo>
                    <a:pt x="2133" y="87"/>
                  </a:lnTo>
                  <a:lnTo>
                    <a:pt x="2136" y="112"/>
                  </a:lnTo>
                  <a:lnTo>
                    <a:pt x="2136" y="1518"/>
                  </a:lnTo>
                  <a:lnTo>
                    <a:pt x="2133" y="1543"/>
                  </a:lnTo>
                  <a:lnTo>
                    <a:pt x="2124" y="1568"/>
                  </a:lnTo>
                  <a:lnTo>
                    <a:pt x="2112" y="1588"/>
                  </a:lnTo>
                  <a:lnTo>
                    <a:pt x="2094" y="1606"/>
                  </a:lnTo>
                  <a:lnTo>
                    <a:pt x="2074" y="1618"/>
                  </a:lnTo>
                  <a:lnTo>
                    <a:pt x="2049" y="1627"/>
                  </a:lnTo>
                  <a:lnTo>
                    <a:pt x="2024" y="1630"/>
                  </a:lnTo>
                  <a:lnTo>
                    <a:pt x="112" y="1630"/>
                  </a:lnTo>
                  <a:lnTo>
                    <a:pt x="87" y="1627"/>
                  </a:lnTo>
                  <a:lnTo>
                    <a:pt x="62" y="1618"/>
                  </a:lnTo>
                  <a:lnTo>
                    <a:pt x="42" y="1606"/>
                  </a:lnTo>
                  <a:lnTo>
                    <a:pt x="24" y="1588"/>
                  </a:lnTo>
                  <a:lnTo>
                    <a:pt x="12" y="1568"/>
                  </a:lnTo>
                  <a:lnTo>
                    <a:pt x="3" y="1543"/>
                  </a:lnTo>
                  <a:lnTo>
                    <a:pt x="0" y="1518"/>
                  </a:lnTo>
                  <a:lnTo>
                    <a:pt x="0" y="112"/>
                  </a:lnTo>
                  <a:lnTo>
                    <a:pt x="3" y="87"/>
                  </a:lnTo>
                  <a:lnTo>
                    <a:pt x="12" y="62"/>
                  </a:lnTo>
                  <a:lnTo>
                    <a:pt x="24" y="41"/>
                  </a:lnTo>
                  <a:lnTo>
                    <a:pt x="42" y="24"/>
                  </a:lnTo>
                  <a:lnTo>
                    <a:pt x="62" y="11"/>
                  </a:lnTo>
                  <a:lnTo>
                    <a:pt x="87" y="2"/>
                  </a:lnTo>
                  <a:lnTo>
                    <a:pt x="112"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02" name="Freeform 31"/>
            <p:cNvSpPr>
              <a:spLocks noEditPoints="1"/>
            </p:cNvSpPr>
            <p:nvPr/>
          </p:nvSpPr>
          <p:spPr bwMode="auto">
            <a:xfrm>
              <a:off x="9227242" y="2638099"/>
              <a:ext cx="485972" cy="354724"/>
            </a:xfrm>
            <a:custGeom>
              <a:avLst/>
              <a:gdLst>
                <a:gd name="T0" fmla="*/ 113 w 1912"/>
                <a:gd name="T1" fmla="*/ 113 h 1406"/>
                <a:gd name="T2" fmla="*/ 113 w 1912"/>
                <a:gd name="T3" fmla="*/ 1293 h 1406"/>
                <a:gd name="T4" fmla="*/ 1799 w 1912"/>
                <a:gd name="T5" fmla="*/ 1293 h 1406"/>
                <a:gd name="T6" fmla="*/ 1799 w 1912"/>
                <a:gd name="T7" fmla="*/ 113 h 1406"/>
                <a:gd name="T8" fmla="*/ 113 w 1912"/>
                <a:gd name="T9" fmla="*/ 113 h 1406"/>
                <a:gd name="T10" fmla="*/ 0 w 1912"/>
                <a:gd name="T11" fmla="*/ 0 h 1406"/>
                <a:gd name="T12" fmla="*/ 1912 w 1912"/>
                <a:gd name="T13" fmla="*/ 0 h 1406"/>
                <a:gd name="T14" fmla="*/ 1912 w 1912"/>
                <a:gd name="T15" fmla="*/ 1406 h 1406"/>
                <a:gd name="T16" fmla="*/ 0 w 1912"/>
                <a:gd name="T17" fmla="*/ 1406 h 1406"/>
                <a:gd name="T18" fmla="*/ 0 w 1912"/>
                <a:gd name="T19" fmla="*/ 0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12" h="1406">
                  <a:moveTo>
                    <a:pt x="113" y="113"/>
                  </a:moveTo>
                  <a:lnTo>
                    <a:pt x="113" y="1293"/>
                  </a:lnTo>
                  <a:lnTo>
                    <a:pt x="1799" y="1293"/>
                  </a:lnTo>
                  <a:lnTo>
                    <a:pt x="1799" y="113"/>
                  </a:lnTo>
                  <a:lnTo>
                    <a:pt x="113" y="113"/>
                  </a:lnTo>
                  <a:close/>
                  <a:moveTo>
                    <a:pt x="0" y="0"/>
                  </a:moveTo>
                  <a:lnTo>
                    <a:pt x="1912" y="0"/>
                  </a:lnTo>
                  <a:lnTo>
                    <a:pt x="1912" y="1406"/>
                  </a:lnTo>
                  <a:lnTo>
                    <a:pt x="0" y="1406"/>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03" name="Rectangle 32"/>
            <p:cNvSpPr>
              <a:spLocks noChangeArrowheads="1"/>
            </p:cNvSpPr>
            <p:nvPr/>
          </p:nvSpPr>
          <p:spPr bwMode="auto">
            <a:xfrm>
              <a:off x="9285772" y="2694855"/>
              <a:ext cx="368913" cy="241212"/>
            </a:xfrm>
            <a:prstGeom prst="rect">
              <a:avLst/>
            </a:prstGeom>
            <a:solidFill>
              <a:srgbClr val="FF883C"/>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04" name="Freeform 33"/>
            <p:cNvSpPr>
              <a:spLocks noEditPoints="1"/>
            </p:cNvSpPr>
            <p:nvPr/>
          </p:nvSpPr>
          <p:spPr bwMode="auto">
            <a:xfrm>
              <a:off x="9285772" y="2756931"/>
              <a:ext cx="368913" cy="179136"/>
            </a:xfrm>
            <a:custGeom>
              <a:avLst/>
              <a:gdLst>
                <a:gd name="T0" fmla="*/ 193 w 1462"/>
                <a:gd name="T1" fmla="*/ 261 h 710"/>
                <a:gd name="T2" fmla="*/ 265 w 1462"/>
                <a:gd name="T3" fmla="*/ 264 h 710"/>
                <a:gd name="T4" fmla="*/ 336 w 1462"/>
                <a:gd name="T5" fmla="*/ 274 h 710"/>
                <a:gd name="T6" fmla="*/ 405 w 1462"/>
                <a:gd name="T7" fmla="*/ 290 h 710"/>
                <a:gd name="T8" fmla="*/ 471 w 1462"/>
                <a:gd name="T9" fmla="*/ 311 h 710"/>
                <a:gd name="T10" fmla="*/ 536 w 1462"/>
                <a:gd name="T11" fmla="*/ 337 h 710"/>
                <a:gd name="T12" fmla="*/ 596 w 1462"/>
                <a:gd name="T13" fmla="*/ 369 h 710"/>
                <a:gd name="T14" fmla="*/ 654 w 1462"/>
                <a:gd name="T15" fmla="*/ 405 h 710"/>
                <a:gd name="T16" fmla="*/ 709 w 1462"/>
                <a:gd name="T17" fmla="*/ 446 h 710"/>
                <a:gd name="T18" fmla="*/ 760 w 1462"/>
                <a:gd name="T19" fmla="*/ 491 h 710"/>
                <a:gd name="T20" fmla="*/ 806 w 1462"/>
                <a:gd name="T21" fmla="*/ 540 h 710"/>
                <a:gd name="T22" fmla="*/ 848 w 1462"/>
                <a:gd name="T23" fmla="*/ 594 h 710"/>
                <a:gd name="T24" fmla="*/ 887 w 1462"/>
                <a:gd name="T25" fmla="*/ 650 h 710"/>
                <a:gd name="T26" fmla="*/ 920 w 1462"/>
                <a:gd name="T27" fmla="*/ 710 h 710"/>
                <a:gd name="T28" fmla="*/ 0 w 1462"/>
                <a:gd name="T29" fmla="*/ 710 h 710"/>
                <a:gd name="T30" fmla="*/ 0 w 1462"/>
                <a:gd name="T31" fmla="*/ 285 h 710"/>
                <a:gd name="T32" fmla="*/ 62 w 1462"/>
                <a:gd name="T33" fmla="*/ 273 h 710"/>
                <a:gd name="T34" fmla="*/ 127 w 1462"/>
                <a:gd name="T35" fmla="*/ 264 h 710"/>
                <a:gd name="T36" fmla="*/ 193 w 1462"/>
                <a:gd name="T37" fmla="*/ 261 h 710"/>
                <a:gd name="T38" fmla="*/ 1356 w 1462"/>
                <a:gd name="T39" fmla="*/ 0 h 710"/>
                <a:gd name="T40" fmla="*/ 1409 w 1462"/>
                <a:gd name="T41" fmla="*/ 2 h 710"/>
                <a:gd name="T42" fmla="*/ 1462 w 1462"/>
                <a:gd name="T43" fmla="*/ 10 h 710"/>
                <a:gd name="T44" fmla="*/ 1462 w 1462"/>
                <a:gd name="T45" fmla="*/ 441 h 710"/>
                <a:gd name="T46" fmla="*/ 1406 w 1462"/>
                <a:gd name="T47" fmla="*/ 405 h 710"/>
                <a:gd name="T48" fmla="*/ 1353 w 1462"/>
                <a:gd name="T49" fmla="*/ 365 h 710"/>
                <a:gd name="T50" fmla="*/ 1305 w 1462"/>
                <a:gd name="T51" fmla="*/ 320 h 710"/>
                <a:gd name="T52" fmla="*/ 1259 w 1462"/>
                <a:gd name="T53" fmla="*/ 272 h 710"/>
                <a:gd name="T54" fmla="*/ 1217 w 1462"/>
                <a:gd name="T55" fmla="*/ 220 h 710"/>
                <a:gd name="T56" fmla="*/ 1180 w 1462"/>
                <a:gd name="T57" fmla="*/ 166 h 710"/>
                <a:gd name="T58" fmla="*/ 1147 w 1462"/>
                <a:gd name="T59" fmla="*/ 108 h 710"/>
                <a:gd name="T60" fmla="*/ 1120 w 1462"/>
                <a:gd name="T61" fmla="*/ 47 h 710"/>
                <a:gd name="T62" fmla="*/ 1176 w 1462"/>
                <a:gd name="T63" fmla="*/ 27 h 710"/>
                <a:gd name="T64" fmla="*/ 1234 w 1462"/>
                <a:gd name="T65" fmla="*/ 12 h 710"/>
                <a:gd name="T66" fmla="*/ 1294 w 1462"/>
                <a:gd name="T67" fmla="*/ 3 h 710"/>
                <a:gd name="T68" fmla="*/ 1356 w 1462"/>
                <a:gd name="T69" fmla="*/ 0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62" h="710">
                  <a:moveTo>
                    <a:pt x="193" y="261"/>
                  </a:moveTo>
                  <a:lnTo>
                    <a:pt x="265" y="264"/>
                  </a:lnTo>
                  <a:lnTo>
                    <a:pt x="336" y="274"/>
                  </a:lnTo>
                  <a:lnTo>
                    <a:pt x="405" y="290"/>
                  </a:lnTo>
                  <a:lnTo>
                    <a:pt x="471" y="311"/>
                  </a:lnTo>
                  <a:lnTo>
                    <a:pt x="536" y="337"/>
                  </a:lnTo>
                  <a:lnTo>
                    <a:pt x="596" y="369"/>
                  </a:lnTo>
                  <a:lnTo>
                    <a:pt x="654" y="405"/>
                  </a:lnTo>
                  <a:lnTo>
                    <a:pt x="709" y="446"/>
                  </a:lnTo>
                  <a:lnTo>
                    <a:pt x="760" y="491"/>
                  </a:lnTo>
                  <a:lnTo>
                    <a:pt x="806" y="540"/>
                  </a:lnTo>
                  <a:lnTo>
                    <a:pt x="848" y="594"/>
                  </a:lnTo>
                  <a:lnTo>
                    <a:pt x="887" y="650"/>
                  </a:lnTo>
                  <a:lnTo>
                    <a:pt x="920" y="710"/>
                  </a:lnTo>
                  <a:lnTo>
                    <a:pt x="0" y="710"/>
                  </a:lnTo>
                  <a:lnTo>
                    <a:pt x="0" y="285"/>
                  </a:lnTo>
                  <a:lnTo>
                    <a:pt x="62" y="273"/>
                  </a:lnTo>
                  <a:lnTo>
                    <a:pt x="127" y="264"/>
                  </a:lnTo>
                  <a:lnTo>
                    <a:pt x="193" y="261"/>
                  </a:lnTo>
                  <a:close/>
                  <a:moveTo>
                    <a:pt x="1356" y="0"/>
                  </a:moveTo>
                  <a:lnTo>
                    <a:pt x="1409" y="2"/>
                  </a:lnTo>
                  <a:lnTo>
                    <a:pt x="1462" y="10"/>
                  </a:lnTo>
                  <a:lnTo>
                    <a:pt x="1462" y="441"/>
                  </a:lnTo>
                  <a:lnTo>
                    <a:pt x="1406" y="405"/>
                  </a:lnTo>
                  <a:lnTo>
                    <a:pt x="1353" y="365"/>
                  </a:lnTo>
                  <a:lnTo>
                    <a:pt x="1305" y="320"/>
                  </a:lnTo>
                  <a:lnTo>
                    <a:pt x="1259" y="272"/>
                  </a:lnTo>
                  <a:lnTo>
                    <a:pt x="1217" y="220"/>
                  </a:lnTo>
                  <a:lnTo>
                    <a:pt x="1180" y="166"/>
                  </a:lnTo>
                  <a:lnTo>
                    <a:pt x="1147" y="108"/>
                  </a:lnTo>
                  <a:lnTo>
                    <a:pt x="1120" y="47"/>
                  </a:lnTo>
                  <a:lnTo>
                    <a:pt x="1176" y="27"/>
                  </a:lnTo>
                  <a:lnTo>
                    <a:pt x="1234" y="12"/>
                  </a:lnTo>
                  <a:lnTo>
                    <a:pt x="1294" y="3"/>
                  </a:lnTo>
                  <a:lnTo>
                    <a:pt x="1356"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05" name="Freeform 34"/>
            <p:cNvSpPr>
              <a:spLocks noEditPoints="1"/>
            </p:cNvSpPr>
            <p:nvPr/>
          </p:nvSpPr>
          <p:spPr bwMode="auto">
            <a:xfrm>
              <a:off x="9285772" y="2694855"/>
              <a:ext cx="368913" cy="241212"/>
            </a:xfrm>
            <a:custGeom>
              <a:avLst/>
              <a:gdLst>
                <a:gd name="T0" fmla="*/ 524 w 1462"/>
                <a:gd name="T1" fmla="*/ 728 h 956"/>
                <a:gd name="T2" fmla="*/ 543 w 1462"/>
                <a:gd name="T3" fmla="*/ 799 h 956"/>
                <a:gd name="T4" fmla="*/ 492 w 1462"/>
                <a:gd name="T5" fmla="*/ 849 h 956"/>
                <a:gd name="T6" fmla="*/ 421 w 1462"/>
                <a:gd name="T7" fmla="*/ 830 h 956"/>
                <a:gd name="T8" fmla="*/ 404 w 1462"/>
                <a:gd name="T9" fmla="*/ 760 h 956"/>
                <a:gd name="T10" fmla="*/ 453 w 1462"/>
                <a:gd name="T11" fmla="*/ 710 h 956"/>
                <a:gd name="T12" fmla="*/ 1170 w 1462"/>
                <a:gd name="T13" fmla="*/ 669 h 956"/>
                <a:gd name="T14" fmla="*/ 1206 w 1462"/>
                <a:gd name="T15" fmla="*/ 731 h 956"/>
                <a:gd name="T16" fmla="*/ 1170 w 1462"/>
                <a:gd name="T17" fmla="*/ 793 h 956"/>
                <a:gd name="T18" fmla="*/ 1098 w 1462"/>
                <a:gd name="T19" fmla="*/ 793 h 956"/>
                <a:gd name="T20" fmla="*/ 1062 w 1462"/>
                <a:gd name="T21" fmla="*/ 731 h 956"/>
                <a:gd name="T22" fmla="*/ 1098 w 1462"/>
                <a:gd name="T23" fmla="*/ 669 h 956"/>
                <a:gd name="T24" fmla="*/ 219 w 1462"/>
                <a:gd name="T25" fmla="*/ 620 h 956"/>
                <a:gd name="T26" fmla="*/ 259 w 1462"/>
                <a:gd name="T27" fmla="*/ 675 h 956"/>
                <a:gd name="T28" fmla="*/ 219 w 1462"/>
                <a:gd name="T29" fmla="*/ 731 h 956"/>
                <a:gd name="T30" fmla="*/ 153 w 1462"/>
                <a:gd name="T31" fmla="*/ 710 h 956"/>
                <a:gd name="T32" fmla="*/ 153 w 1462"/>
                <a:gd name="T33" fmla="*/ 640 h 956"/>
                <a:gd name="T34" fmla="*/ 983 w 1462"/>
                <a:gd name="T35" fmla="*/ 527 h 956"/>
                <a:gd name="T36" fmla="*/ 1039 w 1462"/>
                <a:gd name="T37" fmla="*/ 566 h 956"/>
                <a:gd name="T38" fmla="*/ 1018 w 1462"/>
                <a:gd name="T39" fmla="*/ 633 h 956"/>
                <a:gd name="T40" fmla="*/ 950 w 1462"/>
                <a:gd name="T41" fmla="*/ 633 h 956"/>
                <a:gd name="T42" fmla="*/ 929 w 1462"/>
                <a:gd name="T43" fmla="*/ 566 h 956"/>
                <a:gd name="T44" fmla="*/ 983 w 1462"/>
                <a:gd name="T45" fmla="*/ 527 h 956"/>
                <a:gd name="T46" fmla="*/ 685 w 1462"/>
                <a:gd name="T47" fmla="*/ 175 h 956"/>
                <a:gd name="T48" fmla="*/ 719 w 1462"/>
                <a:gd name="T49" fmla="*/ 248 h 956"/>
                <a:gd name="T50" fmla="*/ 685 w 1462"/>
                <a:gd name="T51" fmla="*/ 321 h 956"/>
                <a:gd name="T52" fmla="*/ 605 w 1462"/>
                <a:gd name="T53" fmla="*/ 339 h 956"/>
                <a:gd name="T54" fmla="*/ 543 w 1462"/>
                <a:gd name="T55" fmla="*/ 289 h 956"/>
                <a:gd name="T56" fmla="*/ 543 w 1462"/>
                <a:gd name="T57" fmla="*/ 207 h 956"/>
                <a:gd name="T58" fmla="*/ 605 w 1462"/>
                <a:gd name="T59" fmla="*/ 157 h 956"/>
                <a:gd name="T60" fmla="*/ 250 w 1462"/>
                <a:gd name="T61" fmla="*/ 135 h 956"/>
                <a:gd name="T62" fmla="*/ 283 w 1462"/>
                <a:gd name="T63" fmla="*/ 192 h 956"/>
                <a:gd name="T64" fmla="*/ 250 w 1462"/>
                <a:gd name="T65" fmla="*/ 248 h 956"/>
                <a:gd name="T66" fmla="*/ 185 w 1462"/>
                <a:gd name="T67" fmla="*/ 248 h 956"/>
                <a:gd name="T68" fmla="*/ 152 w 1462"/>
                <a:gd name="T69" fmla="*/ 192 h 956"/>
                <a:gd name="T70" fmla="*/ 185 w 1462"/>
                <a:gd name="T71" fmla="*/ 135 h 956"/>
                <a:gd name="T72" fmla="*/ 1060 w 1462"/>
                <a:gd name="T73" fmla="*/ 0 h 956"/>
                <a:gd name="T74" fmla="*/ 1091 w 1462"/>
                <a:gd name="T75" fmla="*/ 214 h 956"/>
                <a:gd name="T76" fmla="*/ 1300 w 1462"/>
                <a:gd name="T77" fmla="*/ 165 h 956"/>
                <a:gd name="T78" fmla="*/ 1462 w 1462"/>
                <a:gd name="T79" fmla="*/ 256 h 956"/>
                <a:gd name="T80" fmla="*/ 1234 w 1462"/>
                <a:gd name="T81" fmla="*/ 258 h 956"/>
                <a:gd name="T82" fmla="*/ 1180 w 1462"/>
                <a:gd name="T83" fmla="*/ 412 h 956"/>
                <a:gd name="T84" fmla="*/ 1353 w 1462"/>
                <a:gd name="T85" fmla="*/ 611 h 956"/>
                <a:gd name="T86" fmla="*/ 1401 w 1462"/>
                <a:gd name="T87" fmla="*/ 747 h 956"/>
                <a:gd name="T88" fmla="*/ 1191 w 1462"/>
                <a:gd name="T89" fmla="*/ 566 h 956"/>
                <a:gd name="T90" fmla="*/ 1045 w 1462"/>
                <a:gd name="T91" fmla="*/ 330 h 956"/>
                <a:gd name="T92" fmla="*/ 864 w 1462"/>
                <a:gd name="T93" fmla="*/ 484 h 956"/>
                <a:gd name="T94" fmla="*/ 823 w 1462"/>
                <a:gd name="T95" fmla="*/ 682 h 956"/>
                <a:gd name="T96" fmla="*/ 983 w 1462"/>
                <a:gd name="T97" fmla="*/ 896 h 956"/>
                <a:gd name="T98" fmla="*/ 848 w 1462"/>
                <a:gd name="T99" fmla="*/ 840 h 956"/>
                <a:gd name="T100" fmla="*/ 654 w 1462"/>
                <a:gd name="T101" fmla="*/ 651 h 956"/>
                <a:gd name="T102" fmla="*/ 405 w 1462"/>
                <a:gd name="T103" fmla="*/ 536 h 956"/>
                <a:gd name="T104" fmla="*/ 127 w 1462"/>
                <a:gd name="T105" fmla="*/ 510 h 956"/>
                <a:gd name="T106" fmla="*/ 63 w 1462"/>
                <a:gd name="T107" fmla="*/ 433 h 956"/>
                <a:gd name="T108" fmla="*/ 333 w 1462"/>
                <a:gd name="T109" fmla="*/ 435 h 956"/>
                <a:gd name="T110" fmla="*/ 592 w 1462"/>
                <a:gd name="T111" fmla="*/ 518 h 956"/>
                <a:gd name="T112" fmla="*/ 763 w 1462"/>
                <a:gd name="T113" fmla="*/ 484 h 956"/>
                <a:gd name="T114" fmla="*/ 918 w 1462"/>
                <a:gd name="T115" fmla="*/ 314 h 956"/>
                <a:gd name="T116" fmla="*/ 987 w 1462"/>
                <a:gd name="T117" fmla="*/ 128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62" h="956">
                  <a:moveTo>
                    <a:pt x="473" y="707"/>
                  </a:moveTo>
                  <a:lnTo>
                    <a:pt x="492" y="710"/>
                  </a:lnTo>
                  <a:lnTo>
                    <a:pt x="509" y="717"/>
                  </a:lnTo>
                  <a:lnTo>
                    <a:pt x="524" y="728"/>
                  </a:lnTo>
                  <a:lnTo>
                    <a:pt x="536" y="743"/>
                  </a:lnTo>
                  <a:lnTo>
                    <a:pt x="543" y="760"/>
                  </a:lnTo>
                  <a:lnTo>
                    <a:pt x="545" y="780"/>
                  </a:lnTo>
                  <a:lnTo>
                    <a:pt x="543" y="799"/>
                  </a:lnTo>
                  <a:lnTo>
                    <a:pt x="536" y="816"/>
                  </a:lnTo>
                  <a:lnTo>
                    <a:pt x="524" y="830"/>
                  </a:lnTo>
                  <a:lnTo>
                    <a:pt x="509" y="842"/>
                  </a:lnTo>
                  <a:lnTo>
                    <a:pt x="492" y="849"/>
                  </a:lnTo>
                  <a:lnTo>
                    <a:pt x="473" y="851"/>
                  </a:lnTo>
                  <a:lnTo>
                    <a:pt x="453" y="849"/>
                  </a:lnTo>
                  <a:lnTo>
                    <a:pt x="436" y="842"/>
                  </a:lnTo>
                  <a:lnTo>
                    <a:pt x="421" y="830"/>
                  </a:lnTo>
                  <a:lnTo>
                    <a:pt x="410" y="816"/>
                  </a:lnTo>
                  <a:lnTo>
                    <a:pt x="404" y="799"/>
                  </a:lnTo>
                  <a:lnTo>
                    <a:pt x="400" y="780"/>
                  </a:lnTo>
                  <a:lnTo>
                    <a:pt x="404" y="760"/>
                  </a:lnTo>
                  <a:lnTo>
                    <a:pt x="410" y="743"/>
                  </a:lnTo>
                  <a:lnTo>
                    <a:pt x="421" y="728"/>
                  </a:lnTo>
                  <a:lnTo>
                    <a:pt x="436" y="717"/>
                  </a:lnTo>
                  <a:lnTo>
                    <a:pt x="453" y="710"/>
                  </a:lnTo>
                  <a:lnTo>
                    <a:pt x="473" y="707"/>
                  </a:lnTo>
                  <a:close/>
                  <a:moveTo>
                    <a:pt x="1135" y="659"/>
                  </a:moveTo>
                  <a:lnTo>
                    <a:pt x="1154" y="661"/>
                  </a:lnTo>
                  <a:lnTo>
                    <a:pt x="1170" y="669"/>
                  </a:lnTo>
                  <a:lnTo>
                    <a:pt x="1185" y="680"/>
                  </a:lnTo>
                  <a:lnTo>
                    <a:pt x="1197" y="695"/>
                  </a:lnTo>
                  <a:lnTo>
                    <a:pt x="1204" y="712"/>
                  </a:lnTo>
                  <a:lnTo>
                    <a:pt x="1206" y="731"/>
                  </a:lnTo>
                  <a:lnTo>
                    <a:pt x="1204" y="750"/>
                  </a:lnTo>
                  <a:lnTo>
                    <a:pt x="1197" y="768"/>
                  </a:lnTo>
                  <a:lnTo>
                    <a:pt x="1185" y="783"/>
                  </a:lnTo>
                  <a:lnTo>
                    <a:pt x="1170" y="793"/>
                  </a:lnTo>
                  <a:lnTo>
                    <a:pt x="1154" y="801"/>
                  </a:lnTo>
                  <a:lnTo>
                    <a:pt x="1135" y="804"/>
                  </a:lnTo>
                  <a:lnTo>
                    <a:pt x="1114" y="801"/>
                  </a:lnTo>
                  <a:lnTo>
                    <a:pt x="1098" y="793"/>
                  </a:lnTo>
                  <a:lnTo>
                    <a:pt x="1083" y="783"/>
                  </a:lnTo>
                  <a:lnTo>
                    <a:pt x="1071" y="768"/>
                  </a:lnTo>
                  <a:lnTo>
                    <a:pt x="1064" y="750"/>
                  </a:lnTo>
                  <a:lnTo>
                    <a:pt x="1062" y="731"/>
                  </a:lnTo>
                  <a:lnTo>
                    <a:pt x="1064" y="712"/>
                  </a:lnTo>
                  <a:lnTo>
                    <a:pt x="1071" y="695"/>
                  </a:lnTo>
                  <a:lnTo>
                    <a:pt x="1083" y="680"/>
                  </a:lnTo>
                  <a:lnTo>
                    <a:pt x="1098" y="669"/>
                  </a:lnTo>
                  <a:lnTo>
                    <a:pt x="1114" y="661"/>
                  </a:lnTo>
                  <a:lnTo>
                    <a:pt x="1135" y="659"/>
                  </a:lnTo>
                  <a:close/>
                  <a:moveTo>
                    <a:pt x="201" y="617"/>
                  </a:moveTo>
                  <a:lnTo>
                    <a:pt x="219" y="620"/>
                  </a:lnTo>
                  <a:lnTo>
                    <a:pt x="235" y="627"/>
                  </a:lnTo>
                  <a:lnTo>
                    <a:pt x="247" y="640"/>
                  </a:lnTo>
                  <a:lnTo>
                    <a:pt x="256" y="657"/>
                  </a:lnTo>
                  <a:lnTo>
                    <a:pt x="259" y="675"/>
                  </a:lnTo>
                  <a:lnTo>
                    <a:pt x="256" y="694"/>
                  </a:lnTo>
                  <a:lnTo>
                    <a:pt x="247" y="710"/>
                  </a:lnTo>
                  <a:lnTo>
                    <a:pt x="235" y="723"/>
                  </a:lnTo>
                  <a:lnTo>
                    <a:pt x="219" y="731"/>
                  </a:lnTo>
                  <a:lnTo>
                    <a:pt x="201" y="734"/>
                  </a:lnTo>
                  <a:lnTo>
                    <a:pt x="182" y="731"/>
                  </a:lnTo>
                  <a:lnTo>
                    <a:pt x="166" y="723"/>
                  </a:lnTo>
                  <a:lnTo>
                    <a:pt x="153" y="710"/>
                  </a:lnTo>
                  <a:lnTo>
                    <a:pt x="145" y="694"/>
                  </a:lnTo>
                  <a:lnTo>
                    <a:pt x="142" y="675"/>
                  </a:lnTo>
                  <a:lnTo>
                    <a:pt x="145" y="657"/>
                  </a:lnTo>
                  <a:lnTo>
                    <a:pt x="153" y="640"/>
                  </a:lnTo>
                  <a:lnTo>
                    <a:pt x="166" y="627"/>
                  </a:lnTo>
                  <a:lnTo>
                    <a:pt x="182" y="620"/>
                  </a:lnTo>
                  <a:lnTo>
                    <a:pt x="201" y="617"/>
                  </a:lnTo>
                  <a:close/>
                  <a:moveTo>
                    <a:pt x="983" y="527"/>
                  </a:moveTo>
                  <a:lnTo>
                    <a:pt x="1002" y="529"/>
                  </a:lnTo>
                  <a:lnTo>
                    <a:pt x="1018" y="538"/>
                  </a:lnTo>
                  <a:lnTo>
                    <a:pt x="1031" y="550"/>
                  </a:lnTo>
                  <a:lnTo>
                    <a:pt x="1039" y="566"/>
                  </a:lnTo>
                  <a:lnTo>
                    <a:pt x="1043" y="585"/>
                  </a:lnTo>
                  <a:lnTo>
                    <a:pt x="1039" y="603"/>
                  </a:lnTo>
                  <a:lnTo>
                    <a:pt x="1031" y="620"/>
                  </a:lnTo>
                  <a:lnTo>
                    <a:pt x="1018" y="633"/>
                  </a:lnTo>
                  <a:lnTo>
                    <a:pt x="1002" y="640"/>
                  </a:lnTo>
                  <a:lnTo>
                    <a:pt x="983" y="643"/>
                  </a:lnTo>
                  <a:lnTo>
                    <a:pt x="966" y="640"/>
                  </a:lnTo>
                  <a:lnTo>
                    <a:pt x="950" y="633"/>
                  </a:lnTo>
                  <a:lnTo>
                    <a:pt x="937" y="620"/>
                  </a:lnTo>
                  <a:lnTo>
                    <a:pt x="929" y="603"/>
                  </a:lnTo>
                  <a:lnTo>
                    <a:pt x="925" y="585"/>
                  </a:lnTo>
                  <a:lnTo>
                    <a:pt x="929" y="566"/>
                  </a:lnTo>
                  <a:lnTo>
                    <a:pt x="937" y="550"/>
                  </a:lnTo>
                  <a:lnTo>
                    <a:pt x="950" y="538"/>
                  </a:lnTo>
                  <a:lnTo>
                    <a:pt x="966" y="529"/>
                  </a:lnTo>
                  <a:lnTo>
                    <a:pt x="983" y="527"/>
                  </a:lnTo>
                  <a:close/>
                  <a:moveTo>
                    <a:pt x="626" y="155"/>
                  </a:moveTo>
                  <a:lnTo>
                    <a:pt x="648" y="157"/>
                  </a:lnTo>
                  <a:lnTo>
                    <a:pt x="668" y="165"/>
                  </a:lnTo>
                  <a:lnTo>
                    <a:pt x="685" y="175"/>
                  </a:lnTo>
                  <a:lnTo>
                    <a:pt x="699" y="190"/>
                  </a:lnTo>
                  <a:lnTo>
                    <a:pt x="710" y="207"/>
                  </a:lnTo>
                  <a:lnTo>
                    <a:pt x="717" y="227"/>
                  </a:lnTo>
                  <a:lnTo>
                    <a:pt x="719" y="248"/>
                  </a:lnTo>
                  <a:lnTo>
                    <a:pt x="717" y="269"/>
                  </a:lnTo>
                  <a:lnTo>
                    <a:pt x="710" y="289"/>
                  </a:lnTo>
                  <a:lnTo>
                    <a:pt x="699" y="306"/>
                  </a:lnTo>
                  <a:lnTo>
                    <a:pt x="685" y="321"/>
                  </a:lnTo>
                  <a:lnTo>
                    <a:pt x="668" y="332"/>
                  </a:lnTo>
                  <a:lnTo>
                    <a:pt x="648" y="339"/>
                  </a:lnTo>
                  <a:lnTo>
                    <a:pt x="626" y="341"/>
                  </a:lnTo>
                  <a:lnTo>
                    <a:pt x="605" y="339"/>
                  </a:lnTo>
                  <a:lnTo>
                    <a:pt x="585" y="332"/>
                  </a:lnTo>
                  <a:lnTo>
                    <a:pt x="568" y="321"/>
                  </a:lnTo>
                  <a:lnTo>
                    <a:pt x="554" y="306"/>
                  </a:lnTo>
                  <a:lnTo>
                    <a:pt x="543" y="289"/>
                  </a:lnTo>
                  <a:lnTo>
                    <a:pt x="536" y="269"/>
                  </a:lnTo>
                  <a:lnTo>
                    <a:pt x="533" y="248"/>
                  </a:lnTo>
                  <a:lnTo>
                    <a:pt x="536" y="227"/>
                  </a:lnTo>
                  <a:lnTo>
                    <a:pt x="543" y="207"/>
                  </a:lnTo>
                  <a:lnTo>
                    <a:pt x="554" y="190"/>
                  </a:lnTo>
                  <a:lnTo>
                    <a:pt x="568" y="175"/>
                  </a:lnTo>
                  <a:lnTo>
                    <a:pt x="585" y="165"/>
                  </a:lnTo>
                  <a:lnTo>
                    <a:pt x="605" y="157"/>
                  </a:lnTo>
                  <a:lnTo>
                    <a:pt x="626" y="155"/>
                  </a:lnTo>
                  <a:close/>
                  <a:moveTo>
                    <a:pt x="218" y="127"/>
                  </a:moveTo>
                  <a:lnTo>
                    <a:pt x="236" y="129"/>
                  </a:lnTo>
                  <a:lnTo>
                    <a:pt x="250" y="135"/>
                  </a:lnTo>
                  <a:lnTo>
                    <a:pt x="264" y="146"/>
                  </a:lnTo>
                  <a:lnTo>
                    <a:pt x="275" y="160"/>
                  </a:lnTo>
                  <a:lnTo>
                    <a:pt x="281" y="175"/>
                  </a:lnTo>
                  <a:lnTo>
                    <a:pt x="283" y="192"/>
                  </a:lnTo>
                  <a:lnTo>
                    <a:pt x="281" y="209"/>
                  </a:lnTo>
                  <a:lnTo>
                    <a:pt x="275" y="225"/>
                  </a:lnTo>
                  <a:lnTo>
                    <a:pt x="264" y="239"/>
                  </a:lnTo>
                  <a:lnTo>
                    <a:pt x="250" y="248"/>
                  </a:lnTo>
                  <a:lnTo>
                    <a:pt x="236" y="256"/>
                  </a:lnTo>
                  <a:lnTo>
                    <a:pt x="218" y="258"/>
                  </a:lnTo>
                  <a:lnTo>
                    <a:pt x="201" y="256"/>
                  </a:lnTo>
                  <a:lnTo>
                    <a:pt x="185" y="248"/>
                  </a:lnTo>
                  <a:lnTo>
                    <a:pt x="171" y="239"/>
                  </a:lnTo>
                  <a:lnTo>
                    <a:pt x="162" y="225"/>
                  </a:lnTo>
                  <a:lnTo>
                    <a:pt x="154" y="209"/>
                  </a:lnTo>
                  <a:lnTo>
                    <a:pt x="152" y="192"/>
                  </a:lnTo>
                  <a:lnTo>
                    <a:pt x="154" y="175"/>
                  </a:lnTo>
                  <a:lnTo>
                    <a:pt x="162" y="160"/>
                  </a:lnTo>
                  <a:lnTo>
                    <a:pt x="171" y="146"/>
                  </a:lnTo>
                  <a:lnTo>
                    <a:pt x="185" y="135"/>
                  </a:lnTo>
                  <a:lnTo>
                    <a:pt x="201" y="129"/>
                  </a:lnTo>
                  <a:lnTo>
                    <a:pt x="218" y="127"/>
                  </a:lnTo>
                  <a:close/>
                  <a:moveTo>
                    <a:pt x="975" y="0"/>
                  </a:moveTo>
                  <a:lnTo>
                    <a:pt x="1060" y="0"/>
                  </a:lnTo>
                  <a:lnTo>
                    <a:pt x="1062" y="55"/>
                  </a:lnTo>
                  <a:lnTo>
                    <a:pt x="1068" y="109"/>
                  </a:lnTo>
                  <a:lnTo>
                    <a:pt x="1079" y="163"/>
                  </a:lnTo>
                  <a:lnTo>
                    <a:pt x="1091" y="214"/>
                  </a:lnTo>
                  <a:lnTo>
                    <a:pt x="1141" y="195"/>
                  </a:lnTo>
                  <a:lnTo>
                    <a:pt x="1193" y="182"/>
                  </a:lnTo>
                  <a:lnTo>
                    <a:pt x="1247" y="171"/>
                  </a:lnTo>
                  <a:lnTo>
                    <a:pt x="1300" y="165"/>
                  </a:lnTo>
                  <a:lnTo>
                    <a:pt x="1356" y="163"/>
                  </a:lnTo>
                  <a:lnTo>
                    <a:pt x="1409" y="165"/>
                  </a:lnTo>
                  <a:lnTo>
                    <a:pt x="1462" y="172"/>
                  </a:lnTo>
                  <a:lnTo>
                    <a:pt x="1462" y="256"/>
                  </a:lnTo>
                  <a:lnTo>
                    <a:pt x="1409" y="248"/>
                  </a:lnTo>
                  <a:lnTo>
                    <a:pt x="1356" y="246"/>
                  </a:lnTo>
                  <a:lnTo>
                    <a:pt x="1294" y="249"/>
                  </a:lnTo>
                  <a:lnTo>
                    <a:pt x="1234" y="258"/>
                  </a:lnTo>
                  <a:lnTo>
                    <a:pt x="1176" y="273"/>
                  </a:lnTo>
                  <a:lnTo>
                    <a:pt x="1120" y="293"/>
                  </a:lnTo>
                  <a:lnTo>
                    <a:pt x="1147" y="354"/>
                  </a:lnTo>
                  <a:lnTo>
                    <a:pt x="1180" y="412"/>
                  </a:lnTo>
                  <a:lnTo>
                    <a:pt x="1217" y="466"/>
                  </a:lnTo>
                  <a:lnTo>
                    <a:pt x="1259" y="518"/>
                  </a:lnTo>
                  <a:lnTo>
                    <a:pt x="1305" y="566"/>
                  </a:lnTo>
                  <a:lnTo>
                    <a:pt x="1353" y="611"/>
                  </a:lnTo>
                  <a:lnTo>
                    <a:pt x="1406" y="651"/>
                  </a:lnTo>
                  <a:lnTo>
                    <a:pt x="1462" y="687"/>
                  </a:lnTo>
                  <a:lnTo>
                    <a:pt x="1462" y="782"/>
                  </a:lnTo>
                  <a:lnTo>
                    <a:pt x="1401" y="747"/>
                  </a:lnTo>
                  <a:lnTo>
                    <a:pt x="1344" y="708"/>
                  </a:lnTo>
                  <a:lnTo>
                    <a:pt x="1289" y="664"/>
                  </a:lnTo>
                  <a:lnTo>
                    <a:pt x="1238" y="618"/>
                  </a:lnTo>
                  <a:lnTo>
                    <a:pt x="1191" y="566"/>
                  </a:lnTo>
                  <a:lnTo>
                    <a:pt x="1147" y="512"/>
                  </a:lnTo>
                  <a:lnTo>
                    <a:pt x="1108" y="454"/>
                  </a:lnTo>
                  <a:lnTo>
                    <a:pt x="1074" y="393"/>
                  </a:lnTo>
                  <a:lnTo>
                    <a:pt x="1045" y="330"/>
                  </a:lnTo>
                  <a:lnTo>
                    <a:pt x="994" y="361"/>
                  </a:lnTo>
                  <a:lnTo>
                    <a:pt x="946" y="398"/>
                  </a:lnTo>
                  <a:lnTo>
                    <a:pt x="904" y="439"/>
                  </a:lnTo>
                  <a:lnTo>
                    <a:pt x="864" y="484"/>
                  </a:lnTo>
                  <a:lnTo>
                    <a:pt x="829" y="531"/>
                  </a:lnTo>
                  <a:lnTo>
                    <a:pt x="800" y="583"/>
                  </a:lnTo>
                  <a:lnTo>
                    <a:pt x="774" y="638"/>
                  </a:lnTo>
                  <a:lnTo>
                    <a:pt x="823" y="682"/>
                  </a:lnTo>
                  <a:lnTo>
                    <a:pt x="869" y="731"/>
                  </a:lnTo>
                  <a:lnTo>
                    <a:pt x="911" y="783"/>
                  </a:lnTo>
                  <a:lnTo>
                    <a:pt x="950" y="838"/>
                  </a:lnTo>
                  <a:lnTo>
                    <a:pt x="983" y="896"/>
                  </a:lnTo>
                  <a:lnTo>
                    <a:pt x="1013" y="956"/>
                  </a:lnTo>
                  <a:lnTo>
                    <a:pt x="920" y="956"/>
                  </a:lnTo>
                  <a:lnTo>
                    <a:pt x="887" y="896"/>
                  </a:lnTo>
                  <a:lnTo>
                    <a:pt x="848" y="840"/>
                  </a:lnTo>
                  <a:lnTo>
                    <a:pt x="806" y="786"/>
                  </a:lnTo>
                  <a:lnTo>
                    <a:pt x="760" y="737"/>
                  </a:lnTo>
                  <a:lnTo>
                    <a:pt x="709" y="692"/>
                  </a:lnTo>
                  <a:lnTo>
                    <a:pt x="654" y="651"/>
                  </a:lnTo>
                  <a:lnTo>
                    <a:pt x="596" y="615"/>
                  </a:lnTo>
                  <a:lnTo>
                    <a:pt x="536" y="583"/>
                  </a:lnTo>
                  <a:lnTo>
                    <a:pt x="471" y="557"/>
                  </a:lnTo>
                  <a:lnTo>
                    <a:pt x="405" y="536"/>
                  </a:lnTo>
                  <a:lnTo>
                    <a:pt x="336" y="520"/>
                  </a:lnTo>
                  <a:lnTo>
                    <a:pt x="265" y="510"/>
                  </a:lnTo>
                  <a:lnTo>
                    <a:pt x="193" y="507"/>
                  </a:lnTo>
                  <a:lnTo>
                    <a:pt x="127" y="510"/>
                  </a:lnTo>
                  <a:lnTo>
                    <a:pt x="62" y="519"/>
                  </a:lnTo>
                  <a:lnTo>
                    <a:pt x="0" y="531"/>
                  </a:lnTo>
                  <a:lnTo>
                    <a:pt x="0" y="445"/>
                  </a:lnTo>
                  <a:lnTo>
                    <a:pt x="63" y="433"/>
                  </a:lnTo>
                  <a:lnTo>
                    <a:pt x="128" y="427"/>
                  </a:lnTo>
                  <a:lnTo>
                    <a:pt x="193" y="424"/>
                  </a:lnTo>
                  <a:lnTo>
                    <a:pt x="264" y="427"/>
                  </a:lnTo>
                  <a:lnTo>
                    <a:pt x="333" y="435"/>
                  </a:lnTo>
                  <a:lnTo>
                    <a:pt x="400" y="448"/>
                  </a:lnTo>
                  <a:lnTo>
                    <a:pt x="467" y="467"/>
                  </a:lnTo>
                  <a:lnTo>
                    <a:pt x="530" y="489"/>
                  </a:lnTo>
                  <a:lnTo>
                    <a:pt x="592" y="518"/>
                  </a:lnTo>
                  <a:lnTo>
                    <a:pt x="651" y="549"/>
                  </a:lnTo>
                  <a:lnTo>
                    <a:pt x="707" y="585"/>
                  </a:lnTo>
                  <a:lnTo>
                    <a:pt x="732" y="533"/>
                  </a:lnTo>
                  <a:lnTo>
                    <a:pt x="763" y="484"/>
                  </a:lnTo>
                  <a:lnTo>
                    <a:pt x="796" y="436"/>
                  </a:lnTo>
                  <a:lnTo>
                    <a:pt x="833" y="393"/>
                  </a:lnTo>
                  <a:lnTo>
                    <a:pt x="875" y="352"/>
                  </a:lnTo>
                  <a:lnTo>
                    <a:pt x="918" y="314"/>
                  </a:lnTo>
                  <a:lnTo>
                    <a:pt x="966" y="280"/>
                  </a:lnTo>
                  <a:lnTo>
                    <a:pt x="1015" y="250"/>
                  </a:lnTo>
                  <a:lnTo>
                    <a:pt x="998" y="190"/>
                  </a:lnTo>
                  <a:lnTo>
                    <a:pt x="987" y="128"/>
                  </a:lnTo>
                  <a:lnTo>
                    <a:pt x="979" y="64"/>
                  </a:lnTo>
                  <a:lnTo>
                    <a:pt x="97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cxnSp>
        <p:nvCxnSpPr>
          <p:cNvPr id="269" name="Straight Connector 268"/>
          <p:cNvCxnSpPr/>
          <p:nvPr/>
        </p:nvCxnSpPr>
        <p:spPr bwMode="auto">
          <a:xfrm>
            <a:off x="4381711" y="2123483"/>
            <a:ext cx="2574547" cy="0"/>
          </a:xfrm>
          <a:prstGeom prst="line">
            <a:avLst/>
          </a:prstGeom>
          <a:noFill/>
          <a:ln w="9525" cap="flat" cmpd="sng" algn="ctr">
            <a:solidFill>
              <a:srgbClr val="BFBFBF"/>
            </a:solidFill>
            <a:prstDash val="solid"/>
            <a:round/>
            <a:headEnd type="none" w="med" len="med"/>
            <a:tailEnd type="none" w="med" len="med"/>
          </a:ln>
          <a:effectLst/>
        </p:spPr>
      </p:cxnSp>
      <p:grpSp>
        <p:nvGrpSpPr>
          <p:cNvPr id="13" name="Group 12"/>
          <p:cNvGrpSpPr>
            <a:grpSpLocks noChangeAspect="1"/>
          </p:cNvGrpSpPr>
          <p:nvPr/>
        </p:nvGrpSpPr>
        <p:grpSpPr>
          <a:xfrm>
            <a:off x="3575304" y="2503041"/>
            <a:ext cx="558415" cy="502920"/>
            <a:chOff x="3575304" y="2564001"/>
            <a:chExt cx="558415" cy="502920"/>
          </a:xfrm>
        </p:grpSpPr>
        <p:sp useBgFill="1">
          <p:nvSpPr>
            <p:cNvPr id="271" name="Freeform 6"/>
            <p:cNvSpPr>
              <a:spLocks/>
            </p:cNvSpPr>
            <p:nvPr/>
          </p:nvSpPr>
          <p:spPr bwMode="auto">
            <a:xfrm>
              <a:off x="3575304" y="2564001"/>
              <a:ext cx="558415" cy="502920"/>
            </a:xfrm>
            <a:custGeom>
              <a:avLst/>
              <a:gdLst>
                <a:gd name="T0" fmla="*/ 1159 w 2256"/>
                <a:gd name="T1" fmla="*/ 2 h 2024"/>
                <a:gd name="T2" fmla="*/ 1217 w 2256"/>
                <a:gd name="T3" fmla="*/ 18 h 2024"/>
                <a:gd name="T4" fmla="*/ 2175 w 2256"/>
                <a:gd name="T5" fmla="*/ 596 h 2024"/>
                <a:gd name="T6" fmla="*/ 2218 w 2256"/>
                <a:gd name="T7" fmla="*/ 634 h 2024"/>
                <a:gd name="T8" fmla="*/ 2247 w 2256"/>
                <a:gd name="T9" fmla="*/ 683 h 2024"/>
                <a:gd name="T10" fmla="*/ 2256 w 2256"/>
                <a:gd name="T11" fmla="*/ 741 h 2024"/>
                <a:gd name="T12" fmla="*/ 2247 w 2256"/>
                <a:gd name="T13" fmla="*/ 797 h 2024"/>
                <a:gd name="T14" fmla="*/ 2218 w 2256"/>
                <a:gd name="T15" fmla="*/ 846 h 2024"/>
                <a:gd name="T16" fmla="*/ 2175 w 2256"/>
                <a:gd name="T17" fmla="*/ 884 h 2024"/>
                <a:gd name="T18" fmla="*/ 2175 w 2256"/>
                <a:gd name="T19" fmla="*/ 1139 h 2024"/>
                <a:gd name="T20" fmla="*/ 2218 w 2256"/>
                <a:gd name="T21" fmla="*/ 1177 h 2024"/>
                <a:gd name="T22" fmla="*/ 2247 w 2256"/>
                <a:gd name="T23" fmla="*/ 1226 h 2024"/>
                <a:gd name="T24" fmla="*/ 2256 w 2256"/>
                <a:gd name="T25" fmla="*/ 1283 h 2024"/>
                <a:gd name="T26" fmla="*/ 2247 w 2256"/>
                <a:gd name="T27" fmla="*/ 1339 h 2024"/>
                <a:gd name="T28" fmla="*/ 2218 w 2256"/>
                <a:gd name="T29" fmla="*/ 1389 h 2024"/>
                <a:gd name="T30" fmla="*/ 2175 w 2256"/>
                <a:gd name="T31" fmla="*/ 1427 h 2024"/>
                <a:gd name="T32" fmla="*/ 1217 w 2256"/>
                <a:gd name="T33" fmla="*/ 2006 h 2024"/>
                <a:gd name="T34" fmla="*/ 1159 w 2256"/>
                <a:gd name="T35" fmla="*/ 2022 h 2024"/>
                <a:gd name="T36" fmla="*/ 1097 w 2256"/>
                <a:gd name="T37" fmla="*/ 2022 h 2024"/>
                <a:gd name="T38" fmla="*/ 1038 w 2256"/>
                <a:gd name="T39" fmla="*/ 2006 h 2024"/>
                <a:gd name="T40" fmla="*/ 81 w 2256"/>
                <a:gd name="T41" fmla="*/ 1427 h 2024"/>
                <a:gd name="T42" fmla="*/ 38 w 2256"/>
                <a:gd name="T43" fmla="*/ 1389 h 2024"/>
                <a:gd name="T44" fmla="*/ 9 w 2256"/>
                <a:gd name="T45" fmla="*/ 1339 h 2024"/>
                <a:gd name="T46" fmla="*/ 0 w 2256"/>
                <a:gd name="T47" fmla="*/ 1282 h 2024"/>
                <a:gd name="T48" fmla="*/ 9 w 2256"/>
                <a:gd name="T49" fmla="*/ 1226 h 2024"/>
                <a:gd name="T50" fmla="*/ 38 w 2256"/>
                <a:gd name="T51" fmla="*/ 1177 h 2024"/>
                <a:gd name="T52" fmla="*/ 81 w 2256"/>
                <a:gd name="T53" fmla="*/ 1139 h 2024"/>
                <a:gd name="T54" fmla="*/ 81 w 2256"/>
                <a:gd name="T55" fmla="*/ 884 h 2024"/>
                <a:gd name="T56" fmla="*/ 38 w 2256"/>
                <a:gd name="T57" fmla="*/ 846 h 2024"/>
                <a:gd name="T58" fmla="*/ 9 w 2256"/>
                <a:gd name="T59" fmla="*/ 797 h 2024"/>
                <a:gd name="T60" fmla="*/ 0 w 2256"/>
                <a:gd name="T61" fmla="*/ 739 h 2024"/>
                <a:gd name="T62" fmla="*/ 9 w 2256"/>
                <a:gd name="T63" fmla="*/ 683 h 2024"/>
                <a:gd name="T64" fmla="*/ 38 w 2256"/>
                <a:gd name="T65" fmla="*/ 634 h 2024"/>
                <a:gd name="T66" fmla="*/ 81 w 2256"/>
                <a:gd name="T67" fmla="*/ 596 h 2024"/>
                <a:gd name="T68" fmla="*/ 1039 w 2256"/>
                <a:gd name="T69" fmla="*/ 18 h 2024"/>
                <a:gd name="T70" fmla="*/ 1097 w 2256"/>
                <a:gd name="T71" fmla="*/ 2 h 2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56" h="2024">
                  <a:moveTo>
                    <a:pt x="1128" y="0"/>
                  </a:moveTo>
                  <a:lnTo>
                    <a:pt x="1159" y="2"/>
                  </a:lnTo>
                  <a:lnTo>
                    <a:pt x="1188" y="8"/>
                  </a:lnTo>
                  <a:lnTo>
                    <a:pt x="1217" y="18"/>
                  </a:lnTo>
                  <a:lnTo>
                    <a:pt x="1244" y="33"/>
                  </a:lnTo>
                  <a:lnTo>
                    <a:pt x="2175" y="596"/>
                  </a:lnTo>
                  <a:lnTo>
                    <a:pt x="2198" y="613"/>
                  </a:lnTo>
                  <a:lnTo>
                    <a:pt x="2218" y="634"/>
                  </a:lnTo>
                  <a:lnTo>
                    <a:pt x="2235" y="657"/>
                  </a:lnTo>
                  <a:lnTo>
                    <a:pt x="2247" y="683"/>
                  </a:lnTo>
                  <a:lnTo>
                    <a:pt x="2254" y="711"/>
                  </a:lnTo>
                  <a:lnTo>
                    <a:pt x="2256" y="741"/>
                  </a:lnTo>
                  <a:lnTo>
                    <a:pt x="2254" y="769"/>
                  </a:lnTo>
                  <a:lnTo>
                    <a:pt x="2247" y="797"/>
                  </a:lnTo>
                  <a:lnTo>
                    <a:pt x="2235" y="823"/>
                  </a:lnTo>
                  <a:lnTo>
                    <a:pt x="2218" y="846"/>
                  </a:lnTo>
                  <a:lnTo>
                    <a:pt x="2199" y="867"/>
                  </a:lnTo>
                  <a:lnTo>
                    <a:pt x="2175" y="884"/>
                  </a:lnTo>
                  <a:lnTo>
                    <a:pt x="1965" y="1011"/>
                  </a:lnTo>
                  <a:lnTo>
                    <a:pt x="2175" y="1139"/>
                  </a:lnTo>
                  <a:lnTo>
                    <a:pt x="2198" y="1156"/>
                  </a:lnTo>
                  <a:lnTo>
                    <a:pt x="2218" y="1177"/>
                  </a:lnTo>
                  <a:lnTo>
                    <a:pt x="2235" y="1200"/>
                  </a:lnTo>
                  <a:lnTo>
                    <a:pt x="2247" y="1226"/>
                  </a:lnTo>
                  <a:lnTo>
                    <a:pt x="2254" y="1254"/>
                  </a:lnTo>
                  <a:lnTo>
                    <a:pt x="2256" y="1283"/>
                  </a:lnTo>
                  <a:lnTo>
                    <a:pt x="2254" y="1312"/>
                  </a:lnTo>
                  <a:lnTo>
                    <a:pt x="2247" y="1339"/>
                  </a:lnTo>
                  <a:lnTo>
                    <a:pt x="2235" y="1366"/>
                  </a:lnTo>
                  <a:lnTo>
                    <a:pt x="2218" y="1389"/>
                  </a:lnTo>
                  <a:lnTo>
                    <a:pt x="2199" y="1410"/>
                  </a:lnTo>
                  <a:lnTo>
                    <a:pt x="2175" y="1427"/>
                  </a:lnTo>
                  <a:lnTo>
                    <a:pt x="1244" y="1991"/>
                  </a:lnTo>
                  <a:lnTo>
                    <a:pt x="1217" y="2006"/>
                  </a:lnTo>
                  <a:lnTo>
                    <a:pt x="1188" y="2016"/>
                  </a:lnTo>
                  <a:lnTo>
                    <a:pt x="1159" y="2022"/>
                  </a:lnTo>
                  <a:lnTo>
                    <a:pt x="1127" y="2024"/>
                  </a:lnTo>
                  <a:lnTo>
                    <a:pt x="1097" y="2022"/>
                  </a:lnTo>
                  <a:lnTo>
                    <a:pt x="1068" y="2016"/>
                  </a:lnTo>
                  <a:lnTo>
                    <a:pt x="1038" y="2006"/>
                  </a:lnTo>
                  <a:lnTo>
                    <a:pt x="1011" y="1991"/>
                  </a:lnTo>
                  <a:lnTo>
                    <a:pt x="81" y="1427"/>
                  </a:lnTo>
                  <a:lnTo>
                    <a:pt x="57" y="1410"/>
                  </a:lnTo>
                  <a:lnTo>
                    <a:pt x="38" y="1389"/>
                  </a:lnTo>
                  <a:lnTo>
                    <a:pt x="21" y="1366"/>
                  </a:lnTo>
                  <a:lnTo>
                    <a:pt x="9" y="1339"/>
                  </a:lnTo>
                  <a:lnTo>
                    <a:pt x="2" y="1312"/>
                  </a:lnTo>
                  <a:lnTo>
                    <a:pt x="0" y="1282"/>
                  </a:lnTo>
                  <a:lnTo>
                    <a:pt x="2" y="1254"/>
                  </a:lnTo>
                  <a:lnTo>
                    <a:pt x="9" y="1226"/>
                  </a:lnTo>
                  <a:lnTo>
                    <a:pt x="21" y="1200"/>
                  </a:lnTo>
                  <a:lnTo>
                    <a:pt x="38" y="1177"/>
                  </a:lnTo>
                  <a:lnTo>
                    <a:pt x="58" y="1156"/>
                  </a:lnTo>
                  <a:lnTo>
                    <a:pt x="81" y="1139"/>
                  </a:lnTo>
                  <a:lnTo>
                    <a:pt x="291" y="1011"/>
                  </a:lnTo>
                  <a:lnTo>
                    <a:pt x="81" y="884"/>
                  </a:lnTo>
                  <a:lnTo>
                    <a:pt x="57" y="867"/>
                  </a:lnTo>
                  <a:lnTo>
                    <a:pt x="38" y="846"/>
                  </a:lnTo>
                  <a:lnTo>
                    <a:pt x="21" y="823"/>
                  </a:lnTo>
                  <a:lnTo>
                    <a:pt x="9" y="797"/>
                  </a:lnTo>
                  <a:lnTo>
                    <a:pt x="2" y="769"/>
                  </a:lnTo>
                  <a:lnTo>
                    <a:pt x="0" y="739"/>
                  </a:lnTo>
                  <a:lnTo>
                    <a:pt x="2" y="711"/>
                  </a:lnTo>
                  <a:lnTo>
                    <a:pt x="9" y="683"/>
                  </a:lnTo>
                  <a:lnTo>
                    <a:pt x="21" y="657"/>
                  </a:lnTo>
                  <a:lnTo>
                    <a:pt x="38" y="634"/>
                  </a:lnTo>
                  <a:lnTo>
                    <a:pt x="58" y="613"/>
                  </a:lnTo>
                  <a:lnTo>
                    <a:pt x="81" y="596"/>
                  </a:lnTo>
                  <a:lnTo>
                    <a:pt x="1012" y="33"/>
                  </a:lnTo>
                  <a:lnTo>
                    <a:pt x="1039" y="18"/>
                  </a:lnTo>
                  <a:lnTo>
                    <a:pt x="1068" y="8"/>
                  </a:lnTo>
                  <a:lnTo>
                    <a:pt x="1097" y="2"/>
                  </a:lnTo>
                  <a:lnTo>
                    <a:pt x="1128"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72" name="Freeform 7"/>
            <p:cNvSpPr>
              <a:spLocks/>
            </p:cNvSpPr>
            <p:nvPr/>
          </p:nvSpPr>
          <p:spPr bwMode="auto">
            <a:xfrm>
              <a:off x="3603051" y="2831069"/>
              <a:ext cx="502920" cy="206371"/>
            </a:xfrm>
            <a:custGeom>
              <a:avLst/>
              <a:gdLst>
                <a:gd name="T0" fmla="*/ 1745 w 2032"/>
                <a:gd name="T1" fmla="*/ 0 h 834"/>
                <a:gd name="T2" fmla="*/ 2005 w 2032"/>
                <a:gd name="T3" fmla="*/ 158 h 834"/>
                <a:gd name="T4" fmla="*/ 2016 w 2032"/>
                <a:gd name="T5" fmla="*/ 167 h 834"/>
                <a:gd name="T6" fmla="*/ 2025 w 2032"/>
                <a:gd name="T7" fmla="*/ 178 h 834"/>
                <a:gd name="T8" fmla="*/ 2030 w 2032"/>
                <a:gd name="T9" fmla="*/ 192 h 834"/>
                <a:gd name="T10" fmla="*/ 2032 w 2032"/>
                <a:gd name="T11" fmla="*/ 206 h 834"/>
                <a:gd name="T12" fmla="*/ 2030 w 2032"/>
                <a:gd name="T13" fmla="*/ 220 h 834"/>
                <a:gd name="T14" fmla="*/ 2025 w 2032"/>
                <a:gd name="T15" fmla="*/ 234 h 834"/>
                <a:gd name="T16" fmla="*/ 2016 w 2032"/>
                <a:gd name="T17" fmla="*/ 246 h 834"/>
                <a:gd name="T18" fmla="*/ 2005 w 2032"/>
                <a:gd name="T19" fmla="*/ 254 h 834"/>
                <a:gd name="T20" fmla="*/ 1074 w 2032"/>
                <a:gd name="T21" fmla="*/ 818 h 834"/>
                <a:gd name="T22" fmla="*/ 1052 w 2032"/>
                <a:gd name="T23" fmla="*/ 829 h 834"/>
                <a:gd name="T24" fmla="*/ 1028 w 2032"/>
                <a:gd name="T25" fmla="*/ 834 h 834"/>
                <a:gd name="T26" fmla="*/ 1003 w 2032"/>
                <a:gd name="T27" fmla="*/ 834 h 834"/>
                <a:gd name="T28" fmla="*/ 980 w 2032"/>
                <a:gd name="T29" fmla="*/ 829 h 834"/>
                <a:gd name="T30" fmla="*/ 958 w 2032"/>
                <a:gd name="T31" fmla="*/ 818 h 834"/>
                <a:gd name="T32" fmla="*/ 27 w 2032"/>
                <a:gd name="T33" fmla="*/ 254 h 834"/>
                <a:gd name="T34" fmla="*/ 16 w 2032"/>
                <a:gd name="T35" fmla="*/ 246 h 834"/>
                <a:gd name="T36" fmla="*/ 7 w 2032"/>
                <a:gd name="T37" fmla="*/ 234 h 834"/>
                <a:gd name="T38" fmla="*/ 2 w 2032"/>
                <a:gd name="T39" fmla="*/ 220 h 834"/>
                <a:gd name="T40" fmla="*/ 0 w 2032"/>
                <a:gd name="T41" fmla="*/ 206 h 834"/>
                <a:gd name="T42" fmla="*/ 2 w 2032"/>
                <a:gd name="T43" fmla="*/ 192 h 834"/>
                <a:gd name="T44" fmla="*/ 7 w 2032"/>
                <a:gd name="T45" fmla="*/ 178 h 834"/>
                <a:gd name="T46" fmla="*/ 16 w 2032"/>
                <a:gd name="T47" fmla="*/ 167 h 834"/>
                <a:gd name="T48" fmla="*/ 27 w 2032"/>
                <a:gd name="T49" fmla="*/ 158 h 834"/>
                <a:gd name="T50" fmla="*/ 287 w 2032"/>
                <a:gd name="T51" fmla="*/ 0 h 834"/>
                <a:gd name="T52" fmla="*/ 899 w 2032"/>
                <a:gd name="T53" fmla="*/ 371 h 834"/>
                <a:gd name="T54" fmla="*/ 926 w 2032"/>
                <a:gd name="T55" fmla="*/ 386 h 834"/>
                <a:gd name="T56" fmla="*/ 956 w 2032"/>
                <a:gd name="T57" fmla="*/ 396 h 834"/>
                <a:gd name="T58" fmla="*/ 985 w 2032"/>
                <a:gd name="T59" fmla="*/ 402 h 834"/>
                <a:gd name="T60" fmla="*/ 1015 w 2032"/>
                <a:gd name="T61" fmla="*/ 404 h 834"/>
                <a:gd name="T62" fmla="*/ 1047 w 2032"/>
                <a:gd name="T63" fmla="*/ 402 h 834"/>
                <a:gd name="T64" fmla="*/ 1076 w 2032"/>
                <a:gd name="T65" fmla="*/ 396 h 834"/>
                <a:gd name="T66" fmla="*/ 1105 w 2032"/>
                <a:gd name="T67" fmla="*/ 386 h 834"/>
                <a:gd name="T68" fmla="*/ 1132 w 2032"/>
                <a:gd name="T69" fmla="*/ 371 h 834"/>
                <a:gd name="T70" fmla="*/ 1745 w 2032"/>
                <a:gd name="T71"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32" h="834">
                  <a:moveTo>
                    <a:pt x="1745" y="0"/>
                  </a:moveTo>
                  <a:lnTo>
                    <a:pt x="2005" y="158"/>
                  </a:lnTo>
                  <a:lnTo>
                    <a:pt x="2016" y="167"/>
                  </a:lnTo>
                  <a:lnTo>
                    <a:pt x="2025" y="178"/>
                  </a:lnTo>
                  <a:lnTo>
                    <a:pt x="2030" y="192"/>
                  </a:lnTo>
                  <a:lnTo>
                    <a:pt x="2032" y="206"/>
                  </a:lnTo>
                  <a:lnTo>
                    <a:pt x="2030" y="220"/>
                  </a:lnTo>
                  <a:lnTo>
                    <a:pt x="2025" y="234"/>
                  </a:lnTo>
                  <a:lnTo>
                    <a:pt x="2016" y="246"/>
                  </a:lnTo>
                  <a:lnTo>
                    <a:pt x="2005" y="254"/>
                  </a:lnTo>
                  <a:lnTo>
                    <a:pt x="1074" y="818"/>
                  </a:lnTo>
                  <a:lnTo>
                    <a:pt x="1052" y="829"/>
                  </a:lnTo>
                  <a:lnTo>
                    <a:pt x="1028" y="834"/>
                  </a:lnTo>
                  <a:lnTo>
                    <a:pt x="1003" y="834"/>
                  </a:lnTo>
                  <a:lnTo>
                    <a:pt x="980" y="829"/>
                  </a:lnTo>
                  <a:lnTo>
                    <a:pt x="958" y="818"/>
                  </a:lnTo>
                  <a:lnTo>
                    <a:pt x="27" y="254"/>
                  </a:lnTo>
                  <a:lnTo>
                    <a:pt x="16" y="246"/>
                  </a:lnTo>
                  <a:lnTo>
                    <a:pt x="7" y="234"/>
                  </a:lnTo>
                  <a:lnTo>
                    <a:pt x="2" y="220"/>
                  </a:lnTo>
                  <a:lnTo>
                    <a:pt x="0" y="206"/>
                  </a:lnTo>
                  <a:lnTo>
                    <a:pt x="2" y="192"/>
                  </a:lnTo>
                  <a:lnTo>
                    <a:pt x="7" y="178"/>
                  </a:lnTo>
                  <a:lnTo>
                    <a:pt x="16" y="167"/>
                  </a:lnTo>
                  <a:lnTo>
                    <a:pt x="27" y="158"/>
                  </a:lnTo>
                  <a:lnTo>
                    <a:pt x="287" y="0"/>
                  </a:lnTo>
                  <a:lnTo>
                    <a:pt x="899" y="371"/>
                  </a:lnTo>
                  <a:lnTo>
                    <a:pt x="926" y="386"/>
                  </a:lnTo>
                  <a:lnTo>
                    <a:pt x="956" y="396"/>
                  </a:lnTo>
                  <a:lnTo>
                    <a:pt x="985" y="402"/>
                  </a:lnTo>
                  <a:lnTo>
                    <a:pt x="1015" y="404"/>
                  </a:lnTo>
                  <a:lnTo>
                    <a:pt x="1047" y="402"/>
                  </a:lnTo>
                  <a:lnTo>
                    <a:pt x="1076" y="396"/>
                  </a:lnTo>
                  <a:lnTo>
                    <a:pt x="1105" y="386"/>
                  </a:lnTo>
                  <a:lnTo>
                    <a:pt x="1132" y="371"/>
                  </a:lnTo>
                  <a:lnTo>
                    <a:pt x="1745"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73" name="Freeform 8"/>
            <p:cNvSpPr>
              <a:spLocks/>
            </p:cNvSpPr>
            <p:nvPr/>
          </p:nvSpPr>
          <p:spPr bwMode="auto">
            <a:xfrm>
              <a:off x="3603051" y="2593483"/>
              <a:ext cx="502920" cy="310424"/>
            </a:xfrm>
            <a:custGeom>
              <a:avLst/>
              <a:gdLst>
                <a:gd name="T0" fmla="*/ 1004 w 2032"/>
                <a:gd name="T1" fmla="*/ 0 h 1255"/>
                <a:gd name="T2" fmla="*/ 1028 w 2032"/>
                <a:gd name="T3" fmla="*/ 0 h 1255"/>
                <a:gd name="T4" fmla="*/ 1052 w 2032"/>
                <a:gd name="T5" fmla="*/ 5 h 1255"/>
                <a:gd name="T6" fmla="*/ 1074 w 2032"/>
                <a:gd name="T7" fmla="*/ 16 h 1255"/>
                <a:gd name="T8" fmla="*/ 2005 w 2032"/>
                <a:gd name="T9" fmla="*/ 579 h 1255"/>
                <a:gd name="T10" fmla="*/ 2016 w 2032"/>
                <a:gd name="T11" fmla="*/ 588 h 1255"/>
                <a:gd name="T12" fmla="*/ 2025 w 2032"/>
                <a:gd name="T13" fmla="*/ 599 h 1255"/>
                <a:gd name="T14" fmla="*/ 2030 w 2032"/>
                <a:gd name="T15" fmla="*/ 613 h 1255"/>
                <a:gd name="T16" fmla="*/ 2032 w 2032"/>
                <a:gd name="T17" fmla="*/ 628 h 1255"/>
                <a:gd name="T18" fmla="*/ 2030 w 2032"/>
                <a:gd name="T19" fmla="*/ 641 h 1255"/>
                <a:gd name="T20" fmla="*/ 2025 w 2032"/>
                <a:gd name="T21" fmla="*/ 655 h 1255"/>
                <a:gd name="T22" fmla="*/ 2016 w 2032"/>
                <a:gd name="T23" fmla="*/ 666 h 1255"/>
                <a:gd name="T24" fmla="*/ 2005 w 2032"/>
                <a:gd name="T25" fmla="*/ 675 h 1255"/>
                <a:gd name="T26" fmla="*/ 1074 w 2032"/>
                <a:gd name="T27" fmla="*/ 1239 h 1255"/>
                <a:gd name="T28" fmla="*/ 1052 w 2032"/>
                <a:gd name="T29" fmla="*/ 1250 h 1255"/>
                <a:gd name="T30" fmla="*/ 1028 w 2032"/>
                <a:gd name="T31" fmla="*/ 1255 h 1255"/>
                <a:gd name="T32" fmla="*/ 1003 w 2032"/>
                <a:gd name="T33" fmla="*/ 1255 h 1255"/>
                <a:gd name="T34" fmla="*/ 980 w 2032"/>
                <a:gd name="T35" fmla="*/ 1250 h 1255"/>
                <a:gd name="T36" fmla="*/ 958 w 2032"/>
                <a:gd name="T37" fmla="*/ 1239 h 1255"/>
                <a:gd name="T38" fmla="*/ 27 w 2032"/>
                <a:gd name="T39" fmla="*/ 675 h 1255"/>
                <a:gd name="T40" fmla="*/ 16 w 2032"/>
                <a:gd name="T41" fmla="*/ 666 h 1255"/>
                <a:gd name="T42" fmla="*/ 7 w 2032"/>
                <a:gd name="T43" fmla="*/ 655 h 1255"/>
                <a:gd name="T44" fmla="*/ 2 w 2032"/>
                <a:gd name="T45" fmla="*/ 641 h 1255"/>
                <a:gd name="T46" fmla="*/ 0 w 2032"/>
                <a:gd name="T47" fmla="*/ 628 h 1255"/>
                <a:gd name="T48" fmla="*/ 2 w 2032"/>
                <a:gd name="T49" fmla="*/ 613 h 1255"/>
                <a:gd name="T50" fmla="*/ 7 w 2032"/>
                <a:gd name="T51" fmla="*/ 599 h 1255"/>
                <a:gd name="T52" fmla="*/ 16 w 2032"/>
                <a:gd name="T53" fmla="*/ 588 h 1255"/>
                <a:gd name="T54" fmla="*/ 27 w 2032"/>
                <a:gd name="T55" fmla="*/ 579 h 1255"/>
                <a:gd name="T56" fmla="*/ 958 w 2032"/>
                <a:gd name="T57" fmla="*/ 16 h 1255"/>
                <a:gd name="T58" fmla="*/ 980 w 2032"/>
                <a:gd name="T59" fmla="*/ 5 h 1255"/>
                <a:gd name="T60" fmla="*/ 1004 w 2032"/>
                <a:gd name="T61" fmla="*/ 0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032" h="1255">
                  <a:moveTo>
                    <a:pt x="1004" y="0"/>
                  </a:moveTo>
                  <a:lnTo>
                    <a:pt x="1028" y="0"/>
                  </a:lnTo>
                  <a:lnTo>
                    <a:pt x="1052" y="5"/>
                  </a:lnTo>
                  <a:lnTo>
                    <a:pt x="1074" y="16"/>
                  </a:lnTo>
                  <a:lnTo>
                    <a:pt x="2005" y="579"/>
                  </a:lnTo>
                  <a:lnTo>
                    <a:pt x="2016" y="588"/>
                  </a:lnTo>
                  <a:lnTo>
                    <a:pt x="2025" y="599"/>
                  </a:lnTo>
                  <a:lnTo>
                    <a:pt x="2030" y="613"/>
                  </a:lnTo>
                  <a:lnTo>
                    <a:pt x="2032" y="628"/>
                  </a:lnTo>
                  <a:lnTo>
                    <a:pt x="2030" y="641"/>
                  </a:lnTo>
                  <a:lnTo>
                    <a:pt x="2025" y="655"/>
                  </a:lnTo>
                  <a:lnTo>
                    <a:pt x="2016" y="666"/>
                  </a:lnTo>
                  <a:lnTo>
                    <a:pt x="2005" y="675"/>
                  </a:lnTo>
                  <a:lnTo>
                    <a:pt x="1074" y="1239"/>
                  </a:lnTo>
                  <a:lnTo>
                    <a:pt x="1052" y="1250"/>
                  </a:lnTo>
                  <a:lnTo>
                    <a:pt x="1028" y="1255"/>
                  </a:lnTo>
                  <a:lnTo>
                    <a:pt x="1003" y="1255"/>
                  </a:lnTo>
                  <a:lnTo>
                    <a:pt x="980" y="1250"/>
                  </a:lnTo>
                  <a:lnTo>
                    <a:pt x="958" y="1239"/>
                  </a:lnTo>
                  <a:lnTo>
                    <a:pt x="27" y="675"/>
                  </a:lnTo>
                  <a:lnTo>
                    <a:pt x="16" y="666"/>
                  </a:lnTo>
                  <a:lnTo>
                    <a:pt x="7" y="655"/>
                  </a:lnTo>
                  <a:lnTo>
                    <a:pt x="2" y="641"/>
                  </a:lnTo>
                  <a:lnTo>
                    <a:pt x="0" y="628"/>
                  </a:lnTo>
                  <a:lnTo>
                    <a:pt x="2" y="613"/>
                  </a:lnTo>
                  <a:lnTo>
                    <a:pt x="7" y="599"/>
                  </a:lnTo>
                  <a:lnTo>
                    <a:pt x="16" y="588"/>
                  </a:lnTo>
                  <a:lnTo>
                    <a:pt x="27" y="579"/>
                  </a:lnTo>
                  <a:lnTo>
                    <a:pt x="958" y="16"/>
                  </a:lnTo>
                  <a:lnTo>
                    <a:pt x="980" y="5"/>
                  </a:lnTo>
                  <a:lnTo>
                    <a:pt x="1004"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21" name="Group 20"/>
          <p:cNvGrpSpPr>
            <a:grpSpLocks noChangeAspect="1"/>
          </p:cNvGrpSpPr>
          <p:nvPr/>
        </p:nvGrpSpPr>
        <p:grpSpPr>
          <a:xfrm>
            <a:off x="10741441" y="2525640"/>
            <a:ext cx="467195" cy="356616"/>
            <a:chOff x="10741441" y="2621372"/>
            <a:chExt cx="536575" cy="409575"/>
          </a:xfrm>
        </p:grpSpPr>
        <p:sp useBgFill="1">
          <p:nvSpPr>
            <p:cNvPr id="130" name="Freeform 6"/>
            <p:cNvSpPr>
              <a:spLocks/>
            </p:cNvSpPr>
            <p:nvPr/>
          </p:nvSpPr>
          <p:spPr bwMode="auto">
            <a:xfrm>
              <a:off x="10741441" y="2621372"/>
              <a:ext cx="536575" cy="409575"/>
            </a:xfrm>
            <a:custGeom>
              <a:avLst/>
              <a:gdLst>
                <a:gd name="T0" fmla="*/ 113 w 2362"/>
                <a:gd name="T1" fmla="*/ 0 h 1800"/>
                <a:gd name="T2" fmla="*/ 2249 w 2362"/>
                <a:gd name="T3" fmla="*/ 0 h 1800"/>
                <a:gd name="T4" fmla="*/ 2275 w 2362"/>
                <a:gd name="T5" fmla="*/ 3 h 1800"/>
                <a:gd name="T6" fmla="*/ 2299 w 2362"/>
                <a:gd name="T7" fmla="*/ 12 h 1800"/>
                <a:gd name="T8" fmla="*/ 2320 w 2362"/>
                <a:gd name="T9" fmla="*/ 25 h 1800"/>
                <a:gd name="T10" fmla="*/ 2337 w 2362"/>
                <a:gd name="T11" fmla="*/ 42 h 1800"/>
                <a:gd name="T12" fmla="*/ 2350 w 2362"/>
                <a:gd name="T13" fmla="*/ 63 h 1800"/>
                <a:gd name="T14" fmla="*/ 2359 w 2362"/>
                <a:gd name="T15" fmla="*/ 87 h 1800"/>
                <a:gd name="T16" fmla="*/ 2362 w 2362"/>
                <a:gd name="T17" fmla="*/ 113 h 1800"/>
                <a:gd name="T18" fmla="*/ 2362 w 2362"/>
                <a:gd name="T19" fmla="*/ 1687 h 1800"/>
                <a:gd name="T20" fmla="*/ 2359 w 2362"/>
                <a:gd name="T21" fmla="*/ 1713 h 1800"/>
                <a:gd name="T22" fmla="*/ 2350 w 2362"/>
                <a:gd name="T23" fmla="*/ 1737 h 1800"/>
                <a:gd name="T24" fmla="*/ 2337 w 2362"/>
                <a:gd name="T25" fmla="*/ 1758 h 1800"/>
                <a:gd name="T26" fmla="*/ 2320 w 2362"/>
                <a:gd name="T27" fmla="*/ 1775 h 1800"/>
                <a:gd name="T28" fmla="*/ 2299 w 2362"/>
                <a:gd name="T29" fmla="*/ 1788 h 1800"/>
                <a:gd name="T30" fmla="*/ 2275 w 2362"/>
                <a:gd name="T31" fmla="*/ 1797 h 1800"/>
                <a:gd name="T32" fmla="*/ 2249 w 2362"/>
                <a:gd name="T33" fmla="*/ 1800 h 1800"/>
                <a:gd name="T34" fmla="*/ 113 w 2362"/>
                <a:gd name="T35" fmla="*/ 1800 h 1800"/>
                <a:gd name="T36" fmla="*/ 87 w 2362"/>
                <a:gd name="T37" fmla="*/ 1797 h 1800"/>
                <a:gd name="T38" fmla="*/ 63 w 2362"/>
                <a:gd name="T39" fmla="*/ 1788 h 1800"/>
                <a:gd name="T40" fmla="*/ 42 w 2362"/>
                <a:gd name="T41" fmla="*/ 1775 h 1800"/>
                <a:gd name="T42" fmla="*/ 25 w 2362"/>
                <a:gd name="T43" fmla="*/ 1758 h 1800"/>
                <a:gd name="T44" fmla="*/ 12 w 2362"/>
                <a:gd name="T45" fmla="*/ 1737 h 1800"/>
                <a:gd name="T46" fmla="*/ 3 w 2362"/>
                <a:gd name="T47" fmla="*/ 1713 h 1800"/>
                <a:gd name="T48" fmla="*/ 0 w 2362"/>
                <a:gd name="T49" fmla="*/ 1687 h 1800"/>
                <a:gd name="T50" fmla="*/ 0 w 2362"/>
                <a:gd name="T51" fmla="*/ 113 h 1800"/>
                <a:gd name="T52" fmla="*/ 3 w 2362"/>
                <a:gd name="T53" fmla="*/ 87 h 1800"/>
                <a:gd name="T54" fmla="*/ 12 w 2362"/>
                <a:gd name="T55" fmla="*/ 63 h 1800"/>
                <a:gd name="T56" fmla="*/ 25 w 2362"/>
                <a:gd name="T57" fmla="*/ 42 h 1800"/>
                <a:gd name="T58" fmla="*/ 42 w 2362"/>
                <a:gd name="T59" fmla="*/ 25 h 1800"/>
                <a:gd name="T60" fmla="*/ 63 w 2362"/>
                <a:gd name="T61" fmla="*/ 12 h 1800"/>
                <a:gd name="T62" fmla="*/ 87 w 2362"/>
                <a:gd name="T63" fmla="*/ 3 h 1800"/>
                <a:gd name="T64" fmla="*/ 113 w 2362"/>
                <a:gd name="T65" fmla="*/ 0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00">
                  <a:moveTo>
                    <a:pt x="113" y="0"/>
                  </a:moveTo>
                  <a:lnTo>
                    <a:pt x="2249" y="0"/>
                  </a:lnTo>
                  <a:lnTo>
                    <a:pt x="2275" y="3"/>
                  </a:lnTo>
                  <a:lnTo>
                    <a:pt x="2299" y="12"/>
                  </a:lnTo>
                  <a:lnTo>
                    <a:pt x="2320" y="25"/>
                  </a:lnTo>
                  <a:lnTo>
                    <a:pt x="2337" y="42"/>
                  </a:lnTo>
                  <a:lnTo>
                    <a:pt x="2350" y="63"/>
                  </a:lnTo>
                  <a:lnTo>
                    <a:pt x="2359" y="87"/>
                  </a:lnTo>
                  <a:lnTo>
                    <a:pt x="2362" y="113"/>
                  </a:lnTo>
                  <a:lnTo>
                    <a:pt x="2362" y="1687"/>
                  </a:lnTo>
                  <a:lnTo>
                    <a:pt x="2359" y="1713"/>
                  </a:lnTo>
                  <a:lnTo>
                    <a:pt x="2350" y="1737"/>
                  </a:lnTo>
                  <a:lnTo>
                    <a:pt x="2337" y="1758"/>
                  </a:lnTo>
                  <a:lnTo>
                    <a:pt x="2320" y="1775"/>
                  </a:lnTo>
                  <a:lnTo>
                    <a:pt x="2299" y="1788"/>
                  </a:lnTo>
                  <a:lnTo>
                    <a:pt x="2275" y="1797"/>
                  </a:lnTo>
                  <a:lnTo>
                    <a:pt x="2249" y="1800"/>
                  </a:lnTo>
                  <a:lnTo>
                    <a:pt x="113" y="1800"/>
                  </a:lnTo>
                  <a:lnTo>
                    <a:pt x="87" y="1797"/>
                  </a:lnTo>
                  <a:lnTo>
                    <a:pt x="63" y="1788"/>
                  </a:lnTo>
                  <a:lnTo>
                    <a:pt x="42" y="1775"/>
                  </a:lnTo>
                  <a:lnTo>
                    <a:pt x="25" y="1758"/>
                  </a:lnTo>
                  <a:lnTo>
                    <a:pt x="12" y="1737"/>
                  </a:lnTo>
                  <a:lnTo>
                    <a:pt x="3" y="1713"/>
                  </a:lnTo>
                  <a:lnTo>
                    <a:pt x="0" y="1687"/>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31" name="Freeform 7"/>
            <p:cNvSpPr>
              <a:spLocks noEditPoints="1"/>
            </p:cNvSpPr>
            <p:nvPr/>
          </p:nvSpPr>
          <p:spPr bwMode="auto">
            <a:xfrm>
              <a:off x="10766841" y="2648360"/>
              <a:ext cx="485775" cy="355600"/>
            </a:xfrm>
            <a:custGeom>
              <a:avLst/>
              <a:gdLst>
                <a:gd name="T0" fmla="*/ 112 w 2136"/>
                <a:gd name="T1" fmla="*/ 112 h 1574"/>
                <a:gd name="T2" fmla="*/ 112 w 2136"/>
                <a:gd name="T3" fmla="*/ 1462 h 1574"/>
                <a:gd name="T4" fmla="*/ 2024 w 2136"/>
                <a:gd name="T5" fmla="*/ 1462 h 1574"/>
                <a:gd name="T6" fmla="*/ 2024 w 2136"/>
                <a:gd name="T7" fmla="*/ 112 h 1574"/>
                <a:gd name="T8" fmla="*/ 112 w 2136"/>
                <a:gd name="T9" fmla="*/ 112 h 1574"/>
                <a:gd name="T10" fmla="*/ 0 w 2136"/>
                <a:gd name="T11" fmla="*/ 0 h 1574"/>
                <a:gd name="T12" fmla="*/ 2136 w 2136"/>
                <a:gd name="T13" fmla="*/ 0 h 1574"/>
                <a:gd name="T14" fmla="*/ 2136 w 2136"/>
                <a:gd name="T15" fmla="*/ 1574 h 1574"/>
                <a:gd name="T16" fmla="*/ 0 w 2136"/>
                <a:gd name="T17" fmla="*/ 1574 h 1574"/>
                <a:gd name="T18" fmla="*/ 0 w 2136"/>
                <a:gd name="T19" fmla="*/ 0 h 1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6" h="1574">
                  <a:moveTo>
                    <a:pt x="112" y="112"/>
                  </a:moveTo>
                  <a:lnTo>
                    <a:pt x="112" y="1462"/>
                  </a:lnTo>
                  <a:lnTo>
                    <a:pt x="2024" y="1462"/>
                  </a:lnTo>
                  <a:lnTo>
                    <a:pt x="2024" y="112"/>
                  </a:lnTo>
                  <a:lnTo>
                    <a:pt x="112" y="112"/>
                  </a:lnTo>
                  <a:close/>
                  <a:moveTo>
                    <a:pt x="0" y="0"/>
                  </a:moveTo>
                  <a:lnTo>
                    <a:pt x="2136" y="0"/>
                  </a:lnTo>
                  <a:lnTo>
                    <a:pt x="2136" y="1574"/>
                  </a:lnTo>
                  <a:lnTo>
                    <a:pt x="0" y="1574"/>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34" name="Freeform 8"/>
            <p:cNvSpPr>
              <a:spLocks noEditPoints="1"/>
            </p:cNvSpPr>
            <p:nvPr/>
          </p:nvSpPr>
          <p:spPr bwMode="auto">
            <a:xfrm>
              <a:off x="10819229" y="2699160"/>
              <a:ext cx="381000" cy="252413"/>
            </a:xfrm>
            <a:custGeom>
              <a:avLst/>
              <a:gdLst>
                <a:gd name="T0" fmla="*/ 1011 w 1686"/>
                <a:gd name="T1" fmla="*/ 1073 h 1113"/>
                <a:gd name="T2" fmla="*/ 910 w 1686"/>
                <a:gd name="T3" fmla="*/ 1089 h 1113"/>
                <a:gd name="T4" fmla="*/ 956 w 1686"/>
                <a:gd name="T5" fmla="*/ 998 h 1113"/>
                <a:gd name="T6" fmla="*/ 851 w 1686"/>
                <a:gd name="T7" fmla="*/ 866 h 1113"/>
                <a:gd name="T8" fmla="*/ 751 w 1686"/>
                <a:gd name="T9" fmla="*/ 882 h 1113"/>
                <a:gd name="T10" fmla="*/ 798 w 1686"/>
                <a:gd name="T11" fmla="*/ 790 h 1113"/>
                <a:gd name="T12" fmla="*/ 349 w 1686"/>
                <a:gd name="T13" fmla="*/ 846 h 1113"/>
                <a:gd name="T14" fmla="*/ 262 w 1686"/>
                <a:gd name="T15" fmla="*/ 987 h 1113"/>
                <a:gd name="T16" fmla="*/ 123 w 1686"/>
                <a:gd name="T17" fmla="*/ 900 h 1113"/>
                <a:gd name="T18" fmla="*/ 209 w 1686"/>
                <a:gd name="T19" fmla="*/ 760 h 1113"/>
                <a:gd name="T20" fmla="*/ 1521 w 1686"/>
                <a:gd name="T21" fmla="*/ 268 h 1113"/>
                <a:gd name="T22" fmla="*/ 1429 w 1686"/>
                <a:gd name="T23" fmla="*/ 315 h 1113"/>
                <a:gd name="T24" fmla="*/ 1445 w 1686"/>
                <a:gd name="T25" fmla="*/ 213 h 1113"/>
                <a:gd name="T26" fmla="*/ 1680 w 1686"/>
                <a:gd name="T27" fmla="*/ 81 h 1113"/>
                <a:gd name="T28" fmla="*/ 1589 w 1686"/>
                <a:gd name="T29" fmla="*/ 128 h 1113"/>
                <a:gd name="T30" fmla="*/ 1604 w 1686"/>
                <a:gd name="T31" fmla="*/ 26 h 1113"/>
                <a:gd name="T32" fmla="*/ 1311 w 1686"/>
                <a:gd name="T33" fmla="*/ 68 h 1113"/>
                <a:gd name="T34" fmla="*/ 1258 w 1686"/>
                <a:gd name="T35" fmla="*/ 224 h 1113"/>
                <a:gd name="T36" fmla="*/ 1103 w 1686"/>
                <a:gd name="T37" fmla="*/ 170 h 1113"/>
                <a:gd name="T38" fmla="*/ 1156 w 1686"/>
                <a:gd name="T39" fmla="*/ 15 h 1113"/>
                <a:gd name="T40" fmla="*/ 174 w 1686"/>
                <a:gd name="T41" fmla="*/ 33 h 1113"/>
                <a:gd name="T42" fmla="*/ 411 w 1686"/>
                <a:gd name="T43" fmla="*/ 98 h 1113"/>
                <a:gd name="T44" fmla="*/ 556 w 1686"/>
                <a:gd name="T45" fmla="*/ 207 h 1113"/>
                <a:gd name="T46" fmla="*/ 672 w 1686"/>
                <a:gd name="T47" fmla="*/ 300 h 1113"/>
                <a:gd name="T48" fmla="*/ 771 w 1686"/>
                <a:gd name="T49" fmla="*/ 262 h 1113"/>
                <a:gd name="T50" fmla="*/ 827 w 1686"/>
                <a:gd name="T51" fmla="*/ 183 h 1113"/>
                <a:gd name="T52" fmla="*/ 924 w 1686"/>
                <a:gd name="T53" fmla="*/ 196 h 1113"/>
                <a:gd name="T54" fmla="*/ 968 w 1686"/>
                <a:gd name="T55" fmla="*/ 303 h 1113"/>
                <a:gd name="T56" fmla="*/ 1015 w 1686"/>
                <a:gd name="T57" fmla="*/ 454 h 1113"/>
                <a:gd name="T58" fmla="*/ 1050 w 1686"/>
                <a:gd name="T59" fmla="*/ 541 h 1113"/>
                <a:gd name="T60" fmla="*/ 1169 w 1686"/>
                <a:gd name="T61" fmla="*/ 519 h 1113"/>
                <a:gd name="T62" fmla="*/ 1277 w 1686"/>
                <a:gd name="T63" fmla="*/ 563 h 1113"/>
                <a:gd name="T64" fmla="*/ 1384 w 1686"/>
                <a:gd name="T65" fmla="*/ 601 h 1113"/>
                <a:gd name="T66" fmla="*/ 1532 w 1686"/>
                <a:gd name="T67" fmla="*/ 504 h 1113"/>
                <a:gd name="T68" fmla="*/ 1638 w 1686"/>
                <a:gd name="T69" fmla="*/ 494 h 1113"/>
                <a:gd name="T70" fmla="*/ 1601 w 1686"/>
                <a:gd name="T71" fmla="*/ 663 h 1113"/>
                <a:gd name="T72" fmla="*/ 1475 w 1686"/>
                <a:gd name="T73" fmla="*/ 750 h 1113"/>
                <a:gd name="T74" fmla="*/ 1395 w 1686"/>
                <a:gd name="T75" fmla="*/ 785 h 1113"/>
                <a:gd name="T76" fmla="*/ 1297 w 1686"/>
                <a:gd name="T77" fmla="*/ 745 h 1113"/>
                <a:gd name="T78" fmla="*/ 1165 w 1686"/>
                <a:gd name="T79" fmla="*/ 836 h 1113"/>
                <a:gd name="T80" fmla="*/ 1062 w 1686"/>
                <a:gd name="T81" fmla="*/ 887 h 1113"/>
                <a:gd name="T82" fmla="*/ 1031 w 1686"/>
                <a:gd name="T83" fmla="*/ 726 h 1113"/>
                <a:gd name="T84" fmla="*/ 829 w 1686"/>
                <a:gd name="T85" fmla="*/ 543 h 1113"/>
                <a:gd name="T86" fmla="*/ 788 w 1686"/>
                <a:gd name="T87" fmla="*/ 462 h 1113"/>
                <a:gd name="T88" fmla="*/ 622 w 1686"/>
                <a:gd name="T89" fmla="*/ 434 h 1113"/>
                <a:gd name="T90" fmla="*/ 484 w 1686"/>
                <a:gd name="T91" fmla="*/ 348 h 1113"/>
                <a:gd name="T92" fmla="*/ 372 w 1686"/>
                <a:gd name="T93" fmla="*/ 281 h 1113"/>
                <a:gd name="T94" fmla="*/ 291 w 1686"/>
                <a:gd name="T95" fmla="*/ 392 h 1113"/>
                <a:gd name="T96" fmla="*/ 154 w 1686"/>
                <a:gd name="T97" fmla="*/ 477 h 1113"/>
                <a:gd name="T98" fmla="*/ 0 w 1686"/>
                <a:gd name="T99" fmla="*/ 461 h 1113"/>
                <a:gd name="T100" fmla="*/ 76 w 1686"/>
                <a:gd name="T101" fmla="*/ 344 h 1113"/>
                <a:gd name="T102" fmla="*/ 186 w 1686"/>
                <a:gd name="T103" fmla="*/ 348 h 1113"/>
                <a:gd name="T104" fmla="*/ 254 w 1686"/>
                <a:gd name="T105" fmla="*/ 252 h 1113"/>
                <a:gd name="T106" fmla="*/ 125 w 1686"/>
                <a:gd name="T107" fmla="*/ 155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86" h="1113">
                  <a:moveTo>
                    <a:pt x="956" y="998"/>
                  </a:moveTo>
                  <a:lnTo>
                    <a:pt x="974" y="1000"/>
                  </a:lnTo>
                  <a:lnTo>
                    <a:pt x="990" y="1009"/>
                  </a:lnTo>
                  <a:lnTo>
                    <a:pt x="1003" y="1022"/>
                  </a:lnTo>
                  <a:lnTo>
                    <a:pt x="1011" y="1037"/>
                  </a:lnTo>
                  <a:lnTo>
                    <a:pt x="1013" y="1055"/>
                  </a:lnTo>
                  <a:lnTo>
                    <a:pt x="1011" y="1073"/>
                  </a:lnTo>
                  <a:lnTo>
                    <a:pt x="1003" y="1089"/>
                  </a:lnTo>
                  <a:lnTo>
                    <a:pt x="990" y="1102"/>
                  </a:lnTo>
                  <a:lnTo>
                    <a:pt x="974" y="1110"/>
                  </a:lnTo>
                  <a:lnTo>
                    <a:pt x="956" y="1113"/>
                  </a:lnTo>
                  <a:lnTo>
                    <a:pt x="938" y="1110"/>
                  </a:lnTo>
                  <a:lnTo>
                    <a:pt x="922" y="1102"/>
                  </a:lnTo>
                  <a:lnTo>
                    <a:pt x="910" y="1089"/>
                  </a:lnTo>
                  <a:lnTo>
                    <a:pt x="901" y="1073"/>
                  </a:lnTo>
                  <a:lnTo>
                    <a:pt x="898" y="1055"/>
                  </a:lnTo>
                  <a:lnTo>
                    <a:pt x="901" y="1037"/>
                  </a:lnTo>
                  <a:lnTo>
                    <a:pt x="910" y="1022"/>
                  </a:lnTo>
                  <a:lnTo>
                    <a:pt x="922" y="1009"/>
                  </a:lnTo>
                  <a:lnTo>
                    <a:pt x="938" y="1000"/>
                  </a:lnTo>
                  <a:lnTo>
                    <a:pt x="956" y="998"/>
                  </a:lnTo>
                  <a:close/>
                  <a:moveTo>
                    <a:pt x="798" y="790"/>
                  </a:moveTo>
                  <a:lnTo>
                    <a:pt x="816" y="793"/>
                  </a:lnTo>
                  <a:lnTo>
                    <a:pt x="831" y="802"/>
                  </a:lnTo>
                  <a:lnTo>
                    <a:pt x="844" y="813"/>
                  </a:lnTo>
                  <a:lnTo>
                    <a:pt x="851" y="829"/>
                  </a:lnTo>
                  <a:lnTo>
                    <a:pt x="855" y="848"/>
                  </a:lnTo>
                  <a:lnTo>
                    <a:pt x="851" y="866"/>
                  </a:lnTo>
                  <a:lnTo>
                    <a:pt x="844" y="882"/>
                  </a:lnTo>
                  <a:lnTo>
                    <a:pt x="831" y="895"/>
                  </a:lnTo>
                  <a:lnTo>
                    <a:pt x="816" y="902"/>
                  </a:lnTo>
                  <a:lnTo>
                    <a:pt x="798" y="905"/>
                  </a:lnTo>
                  <a:lnTo>
                    <a:pt x="779" y="902"/>
                  </a:lnTo>
                  <a:lnTo>
                    <a:pt x="763" y="895"/>
                  </a:lnTo>
                  <a:lnTo>
                    <a:pt x="751" y="882"/>
                  </a:lnTo>
                  <a:lnTo>
                    <a:pt x="743" y="866"/>
                  </a:lnTo>
                  <a:lnTo>
                    <a:pt x="739" y="848"/>
                  </a:lnTo>
                  <a:lnTo>
                    <a:pt x="743" y="829"/>
                  </a:lnTo>
                  <a:lnTo>
                    <a:pt x="751" y="813"/>
                  </a:lnTo>
                  <a:lnTo>
                    <a:pt x="763" y="802"/>
                  </a:lnTo>
                  <a:lnTo>
                    <a:pt x="779" y="793"/>
                  </a:lnTo>
                  <a:lnTo>
                    <a:pt x="798" y="790"/>
                  </a:lnTo>
                  <a:close/>
                  <a:moveTo>
                    <a:pt x="236" y="756"/>
                  </a:moveTo>
                  <a:lnTo>
                    <a:pt x="262" y="760"/>
                  </a:lnTo>
                  <a:lnTo>
                    <a:pt x="286" y="769"/>
                  </a:lnTo>
                  <a:lnTo>
                    <a:pt x="308" y="783"/>
                  </a:lnTo>
                  <a:lnTo>
                    <a:pt x="326" y="801"/>
                  </a:lnTo>
                  <a:lnTo>
                    <a:pt x="340" y="822"/>
                  </a:lnTo>
                  <a:lnTo>
                    <a:pt x="349" y="846"/>
                  </a:lnTo>
                  <a:lnTo>
                    <a:pt x="352" y="874"/>
                  </a:lnTo>
                  <a:lnTo>
                    <a:pt x="349" y="900"/>
                  </a:lnTo>
                  <a:lnTo>
                    <a:pt x="340" y="924"/>
                  </a:lnTo>
                  <a:lnTo>
                    <a:pt x="326" y="947"/>
                  </a:lnTo>
                  <a:lnTo>
                    <a:pt x="308" y="964"/>
                  </a:lnTo>
                  <a:lnTo>
                    <a:pt x="286" y="978"/>
                  </a:lnTo>
                  <a:lnTo>
                    <a:pt x="262" y="987"/>
                  </a:lnTo>
                  <a:lnTo>
                    <a:pt x="236" y="990"/>
                  </a:lnTo>
                  <a:lnTo>
                    <a:pt x="209" y="987"/>
                  </a:lnTo>
                  <a:lnTo>
                    <a:pt x="184" y="978"/>
                  </a:lnTo>
                  <a:lnTo>
                    <a:pt x="163" y="964"/>
                  </a:lnTo>
                  <a:lnTo>
                    <a:pt x="145" y="947"/>
                  </a:lnTo>
                  <a:lnTo>
                    <a:pt x="131" y="924"/>
                  </a:lnTo>
                  <a:lnTo>
                    <a:pt x="123" y="900"/>
                  </a:lnTo>
                  <a:lnTo>
                    <a:pt x="119" y="874"/>
                  </a:lnTo>
                  <a:lnTo>
                    <a:pt x="123" y="846"/>
                  </a:lnTo>
                  <a:lnTo>
                    <a:pt x="131" y="822"/>
                  </a:lnTo>
                  <a:lnTo>
                    <a:pt x="145" y="801"/>
                  </a:lnTo>
                  <a:lnTo>
                    <a:pt x="163" y="783"/>
                  </a:lnTo>
                  <a:lnTo>
                    <a:pt x="184" y="769"/>
                  </a:lnTo>
                  <a:lnTo>
                    <a:pt x="209" y="760"/>
                  </a:lnTo>
                  <a:lnTo>
                    <a:pt x="236" y="756"/>
                  </a:lnTo>
                  <a:close/>
                  <a:moveTo>
                    <a:pt x="1463" y="210"/>
                  </a:moveTo>
                  <a:lnTo>
                    <a:pt x="1482" y="213"/>
                  </a:lnTo>
                  <a:lnTo>
                    <a:pt x="1498" y="222"/>
                  </a:lnTo>
                  <a:lnTo>
                    <a:pt x="1510" y="233"/>
                  </a:lnTo>
                  <a:lnTo>
                    <a:pt x="1518" y="249"/>
                  </a:lnTo>
                  <a:lnTo>
                    <a:pt x="1521" y="268"/>
                  </a:lnTo>
                  <a:lnTo>
                    <a:pt x="1518" y="286"/>
                  </a:lnTo>
                  <a:lnTo>
                    <a:pt x="1510" y="302"/>
                  </a:lnTo>
                  <a:lnTo>
                    <a:pt x="1498" y="315"/>
                  </a:lnTo>
                  <a:lnTo>
                    <a:pt x="1482" y="322"/>
                  </a:lnTo>
                  <a:lnTo>
                    <a:pt x="1463" y="325"/>
                  </a:lnTo>
                  <a:lnTo>
                    <a:pt x="1445" y="322"/>
                  </a:lnTo>
                  <a:lnTo>
                    <a:pt x="1429" y="315"/>
                  </a:lnTo>
                  <a:lnTo>
                    <a:pt x="1417" y="302"/>
                  </a:lnTo>
                  <a:lnTo>
                    <a:pt x="1409" y="286"/>
                  </a:lnTo>
                  <a:lnTo>
                    <a:pt x="1406" y="268"/>
                  </a:lnTo>
                  <a:lnTo>
                    <a:pt x="1409" y="249"/>
                  </a:lnTo>
                  <a:lnTo>
                    <a:pt x="1417" y="233"/>
                  </a:lnTo>
                  <a:lnTo>
                    <a:pt x="1429" y="222"/>
                  </a:lnTo>
                  <a:lnTo>
                    <a:pt x="1445" y="213"/>
                  </a:lnTo>
                  <a:lnTo>
                    <a:pt x="1463" y="210"/>
                  </a:lnTo>
                  <a:close/>
                  <a:moveTo>
                    <a:pt x="1623" y="23"/>
                  </a:moveTo>
                  <a:lnTo>
                    <a:pt x="1641" y="26"/>
                  </a:lnTo>
                  <a:lnTo>
                    <a:pt x="1656" y="35"/>
                  </a:lnTo>
                  <a:lnTo>
                    <a:pt x="1669" y="46"/>
                  </a:lnTo>
                  <a:lnTo>
                    <a:pt x="1678" y="62"/>
                  </a:lnTo>
                  <a:lnTo>
                    <a:pt x="1680" y="81"/>
                  </a:lnTo>
                  <a:lnTo>
                    <a:pt x="1678" y="99"/>
                  </a:lnTo>
                  <a:lnTo>
                    <a:pt x="1669" y="115"/>
                  </a:lnTo>
                  <a:lnTo>
                    <a:pt x="1656" y="128"/>
                  </a:lnTo>
                  <a:lnTo>
                    <a:pt x="1641" y="136"/>
                  </a:lnTo>
                  <a:lnTo>
                    <a:pt x="1623" y="138"/>
                  </a:lnTo>
                  <a:lnTo>
                    <a:pt x="1604" y="136"/>
                  </a:lnTo>
                  <a:lnTo>
                    <a:pt x="1589" y="128"/>
                  </a:lnTo>
                  <a:lnTo>
                    <a:pt x="1576" y="115"/>
                  </a:lnTo>
                  <a:lnTo>
                    <a:pt x="1568" y="99"/>
                  </a:lnTo>
                  <a:lnTo>
                    <a:pt x="1564" y="81"/>
                  </a:lnTo>
                  <a:lnTo>
                    <a:pt x="1568" y="62"/>
                  </a:lnTo>
                  <a:lnTo>
                    <a:pt x="1576" y="46"/>
                  </a:lnTo>
                  <a:lnTo>
                    <a:pt x="1589" y="35"/>
                  </a:lnTo>
                  <a:lnTo>
                    <a:pt x="1604" y="26"/>
                  </a:lnTo>
                  <a:lnTo>
                    <a:pt x="1623" y="23"/>
                  </a:lnTo>
                  <a:close/>
                  <a:moveTo>
                    <a:pt x="1207" y="2"/>
                  </a:moveTo>
                  <a:lnTo>
                    <a:pt x="1234" y="5"/>
                  </a:lnTo>
                  <a:lnTo>
                    <a:pt x="1258" y="15"/>
                  </a:lnTo>
                  <a:lnTo>
                    <a:pt x="1279" y="29"/>
                  </a:lnTo>
                  <a:lnTo>
                    <a:pt x="1297" y="46"/>
                  </a:lnTo>
                  <a:lnTo>
                    <a:pt x="1311" y="68"/>
                  </a:lnTo>
                  <a:lnTo>
                    <a:pt x="1320" y="92"/>
                  </a:lnTo>
                  <a:lnTo>
                    <a:pt x="1324" y="119"/>
                  </a:lnTo>
                  <a:lnTo>
                    <a:pt x="1320" y="146"/>
                  </a:lnTo>
                  <a:lnTo>
                    <a:pt x="1311" y="170"/>
                  </a:lnTo>
                  <a:lnTo>
                    <a:pt x="1297" y="192"/>
                  </a:lnTo>
                  <a:lnTo>
                    <a:pt x="1279" y="210"/>
                  </a:lnTo>
                  <a:lnTo>
                    <a:pt x="1258" y="224"/>
                  </a:lnTo>
                  <a:lnTo>
                    <a:pt x="1234" y="232"/>
                  </a:lnTo>
                  <a:lnTo>
                    <a:pt x="1207" y="236"/>
                  </a:lnTo>
                  <a:lnTo>
                    <a:pt x="1180" y="232"/>
                  </a:lnTo>
                  <a:lnTo>
                    <a:pt x="1156" y="224"/>
                  </a:lnTo>
                  <a:lnTo>
                    <a:pt x="1135" y="210"/>
                  </a:lnTo>
                  <a:lnTo>
                    <a:pt x="1117" y="192"/>
                  </a:lnTo>
                  <a:lnTo>
                    <a:pt x="1103" y="170"/>
                  </a:lnTo>
                  <a:lnTo>
                    <a:pt x="1093" y="146"/>
                  </a:lnTo>
                  <a:lnTo>
                    <a:pt x="1091" y="119"/>
                  </a:lnTo>
                  <a:lnTo>
                    <a:pt x="1093" y="92"/>
                  </a:lnTo>
                  <a:lnTo>
                    <a:pt x="1103" y="68"/>
                  </a:lnTo>
                  <a:lnTo>
                    <a:pt x="1117" y="46"/>
                  </a:lnTo>
                  <a:lnTo>
                    <a:pt x="1135" y="29"/>
                  </a:lnTo>
                  <a:lnTo>
                    <a:pt x="1156" y="15"/>
                  </a:lnTo>
                  <a:lnTo>
                    <a:pt x="1180" y="5"/>
                  </a:lnTo>
                  <a:lnTo>
                    <a:pt x="1207" y="2"/>
                  </a:lnTo>
                  <a:close/>
                  <a:moveTo>
                    <a:pt x="0" y="0"/>
                  </a:moveTo>
                  <a:lnTo>
                    <a:pt x="126" y="0"/>
                  </a:lnTo>
                  <a:lnTo>
                    <a:pt x="137" y="13"/>
                  </a:lnTo>
                  <a:lnTo>
                    <a:pt x="153" y="23"/>
                  </a:lnTo>
                  <a:lnTo>
                    <a:pt x="174" y="33"/>
                  </a:lnTo>
                  <a:lnTo>
                    <a:pt x="216" y="46"/>
                  </a:lnTo>
                  <a:lnTo>
                    <a:pt x="258" y="59"/>
                  </a:lnTo>
                  <a:lnTo>
                    <a:pt x="300" y="70"/>
                  </a:lnTo>
                  <a:lnTo>
                    <a:pt x="340" y="80"/>
                  </a:lnTo>
                  <a:lnTo>
                    <a:pt x="368" y="87"/>
                  </a:lnTo>
                  <a:lnTo>
                    <a:pt x="392" y="93"/>
                  </a:lnTo>
                  <a:lnTo>
                    <a:pt x="411" y="98"/>
                  </a:lnTo>
                  <a:lnTo>
                    <a:pt x="433" y="106"/>
                  </a:lnTo>
                  <a:lnTo>
                    <a:pt x="456" y="114"/>
                  </a:lnTo>
                  <a:lnTo>
                    <a:pt x="477" y="125"/>
                  </a:lnTo>
                  <a:lnTo>
                    <a:pt x="500" y="138"/>
                  </a:lnTo>
                  <a:lnTo>
                    <a:pt x="520" y="157"/>
                  </a:lnTo>
                  <a:lnTo>
                    <a:pt x="539" y="183"/>
                  </a:lnTo>
                  <a:lnTo>
                    <a:pt x="556" y="207"/>
                  </a:lnTo>
                  <a:lnTo>
                    <a:pt x="570" y="227"/>
                  </a:lnTo>
                  <a:lnTo>
                    <a:pt x="584" y="244"/>
                  </a:lnTo>
                  <a:lnTo>
                    <a:pt x="598" y="258"/>
                  </a:lnTo>
                  <a:lnTo>
                    <a:pt x="614" y="270"/>
                  </a:lnTo>
                  <a:lnTo>
                    <a:pt x="631" y="280"/>
                  </a:lnTo>
                  <a:lnTo>
                    <a:pt x="652" y="292"/>
                  </a:lnTo>
                  <a:lnTo>
                    <a:pt x="672" y="300"/>
                  </a:lnTo>
                  <a:lnTo>
                    <a:pt x="691" y="305"/>
                  </a:lnTo>
                  <a:lnTo>
                    <a:pt x="708" y="306"/>
                  </a:lnTo>
                  <a:lnTo>
                    <a:pt x="723" y="305"/>
                  </a:lnTo>
                  <a:lnTo>
                    <a:pt x="737" y="301"/>
                  </a:lnTo>
                  <a:lnTo>
                    <a:pt x="752" y="289"/>
                  </a:lnTo>
                  <a:lnTo>
                    <a:pt x="763" y="277"/>
                  </a:lnTo>
                  <a:lnTo>
                    <a:pt x="771" y="262"/>
                  </a:lnTo>
                  <a:lnTo>
                    <a:pt x="779" y="244"/>
                  </a:lnTo>
                  <a:lnTo>
                    <a:pt x="786" y="226"/>
                  </a:lnTo>
                  <a:lnTo>
                    <a:pt x="793" y="211"/>
                  </a:lnTo>
                  <a:lnTo>
                    <a:pt x="803" y="201"/>
                  </a:lnTo>
                  <a:lnTo>
                    <a:pt x="808" y="198"/>
                  </a:lnTo>
                  <a:lnTo>
                    <a:pt x="813" y="193"/>
                  </a:lnTo>
                  <a:lnTo>
                    <a:pt x="827" y="183"/>
                  </a:lnTo>
                  <a:lnTo>
                    <a:pt x="841" y="173"/>
                  </a:lnTo>
                  <a:lnTo>
                    <a:pt x="858" y="166"/>
                  </a:lnTo>
                  <a:lnTo>
                    <a:pt x="875" y="164"/>
                  </a:lnTo>
                  <a:lnTo>
                    <a:pt x="888" y="166"/>
                  </a:lnTo>
                  <a:lnTo>
                    <a:pt x="902" y="172"/>
                  </a:lnTo>
                  <a:lnTo>
                    <a:pt x="915" y="183"/>
                  </a:lnTo>
                  <a:lnTo>
                    <a:pt x="924" y="196"/>
                  </a:lnTo>
                  <a:lnTo>
                    <a:pt x="931" y="211"/>
                  </a:lnTo>
                  <a:lnTo>
                    <a:pt x="935" y="227"/>
                  </a:lnTo>
                  <a:lnTo>
                    <a:pt x="938" y="242"/>
                  </a:lnTo>
                  <a:lnTo>
                    <a:pt x="941" y="256"/>
                  </a:lnTo>
                  <a:lnTo>
                    <a:pt x="943" y="264"/>
                  </a:lnTo>
                  <a:lnTo>
                    <a:pt x="953" y="280"/>
                  </a:lnTo>
                  <a:lnTo>
                    <a:pt x="968" y="303"/>
                  </a:lnTo>
                  <a:lnTo>
                    <a:pt x="982" y="326"/>
                  </a:lnTo>
                  <a:lnTo>
                    <a:pt x="995" y="350"/>
                  </a:lnTo>
                  <a:lnTo>
                    <a:pt x="1006" y="373"/>
                  </a:lnTo>
                  <a:lnTo>
                    <a:pt x="1014" y="395"/>
                  </a:lnTo>
                  <a:lnTo>
                    <a:pt x="1018" y="416"/>
                  </a:lnTo>
                  <a:lnTo>
                    <a:pt x="1019" y="436"/>
                  </a:lnTo>
                  <a:lnTo>
                    <a:pt x="1015" y="454"/>
                  </a:lnTo>
                  <a:lnTo>
                    <a:pt x="1010" y="472"/>
                  </a:lnTo>
                  <a:lnTo>
                    <a:pt x="1008" y="490"/>
                  </a:lnTo>
                  <a:lnTo>
                    <a:pt x="1011" y="507"/>
                  </a:lnTo>
                  <a:lnTo>
                    <a:pt x="1017" y="522"/>
                  </a:lnTo>
                  <a:lnTo>
                    <a:pt x="1030" y="540"/>
                  </a:lnTo>
                  <a:lnTo>
                    <a:pt x="1049" y="540"/>
                  </a:lnTo>
                  <a:lnTo>
                    <a:pt x="1050" y="541"/>
                  </a:lnTo>
                  <a:lnTo>
                    <a:pt x="1053" y="541"/>
                  </a:lnTo>
                  <a:lnTo>
                    <a:pt x="1056" y="541"/>
                  </a:lnTo>
                  <a:lnTo>
                    <a:pt x="1080" y="538"/>
                  </a:lnTo>
                  <a:lnTo>
                    <a:pt x="1101" y="533"/>
                  </a:lnTo>
                  <a:lnTo>
                    <a:pt x="1120" y="529"/>
                  </a:lnTo>
                  <a:lnTo>
                    <a:pt x="1145" y="524"/>
                  </a:lnTo>
                  <a:lnTo>
                    <a:pt x="1169" y="519"/>
                  </a:lnTo>
                  <a:lnTo>
                    <a:pt x="1193" y="516"/>
                  </a:lnTo>
                  <a:lnTo>
                    <a:pt x="1214" y="513"/>
                  </a:lnTo>
                  <a:lnTo>
                    <a:pt x="1232" y="516"/>
                  </a:lnTo>
                  <a:lnTo>
                    <a:pt x="1247" y="520"/>
                  </a:lnTo>
                  <a:lnTo>
                    <a:pt x="1258" y="528"/>
                  </a:lnTo>
                  <a:lnTo>
                    <a:pt x="1266" y="539"/>
                  </a:lnTo>
                  <a:lnTo>
                    <a:pt x="1277" y="563"/>
                  </a:lnTo>
                  <a:lnTo>
                    <a:pt x="1289" y="583"/>
                  </a:lnTo>
                  <a:lnTo>
                    <a:pt x="1299" y="599"/>
                  </a:lnTo>
                  <a:lnTo>
                    <a:pt x="1309" y="612"/>
                  </a:lnTo>
                  <a:lnTo>
                    <a:pt x="1331" y="635"/>
                  </a:lnTo>
                  <a:lnTo>
                    <a:pt x="1359" y="618"/>
                  </a:lnTo>
                  <a:lnTo>
                    <a:pt x="1370" y="611"/>
                  </a:lnTo>
                  <a:lnTo>
                    <a:pt x="1384" y="601"/>
                  </a:lnTo>
                  <a:lnTo>
                    <a:pt x="1399" y="589"/>
                  </a:lnTo>
                  <a:lnTo>
                    <a:pt x="1412" y="579"/>
                  </a:lnTo>
                  <a:lnTo>
                    <a:pt x="1438" y="559"/>
                  </a:lnTo>
                  <a:lnTo>
                    <a:pt x="1463" y="541"/>
                  </a:lnTo>
                  <a:lnTo>
                    <a:pt x="1487" y="524"/>
                  </a:lnTo>
                  <a:lnTo>
                    <a:pt x="1511" y="511"/>
                  </a:lnTo>
                  <a:lnTo>
                    <a:pt x="1532" y="504"/>
                  </a:lnTo>
                  <a:lnTo>
                    <a:pt x="1551" y="501"/>
                  </a:lnTo>
                  <a:lnTo>
                    <a:pt x="1570" y="500"/>
                  </a:lnTo>
                  <a:lnTo>
                    <a:pt x="1574" y="500"/>
                  </a:lnTo>
                  <a:lnTo>
                    <a:pt x="1585" y="499"/>
                  </a:lnTo>
                  <a:lnTo>
                    <a:pt x="1599" y="498"/>
                  </a:lnTo>
                  <a:lnTo>
                    <a:pt x="1617" y="495"/>
                  </a:lnTo>
                  <a:lnTo>
                    <a:pt x="1638" y="494"/>
                  </a:lnTo>
                  <a:lnTo>
                    <a:pt x="1662" y="492"/>
                  </a:lnTo>
                  <a:lnTo>
                    <a:pt x="1686" y="491"/>
                  </a:lnTo>
                  <a:lnTo>
                    <a:pt x="1686" y="645"/>
                  </a:lnTo>
                  <a:lnTo>
                    <a:pt x="1663" y="647"/>
                  </a:lnTo>
                  <a:lnTo>
                    <a:pt x="1639" y="650"/>
                  </a:lnTo>
                  <a:lnTo>
                    <a:pt x="1618" y="657"/>
                  </a:lnTo>
                  <a:lnTo>
                    <a:pt x="1601" y="663"/>
                  </a:lnTo>
                  <a:lnTo>
                    <a:pt x="1584" y="673"/>
                  </a:lnTo>
                  <a:lnTo>
                    <a:pt x="1566" y="683"/>
                  </a:lnTo>
                  <a:lnTo>
                    <a:pt x="1545" y="696"/>
                  </a:lnTo>
                  <a:lnTo>
                    <a:pt x="1526" y="710"/>
                  </a:lnTo>
                  <a:lnTo>
                    <a:pt x="1509" y="724"/>
                  </a:lnTo>
                  <a:lnTo>
                    <a:pt x="1491" y="737"/>
                  </a:lnTo>
                  <a:lnTo>
                    <a:pt x="1475" y="750"/>
                  </a:lnTo>
                  <a:lnTo>
                    <a:pt x="1461" y="761"/>
                  </a:lnTo>
                  <a:lnTo>
                    <a:pt x="1450" y="769"/>
                  </a:lnTo>
                  <a:lnTo>
                    <a:pt x="1443" y="775"/>
                  </a:lnTo>
                  <a:lnTo>
                    <a:pt x="1439" y="777"/>
                  </a:lnTo>
                  <a:lnTo>
                    <a:pt x="1424" y="785"/>
                  </a:lnTo>
                  <a:lnTo>
                    <a:pt x="1408" y="788"/>
                  </a:lnTo>
                  <a:lnTo>
                    <a:pt x="1395" y="785"/>
                  </a:lnTo>
                  <a:lnTo>
                    <a:pt x="1385" y="776"/>
                  </a:lnTo>
                  <a:lnTo>
                    <a:pt x="1373" y="765"/>
                  </a:lnTo>
                  <a:lnTo>
                    <a:pt x="1364" y="756"/>
                  </a:lnTo>
                  <a:lnTo>
                    <a:pt x="1354" y="749"/>
                  </a:lnTo>
                  <a:lnTo>
                    <a:pt x="1344" y="745"/>
                  </a:lnTo>
                  <a:lnTo>
                    <a:pt x="1331" y="744"/>
                  </a:lnTo>
                  <a:lnTo>
                    <a:pt x="1297" y="745"/>
                  </a:lnTo>
                  <a:lnTo>
                    <a:pt x="1267" y="749"/>
                  </a:lnTo>
                  <a:lnTo>
                    <a:pt x="1241" y="756"/>
                  </a:lnTo>
                  <a:lnTo>
                    <a:pt x="1220" y="767"/>
                  </a:lnTo>
                  <a:lnTo>
                    <a:pt x="1203" y="781"/>
                  </a:lnTo>
                  <a:lnTo>
                    <a:pt x="1191" y="797"/>
                  </a:lnTo>
                  <a:lnTo>
                    <a:pt x="1179" y="816"/>
                  </a:lnTo>
                  <a:lnTo>
                    <a:pt x="1165" y="836"/>
                  </a:lnTo>
                  <a:lnTo>
                    <a:pt x="1151" y="854"/>
                  </a:lnTo>
                  <a:lnTo>
                    <a:pt x="1137" y="869"/>
                  </a:lnTo>
                  <a:lnTo>
                    <a:pt x="1121" y="882"/>
                  </a:lnTo>
                  <a:lnTo>
                    <a:pt x="1104" y="891"/>
                  </a:lnTo>
                  <a:lnTo>
                    <a:pt x="1086" y="894"/>
                  </a:lnTo>
                  <a:lnTo>
                    <a:pt x="1074" y="892"/>
                  </a:lnTo>
                  <a:lnTo>
                    <a:pt x="1062" y="887"/>
                  </a:lnTo>
                  <a:lnTo>
                    <a:pt x="1045" y="876"/>
                  </a:lnTo>
                  <a:lnTo>
                    <a:pt x="1034" y="864"/>
                  </a:lnTo>
                  <a:lnTo>
                    <a:pt x="1027" y="851"/>
                  </a:lnTo>
                  <a:lnTo>
                    <a:pt x="1023" y="841"/>
                  </a:lnTo>
                  <a:lnTo>
                    <a:pt x="1022" y="830"/>
                  </a:lnTo>
                  <a:lnTo>
                    <a:pt x="1022" y="819"/>
                  </a:lnTo>
                  <a:lnTo>
                    <a:pt x="1031" y="726"/>
                  </a:lnTo>
                  <a:lnTo>
                    <a:pt x="921" y="650"/>
                  </a:lnTo>
                  <a:lnTo>
                    <a:pt x="892" y="615"/>
                  </a:lnTo>
                  <a:lnTo>
                    <a:pt x="880" y="602"/>
                  </a:lnTo>
                  <a:lnTo>
                    <a:pt x="868" y="589"/>
                  </a:lnTo>
                  <a:lnTo>
                    <a:pt x="854" y="575"/>
                  </a:lnTo>
                  <a:lnTo>
                    <a:pt x="841" y="559"/>
                  </a:lnTo>
                  <a:lnTo>
                    <a:pt x="829" y="543"/>
                  </a:lnTo>
                  <a:lnTo>
                    <a:pt x="822" y="526"/>
                  </a:lnTo>
                  <a:lnTo>
                    <a:pt x="819" y="508"/>
                  </a:lnTo>
                  <a:lnTo>
                    <a:pt x="819" y="505"/>
                  </a:lnTo>
                  <a:lnTo>
                    <a:pt x="818" y="499"/>
                  </a:lnTo>
                  <a:lnTo>
                    <a:pt x="810" y="484"/>
                  </a:lnTo>
                  <a:lnTo>
                    <a:pt x="801" y="471"/>
                  </a:lnTo>
                  <a:lnTo>
                    <a:pt x="788" y="462"/>
                  </a:lnTo>
                  <a:lnTo>
                    <a:pt x="775" y="455"/>
                  </a:lnTo>
                  <a:lnTo>
                    <a:pt x="763" y="450"/>
                  </a:lnTo>
                  <a:lnTo>
                    <a:pt x="751" y="447"/>
                  </a:lnTo>
                  <a:lnTo>
                    <a:pt x="741" y="446"/>
                  </a:lnTo>
                  <a:lnTo>
                    <a:pt x="701" y="445"/>
                  </a:lnTo>
                  <a:lnTo>
                    <a:pt x="661" y="441"/>
                  </a:lnTo>
                  <a:lnTo>
                    <a:pt x="622" y="434"/>
                  </a:lnTo>
                  <a:lnTo>
                    <a:pt x="585" y="426"/>
                  </a:lnTo>
                  <a:lnTo>
                    <a:pt x="568" y="419"/>
                  </a:lnTo>
                  <a:lnTo>
                    <a:pt x="544" y="410"/>
                  </a:lnTo>
                  <a:lnTo>
                    <a:pt x="524" y="398"/>
                  </a:lnTo>
                  <a:lnTo>
                    <a:pt x="509" y="385"/>
                  </a:lnTo>
                  <a:lnTo>
                    <a:pt x="495" y="366"/>
                  </a:lnTo>
                  <a:lnTo>
                    <a:pt x="484" y="348"/>
                  </a:lnTo>
                  <a:lnTo>
                    <a:pt x="474" y="331"/>
                  </a:lnTo>
                  <a:lnTo>
                    <a:pt x="465" y="315"/>
                  </a:lnTo>
                  <a:lnTo>
                    <a:pt x="455" y="300"/>
                  </a:lnTo>
                  <a:lnTo>
                    <a:pt x="444" y="286"/>
                  </a:lnTo>
                  <a:lnTo>
                    <a:pt x="429" y="273"/>
                  </a:lnTo>
                  <a:lnTo>
                    <a:pt x="396" y="246"/>
                  </a:lnTo>
                  <a:lnTo>
                    <a:pt x="372" y="281"/>
                  </a:lnTo>
                  <a:lnTo>
                    <a:pt x="361" y="296"/>
                  </a:lnTo>
                  <a:lnTo>
                    <a:pt x="352" y="311"/>
                  </a:lnTo>
                  <a:lnTo>
                    <a:pt x="342" y="324"/>
                  </a:lnTo>
                  <a:lnTo>
                    <a:pt x="331" y="341"/>
                  </a:lnTo>
                  <a:lnTo>
                    <a:pt x="317" y="358"/>
                  </a:lnTo>
                  <a:lnTo>
                    <a:pt x="303" y="376"/>
                  </a:lnTo>
                  <a:lnTo>
                    <a:pt x="291" y="392"/>
                  </a:lnTo>
                  <a:lnTo>
                    <a:pt x="279" y="406"/>
                  </a:lnTo>
                  <a:lnTo>
                    <a:pt x="258" y="431"/>
                  </a:lnTo>
                  <a:lnTo>
                    <a:pt x="237" y="449"/>
                  </a:lnTo>
                  <a:lnTo>
                    <a:pt x="216" y="463"/>
                  </a:lnTo>
                  <a:lnTo>
                    <a:pt x="195" y="471"/>
                  </a:lnTo>
                  <a:lnTo>
                    <a:pt x="175" y="476"/>
                  </a:lnTo>
                  <a:lnTo>
                    <a:pt x="154" y="477"/>
                  </a:lnTo>
                  <a:lnTo>
                    <a:pt x="133" y="476"/>
                  </a:lnTo>
                  <a:lnTo>
                    <a:pt x="109" y="473"/>
                  </a:lnTo>
                  <a:lnTo>
                    <a:pt x="83" y="469"/>
                  </a:lnTo>
                  <a:lnTo>
                    <a:pt x="56" y="464"/>
                  </a:lnTo>
                  <a:lnTo>
                    <a:pt x="24" y="460"/>
                  </a:lnTo>
                  <a:lnTo>
                    <a:pt x="12" y="458"/>
                  </a:lnTo>
                  <a:lnTo>
                    <a:pt x="0" y="461"/>
                  </a:lnTo>
                  <a:lnTo>
                    <a:pt x="0" y="338"/>
                  </a:lnTo>
                  <a:lnTo>
                    <a:pt x="10" y="335"/>
                  </a:lnTo>
                  <a:lnTo>
                    <a:pt x="20" y="332"/>
                  </a:lnTo>
                  <a:lnTo>
                    <a:pt x="32" y="332"/>
                  </a:lnTo>
                  <a:lnTo>
                    <a:pt x="45" y="334"/>
                  </a:lnTo>
                  <a:lnTo>
                    <a:pt x="60" y="338"/>
                  </a:lnTo>
                  <a:lnTo>
                    <a:pt x="76" y="344"/>
                  </a:lnTo>
                  <a:lnTo>
                    <a:pt x="92" y="351"/>
                  </a:lnTo>
                  <a:lnTo>
                    <a:pt x="108" y="356"/>
                  </a:lnTo>
                  <a:lnTo>
                    <a:pt x="122" y="361"/>
                  </a:lnTo>
                  <a:lnTo>
                    <a:pt x="134" y="363"/>
                  </a:lnTo>
                  <a:lnTo>
                    <a:pt x="143" y="364"/>
                  </a:lnTo>
                  <a:lnTo>
                    <a:pt x="166" y="357"/>
                  </a:lnTo>
                  <a:lnTo>
                    <a:pt x="186" y="348"/>
                  </a:lnTo>
                  <a:lnTo>
                    <a:pt x="203" y="335"/>
                  </a:lnTo>
                  <a:lnTo>
                    <a:pt x="216" y="320"/>
                  </a:lnTo>
                  <a:lnTo>
                    <a:pt x="227" y="305"/>
                  </a:lnTo>
                  <a:lnTo>
                    <a:pt x="236" y="289"/>
                  </a:lnTo>
                  <a:lnTo>
                    <a:pt x="243" y="276"/>
                  </a:lnTo>
                  <a:lnTo>
                    <a:pt x="249" y="263"/>
                  </a:lnTo>
                  <a:lnTo>
                    <a:pt x="254" y="252"/>
                  </a:lnTo>
                  <a:lnTo>
                    <a:pt x="281" y="176"/>
                  </a:lnTo>
                  <a:lnTo>
                    <a:pt x="214" y="171"/>
                  </a:lnTo>
                  <a:lnTo>
                    <a:pt x="206" y="170"/>
                  </a:lnTo>
                  <a:lnTo>
                    <a:pt x="192" y="168"/>
                  </a:lnTo>
                  <a:lnTo>
                    <a:pt x="173" y="166"/>
                  </a:lnTo>
                  <a:lnTo>
                    <a:pt x="150" y="161"/>
                  </a:lnTo>
                  <a:lnTo>
                    <a:pt x="125" y="155"/>
                  </a:lnTo>
                  <a:lnTo>
                    <a:pt x="98" y="148"/>
                  </a:lnTo>
                  <a:lnTo>
                    <a:pt x="72" y="137"/>
                  </a:lnTo>
                  <a:lnTo>
                    <a:pt x="45" y="126"/>
                  </a:lnTo>
                  <a:lnTo>
                    <a:pt x="21" y="111"/>
                  </a:lnTo>
                  <a:lnTo>
                    <a:pt x="0" y="94"/>
                  </a:lnTo>
                  <a:lnTo>
                    <a:pt x="0"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145" name="TextBox 144">
            <a:extLst>
              <a:ext uri="{FF2B5EF4-FFF2-40B4-BE49-F238E27FC236}">
                <a16:creationId xmlns:a16="http://schemas.microsoft.com/office/drawing/2014/main" id="{E4A1BEDC-FCC2-4376-9FE8-1450393BDB90}"/>
              </a:ext>
            </a:extLst>
          </p:cNvPr>
          <p:cNvSpPr txBox="1">
            <a:spLocks/>
          </p:cNvSpPr>
          <p:nvPr/>
        </p:nvSpPr>
        <p:spPr>
          <a:xfrm>
            <a:off x="8970703" y="3652465"/>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a:solidFill>
                  <a:schemeClr val="bg1"/>
                </a:solidFill>
              </a:rPr>
              <a:t>Layer</a:t>
            </a:r>
            <a:endParaRPr lang="en-US" dirty="0">
              <a:solidFill>
                <a:schemeClr val="bg1"/>
              </a:solidFill>
            </a:endParaRPr>
          </a:p>
        </p:txBody>
      </p:sp>
      <p:sp>
        <p:nvSpPr>
          <p:cNvPr id="146" name="TextBox 145">
            <a:extLst>
              <a:ext uri="{FF2B5EF4-FFF2-40B4-BE49-F238E27FC236}">
                <a16:creationId xmlns:a16="http://schemas.microsoft.com/office/drawing/2014/main" id="{B2824380-5C21-4486-B106-A390C92D3AE8}"/>
              </a:ext>
            </a:extLst>
          </p:cNvPr>
          <p:cNvSpPr txBox="1">
            <a:spLocks/>
          </p:cNvSpPr>
          <p:nvPr/>
        </p:nvSpPr>
        <p:spPr>
          <a:xfrm>
            <a:off x="4097943" y="3652465"/>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Lines</a:t>
            </a:r>
          </a:p>
        </p:txBody>
      </p:sp>
      <p:grpSp>
        <p:nvGrpSpPr>
          <p:cNvPr id="147" name="Group 146">
            <a:extLst>
              <a:ext uri="{FF2B5EF4-FFF2-40B4-BE49-F238E27FC236}">
                <a16:creationId xmlns:a16="http://schemas.microsoft.com/office/drawing/2014/main" id="{18335D21-7B3B-4E46-AB2E-DBB7BCDCF3BA}"/>
              </a:ext>
            </a:extLst>
          </p:cNvPr>
          <p:cNvGrpSpPr>
            <a:grpSpLocks noChangeAspect="1"/>
          </p:cNvGrpSpPr>
          <p:nvPr/>
        </p:nvGrpSpPr>
        <p:grpSpPr>
          <a:xfrm>
            <a:off x="9153158" y="4197769"/>
            <a:ext cx="587375" cy="395288"/>
            <a:chOff x="9218480" y="2642494"/>
            <a:chExt cx="587375" cy="395288"/>
          </a:xfrm>
        </p:grpSpPr>
        <p:sp useBgFill="1">
          <p:nvSpPr>
            <p:cNvPr id="148" name="Freeform 6">
              <a:extLst>
                <a:ext uri="{FF2B5EF4-FFF2-40B4-BE49-F238E27FC236}">
                  <a16:creationId xmlns:a16="http://schemas.microsoft.com/office/drawing/2014/main" id="{D962EA0B-9B67-45DB-883D-058D66DD1754}"/>
                </a:ext>
              </a:extLst>
            </p:cNvPr>
            <p:cNvSpPr>
              <a:spLocks/>
            </p:cNvSpPr>
            <p:nvPr/>
          </p:nvSpPr>
          <p:spPr bwMode="auto">
            <a:xfrm>
              <a:off x="9218480" y="2642494"/>
              <a:ext cx="587375" cy="395288"/>
            </a:xfrm>
            <a:custGeom>
              <a:avLst/>
              <a:gdLst>
                <a:gd name="T0" fmla="*/ 1293 w 2586"/>
                <a:gd name="T1" fmla="*/ 0 h 1744"/>
                <a:gd name="T2" fmla="*/ 1324 w 2586"/>
                <a:gd name="T3" fmla="*/ 2 h 1744"/>
                <a:gd name="T4" fmla="*/ 1353 w 2586"/>
                <a:gd name="T5" fmla="*/ 7 h 1744"/>
                <a:gd name="T6" fmla="*/ 1382 w 2586"/>
                <a:gd name="T7" fmla="*/ 18 h 1744"/>
                <a:gd name="T8" fmla="*/ 1409 w 2586"/>
                <a:gd name="T9" fmla="*/ 32 h 1744"/>
                <a:gd name="T10" fmla="*/ 2478 w 2586"/>
                <a:gd name="T11" fmla="*/ 678 h 1744"/>
                <a:gd name="T12" fmla="*/ 2505 w 2586"/>
                <a:gd name="T13" fmla="*/ 698 h 1744"/>
                <a:gd name="T14" fmla="*/ 2529 w 2586"/>
                <a:gd name="T15" fmla="*/ 720 h 1744"/>
                <a:gd name="T16" fmla="*/ 2549 w 2586"/>
                <a:gd name="T17" fmla="*/ 747 h 1744"/>
                <a:gd name="T18" fmla="*/ 2565 w 2586"/>
                <a:gd name="T19" fmla="*/ 775 h 1744"/>
                <a:gd name="T20" fmla="*/ 2576 w 2586"/>
                <a:gd name="T21" fmla="*/ 806 h 1744"/>
                <a:gd name="T22" fmla="*/ 2584 w 2586"/>
                <a:gd name="T23" fmla="*/ 838 h 1744"/>
                <a:gd name="T24" fmla="*/ 2586 w 2586"/>
                <a:gd name="T25" fmla="*/ 872 h 1744"/>
                <a:gd name="T26" fmla="*/ 2584 w 2586"/>
                <a:gd name="T27" fmla="*/ 904 h 1744"/>
                <a:gd name="T28" fmla="*/ 2576 w 2586"/>
                <a:gd name="T29" fmla="*/ 936 h 1744"/>
                <a:gd name="T30" fmla="*/ 2565 w 2586"/>
                <a:gd name="T31" fmla="*/ 967 h 1744"/>
                <a:gd name="T32" fmla="*/ 2549 w 2586"/>
                <a:gd name="T33" fmla="*/ 995 h 1744"/>
                <a:gd name="T34" fmla="*/ 2529 w 2586"/>
                <a:gd name="T35" fmla="*/ 1022 h 1744"/>
                <a:gd name="T36" fmla="*/ 2505 w 2586"/>
                <a:gd name="T37" fmla="*/ 1044 h 1744"/>
                <a:gd name="T38" fmla="*/ 2478 w 2586"/>
                <a:gd name="T39" fmla="*/ 1064 h 1744"/>
                <a:gd name="T40" fmla="*/ 1409 w 2586"/>
                <a:gd name="T41" fmla="*/ 1711 h 1744"/>
                <a:gd name="T42" fmla="*/ 1382 w 2586"/>
                <a:gd name="T43" fmla="*/ 1725 h 1744"/>
                <a:gd name="T44" fmla="*/ 1353 w 2586"/>
                <a:gd name="T45" fmla="*/ 1736 h 1744"/>
                <a:gd name="T46" fmla="*/ 1324 w 2586"/>
                <a:gd name="T47" fmla="*/ 1742 h 1744"/>
                <a:gd name="T48" fmla="*/ 1292 w 2586"/>
                <a:gd name="T49" fmla="*/ 1744 h 1744"/>
                <a:gd name="T50" fmla="*/ 1262 w 2586"/>
                <a:gd name="T51" fmla="*/ 1742 h 1744"/>
                <a:gd name="T52" fmla="*/ 1232 w 2586"/>
                <a:gd name="T53" fmla="*/ 1736 h 1744"/>
                <a:gd name="T54" fmla="*/ 1203 w 2586"/>
                <a:gd name="T55" fmla="*/ 1725 h 1744"/>
                <a:gd name="T56" fmla="*/ 1176 w 2586"/>
                <a:gd name="T57" fmla="*/ 1711 h 1744"/>
                <a:gd name="T58" fmla="*/ 108 w 2586"/>
                <a:gd name="T59" fmla="*/ 1064 h 1744"/>
                <a:gd name="T60" fmla="*/ 81 w 2586"/>
                <a:gd name="T61" fmla="*/ 1044 h 1744"/>
                <a:gd name="T62" fmla="*/ 57 w 2586"/>
                <a:gd name="T63" fmla="*/ 1022 h 1744"/>
                <a:gd name="T64" fmla="*/ 37 w 2586"/>
                <a:gd name="T65" fmla="*/ 995 h 1744"/>
                <a:gd name="T66" fmla="*/ 21 w 2586"/>
                <a:gd name="T67" fmla="*/ 967 h 1744"/>
                <a:gd name="T68" fmla="*/ 10 w 2586"/>
                <a:gd name="T69" fmla="*/ 936 h 1744"/>
                <a:gd name="T70" fmla="*/ 2 w 2586"/>
                <a:gd name="T71" fmla="*/ 904 h 1744"/>
                <a:gd name="T72" fmla="*/ 0 w 2586"/>
                <a:gd name="T73" fmla="*/ 872 h 1744"/>
                <a:gd name="T74" fmla="*/ 2 w 2586"/>
                <a:gd name="T75" fmla="*/ 838 h 1744"/>
                <a:gd name="T76" fmla="*/ 10 w 2586"/>
                <a:gd name="T77" fmla="*/ 806 h 1744"/>
                <a:gd name="T78" fmla="*/ 21 w 2586"/>
                <a:gd name="T79" fmla="*/ 775 h 1744"/>
                <a:gd name="T80" fmla="*/ 38 w 2586"/>
                <a:gd name="T81" fmla="*/ 747 h 1744"/>
                <a:gd name="T82" fmla="*/ 57 w 2586"/>
                <a:gd name="T83" fmla="*/ 720 h 1744"/>
                <a:gd name="T84" fmla="*/ 81 w 2586"/>
                <a:gd name="T85" fmla="*/ 698 h 1744"/>
                <a:gd name="T86" fmla="*/ 108 w 2586"/>
                <a:gd name="T87" fmla="*/ 679 h 1744"/>
                <a:gd name="T88" fmla="*/ 1177 w 2586"/>
                <a:gd name="T89" fmla="*/ 32 h 1744"/>
                <a:gd name="T90" fmla="*/ 1204 w 2586"/>
                <a:gd name="T91" fmla="*/ 18 h 1744"/>
                <a:gd name="T92" fmla="*/ 1233 w 2586"/>
                <a:gd name="T93" fmla="*/ 7 h 1744"/>
                <a:gd name="T94" fmla="*/ 1262 w 2586"/>
                <a:gd name="T95" fmla="*/ 2 h 1744"/>
                <a:gd name="T96" fmla="*/ 1293 w 2586"/>
                <a:gd name="T97" fmla="*/ 0 h 1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86" h="1744">
                  <a:moveTo>
                    <a:pt x="1293" y="0"/>
                  </a:moveTo>
                  <a:lnTo>
                    <a:pt x="1324" y="2"/>
                  </a:lnTo>
                  <a:lnTo>
                    <a:pt x="1353" y="7"/>
                  </a:lnTo>
                  <a:lnTo>
                    <a:pt x="1382" y="18"/>
                  </a:lnTo>
                  <a:lnTo>
                    <a:pt x="1409" y="32"/>
                  </a:lnTo>
                  <a:lnTo>
                    <a:pt x="2478" y="678"/>
                  </a:lnTo>
                  <a:lnTo>
                    <a:pt x="2505" y="698"/>
                  </a:lnTo>
                  <a:lnTo>
                    <a:pt x="2529" y="720"/>
                  </a:lnTo>
                  <a:lnTo>
                    <a:pt x="2549" y="747"/>
                  </a:lnTo>
                  <a:lnTo>
                    <a:pt x="2565" y="775"/>
                  </a:lnTo>
                  <a:lnTo>
                    <a:pt x="2576" y="806"/>
                  </a:lnTo>
                  <a:lnTo>
                    <a:pt x="2584" y="838"/>
                  </a:lnTo>
                  <a:lnTo>
                    <a:pt x="2586" y="872"/>
                  </a:lnTo>
                  <a:lnTo>
                    <a:pt x="2584" y="904"/>
                  </a:lnTo>
                  <a:lnTo>
                    <a:pt x="2576" y="936"/>
                  </a:lnTo>
                  <a:lnTo>
                    <a:pt x="2565" y="967"/>
                  </a:lnTo>
                  <a:lnTo>
                    <a:pt x="2549" y="995"/>
                  </a:lnTo>
                  <a:lnTo>
                    <a:pt x="2529" y="1022"/>
                  </a:lnTo>
                  <a:lnTo>
                    <a:pt x="2505" y="1044"/>
                  </a:lnTo>
                  <a:lnTo>
                    <a:pt x="2478" y="1064"/>
                  </a:lnTo>
                  <a:lnTo>
                    <a:pt x="1409" y="1711"/>
                  </a:lnTo>
                  <a:lnTo>
                    <a:pt x="1382" y="1725"/>
                  </a:lnTo>
                  <a:lnTo>
                    <a:pt x="1353" y="1736"/>
                  </a:lnTo>
                  <a:lnTo>
                    <a:pt x="1324" y="1742"/>
                  </a:lnTo>
                  <a:lnTo>
                    <a:pt x="1292" y="1744"/>
                  </a:lnTo>
                  <a:lnTo>
                    <a:pt x="1262" y="1742"/>
                  </a:lnTo>
                  <a:lnTo>
                    <a:pt x="1232" y="1736"/>
                  </a:lnTo>
                  <a:lnTo>
                    <a:pt x="1203" y="1725"/>
                  </a:lnTo>
                  <a:lnTo>
                    <a:pt x="1176" y="1711"/>
                  </a:lnTo>
                  <a:lnTo>
                    <a:pt x="108" y="1064"/>
                  </a:lnTo>
                  <a:lnTo>
                    <a:pt x="81" y="1044"/>
                  </a:lnTo>
                  <a:lnTo>
                    <a:pt x="57" y="1022"/>
                  </a:lnTo>
                  <a:lnTo>
                    <a:pt x="37" y="995"/>
                  </a:lnTo>
                  <a:lnTo>
                    <a:pt x="21" y="967"/>
                  </a:lnTo>
                  <a:lnTo>
                    <a:pt x="10" y="936"/>
                  </a:lnTo>
                  <a:lnTo>
                    <a:pt x="2" y="904"/>
                  </a:lnTo>
                  <a:lnTo>
                    <a:pt x="0" y="872"/>
                  </a:lnTo>
                  <a:lnTo>
                    <a:pt x="2" y="838"/>
                  </a:lnTo>
                  <a:lnTo>
                    <a:pt x="10" y="806"/>
                  </a:lnTo>
                  <a:lnTo>
                    <a:pt x="21" y="775"/>
                  </a:lnTo>
                  <a:lnTo>
                    <a:pt x="38" y="747"/>
                  </a:lnTo>
                  <a:lnTo>
                    <a:pt x="57" y="720"/>
                  </a:lnTo>
                  <a:lnTo>
                    <a:pt x="81" y="698"/>
                  </a:lnTo>
                  <a:lnTo>
                    <a:pt x="108" y="679"/>
                  </a:lnTo>
                  <a:lnTo>
                    <a:pt x="1177" y="32"/>
                  </a:lnTo>
                  <a:lnTo>
                    <a:pt x="1204" y="18"/>
                  </a:lnTo>
                  <a:lnTo>
                    <a:pt x="1233" y="7"/>
                  </a:lnTo>
                  <a:lnTo>
                    <a:pt x="1262" y="2"/>
                  </a:lnTo>
                  <a:lnTo>
                    <a:pt x="129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49" name="Freeform 7">
              <a:extLst>
                <a:ext uri="{FF2B5EF4-FFF2-40B4-BE49-F238E27FC236}">
                  <a16:creationId xmlns:a16="http://schemas.microsoft.com/office/drawing/2014/main" id="{EEE7FE21-4D73-4A77-A50D-CABEAF9DD9E8}"/>
                </a:ext>
              </a:extLst>
            </p:cNvPr>
            <p:cNvSpPr>
              <a:spLocks/>
            </p:cNvSpPr>
            <p:nvPr/>
          </p:nvSpPr>
          <p:spPr bwMode="auto">
            <a:xfrm>
              <a:off x="9243880" y="2667894"/>
              <a:ext cx="536575" cy="344488"/>
            </a:xfrm>
            <a:custGeom>
              <a:avLst/>
              <a:gdLst>
                <a:gd name="T0" fmla="*/ 1181 w 2362"/>
                <a:gd name="T1" fmla="*/ 0 h 1519"/>
                <a:gd name="T2" fmla="*/ 1201 w 2362"/>
                <a:gd name="T3" fmla="*/ 2 h 1519"/>
                <a:gd name="T4" fmla="*/ 1221 w 2362"/>
                <a:gd name="T5" fmla="*/ 7 h 1519"/>
                <a:gd name="T6" fmla="*/ 1239 w 2362"/>
                <a:gd name="T7" fmla="*/ 16 h 1519"/>
                <a:gd name="T8" fmla="*/ 2307 w 2362"/>
                <a:gd name="T9" fmla="*/ 663 h 1519"/>
                <a:gd name="T10" fmla="*/ 2326 w 2362"/>
                <a:gd name="T11" fmla="*/ 677 h 1519"/>
                <a:gd name="T12" fmla="*/ 2341 w 2362"/>
                <a:gd name="T13" fmla="*/ 694 h 1519"/>
                <a:gd name="T14" fmla="*/ 2353 w 2362"/>
                <a:gd name="T15" fmla="*/ 714 h 1519"/>
                <a:gd name="T16" fmla="*/ 2359 w 2362"/>
                <a:gd name="T17" fmla="*/ 736 h 1519"/>
                <a:gd name="T18" fmla="*/ 2362 w 2362"/>
                <a:gd name="T19" fmla="*/ 760 h 1519"/>
                <a:gd name="T20" fmla="*/ 2359 w 2362"/>
                <a:gd name="T21" fmla="*/ 783 h 1519"/>
                <a:gd name="T22" fmla="*/ 2353 w 2362"/>
                <a:gd name="T23" fmla="*/ 804 h 1519"/>
                <a:gd name="T24" fmla="*/ 2341 w 2362"/>
                <a:gd name="T25" fmla="*/ 824 h 1519"/>
                <a:gd name="T26" fmla="*/ 2326 w 2362"/>
                <a:gd name="T27" fmla="*/ 841 h 1519"/>
                <a:gd name="T28" fmla="*/ 2307 w 2362"/>
                <a:gd name="T29" fmla="*/ 856 h 1519"/>
                <a:gd name="T30" fmla="*/ 1239 w 2362"/>
                <a:gd name="T31" fmla="*/ 1503 h 1519"/>
                <a:gd name="T32" fmla="*/ 1220 w 2362"/>
                <a:gd name="T33" fmla="*/ 1512 h 1519"/>
                <a:gd name="T34" fmla="*/ 1201 w 2362"/>
                <a:gd name="T35" fmla="*/ 1517 h 1519"/>
                <a:gd name="T36" fmla="*/ 1180 w 2362"/>
                <a:gd name="T37" fmla="*/ 1519 h 1519"/>
                <a:gd name="T38" fmla="*/ 1161 w 2362"/>
                <a:gd name="T39" fmla="*/ 1517 h 1519"/>
                <a:gd name="T40" fmla="*/ 1141 w 2362"/>
                <a:gd name="T41" fmla="*/ 1512 h 1519"/>
                <a:gd name="T42" fmla="*/ 1123 w 2362"/>
                <a:gd name="T43" fmla="*/ 1503 h 1519"/>
                <a:gd name="T44" fmla="*/ 55 w 2362"/>
                <a:gd name="T45" fmla="*/ 856 h 1519"/>
                <a:gd name="T46" fmla="*/ 36 w 2362"/>
                <a:gd name="T47" fmla="*/ 841 h 1519"/>
                <a:gd name="T48" fmla="*/ 21 w 2362"/>
                <a:gd name="T49" fmla="*/ 824 h 1519"/>
                <a:gd name="T50" fmla="*/ 9 w 2362"/>
                <a:gd name="T51" fmla="*/ 804 h 1519"/>
                <a:gd name="T52" fmla="*/ 3 w 2362"/>
                <a:gd name="T53" fmla="*/ 782 h 1519"/>
                <a:gd name="T54" fmla="*/ 0 w 2362"/>
                <a:gd name="T55" fmla="*/ 760 h 1519"/>
                <a:gd name="T56" fmla="*/ 3 w 2362"/>
                <a:gd name="T57" fmla="*/ 736 h 1519"/>
                <a:gd name="T58" fmla="*/ 9 w 2362"/>
                <a:gd name="T59" fmla="*/ 714 h 1519"/>
                <a:gd name="T60" fmla="*/ 21 w 2362"/>
                <a:gd name="T61" fmla="*/ 694 h 1519"/>
                <a:gd name="T62" fmla="*/ 36 w 2362"/>
                <a:gd name="T63" fmla="*/ 677 h 1519"/>
                <a:gd name="T64" fmla="*/ 55 w 2362"/>
                <a:gd name="T65" fmla="*/ 663 h 1519"/>
                <a:gd name="T66" fmla="*/ 1123 w 2362"/>
                <a:gd name="T67" fmla="*/ 16 h 1519"/>
                <a:gd name="T68" fmla="*/ 1141 w 2362"/>
                <a:gd name="T69" fmla="*/ 7 h 1519"/>
                <a:gd name="T70" fmla="*/ 1161 w 2362"/>
                <a:gd name="T71" fmla="*/ 2 h 1519"/>
                <a:gd name="T72" fmla="*/ 1181 w 2362"/>
                <a:gd name="T73"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62" h="1519">
                  <a:moveTo>
                    <a:pt x="1181" y="0"/>
                  </a:moveTo>
                  <a:lnTo>
                    <a:pt x="1201" y="2"/>
                  </a:lnTo>
                  <a:lnTo>
                    <a:pt x="1221" y="7"/>
                  </a:lnTo>
                  <a:lnTo>
                    <a:pt x="1239" y="16"/>
                  </a:lnTo>
                  <a:lnTo>
                    <a:pt x="2307" y="663"/>
                  </a:lnTo>
                  <a:lnTo>
                    <a:pt x="2326" y="677"/>
                  </a:lnTo>
                  <a:lnTo>
                    <a:pt x="2341" y="694"/>
                  </a:lnTo>
                  <a:lnTo>
                    <a:pt x="2353" y="714"/>
                  </a:lnTo>
                  <a:lnTo>
                    <a:pt x="2359" y="736"/>
                  </a:lnTo>
                  <a:lnTo>
                    <a:pt x="2362" y="760"/>
                  </a:lnTo>
                  <a:lnTo>
                    <a:pt x="2359" y="783"/>
                  </a:lnTo>
                  <a:lnTo>
                    <a:pt x="2353" y="804"/>
                  </a:lnTo>
                  <a:lnTo>
                    <a:pt x="2341" y="824"/>
                  </a:lnTo>
                  <a:lnTo>
                    <a:pt x="2326" y="841"/>
                  </a:lnTo>
                  <a:lnTo>
                    <a:pt x="2307" y="856"/>
                  </a:lnTo>
                  <a:lnTo>
                    <a:pt x="1239" y="1503"/>
                  </a:lnTo>
                  <a:lnTo>
                    <a:pt x="1220" y="1512"/>
                  </a:lnTo>
                  <a:lnTo>
                    <a:pt x="1201" y="1517"/>
                  </a:lnTo>
                  <a:lnTo>
                    <a:pt x="1180" y="1519"/>
                  </a:lnTo>
                  <a:lnTo>
                    <a:pt x="1161" y="1517"/>
                  </a:lnTo>
                  <a:lnTo>
                    <a:pt x="1141" y="1512"/>
                  </a:lnTo>
                  <a:lnTo>
                    <a:pt x="1123" y="1503"/>
                  </a:lnTo>
                  <a:lnTo>
                    <a:pt x="55" y="856"/>
                  </a:lnTo>
                  <a:lnTo>
                    <a:pt x="36" y="841"/>
                  </a:lnTo>
                  <a:lnTo>
                    <a:pt x="21" y="824"/>
                  </a:lnTo>
                  <a:lnTo>
                    <a:pt x="9" y="804"/>
                  </a:lnTo>
                  <a:lnTo>
                    <a:pt x="3" y="782"/>
                  </a:lnTo>
                  <a:lnTo>
                    <a:pt x="0" y="760"/>
                  </a:lnTo>
                  <a:lnTo>
                    <a:pt x="3" y="736"/>
                  </a:lnTo>
                  <a:lnTo>
                    <a:pt x="9" y="714"/>
                  </a:lnTo>
                  <a:lnTo>
                    <a:pt x="21" y="694"/>
                  </a:lnTo>
                  <a:lnTo>
                    <a:pt x="36" y="677"/>
                  </a:lnTo>
                  <a:lnTo>
                    <a:pt x="55" y="663"/>
                  </a:lnTo>
                  <a:lnTo>
                    <a:pt x="1123" y="16"/>
                  </a:lnTo>
                  <a:lnTo>
                    <a:pt x="1141" y="7"/>
                  </a:lnTo>
                  <a:lnTo>
                    <a:pt x="1161" y="2"/>
                  </a:lnTo>
                  <a:lnTo>
                    <a:pt x="118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0" name="Freeform 8">
              <a:extLst>
                <a:ext uri="{FF2B5EF4-FFF2-40B4-BE49-F238E27FC236}">
                  <a16:creationId xmlns:a16="http://schemas.microsoft.com/office/drawing/2014/main" id="{C74430E7-80D2-4084-8678-29645268716F}"/>
                </a:ext>
              </a:extLst>
            </p:cNvPr>
            <p:cNvSpPr>
              <a:spLocks/>
            </p:cNvSpPr>
            <p:nvPr/>
          </p:nvSpPr>
          <p:spPr bwMode="auto">
            <a:xfrm>
              <a:off x="9269280" y="2693294"/>
              <a:ext cx="485775" cy="293688"/>
            </a:xfrm>
            <a:custGeom>
              <a:avLst/>
              <a:gdLst>
                <a:gd name="T0" fmla="*/ 1068 w 2136"/>
                <a:gd name="T1" fmla="*/ 0 h 1294"/>
                <a:gd name="T2" fmla="*/ 2136 w 2136"/>
                <a:gd name="T3" fmla="*/ 647 h 1294"/>
                <a:gd name="T4" fmla="*/ 1067 w 2136"/>
                <a:gd name="T5" fmla="*/ 1294 h 1294"/>
                <a:gd name="T6" fmla="*/ 0 w 2136"/>
                <a:gd name="T7" fmla="*/ 647 h 1294"/>
                <a:gd name="T8" fmla="*/ 1068 w 2136"/>
                <a:gd name="T9" fmla="*/ 0 h 1294"/>
              </a:gdLst>
              <a:ahLst/>
              <a:cxnLst>
                <a:cxn ang="0">
                  <a:pos x="T0" y="T1"/>
                </a:cxn>
                <a:cxn ang="0">
                  <a:pos x="T2" y="T3"/>
                </a:cxn>
                <a:cxn ang="0">
                  <a:pos x="T4" y="T5"/>
                </a:cxn>
                <a:cxn ang="0">
                  <a:pos x="T6" y="T7"/>
                </a:cxn>
                <a:cxn ang="0">
                  <a:pos x="T8" y="T9"/>
                </a:cxn>
              </a:cxnLst>
              <a:rect l="0" t="0" r="r" b="b"/>
              <a:pathLst>
                <a:path w="2136" h="1294">
                  <a:moveTo>
                    <a:pt x="1068" y="0"/>
                  </a:moveTo>
                  <a:lnTo>
                    <a:pt x="2136" y="647"/>
                  </a:lnTo>
                  <a:lnTo>
                    <a:pt x="1067" y="1294"/>
                  </a:lnTo>
                  <a:lnTo>
                    <a:pt x="0" y="647"/>
                  </a:lnTo>
                  <a:lnTo>
                    <a:pt x="1068"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1" name="Freeform 9">
              <a:extLst>
                <a:ext uri="{FF2B5EF4-FFF2-40B4-BE49-F238E27FC236}">
                  <a16:creationId xmlns:a16="http://schemas.microsoft.com/office/drawing/2014/main" id="{25120F88-F807-43F2-8EB9-303F06C0580A}"/>
                </a:ext>
              </a:extLst>
            </p:cNvPr>
            <p:cNvSpPr>
              <a:spLocks/>
            </p:cNvSpPr>
            <p:nvPr/>
          </p:nvSpPr>
          <p:spPr bwMode="auto">
            <a:xfrm>
              <a:off x="9377230" y="2693294"/>
              <a:ext cx="377825" cy="163513"/>
            </a:xfrm>
            <a:custGeom>
              <a:avLst/>
              <a:gdLst>
                <a:gd name="T0" fmla="*/ 593 w 1661"/>
                <a:gd name="T1" fmla="*/ 0 h 720"/>
                <a:gd name="T2" fmla="*/ 1661 w 1661"/>
                <a:gd name="T3" fmla="*/ 647 h 720"/>
                <a:gd name="T4" fmla="*/ 1538 w 1661"/>
                <a:gd name="T5" fmla="*/ 720 h 720"/>
                <a:gd name="T6" fmla="*/ 1514 w 1661"/>
                <a:gd name="T7" fmla="*/ 694 h 720"/>
                <a:gd name="T8" fmla="*/ 1489 w 1661"/>
                <a:gd name="T9" fmla="*/ 670 h 720"/>
                <a:gd name="T10" fmla="*/ 1462 w 1661"/>
                <a:gd name="T11" fmla="*/ 648 h 720"/>
                <a:gd name="T12" fmla="*/ 1401 w 1661"/>
                <a:gd name="T13" fmla="*/ 605 h 720"/>
                <a:gd name="T14" fmla="*/ 1341 w 1661"/>
                <a:gd name="T15" fmla="*/ 569 h 720"/>
                <a:gd name="T16" fmla="*/ 1281 w 1661"/>
                <a:gd name="T17" fmla="*/ 539 h 720"/>
                <a:gd name="T18" fmla="*/ 1220 w 1661"/>
                <a:gd name="T19" fmla="*/ 513 h 720"/>
                <a:gd name="T20" fmla="*/ 1159 w 1661"/>
                <a:gd name="T21" fmla="*/ 495 h 720"/>
                <a:gd name="T22" fmla="*/ 1097 w 1661"/>
                <a:gd name="T23" fmla="*/ 482 h 720"/>
                <a:gd name="T24" fmla="*/ 1032 w 1661"/>
                <a:gd name="T25" fmla="*/ 474 h 720"/>
                <a:gd name="T26" fmla="*/ 967 w 1661"/>
                <a:gd name="T27" fmla="*/ 471 h 720"/>
                <a:gd name="T28" fmla="*/ 890 w 1661"/>
                <a:gd name="T29" fmla="*/ 474 h 720"/>
                <a:gd name="T30" fmla="*/ 812 w 1661"/>
                <a:gd name="T31" fmla="*/ 482 h 720"/>
                <a:gd name="T32" fmla="*/ 731 w 1661"/>
                <a:gd name="T33" fmla="*/ 491 h 720"/>
                <a:gd name="T34" fmla="*/ 675 w 1661"/>
                <a:gd name="T35" fmla="*/ 498 h 720"/>
                <a:gd name="T36" fmla="*/ 618 w 1661"/>
                <a:gd name="T37" fmla="*/ 504 h 720"/>
                <a:gd name="T38" fmla="*/ 559 w 1661"/>
                <a:gd name="T39" fmla="*/ 509 h 720"/>
                <a:gd name="T40" fmla="*/ 497 w 1661"/>
                <a:gd name="T41" fmla="*/ 512 h 720"/>
                <a:gd name="T42" fmla="*/ 431 w 1661"/>
                <a:gd name="T43" fmla="*/ 514 h 720"/>
                <a:gd name="T44" fmla="*/ 393 w 1661"/>
                <a:gd name="T45" fmla="*/ 513 h 720"/>
                <a:gd name="T46" fmla="*/ 335 w 1661"/>
                <a:gd name="T47" fmla="*/ 509 h 720"/>
                <a:gd name="T48" fmla="*/ 277 w 1661"/>
                <a:gd name="T49" fmla="*/ 499 h 720"/>
                <a:gd name="T50" fmla="*/ 220 w 1661"/>
                <a:gd name="T51" fmla="*/ 483 h 720"/>
                <a:gd name="T52" fmla="*/ 164 w 1661"/>
                <a:gd name="T53" fmla="*/ 461 h 720"/>
                <a:gd name="T54" fmla="*/ 108 w 1661"/>
                <a:gd name="T55" fmla="*/ 432 h 720"/>
                <a:gd name="T56" fmla="*/ 53 w 1661"/>
                <a:gd name="T57" fmla="*/ 398 h 720"/>
                <a:gd name="T58" fmla="*/ 0 w 1661"/>
                <a:gd name="T59" fmla="*/ 358 h 720"/>
                <a:gd name="T60" fmla="*/ 593 w 1661"/>
                <a:gd name="T61" fmla="*/ 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661" h="720">
                  <a:moveTo>
                    <a:pt x="593" y="0"/>
                  </a:moveTo>
                  <a:lnTo>
                    <a:pt x="1661" y="647"/>
                  </a:lnTo>
                  <a:lnTo>
                    <a:pt x="1538" y="720"/>
                  </a:lnTo>
                  <a:lnTo>
                    <a:pt x="1514" y="694"/>
                  </a:lnTo>
                  <a:lnTo>
                    <a:pt x="1489" y="670"/>
                  </a:lnTo>
                  <a:lnTo>
                    <a:pt x="1462" y="648"/>
                  </a:lnTo>
                  <a:lnTo>
                    <a:pt x="1401" y="605"/>
                  </a:lnTo>
                  <a:lnTo>
                    <a:pt x="1341" y="569"/>
                  </a:lnTo>
                  <a:lnTo>
                    <a:pt x="1281" y="539"/>
                  </a:lnTo>
                  <a:lnTo>
                    <a:pt x="1220" y="513"/>
                  </a:lnTo>
                  <a:lnTo>
                    <a:pt x="1159" y="495"/>
                  </a:lnTo>
                  <a:lnTo>
                    <a:pt x="1097" y="482"/>
                  </a:lnTo>
                  <a:lnTo>
                    <a:pt x="1032" y="474"/>
                  </a:lnTo>
                  <a:lnTo>
                    <a:pt x="967" y="471"/>
                  </a:lnTo>
                  <a:lnTo>
                    <a:pt x="890" y="474"/>
                  </a:lnTo>
                  <a:lnTo>
                    <a:pt x="812" y="482"/>
                  </a:lnTo>
                  <a:lnTo>
                    <a:pt x="731" y="491"/>
                  </a:lnTo>
                  <a:lnTo>
                    <a:pt x="675" y="498"/>
                  </a:lnTo>
                  <a:lnTo>
                    <a:pt x="618" y="504"/>
                  </a:lnTo>
                  <a:lnTo>
                    <a:pt x="559" y="509"/>
                  </a:lnTo>
                  <a:lnTo>
                    <a:pt x="497" y="512"/>
                  </a:lnTo>
                  <a:lnTo>
                    <a:pt x="431" y="514"/>
                  </a:lnTo>
                  <a:lnTo>
                    <a:pt x="393" y="513"/>
                  </a:lnTo>
                  <a:lnTo>
                    <a:pt x="335" y="509"/>
                  </a:lnTo>
                  <a:lnTo>
                    <a:pt x="277" y="499"/>
                  </a:lnTo>
                  <a:lnTo>
                    <a:pt x="220" y="483"/>
                  </a:lnTo>
                  <a:lnTo>
                    <a:pt x="164" y="461"/>
                  </a:lnTo>
                  <a:lnTo>
                    <a:pt x="108" y="432"/>
                  </a:lnTo>
                  <a:lnTo>
                    <a:pt x="53" y="398"/>
                  </a:lnTo>
                  <a:lnTo>
                    <a:pt x="0" y="358"/>
                  </a:lnTo>
                  <a:lnTo>
                    <a:pt x="593" y="0"/>
                  </a:lnTo>
                  <a:close/>
                </a:path>
              </a:pathLst>
            </a:custGeom>
            <a:solidFill>
              <a:srgbClr val="FF883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2" name="Freeform 10">
              <a:extLst>
                <a:ext uri="{FF2B5EF4-FFF2-40B4-BE49-F238E27FC236}">
                  <a16:creationId xmlns:a16="http://schemas.microsoft.com/office/drawing/2014/main" id="{E497E0D1-466E-4A37-A602-1B658894A6BE}"/>
                </a:ext>
              </a:extLst>
            </p:cNvPr>
            <p:cNvSpPr>
              <a:spLocks noEditPoints="1"/>
            </p:cNvSpPr>
            <p:nvPr/>
          </p:nvSpPr>
          <p:spPr bwMode="auto">
            <a:xfrm>
              <a:off x="9337543" y="2744094"/>
              <a:ext cx="390525" cy="174625"/>
            </a:xfrm>
            <a:custGeom>
              <a:avLst/>
              <a:gdLst>
                <a:gd name="T0" fmla="*/ 1200 w 1719"/>
                <a:gd name="T1" fmla="*/ 691 h 774"/>
                <a:gd name="T2" fmla="*/ 1200 w 1719"/>
                <a:gd name="T3" fmla="*/ 756 h 774"/>
                <a:gd name="T4" fmla="*/ 1103 w 1719"/>
                <a:gd name="T5" fmla="*/ 769 h 774"/>
                <a:gd name="T6" fmla="*/ 1053 w 1719"/>
                <a:gd name="T7" fmla="*/ 710 h 774"/>
                <a:gd name="T8" fmla="*/ 1124 w 1719"/>
                <a:gd name="T9" fmla="*/ 666 h 774"/>
                <a:gd name="T10" fmla="*/ 965 w 1719"/>
                <a:gd name="T11" fmla="*/ 531 h 774"/>
                <a:gd name="T12" fmla="*/ 1021 w 1719"/>
                <a:gd name="T13" fmla="*/ 616 h 774"/>
                <a:gd name="T14" fmla="*/ 950 w 1719"/>
                <a:gd name="T15" fmla="*/ 688 h 774"/>
                <a:gd name="T16" fmla="*/ 810 w 1719"/>
                <a:gd name="T17" fmla="*/ 684 h 774"/>
                <a:gd name="T18" fmla="*/ 731 w 1719"/>
                <a:gd name="T19" fmla="*/ 608 h 774"/>
                <a:gd name="T20" fmla="*/ 780 w 1719"/>
                <a:gd name="T21" fmla="*/ 527 h 774"/>
                <a:gd name="T22" fmla="*/ 365 w 1719"/>
                <a:gd name="T23" fmla="*/ 506 h 774"/>
                <a:gd name="T24" fmla="*/ 433 w 1719"/>
                <a:gd name="T25" fmla="*/ 554 h 774"/>
                <a:gd name="T26" fmla="*/ 386 w 1719"/>
                <a:gd name="T27" fmla="*/ 606 h 774"/>
                <a:gd name="T28" fmla="*/ 292 w 1719"/>
                <a:gd name="T29" fmla="*/ 586 h 774"/>
                <a:gd name="T30" fmla="*/ 292 w 1719"/>
                <a:gd name="T31" fmla="*/ 523 h 774"/>
                <a:gd name="T32" fmla="*/ 111 w 1719"/>
                <a:gd name="T33" fmla="*/ 401 h 774"/>
                <a:gd name="T34" fmla="*/ 194 w 1719"/>
                <a:gd name="T35" fmla="*/ 448 h 774"/>
                <a:gd name="T36" fmla="*/ 172 w 1719"/>
                <a:gd name="T37" fmla="*/ 515 h 774"/>
                <a:gd name="T38" fmla="*/ 68 w 1719"/>
                <a:gd name="T39" fmla="*/ 527 h 774"/>
                <a:gd name="T40" fmla="*/ 1 w 1719"/>
                <a:gd name="T41" fmla="*/ 471 h 774"/>
                <a:gd name="T42" fmla="*/ 45 w 1719"/>
                <a:gd name="T43" fmla="*/ 410 h 774"/>
                <a:gd name="T44" fmla="*/ 1184 w 1719"/>
                <a:gd name="T45" fmla="*/ 154 h 774"/>
                <a:gd name="T46" fmla="*/ 1211 w 1719"/>
                <a:gd name="T47" fmla="*/ 213 h 774"/>
                <a:gd name="T48" fmla="*/ 1121 w 1719"/>
                <a:gd name="T49" fmla="*/ 226 h 774"/>
                <a:gd name="T50" fmla="*/ 1095 w 1719"/>
                <a:gd name="T51" fmla="*/ 167 h 774"/>
                <a:gd name="T52" fmla="*/ 226 w 1719"/>
                <a:gd name="T53" fmla="*/ 174 h 774"/>
                <a:gd name="T54" fmla="*/ 510 w 1719"/>
                <a:gd name="T55" fmla="*/ 287 h 774"/>
                <a:gd name="T56" fmla="*/ 766 w 1719"/>
                <a:gd name="T57" fmla="*/ 284 h 774"/>
                <a:gd name="T58" fmla="*/ 875 w 1719"/>
                <a:gd name="T59" fmla="*/ 230 h 774"/>
                <a:gd name="T60" fmla="*/ 999 w 1719"/>
                <a:gd name="T61" fmla="*/ 232 h 774"/>
                <a:gd name="T62" fmla="*/ 1208 w 1719"/>
                <a:gd name="T63" fmla="*/ 252 h 774"/>
                <a:gd name="T64" fmla="*/ 1517 w 1719"/>
                <a:gd name="T65" fmla="*/ 347 h 774"/>
                <a:gd name="T66" fmla="*/ 1719 w 1719"/>
                <a:gd name="T67" fmla="*/ 504 h 774"/>
                <a:gd name="T68" fmla="*/ 1490 w 1719"/>
                <a:gd name="T69" fmla="*/ 430 h 774"/>
                <a:gd name="T70" fmla="*/ 1271 w 1719"/>
                <a:gd name="T71" fmla="*/ 346 h 774"/>
                <a:gd name="T72" fmla="*/ 1064 w 1719"/>
                <a:gd name="T73" fmla="*/ 338 h 774"/>
                <a:gd name="T74" fmla="*/ 957 w 1719"/>
                <a:gd name="T75" fmla="*/ 390 h 774"/>
                <a:gd name="T76" fmla="*/ 799 w 1719"/>
                <a:gd name="T77" fmla="*/ 367 h 774"/>
                <a:gd name="T78" fmla="*/ 509 w 1719"/>
                <a:gd name="T79" fmla="*/ 373 h 774"/>
                <a:gd name="T80" fmla="*/ 255 w 1719"/>
                <a:gd name="T81" fmla="*/ 291 h 774"/>
                <a:gd name="T82" fmla="*/ 172 w 1719"/>
                <a:gd name="T83" fmla="*/ 134 h 774"/>
                <a:gd name="T84" fmla="*/ 790 w 1719"/>
                <a:gd name="T85" fmla="*/ 116 h 774"/>
                <a:gd name="T86" fmla="*/ 790 w 1719"/>
                <a:gd name="T87" fmla="*/ 189 h 774"/>
                <a:gd name="T88" fmla="*/ 681 w 1719"/>
                <a:gd name="T89" fmla="*/ 203 h 774"/>
                <a:gd name="T90" fmla="*/ 626 w 1719"/>
                <a:gd name="T91" fmla="*/ 136 h 774"/>
                <a:gd name="T92" fmla="*/ 706 w 1719"/>
                <a:gd name="T93" fmla="*/ 90 h 774"/>
                <a:gd name="T94" fmla="*/ 613 w 1719"/>
                <a:gd name="T95" fmla="*/ 22 h 774"/>
                <a:gd name="T96" fmla="*/ 587 w 1719"/>
                <a:gd name="T97" fmla="*/ 69 h 774"/>
                <a:gd name="T98" fmla="*/ 513 w 1719"/>
                <a:gd name="T99" fmla="*/ 48 h 774"/>
                <a:gd name="T100" fmla="*/ 539 w 1719"/>
                <a:gd name="T101" fmla="*/ 2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19" h="774">
                  <a:moveTo>
                    <a:pt x="1124" y="666"/>
                  </a:moveTo>
                  <a:lnTo>
                    <a:pt x="1146" y="667"/>
                  </a:lnTo>
                  <a:lnTo>
                    <a:pt x="1167" y="673"/>
                  </a:lnTo>
                  <a:lnTo>
                    <a:pt x="1185" y="680"/>
                  </a:lnTo>
                  <a:lnTo>
                    <a:pt x="1200" y="691"/>
                  </a:lnTo>
                  <a:lnTo>
                    <a:pt x="1211" y="703"/>
                  </a:lnTo>
                  <a:lnTo>
                    <a:pt x="1217" y="717"/>
                  </a:lnTo>
                  <a:lnTo>
                    <a:pt x="1217" y="732"/>
                  </a:lnTo>
                  <a:lnTo>
                    <a:pt x="1211" y="745"/>
                  </a:lnTo>
                  <a:lnTo>
                    <a:pt x="1200" y="756"/>
                  </a:lnTo>
                  <a:lnTo>
                    <a:pt x="1185" y="766"/>
                  </a:lnTo>
                  <a:lnTo>
                    <a:pt x="1166" y="771"/>
                  </a:lnTo>
                  <a:lnTo>
                    <a:pt x="1145" y="774"/>
                  </a:lnTo>
                  <a:lnTo>
                    <a:pt x="1123" y="773"/>
                  </a:lnTo>
                  <a:lnTo>
                    <a:pt x="1103" y="769"/>
                  </a:lnTo>
                  <a:lnTo>
                    <a:pt x="1084" y="760"/>
                  </a:lnTo>
                  <a:lnTo>
                    <a:pt x="1069" y="751"/>
                  </a:lnTo>
                  <a:lnTo>
                    <a:pt x="1058" y="738"/>
                  </a:lnTo>
                  <a:lnTo>
                    <a:pt x="1053" y="723"/>
                  </a:lnTo>
                  <a:lnTo>
                    <a:pt x="1053" y="710"/>
                  </a:lnTo>
                  <a:lnTo>
                    <a:pt x="1058" y="696"/>
                  </a:lnTo>
                  <a:lnTo>
                    <a:pt x="1069" y="684"/>
                  </a:lnTo>
                  <a:lnTo>
                    <a:pt x="1085" y="676"/>
                  </a:lnTo>
                  <a:lnTo>
                    <a:pt x="1103" y="670"/>
                  </a:lnTo>
                  <a:lnTo>
                    <a:pt x="1124" y="666"/>
                  </a:lnTo>
                  <a:close/>
                  <a:moveTo>
                    <a:pt x="858" y="508"/>
                  </a:moveTo>
                  <a:lnTo>
                    <a:pt x="887" y="508"/>
                  </a:lnTo>
                  <a:lnTo>
                    <a:pt x="916" y="513"/>
                  </a:lnTo>
                  <a:lnTo>
                    <a:pt x="941" y="521"/>
                  </a:lnTo>
                  <a:lnTo>
                    <a:pt x="965" y="531"/>
                  </a:lnTo>
                  <a:lnTo>
                    <a:pt x="986" y="545"/>
                  </a:lnTo>
                  <a:lnTo>
                    <a:pt x="1002" y="560"/>
                  </a:lnTo>
                  <a:lnTo>
                    <a:pt x="1014" y="578"/>
                  </a:lnTo>
                  <a:lnTo>
                    <a:pt x="1020" y="597"/>
                  </a:lnTo>
                  <a:lnTo>
                    <a:pt x="1021" y="616"/>
                  </a:lnTo>
                  <a:lnTo>
                    <a:pt x="1017" y="635"/>
                  </a:lnTo>
                  <a:lnTo>
                    <a:pt x="1007" y="651"/>
                  </a:lnTo>
                  <a:lnTo>
                    <a:pt x="992" y="665"/>
                  </a:lnTo>
                  <a:lnTo>
                    <a:pt x="972" y="678"/>
                  </a:lnTo>
                  <a:lnTo>
                    <a:pt x="950" y="688"/>
                  </a:lnTo>
                  <a:lnTo>
                    <a:pt x="923" y="695"/>
                  </a:lnTo>
                  <a:lnTo>
                    <a:pt x="895" y="698"/>
                  </a:lnTo>
                  <a:lnTo>
                    <a:pt x="865" y="697"/>
                  </a:lnTo>
                  <a:lnTo>
                    <a:pt x="837" y="693"/>
                  </a:lnTo>
                  <a:lnTo>
                    <a:pt x="810" y="684"/>
                  </a:lnTo>
                  <a:lnTo>
                    <a:pt x="787" y="674"/>
                  </a:lnTo>
                  <a:lnTo>
                    <a:pt x="767" y="660"/>
                  </a:lnTo>
                  <a:lnTo>
                    <a:pt x="750" y="645"/>
                  </a:lnTo>
                  <a:lnTo>
                    <a:pt x="738" y="627"/>
                  </a:lnTo>
                  <a:lnTo>
                    <a:pt x="731" y="608"/>
                  </a:lnTo>
                  <a:lnTo>
                    <a:pt x="731" y="589"/>
                  </a:lnTo>
                  <a:lnTo>
                    <a:pt x="735" y="571"/>
                  </a:lnTo>
                  <a:lnTo>
                    <a:pt x="746" y="554"/>
                  </a:lnTo>
                  <a:lnTo>
                    <a:pt x="761" y="540"/>
                  </a:lnTo>
                  <a:lnTo>
                    <a:pt x="780" y="527"/>
                  </a:lnTo>
                  <a:lnTo>
                    <a:pt x="803" y="517"/>
                  </a:lnTo>
                  <a:lnTo>
                    <a:pt x="829" y="510"/>
                  </a:lnTo>
                  <a:lnTo>
                    <a:pt x="858" y="508"/>
                  </a:lnTo>
                  <a:close/>
                  <a:moveTo>
                    <a:pt x="344" y="505"/>
                  </a:moveTo>
                  <a:lnTo>
                    <a:pt x="365" y="506"/>
                  </a:lnTo>
                  <a:lnTo>
                    <a:pt x="386" y="511"/>
                  </a:lnTo>
                  <a:lnTo>
                    <a:pt x="403" y="519"/>
                  </a:lnTo>
                  <a:lnTo>
                    <a:pt x="417" y="528"/>
                  </a:lnTo>
                  <a:lnTo>
                    <a:pt x="428" y="541"/>
                  </a:lnTo>
                  <a:lnTo>
                    <a:pt x="433" y="554"/>
                  </a:lnTo>
                  <a:lnTo>
                    <a:pt x="433" y="568"/>
                  </a:lnTo>
                  <a:lnTo>
                    <a:pt x="428" y="581"/>
                  </a:lnTo>
                  <a:lnTo>
                    <a:pt x="417" y="591"/>
                  </a:lnTo>
                  <a:lnTo>
                    <a:pt x="403" y="601"/>
                  </a:lnTo>
                  <a:lnTo>
                    <a:pt x="386" y="606"/>
                  </a:lnTo>
                  <a:lnTo>
                    <a:pt x="364" y="609"/>
                  </a:lnTo>
                  <a:lnTo>
                    <a:pt x="343" y="608"/>
                  </a:lnTo>
                  <a:lnTo>
                    <a:pt x="323" y="604"/>
                  </a:lnTo>
                  <a:lnTo>
                    <a:pt x="305" y="596"/>
                  </a:lnTo>
                  <a:lnTo>
                    <a:pt x="292" y="586"/>
                  </a:lnTo>
                  <a:lnTo>
                    <a:pt x="281" y="575"/>
                  </a:lnTo>
                  <a:lnTo>
                    <a:pt x="276" y="561"/>
                  </a:lnTo>
                  <a:lnTo>
                    <a:pt x="276" y="546"/>
                  </a:lnTo>
                  <a:lnTo>
                    <a:pt x="281" y="533"/>
                  </a:lnTo>
                  <a:lnTo>
                    <a:pt x="292" y="523"/>
                  </a:lnTo>
                  <a:lnTo>
                    <a:pt x="306" y="514"/>
                  </a:lnTo>
                  <a:lnTo>
                    <a:pt x="323" y="508"/>
                  </a:lnTo>
                  <a:lnTo>
                    <a:pt x="344" y="505"/>
                  </a:lnTo>
                  <a:close/>
                  <a:moveTo>
                    <a:pt x="88" y="401"/>
                  </a:moveTo>
                  <a:lnTo>
                    <a:pt x="111" y="401"/>
                  </a:lnTo>
                  <a:lnTo>
                    <a:pt x="133" y="405"/>
                  </a:lnTo>
                  <a:lnTo>
                    <a:pt x="153" y="413"/>
                  </a:lnTo>
                  <a:lnTo>
                    <a:pt x="170" y="422"/>
                  </a:lnTo>
                  <a:lnTo>
                    <a:pt x="185" y="434"/>
                  </a:lnTo>
                  <a:lnTo>
                    <a:pt x="194" y="448"/>
                  </a:lnTo>
                  <a:lnTo>
                    <a:pt x="201" y="463"/>
                  </a:lnTo>
                  <a:lnTo>
                    <a:pt x="201" y="477"/>
                  </a:lnTo>
                  <a:lnTo>
                    <a:pt x="195" y="492"/>
                  </a:lnTo>
                  <a:lnTo>
                    <a:pt x="186" y="505"/>
                  </a:lnTo>
                  <a:lnTo>
                    <a:pt x="172" y="515"/>
                  </a:lnTo>
                  <a:lnTo>
                    <a:pt x="155" y="524"/>
                  </a:lnTo>
                  <a:lnTo>
                    <a:pt x="135" y="529"/>
                  </a:lnTo>
                  <a:lnTo>
                    <a:pt x="113" y="532"/>
                  </a:lnTo>
                  <a:lnTo>
                    <a:pt x="90" y="531"/>
                  </a:lnTo>
                  <a:lnTo>
                    <a:pt x="68" y="527"/>
                  </a:lnTo>
                  <a:lnTo>
                    <a:pt x="48" y="520"/>
                  </a:lnTo>
                  <a:lnTo>
                    <a:pt x="31" y="510"/>
                  </a:lnTo>
                  <a:lnTo>
                    <a:pt x="16" y="498"/>
                  </a:lnTo>
                  <a:lnTo>
                    <a:pt x="6" y="486"/>
                  </a:lnTo>
                  <a:lnTo>
                    <a:pt x="1" y="471"/>
                  </a:lnTo>
                  <a:lnTo>
                    <a:pt x="0" y="455"/>
                  </a:lnTo>
                  <a:lnTo>
                    <a:pt x="5" y="441"/>
                  </a:lnTo>
                  <a:lnTo>
                    <a:pt x="15" y="429"/>
                  </a:lnTo>
                  <a:lnTo>
                    <a:pt x="28" y="418"/>
                  </a:lnTo>
                  <a:lnTo>
                    <a:pt x="45" y="410"/>
                  </a:lnTo>
                  <a:lnTo>
                    <a:pt x="65" y="403"/>
                  </a:lnTo>
                  <a:lnTo>
                    <a:pt x="88" y="401"/>
                  </a:lnTo>
                  <a:close/>
                  <a:moveTo>
                    <a:pt x="1144" y="147"/>
                  </a:moveTo>
                  <a:lnTo>
                    <a:pt x="1165" y="148"/>
                  </a:lnTo>
                  <a:lnTo>
                    <a:pt x="1184" y="154"/>
                  </a:lnTo>
                  <a:lnTo>
                    <a:pt x="1201" y="163"/>
                  </a:lnTo>
                  <a:lnTo>
                    <a:pt x="1213" y="174"/>
                  </a:lnTo>
                  <a:lnTo>
                    <a:pt x="1218" y="187"/>
                  </a:lnTo>
                  <a:lnTo>
                    <a:pt x="1218" y="201"/>
                  </a:lnTo>
                  <a:lnTo>
                    <a:pt x="1211" y="213"/>
                  </a:lnTo>
                  <a:lnTo>
                    <a:pt x="1198" y="223"/>
                  </a:lnTo>
                  <a:lnTo>
                    <a:pt x="1181" y="229"/>
                  </a:lnTo>
                  <a:lnTo>
                    <a:pt x="1161" y="232"/>
                  </a:lnTo>
                  <a:lnTo>
                    <a:pt x="1140" y="231"/>
                  </a:lnTo>
                  <a:lnTo>
                    <a:pt x="1121" y="226"/>
                  </a:lnTo>
                  <a:lnTo>
                    <a:pt x="1105" y="217"/>
                  </a:lnTo>
                  <a:lnTo>
                    <a:pt x="1093" y="206"/>
                  </a:lnTo>
                  <a:lnTo>
                    <a:pt x="1088" y="192"/>
                  </a:lnTo>
                  <a:lnTo>
                    <a:pt x="1088" y="178"/>
                  </a:lnTo>
                  <a:lnTo>
                    <a:pt x="1095" y="167"/>
                  </a:lnTo>
                  <a:lnTo>
                    <a:pt x="1107" y="156"/>
                  </a:lnTo>
                  <a:lnTo>
                    <a:pt x="1124" y="150"/>
                  </a:lnTo>
                  <a:lnTo>
                    <a:pt x="1144" y="147"/>
                  </a:lnTo>
                  <a:close/>
                  <a:moveTo>
                    <a:pt x="172" y="134"/>
                  </a:moveTo>
                  <a:lnTo>
                    <a:pt x="226" y="174"/>
                  </a:lnTo>
                  <a:lnTo>
                    <a:pt x="282" y="209"/>
                  </a:lnTo>
                  <a:lnTo>
                    <a:pt x="338" y="238"/>
                  </a:lnTo>
                  <a:lnTo>
                    <a:pt x="394" y="260"/>
                  </a:lnTo>
                  <a:lnTo>
                    <a:pt x="452" y="277"/>
                  </a:lnTo>
                  <a:lnTo>
                    <a:pt x="510" y="287"/>
                  </a:lnTo>
                  <a:lnTo>
                    <a:pt x="569" y="291"/>
                  </a:lnTo>
                  <a:lnTo>
                    <a:pt x="607" y="292"/>
                  </a:lnTo>
                  <a:lnTo>
                    <a:pt x="662" y="291"/>
                  </a:lnTo>
                  <a:lnTo>
                    <a:pt x="715" y="288"/>
                  </a:lnTo>
                  <a:lnTo>
                    <a:pt x="766" y="284"/>
                  </a:lnTo>
                  <a:lnTo>
                    <a:pt x="815" y="280"/>
                  </a:lnTo>
                  <a:lnTo>
                    <a:pt x="824" y="264"/>
                  </a:lnTo>
                  <a:lnTo>
                    <a:pt x="837" y="250"/>
                  </a:lnTo>
                  <a:lnTo>
                    <a:pt x="855" y="239"/>
                  </a:lnTo>
                  <a:lnTo>
                    <a:pt x="875" y="230"/>
                  </a:lnTo>
                  <a:lnTo>
                    <a:pt x="898" y="224"/>
                  </a:lnTo>
                  <a:lnTo>
                    <a:pt x="924" y="221"/>
                  </a:lnTo>
                  <a:lnTo>
                    <a:pt x="951" y="222"/>
                  </a:lnTo>
                  <a:lnTo>
                    <a:pt x="976" y="226"/>
                  </a:lnTo>
                  <a:lnTo>
                    <a:pt x="999" y="232"/>
                  </a:lnTo>
                  <a:lnTo>
                    <a:pt x="1020" y="243"/>
                  </a:lnTo>
                  <a:lnTo>
                    <a:pt x="1039" y="254"/>
                  </a:lnTo>
                  <a:lnTo>
                    <a:pt x="1091" y="251"/>
                  </a:lnTo>
                  <a:lnTo>
                    <a:pt x="1143" y="249"/>
                  </a:lnTo>
                  <a:lnTo>
                    <a:pt x="1208" y="252"/>
                  </a:lnTo>
                  <a:lnTo>
                    <a:pt x="1273" y="260"/>
                  </a:lnTo>
                  <a:lnTo>
                    <a:pt x="1335" y="273"/>
                  </a:lnTo>
                  <a:lnTo>
                    <a:pt x="1396" y="291"/>
                  </a:lnTo>
                  <a:lnTo>
                    <a:pt x="1457" y="317"/>
                  </a:lnTo>
                  <a:lnTo>
                    <a:pt x="1517" y="347"/>
                  </a:lnTo>
                  <a:lnTo>
                    <a:pt x="1577" y="383"/>
                  </a:lnTo>
                  <a:lnTo>
                    <a:pt x="1638" y="426"/>
                  </a:lnTo>
                  <a:lnTo>
                    <a:pt x="1666" y="449"/>
                  </a:lnTo>
                  <a:lnTo>
                    <a:pt x="1693" y="474"/>
                  </a:lnTo>
                  <a:lnTo>
                    <a:pt x="1719" y="504"/>
                  </a:lnTo>
                  <a:lnTo>
                    <a:pt x="1645" y="548"/>
                  </a:lnTo>
                  <a:lnTo>
                    <a:pt x="1617" y="520"/>
                  </a:lnTo>
                  <a:lnTo>
                    <a:pt x="1588" y="494"/>
                  </a:lnTo>
                  <a:lnTo>
                    <a:pt x="1538" y="459"/>
                  </a:lnTo>
                  <a:lnTo>
                    <a:pt x="1490" y="430"/>
                  </a:lnTo>
                  <a:lnTo>
                    <a:pt x="1444" y="405"/>
                  </a:lnTo>
                  <a:lnTo>
                    <a:pt x="1400" y="384"/>
                  </a:lnTo>
                  <a:lnTo>
                    <a:pt x="1356" y="369"/>
                  </a:lnTo>
                  <a:lnTo>
                    <a:pt x="1313" y="356"/>
                  </a:lnTo>
                  <a:lnTo>
                    <a:pt x="1271" y="346"/>
                  </a:lnTo>
                  <a:lnTo>
                    <a:pt x="1230" y="340"/>
                  </a:lnTo>
                  <a:lnTo>
                    <a:pt x="1188" y="337"/>
                  </a:lnTo>
                  <a:lnTo>
                    <a:pt x="1146" y="335"/>
                  </a:lnTo>
                  <a:lnTo>
                    <a:pt x="1105" y="336"/>
                  </a:lnTo>
                  <a:lnTo>
                    <a:pt x="1064" y="338"/>
                  </a:lnTo>
                  <a:lnTo>
                    <a:pt x="1051" y="355"/>
                  </a:lnTo>
                  <a:lnTo>
                    <a:pt x="1034" y="369"/>
                  </a:lnTo>
                  <a:lnTo>
                    <a:pt x="1012" y="379"/>
                  </a:lnTo>
                  <a:lnTo>
                    <a:pt x="987" y="386"/>
                  </a:lnTo>
                  <a:lnTo>
                    <a:pt x="957" y="390"/>
                  </a:lnTo>
                  <a:lnTo>
                    <a:pt x="927" y="389"/>
                  </a:lnTo>
                  <a:lnTo>
                    <a:pt x="899" y="383"/>
                  </a:lnTo>
                  <a:lnTo>
                    <a:pt x="874" y="374"/>
                  </a:lnTo>
                  <a:lnTo>
                    <a:pt x="850" y="362"/>
                  </a:lnTo>
                  <a:lnTo>
                    <a:pt x="799" y="367"/>
                  </a:lnTo>
                  <a:lnTo>
                    <a:pt x="745" y="372"/>
                  </a:lnTo>
                  <a:lnTo>
                    <a:pt x="689" y="376"/>
                  </a:lnTo>
                  <a:lnTo>
                    <a:pt x="630" y="377"/>
                  </a:lnTo>
                  <a:lnTo>
                    <a:pt x="567" y="377"/>
                  </a:lnTo>
                  <a:lnTo>
                    <a:pt x="509" y="373"/>
                  </a:lnTo>
                  <a:lnTo>
                    <a:pt x="453" y="364"/>
                  </a:lnTo>
                  <a:lnTo>
                    <a:pt x="400" y="352"/>
                  </a:lnTo>
                  <a:lnTo>
                    <a:pt x="350" y="335"/>
                  </a:lnTo>
                  <a:lnTo>
                    <a:pt x="300" y="315"/>
                  </a:lnTo>
                  <a:lnTo>
                    <a:pt x="255" y="291"/>
                  </a:lnTo>
                  <a:lnTo>
                    <a:pt x="210" y="266"/>
                  </a:lnTo>
                  <a:lnTo>
                    <a:pt x="169" y="239"/>
                  </a:lnTo>
                  <a:lnTo>
                    <a:pt x="131" y="210"/>
                  </a:lnTo>
                  <a:lnTo>
                    <a:pt x="94" y="180"/>
                  </a:lnTo>
                  <a:lnTo>
                    <a:pt x="172" y="134"/>
                  </a:lnTo>
                  <a:close/>
                  <a:moveTo>
                    <a:pt x="706" y="90"/>
                  </a:moveTo>
                  <a:lnTo>
                    <a:pt x="730" y="91"/>
                  </a:lnTo>
                  <a:lnTo>
                    <a:pt x="753" y="96"/>
                  </a:lnTo>
                  <a:lnTo>
                    <a:pt x="773" y="104"/>
                  </a:lnTo>
                  <a:lnTo>
                    <a:pt x="790" y="116"/>
                  </a:lnTo>
                  <a:lnTo>
                    <a:pt x="802" y="130"/>
                  </a:lnTo>
                  <a:lnTo>
                    <a:pt x="808" y="146"/>
                  </a:lnTo>
                  <a:lnTo>
                    <a:pt x="808" y="161"/>
                  </a:lnTo>
                  <a:lnTo>
                    <a:pt x="802" y="176"/>
                  </a:lnTo>
                  <a:lnTo>
                    <a:pt x="790" y="189"/>
                  </a:lnTo>
                  <a:lnTo>
                    <a:pt x="773" y="198"/>
                  </a:lnTo>
                  <a:lnTo>
                    <a:pt x="752" y="206"/>
                  </a:lnTo>
                  <a:lnTo>
                    <a:pt x="729" y="209"/>
                  </a:lnTo>
                  <a:lnTo>
                    <a:pt x="705" y="207"/>
                  </a:lnTo>
                  <a:lnTo>
                    <a:pt x="681" y="203"/>
                  </a:lnTo>
                  <a:lnTo>
                    <a:pt x="661" y="193"/>
                  </a:lnTo>
                  <a:lnTo>
                    <a:pt x="644" y="183"/>
                  </a:lnTo>
                  <a:lnTo>
                    <a:pt x="633" y="168"/>
                  </a:lnTo>
                  <a:lnTo>
                    <a:pt x="626" y="153"/>
                  </a:lnTo>
                  <a:lnTo>
                    <a:pt x="626" y="136"/>
                  </a:lnTo>
                  <a:lnTo>
                    <a:pt x="633" y="122"/>
                  </a:lnTo>
                  <a:lnTo>
                    <a:pt x="645" y="110"/>
                  </a:lnTo>
                  <a:lnTo>
                    <a:pt x="661" y="99"/>
                  </a:lnTo>
                  <a:lnTo>
                    <a:pt x="682" y="93"/>
                  </a:lnTo>
                  <a:lnTo>
                    <a:pt x="706" y="90"/>
                  </a:lnTo>
                  <a:close/>
                  <a:moveTo>
                    <a:pt x="556" y="0"/>
                  </a:moveTo>
                  <a:lnTo>
                    <a:pt x="574" y="1"/>
                  </a:lnTo>
                  <a:lnTo>
                    <a:pt x="589" y="5"/>
                  </a:lnTo>
                  <a:lnTo>
                    <a:pt x="603" y="13"/>
                  </a:lnTo>
                  <a:lnTo>
                    <a:pt x="613" y="22"/>
                  </a:lnTo>
                  <a:lnTo>
                    <a:pt x="618" y="34"/>
                  </a:lnTo>
                  <a:lnTo>
                    <a:pt x="617" y="45"/>
                  </a:lnTo>
                  <a:lnTo>
                    <a:pt x="612" y="55"/>
                  </a:lnTo>
                  <a:lnTo>
                    <a:pt x="601" y="63"/>
                  </a:lnTo>
                  <a:lnTo>
                    <a:pt x="587" y="69"/>
                  </a:lnTo>
                  <a:lnTo>
                    <a:pt x="570" y="72"/>
                  </a:lnTo>
                  <a:lnTo>
                    <a:pt x="552" y="71"/>
                  </a:lnTo>
                  <a:lnTo>
                    <a:pt x="537" y="65"/>
                  </a:lnTo>
                  <a:lnTo>
                    <a:pt x="523" y="59"/>
                  </a:lnTo>
                  <a:lnTo>
                    <a:pt x="513" y="48"/>
                  </a:lnTo>
                  <a:lnTo>
                    <a:pt x="508" y="38"/>
                  </a:lnTo>
                  <a:lnTo>
                    <a:pt x="509" y="26"/>
                  </a:lnTo>
                  <a:lnTo>
                    <a:pt x="514" y="16"/>
                  </a:lnTo>
                  <a:lnTo>
                    <a:pt x="525" y="7"/>
                  </a:lnTo>
                  <a:lnTo>
                    <a:pt x="539" y="2"/>
                  </a:lnTo>
                  <a:lnTo>
                    <a:pt x="556"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53" name="Group 152">
            <a:extLst>
              <a:ext uri="{FF2B5EF4-FFF2-40B4-BE49-F238E27FC236}">
                <a16:creationId xmlns:a16="http://schemas.microsoft.com/office/drawing/2014/main" id="{B6ECA734-605F-4174-BAD6-FFA5EBFE8FEC}"/>
              </a:ext>
            </a:extLst>
          </p:cNvPr>
          <p:cNvGrpSpPr>
            <a:grpSpLocks noChangeAspect="1"/>
          </p:cNvGrpSpPr>
          <p:nvPr/>
        </p:nvGrpSpPr>
        <p:grpSpPr>
          <a:xfrm>
            <a:off x="4803128" y="4197769"/>
            <a:ext cx="587375" cy="395288"/>
            <a:chOff x="4997990" y="2642494"/>
            <a:chExt cx="587375" cy="395288"/>
          </a:xfrm>
        </p:grpSpPr>
        <p:sp useBgFill="1">
          <p:nvSpPr>
            <p:cNvPr id="154" name="Freeform 31">
              <a:extLst>
                <a:ext uri="{FF2B5EF4-FFF2-40B4-BE49-F238E27FC236}">
                  <a16:creationId xmlns:a16="http://schemas.microsoft.com/office/drawing/2014/main" id="{416D92B9-F643-405A-BE40-ABA3456F7712}"/>
                </a:ext>
              </a:extLst>
            </p:cNvPr>
            <p:cNvSpPr>
              <a:spLocks/>
            </p:cNvSpPr>
            <p:nvPr/>
          </p:nvSpPr>
          <p:spPr bwMode="auto">
            <a:xfrm>
              <a:off x="4997990" y="2642494"/>
              <a:ext cx="587375" cy="395288"/>
            </a:xfrm>
            <a:custGeom>
              <a:avLst/>
              <a:gdLst>
                <a:gd name="T0" fmla="*/ 1293 w 2586"/>
                <a:gd name="T1" fmla="*/ 0 h 1744"/>
                <a:gd name="T2" fmla="*/ 1324 w 2586"/>
                <a:gd name="T3" fmla="*/ 2 h 1744"/>
                <a:gd name="T4" fmla="*/ 1353 w 2586"/>
                <a:gd name="T5" fmla="*/ 7 h 1744"/>
                <a:gd name="T6" fmla="*/ 1382 w 2586"/>
                <a:gd name="T7" fmla="*/ 18 h 1744"/>
                <a:gd name="T8" fmla="*/ 1409 w 2586"/>
                <a:gd name="T9" fmla="*/ 32 h 1744"/>
                <a:gd name="T10" fmla="*/ 2478 w 2586"/>
                <a:gd name="T11" fmla="*/ 678 h 1744"/>
                <a:gd name="T12" fmla="*/ 2505 w 2586"/>
                <a:gd name="T13" fmla="*/ 698 h 1744"/>
                <a:gd name="T14" fmla="*/ 2529 w 2586"/>
                <a:gd name="T15" fmla="*/ 720 h 1744"/>
                <a:gd name="T16" fmla="*/ 2549 w 2586"/>
                <a:gd name="T17" fmla="*/ 747 h 1744"/>
                <a:gd name="T18" fmla="*/ 2565 w 2586"/>
                <a:gd name="T19" fmla="*/ 775 h 1744"/>
                <a:gd name="T20" fmla="*/ 2576 w 2586"/>
                <a:gd name="T21" fmla="*/ 806 h 1744"/>
                <a:gd name="T22" fmla="*/ 2584 w 2586"/>
                <a:gd name="T23" fmla="*/ 838 h 1744"/>
                <a:gd name="T24" fmla="*/ 2586 w 2586"/>
                <a:gd name="T25" fmla="*/ 872 h 1744"/>
                <a:gd name="T26" fmla="*/ 2584 w 2586"/>
                <a:gd name="T27" fmla="*/ 904 h 1744"/>
                <a:gd name="T28" fmla="*/ 2576 w 2586"/>
                <a:gd name="T29" fmla="*/ 936 h 1744"/>
                <a:gd name="T30" fmla="*/ 2565 w 2586"/>
                <a:gd name="T31" fmla="*/ 967 h 1744"/>
                <a:gd name="T32" fmla="*/ 2549 w 2586"/>
                <a:gd name="T33" fmla="*/ 995 h 1744"/>
                <a:gd name="T34" fmla="*/ 2529 w 2586"/>
                <a:gd name="T35" fmla="*/ 1022 h 1744"/>
                <a:gd name="T36" fmla="*/ 2505 w 2586"/>
                <a:gd name="T37" fmla="*/ 1044 h 1744"/>
                <a:gd name="T38" fmla="*/ 2478 w 2586"/>
                <a:gd name="T39" fmla="*/ 1064 h 1744"/>
                <a:gd name="T40" fmla="*/ 1409 w 2586"/>
                <a:gd name="T41" fmla="*/ 1711 h 1744"/>
                <a:gd name="T42" fmla="*/ 1382 w 2586"/>
                <a:gd name="T43" fmla="*/ 1725 h 1744"/>
                <a:gd name="T44" fmla="*/ 1353 w 2586"/>
                <a:gd name="T45" fmla="*/ 1736 h 1744"/>
                <a:gd name="T46" fmla="*/ 1324 w 2586"/>
                <a:gd name="T47" fmla="*/ 1742 h 1744"/>
                <a:gd name="T48" fmla="*/ 1292 w 2586"/>
                <a:gd name="T49" fmla="*/ 1744 h 1744"/>
                <a:gd name="T50" fmla="*/ 1262 w 2586"/>
                <a:gd name="T51" fmla="*/ 1742 h 1744"/>
                <a:gd name="T52" fmla="*/ 1232 w 2586"/>
                <a:gd name="T53" fmla="*/ 1736 h 1744"/>
                <a:gd name="T54" fmla="*/ 1203 w 2586"/>
                <a:gd name="T55" fmla="*/ 1725 h 1744"/>
                <a:gd name="T56" fmla="*/ 1176 w 2586"/>
                <a:gd name="T57" fmla="*/ 1711 h 1744"/>
                <a:gd name="T58" fmla="*/ 108 w 2586"/>
                <a:gd name="T59" fmla="*/ 1064 h 1744"/>
                <a:gd name="T60" fmla="*/ 81 w 2586"/>
                <a:gd name="T61" fmla="*/ 1044 h 1744"/>
                <a:gd name="T62" fmla="*/ 57 w 2586"/>
                <a:gd name="T63" fmla="*/ 1022 h 1744"/>
                <a:gd name="T64" fmla="*/ 37 w 2586"/>
                <a:gd name="T65" fmla="*/ 995 h 1744"/>
                <a:gd name="T66" fmla="*/ 21 w 2586"/>
                <a:gd name="T67" fmla="*/ 967 h 1744"/>
                <a:gd name="T68" fmla="*/ 10 w 2586"/>
                <a:gd name="T69" fmla="*/ 936 h 1744"/>
                <a:gd name="T70" fmla="*/ 2 w 2586"/>
                <a:gd name="T71" fmla="*/ 904 h 1744"/>
                <a:gd name="T72" fmla="*/ 0 w 2586"/>
                <a:gd name="T73" fmla="*/ 872 h 1744"/>
                <a:gd name="T74" fmla="*/ 2 w 2586"/>
                <a:gd name="T75" fmla="*/ 838 h 1744"/>
                <a:gd name="T76" fmla="*/ 10 w 2586"/>
                <a:gd name="T77" fmla="*/ 806 h 1744"/>
                <a:gd name="T78" fmla="*/ 21 w 2586"/>
                <a:gd name="T79" fmla="*/ 775 h 1744"/>
                <a:gd name="T80" fmla="*/ 38 w 2586"/>
                <a:gd name="T81" fmla="*/ 747 h 1744"/>
                <a:gd name="T82" fmla="*/ 57 w 2586"/>
                <a:gd name="T83" fmla="*/ 720 h 1744"/>
                <a:gd name="T84" fmla="*/ 81 w 2586"/>
                <a:gd name="T85" fmla="*/ 698 h 1744"/>
                <a:gd name="T86" fmla="*/ 108 w 2586"/>
                <a:gd name="T87" fmla="*/ 679 h 1744"/>
                <a:gd name="T88" fmla="*/ 1177 w 2586"/>
                <a:gd name="T89" fmla="*/ 32 h 1744"/>
                <a:gd name="T90" fmla="*/ 1204 w 2586"/>
                <a:gd name="T91" fmla="*/ 18 h 1744"/>
                <a:gd name="T92" fmla="*/ 1233 w 2586"/>
                <a:gd name="T93" fmla="*/ 7 h 1744"/>
                <a:gd name="T94" fmla="*/ 1262 w 2586"/>
                <a:gd name="T95" fmla="*/ 2 h 1744"/>
                <a:gd name="T96" fmla="*/ 1293 w 2586"/>
                <a:gd name="T97" fmla="*/ 0 h 1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86" h="1744">
                  <a:moveTo>
                    <a:pt x="1293" y="0"/>
                  </a:moveTo>
                  <a:lnTo>
                    <a:pt x="1324" y="2"/>
                  </a:lnTo>
                  <a:lnTo>
                    <a:pt x="1353" y="7"/>
                  </a:lnTo>
                  <a:lnTo>
                    <a:pt x="1382" y="18"/>
                  </a:lnTo>
                  <a:lnTo>
                    <a:pt x="1409" y="32"/>
                  </a:lnTo>
                  <a:lnTo>
                    <a:pt x="2478" y="678"/>
                  </a:lnTo>
                  <a:lnTo>
                    <a:pt x="2505" y="698"/>
                  </a:lnTo>
                  <a:lnTo>
                    <a:pt x="2529" y="720"/>
                  </a:lnTo>
                  <a:lnTo>
                    <a:pt x="2549" y="747"/>
                  </a:lnTo>
                  <a:lnTo>
                    <a:pt x="2565" y="775"/>
                  </a:lnTo>
                  <a:lnTo>
                    <a:pt x="2576" y="806"/>
                  </a:lnTo>
                  <a:lnTo>
                    <a:pt x="2584" y="838"/>
                  </a:lnTo>
                  <a:lnTo>
                    <a:pt x="2586" y="872"/>
                  </a:lnTo>
                  <a:lnTo>
                    <a:pt x="2584" y="904"/>
                  </a:lnTo>
                  <a:lnTo>
                    <a:pt x="2576" y="936"/>
                  </a:lnTo>
                  <a:lnTo>
                    <a:pt x="2565" y="967"/>
                  </a:lnTo>
                  <a:lnTo>
                    <a:pt x="2549" y="995"/>
                  </a:lnTo>
                  <a:lnTo>
                    <a:pt x="2529" y="1022"/>
                  </a:lnTo>
                  <a:lnTo>
                    <a:pt x="2505" y="1044"/>
                  </a:lnTo>
                  <a:lnTo>
                    <a:pt x="2478" y="1064"/>
                  </a:lnTo>
                  <a:lnTo>
                    <a:pt x="1409" y="1711"/>
                  </a:lnTo>
                  <a:lnTo>
                    <a:pt x="1382" y="1725"/>
                  </a:lnTo>
                  <a:lnTo>
                    <a:pt x="1353" y="1736"/>
                  </a:lnTo>
                  <a:lnTo>
                    <a:pt x="1324" y="1742"/>
                  </a:lnTo>
                  <a:lnTo>
                    <a:pt x="1292" y="1744"/>
                  </a:lnTo>
                  <a:lnTo>
                    <a:pt x="1262" y="1742"/>
                  </a:lnTo>
                  <a:lnTo>
                    <a:pt x="1232" y="1736"/>
                  </a:lnTo>
                  <a:lnTo>
                    <a:pt x="1203" y="1725"/>
                  </a:lnTo>
                  <a:lnTo>
                    <a:pt x="1176" y="1711"/>
                  </a:lnTo>
                  <a:lnTo>
                    <a:pt x="108" y="1064"/>
                  </a:lnTo>
                  <a:lnTo>
                    <a:pt x="81" y="1044"/>
                  </a:lnTo>
                  <a:lnTo>
                    <a:pt x="57" y="1022"/>
                  </a:lnTo>
                  <a:lnTo>
                    <a:pt x="37" y="995"/>
                  </a:lnTo>
                  <a:lnTo>
                    <a:pt x="21" y="967"/>
                  </a:lnTo>
                  <a:lnTo>
                    <a:pt x="10" y="936"/>
                  </a:lnTo>
                  <a:lnTo>
                    <a:pt x="2" y="904"/>
                  </a:lnTo>
                  <a:lnTo>
                    <a:pt x="0" y="872"/>
                  </a:lnTo>
                  <a:lnTo>
                    <a:pt x="2" y="838"/>
                  </a:lnTo>
                  <a:lnTo>
                    <a:pt x="10" y="806"/>
                  </a:lnTo>
                  <a:lnTo>
                    <a:pt x="21" y="775"/>
                  </a:lnTo>
                  <a:lnTo>
                    <a:pt x="38" y="747"/>
                  </a:lnTo>
                  <a:lnTo>
                    <a:pt x="57" y="720"/>
                  </a:lnTo>
                  <a:lnTo>
                    <a:pt x="81" y="698"/>
                  </a:lnTo>
                  <a:lnTo>
                    <a:pt x="108" y="679"/>
                  </a:lnTo>
                  <a:lnTo>
                    <a:pt x="1177" y="32"/>
                  </a:lnTo>
                  <a:lnTo>
                    <a:pt x="1204" y="18"/>
                  </a:lnTo>
                  <a:lnTo>
                    <a:pt x="1233" y="7"/>
                  </a:lnTo>
                  <a:lnTo>
                    <a:pt x="1262" y="2"/>
                  </a:lnTo>
                  <a:lnTo>
                    <a:pt x="129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5" name="Freeform 32">
              <a:extLst>
                <a:ext uri="{FF2B5EF4-FFF2-40B4-BE49-F238E27FC236}">
                  <a16:creationId xmlns:a16="http://schemas.microsoft.com/office/drawing/2014/main" id="{0834B536-8CEB-4566-8B86-F0E62EFBD646}"/>
                </a:ext>
              </a:extLst>
            </p:cNvPr>
            <p:cNvSpPr>
              <a:spLocks/>
            </p:cNvSpPr>
            <p:nvPr/>
          </p:nvSpPr>
          <p:spPr bwMode="auto">
            <a:xfrm>
              <a:off x="5023390" y="2667894"/>
              <a:ext cx="536575" cy="344488"/>
            </a:xfrm>
            <a:custGeom>
              <a:avLst/>
              <a:gdLst>
                <a:gd name="T0" fmla="*/ 1181 w 2362"/>
                <a:gd name="T1" fmla="*/ 0 h 1519"/>
                <a:gd name="T2" fmla="*/ 1201 w 2362"/>
                <a:gd name="T3" fmla="*/ 2 h 1519"/>
                <a:gd name="T4" fmla="*/ 1221 w 2362"/>
                <a:gd name="T5" fmla="*/ 7 h 1519"/>
                <a:gd name="T6" fmla="*/ 1239 w 2362"/>
                <a:gd name="T7" fmla="*/ 16 h 1519"/>
                <a:gd name="T8" fmla="*/ 2307 w 2362"/>
                <a:gd name="T9" fmla="*/ 663 h 1519"/>
                <a:gd name="T10" fmla="*/ 2326 w 2362"/>
                <a:gd name="T11" fmla="*/ 677 h 1519"/>
                <a:gd name="T12" fmla="*/ 2341 w 2362"/>
                <a:gd name="T13" fmla="*/ 694 h 1519"/>
                <a:gd name="T14" fmla="*/ 2353 w 2362"/>
                <a:gd name="T15" fmla="*/ 714 h 1519"/>
                <a:gd name="T16" fmla="*/ 2359 w 2362"/>
                <a:gd name="T17" fmla="*/ 736 h 1519"/>
                <a:gd name="T18" fmla="*/ 2362 w 2362"/>
                <a:gd name="T19" fmla="*/ 760 h 1519"/>
                <a:gd name="T20" fmla="*/ 2359 w 2362"/>
                <a:gd name="T21" fmla="*/ 783 h 1519"/>
                <a:gd name="T22" fmla="*/ 2353 w 2362"/>
                <a:gd name="T23" fmla="*/ 804 h 1519"/>
                <a:gd name="T24" fmla="*/ 2341 w 2362"/>
                <a:gd name="T25" fmla="*/ 824 h 1519"/>
                <a:gd name="T26" fmla="*/ 2326 w 2362"/>
                <a:gd name="T27" fmla="*/ 841 h 1519"/>
                <a:gd name="T28" fmla="*/ 2307 w 2362"/>
                <a:gd name="T29" fmla="*/ 856 h 1519"/>
                <a:gd name="T30" fmla="*/ 1239 w 2362"/>
                <a:gd name="T31" fmla="*/ 1503 h 1519"/>
                <a:gd name="T32" fmla="*/ 1220 w 2362"/>
                <a:gd name="T33" fmla="*/ 1512 h 1519"/>
                <a:gd name="T34" fmla="*/ 1201 w 2362"/>
                <a:gd name="T35" fmla="*/ 1517 h 1519"/>
                <a:gd name="T36" fmla="*/ 1180 w 2362"/>
                <a:gd name="T37" fmla="*/ 1519 h 1519"/>
                <a:gd name="T38" fmla="*/ 1161 w 2362"/>
                <a:gd name="T39" fmla="*/ 1517 h 1519"/>
                <a:gd name="T40" fmla="*/ 1141 w 2362"/>
                <a:gd name="T41" fmla="*/ 1512 h 1519"/>
                <a:gd name="T42" fmla="*/ 1123 w 2362"/>
                <a:gd name="T43" fmla="*/ 1503 h 1519"/>
                <a:gd name="T44" fmla="*/ 55 w 2362"/>
                <a:gd name="T45" fmla="*/ 856 h 1519"/>
                <a:gd name="T46" fmla="*/ 36 w 2362"/>
                <a:gd name="T47" fmla="*/ 841 h 1519"/>
                <a:gd name="T48" fmla="*/ 21 w 2362"/>
                <a:gd name="T49" fmla="*/ 824 h 1519"/>
                <a:gd name="T50" fmla="*/ 9 w 2362"/>
                <a:gd name="T51" fmla="*/ 804 h 1519"/>
                <a:gd name="T52" fmla="*/ 3 w 2362"/>
                <a:gd name="T53" fmla="*/ 782 h 1519"/>
                <a:gd name="T54" fmla="*/ 0 w 2362"/>
                <a:gd name="T55" fmla="*/ 760 h 1519"/>
                <a:gd name="T56" fmla="*/ 3 w 2362"/>
                <a:gd name="T57" fmla="*/ 736 h 1519"/>
                <a:gd name="T58" fmla="*/ 9 w 2362"/>
                <a:gd name="T59" fmla="*/ 714 h 1519"/>
                <a:gd name="T60" fmla="*/ 21 w 2362"/>
                <a:gd name="T61" fmla="*/ 694 h 1519"/>
                <a:gd name="T62" fmla="*/ 36 w 2362"/>
                <a:gd name="T63" fmla="*/ 677 h 1519"/>
                <a:gd name="T64" fmla="*/ 55 w 2362"/>
                <a:gd name="T65" fmla="*/ 663 h 1519"/>
                <a:gd name="T66" fmla="*/ 1123 w 2362"/>
                <a:gd name="T67" fmla="*/ 16 h 1519"/>
                <a:gd name="T68" fmla="*/ 1141 w 2362"/>
                <a:gd name="T69" fmla="*/ 7 h 1519"/>
                <a:gd name="T70" fmla="*/ 1161 w 2362"/>
                <a:gd name="T71" fmla="*/ 2 h 1519"/>
                <a:gd name="T72" fmla="*/ 1181 w 2362"/>
                <a:gd name="T73"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62" h="1519">
                  <a:moveTo>
                    <a:pt x="1181" y="0"/>
                  </a:moveTo>
                  <a:lnTo>
                    <a:pt x="1201" y="2"/>
                  </a:lnTo>
                  <a:lnTo>
                    <a:pt x="1221" y="7"/>
                  </a:lnTo>
                  <a:lnTo>
                    <a:pt x="1239" y="16"/>
                  </a:lnTo>
                  <a:lnTo>
                    <a:pt x="2307" y="663"/>
                  </a:lnTo>
                  <a:lnTo>
                    <a:pt x="2326" y="677"/>
                  </a:lnTo>
                  <a:lnTo>
                    <a:pt x="2341" y="694"/>
                  </a:lnTo>
                  <a:lnTo>
                    <a:pt x="2353" y="714"/>
                  </a:lnTo>
                  <a:lnTo>
                    <a:pt x="2359" y="736"/>
                  </a:lnTo>
                  <a:lnTo>
                    <a:pt x="2362" y="760"/>
                  </a:lnTo>
                  <a:lnTo>
                    <a:pt x="2359" y="783"/>
                  </a:lnTo>
                  <a:lnTo>
                    <a:pt x="2353" y="804"/>
                  </a:lnTo>
                  <a:lnTo>
                    <a:pt x="2341" y="824"/>
                  </a:lnTo>
                  <a:lnTo>
                    <a:pt x="2326" y="841"/>
                  </a:lnTo>
                  <a:lnTo>
                    <a:pt x="2307" y="856"/>
                  </a:lnTo>
                  <a:lnTo>
                    <a:pt x="1239" y="1503"/>
                  </a:lnTo>
                  <a:lnTo>
                    <a:pt x="1220" y="1512"/>
                  </a:lnTo>
                  <a:lnTo>
                    <a:pt x="1201" y="1517"/>
                  </a:lnTo>
                  <a:lnTo>
                    <a:pt x="1180" y="1519"/>
                  </a:lnTo>
                  <a:lnTo>
                    <a:pt x="1161" y="1517"/>
                  </a:lnTo>
                  <a:lnTo>
                    <a:pt x="1141" y="1512"/>
                  </a:lnTo>
                  <a:lnTo>
                    <a:pt x="1123" y="1503"/>
                  </a:lnTo>
                  <a:lnTo>
                    <a:pt x="55" y="856"/>
                  </a:lnTo>
                  <a:lnTo>
                    <a:pt x="36" y="841"/>
                  </a:lnTo>
                  <a:lnTo>
                    <a:pt x="21" y="824"/>
                  </a:lnTo>
                  <a:lnTo>
                    <a:pt x="9" y="804"/>
                  </a:lnTo>
                  <a:lnTo>
                    <a:pt x="3" y="782"/>
                  </a:lnTo>
                  <a:lnTo>
                    <a:pt x="0" y="760"/>
                  </a:lnTo>
                  <a:lnTo>
                    <a:pt x="3" y="736"/>
                  </a:lnTo>
                  <a:lnTo>
                    <a:pt x="9" y="714"/>
                  </a:lnTo>
                  <a:lnTo>
                    <a:pt x="21" y="694"/>
                  </a:lnTo>
                  <a:lnTo>
                    <a:pt x="36" y="677"/>
                  </a:lnTo>
                  <a:lnTo>
                    <a:pt x="55" y="663"/>
                  </a:lnTo>
                  <a:lnTo>
                    <a:pt x="1123" y="16"/>
                  </a:lnTo>
                  <a:lnTo>
                    <a:pt x="1141" y="7"/>
                  </a:lnTo>
                  <a:lnTo>
                    <a:pt x="1161" y="2"/>
                  </a:lnTo>
                  <a:lnTo>
                    <a:pt x="118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6" name="Freeform 33">
              <a:extLst>
                <a:ext uri="{FF2B5EF4-FFF2-40B4-BE49-F238E27FC236}">
                  <a16:creationId xmlns:a16="http://schemas.microsoft.com/office/drawing/2014/main" id="{D8E0E88D-18BA-42EB-B56F-CA28DBE0FEF0}"/>
                </a:ext>
              </a:extLst>
            </p:cNvPr>
            <p:cNvSpPr>
              <a:spLocks/>
            </p:cNvSpPr>
            <p:nvPr/>
          </p:nvSpPr>
          <p:spPr bwMode="auto">
            <a:xfrm>
              <a:off x="5093240" y="2693294"/>
              <a:ext cx="441325" cy="201613"/>
            </a:xfrm>
            <a:custGeom>
              <a:avLst/>
              <a:gdLst>
                <a:gd name="T0" fmla="*/ 874 w 1942"/>
                <a:gd name="T1" fmla="*/ 0 h 891"/>
                <a:gd name="T2" fmla="*/ 1942 w 1942"/>
                <a:gd name="T3" fmla="*/ 647 h 891"/>
                <a:gd name="T4" fmla="*/ 1540 w 1942"/>
                <a:gd name="T5" fmla="*/ 891 h 891"/>
                <a:gd name="T6" fmla="*/ 1514 w 1942"/>
                <a:gd name="T7" fmla="*/ 863 h 891"/>
                <a:gd name="T8" fmla="*/ 1489 w 1942"/>
                <a:gd name="T9" fmla="*/ 839 h 891"/>
                <a:gd name="T10" fmla="*/ 1462 w 1942"/>
                <a:gd name="T11" fmla="*/ 817 h 891"/>
                <a:gd name="T12" fmla="*/ 1401 w 1942"/>
                <a:gd name="T13" fmla="*/ 774 h 891"/>
                <a:gd name="T14" fmla="*/ 1341 w 1942"/>
                <a:gd name="T15" fmla="*/ 737 h 891"/>
                <a:gd name="T16" fmla="*/ 1281 w 1942"/>
                <a:gd name="T17" fmla="*/ 707 h 891"/>
                <a:gd name="T18" fmla="*/ 1220 w 1942"/>
                <a:gd name="T19" fmla="*/ 682 h 891"/>
                <a:gd name="T20" fmla="*/ 1159 w 1942"/>
                <a:gd name="T21" fmla="*/ 663 h 891"/>
                <a:gd name="T22" fmla="*/ 1097 w 1942"/>
                <a:gd name="T23" fmla="*/ 651 h 891"/>
                <a:gd name="T24" fmla="*/ 1032 w 1942"/>
                <a:gd name="T25" fmla="*/ 642 h 891"/>
                <a:gd name="T26" fmla="*/ 967 w 1942"/>
                <a:gd name="T27" fmla="*/ 640 h 891"/>
                <a:gd name="T28" fmla="*/ 889 w 1942"/>
                <a:gd name="T29" fmla="*/ 643 h 891"/>
                <a:gd name="T30" fmla="*/ 812 w 1942"/>
                <a:gd name="T31" fmla="*/ 650 h 891"/>
                <a:gd name="T32" fmla="*/ 731 w 1942"/>
                <a:gd name="T33" fmla="*/ 659 h 891"/>
                <a:gd name="T34" fmla="*/ 675 w 1942"/>
                <a:gd name="T35" fmla="*/ 667 h 891"/>
                <a:gd name="T36" fmla="*/ 618 w 1942"/>
                <a:gd name="T37" fmla="*/ 673 h 891"/>
                <a:gd name="T38" fmla="*/ 558 w 1942"/>
                <a:gd name="T39" fmla="*/ 678 h 891"/>
                <a:gd name="T40" fmla="*/ 497 w 1942"/>
                <a:gd name="T41" fmla="*/ 681 h 891"/>
                <a:gd name="T42" fmla="*/ 431 w 1942"/>
                <a:gd name="T43" fmla="*/ 682 h 891"/>
                <a:gd name="T44" fmla="*/ 393 w 1942"/>
                <a:gd name="T45" fmla="*/ 682 h 891"/>
                <a:gd name="T46" fmla="*/ 335 w 1942"/>
                <a:gd name="T47" fmla="*/ 678 h 891"/>
                <a:gd name="T48" fmla="*/ 277 w 1942"/>
                <a:gd name="T49" fmla="*/ 668 h 891"/>
                <a:gd name="T50" fmla="*/ 220 w 1942"/>
                <a:gd name="T51" fmla="*/ 651 h 891"/>
                <a:gd name="T52" fmla="*/ 164 w 1942"/>
                <a:gd name="T53" fmla="*/ 630 h 891"/>
                <a:gd name="T54" fmla="*/ 109 w 1942"/>
                <a:gd name="T55" fmla="*/ 601 h 891"/>
                <a:gd name="T56" fmla="*/ 54 w 1942"/>
                <a:gd name="T57" fmla="*/ 567 h 891"/>
                <a:gd name="T58" fmla="*/ 0 w 1942"/>
                <a:gd name="T59" fmla="*/ 528 h 891"/>
                <a:gd name="T60" fmla="*/ 874 w 1942"/>
                <a:gd name="T61" fmla="*/ 0 h 8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42" h="891">
                  <a:moveTo>
                    <a:pt x="874" y="0"/>
                  </a:moveTo>
                  <a:lnTo>
                    <a:pt x="1942" y="647"/>
                  </a:lnTo>
                  <a:lnTo>
                    <a:pt x="1540" y="891"/>
                  </a:lnTo>
                  <a:lnTo>
                    <a:pt x="1514" y="863"/>
                  </a:lnTo>
                  <a:lnTo>
                    <a:pt x="1489" y="839"/>
                  </a:lnTo>
                  <a:lnTo>
                    <a:pt x="1462" y="817"/>
                  </a:lnTo>
                  <a:lnTo>
                    <a:pt x="1401" y="774"/>
                  </a:lnTo>
                  <a:lnTo>
                    <a:pt x="1341" y="737"/>
                  </a:lnTo>
                  <a:lnTo>
                    <a:pt x="1281" y="707"/>
                  </a:lnTo>
                  <a:lnTo>
                    <a:pt x="1220" y="682"/>
                  </a:lnTo>
                  <a:lnTo>
                    <a:pt x="1159" y="663"/>
                  </a:lnTo>
                  <a:lnTo>
                    <a:pt x="1097" y="651"/>
                  </a:lnTo>
                  <a:lnTo>
                    <a:pt x="1032" y="642"/>
                  </a:lnTo>
                  <a:lnTo>
                    <a:pt x="967" y="640"/>
                  </a:lnTo>
                  <a:lnTo>
                    <a:pt x="889" y="643"/>
                  </a:lnTo>
                  <a:lnTo>
                    <a:pt x="812" y="650"/>
                  </a:lnTo>
                  <a:lnTo>
                    <a:pt x="731" y="659"/>
                  </a:lnTo>
                  <a:lnTo>
                    <a:pt x="675" y="667"/>
                  </a:lnTo>
                  <a:lnTo>
                    <a:pt x="618" y="673"/>
                  </a:lnTo>
                  <a:lnTo>
                    <a:pt x="558" y="678"/>
                  </a:lnTo>
                  <a:lnTo>
                    <a:pt x="497" y="681"/>
                  </a:lnTo>
                  <a:lnTo>
                    <a:pt x="431" y="682"/>
                  </a:lnTo>
                  <a:lnTo>
                    <a:pt x="393" y="682"/>
                  </a:lnTo>
                  <a:lnTo>
                    <a:pt x="335" y="678"/>
                  </a:lnTo>
                  <a:lnTo>
                    <a:pt x="277" y="668"/>
                  </a:lnTo>
                  <a:lnTo>
                    <a:pt x="220" y="651"/>
                  </a:lnTo>
                  <a:lnTo>
                    <a:pt x="164" y="630"/>
                  </a:lnTo>
                  <a:lnTo>
                    <a:pt x="109" y="601"/>
                  </a:lnTo>
                  <a:lnTo>
                    <a:pt x="54" y="567"/>
                  </a:lnTo>
                  <a:lnTo>
                    <a:pt x="0" y="528"/>
                  </a:lnTo>
                  <a:lnTo>
                    <a:pt x="874"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7" name="Freeform 34">
              <a:extLst>
                <a:ext uri="{FF2B5EF4-FFF2-40B4-BE49-F238E27FC236}">
                  <a16:creationId xmlns:a16="http://schemas.microsoft.com/office/drawing/2014/main" id="{8DF1E013-FA1F-4664-B4C2-0AEB90B459AE}"/>
                </a:ext>
              </a:extLst>
            </p:cNvPr>
            <p:cNvSpPr>
              <a:spLocks/>
            </p:cNvSpPr>
            <p:nvPr/>
          </p:nvSpPr>
          <p:spPr bwMode="auto">
            <a:xfrm>
              <a:off x="5048790" y="2823469"/>
              <a:ext cx="377825" cy="163513"/>
            </a:xfrm>
            <a:custGeom>
              <a:avLst/>
              <a:gdLst>
                <a:gd name="T0" fmla="*/ 117 w 1660"/>
                <a:gd name="T1" fmla="*/ 0 h 719"/>
                <a:gd name="T2" fmla="*/ 153 w 1660"/>
                <a:gd name="T3" fmla="*/ 29 h 719"/>
                <a:gd name="T4" fmla="*/ 191 w 1660"/>
                <a:gd name="T5" fmla="*/ 58 h 719"/>
                <a:gd name="T6" fmla="*/ 232 w 1660"/>
                <a:gd name="T7" fmla="*/ 84 h 719"/>
                <a:gd name="T8" fmla="*/ 276 w 1660"/>
                <a:gd name="T9" fmla="*/ 108 h 719"/>
                <a:gd name="T10" fmla="*/ 321 w 1660"/>
                <a:gd name="T11" fmla="*/ 132 h 719"/>
                <a:gd name="T12" fmla="*/ 370 w 1660"/>
                <a:gd name="T13" fmla="*/ 151 h 719"/>
                <a:gd name="T14" fmla="*/ 420 w 1660"/>
                <a:gd name="T15" fmla="*/ 168 h 719"/>
                <a:gd name="T16" fmla="*/ 473 w 1660"/>
                <a:gd name="T17" fmla="*/ 180 h 719"/>
                <a:gd name="T18" fmla="*/ 528 w 1660"/>
                <a:gd name="T19" fmla="*/ 189 h 719"/>
                <a:gd name="T20" fmla="*/ 585 w 1660"/>
                <a:gd name="T21" fmla="*/ 193 h 719"/>
                <a:gd name="T22" fmla="*/ 645 w 1660"/>
                <a:gd name="T23" fmla="*/ 193 h 719"/>
                <a:gd name="T24" fmla="*/ 704 w 1660"/>
                <a:gd name="T25" fmla="*/ 192 h 719"/>
                <a:gd name="T26" fmla="*/ 760 w 1660"/>
                <a:gd name="T27" fmla="*/ 188 h 719"/>
                <a:gd name="T28" fmla="*/ 812 w 1660"/>
                <a:gd name="T29" fmla="*/ 183 h 719"/>
                <a:gd name="T30" fmla="*/ 863 w 1660"/>
                <a:gd name="T31" fmla="*/ 178 h 719"/>
                <a:gd name="T32" fmla="*/ 913 w 1660"/>
                <a:gd name="T33" fmla="*/ 172 h 719"/>
                <a:gd name="T34" fmla="*/ 960 w 1660"/>
                <a:gd name="T35" fmla="*/ 167 h 719"/>
                <a:gd name="T36" fmla="*/ 1007 w 1660"/>
                <a:gd name="T37" fmla="*/ 161 h 719"/>
                <a:gd name="T38" fmla="*/ 1052 w 1660"/>
                <a:gd name="T39" fmla="*/ 156 h 719"/>
                <a:gd name="T40" fmla="*/ 1098 w 1660"/>
                <a:gd name="T41" fmla="*/ 153 h 719"/>
                <a:gd name="T42" fmla="*/ 1141 w 1660"/>
                <a:gd name="T43" fmla="*/ 151 h 719"/>
                <a:gd name="T44" fmla="*/ 1185 w 1660"/>
                <a:gd name="T45" fmla="*/ 151 h 719"/>
                <a:gd name="T46" fmla="*/ 1229 w 1660"/>
                <a:gd name="T47" fmla="*/ 154 h 719"/>
                <a:gd name="T48" fmla="*/ 1272 w 1660"/>
                <a:gd name="T49" fmla="*/ 159 h 719"/>
                <a:gd name="T50" fmla="*/ 1316 w 1660"/>
                <a:gd name="T51" fmla="*/ 168 h 719"/>
                <a:gd name="T52" fmla="*/ 1362 w 1660"/>
                <a:gd name="T53" fmla="*/ 179 h 719"/>
                <a:gd name="T54" fmla="*/ 1407 w 1660"/>
                <a:gd name="T55" fmla="*/ 196 h 719"/>
                <a:gd name="T56" fmla="*/ 1455 w 1660"/>
                <a:gd name="T57" fmla="*/ 217 h 719"/>
                <a:gd name="T58" fmla="*/ 1503 w 1660"/>
                <a:gd name="T59" fmla="*/ 243 h 719"/>
                <a:gd name="T60" fmla="*/ 1553 w 1660"/>
                <a:gd name="T61" fmla="*/ 273 h 719"/>
                <a:gd name="T62" fmla="*/ 1606 w 1660"/>
                <a:gd name="T63" fmla="*/ 310 h 719"/>
                <a:gd name="T64" fmla="*/ 1633 w 1660"/>
                <a:gd name="T65" fmla="*/ 333 h 719"/>
                <a:gd name="T66" fmla="*/ 1660 w 1660"/>
                <a:gd name="T67" fmla="*/ 360 h 719"/>
                <a:gd name="T68" fmla="*/ 1067 w 1660"/>
                <a:gd name="T69" fmla="*/ 719 h 719"/>
                <a:gd name="T70" fmla="*/ 0 w 1660"/>
                <a:gd name="T71" fmla="*/ 72 h 719"/>
                <a:gd name="T72" fmla="*/ 117 w 1660"/>
                <a:gd name="T73" fmla="*/ 0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60" h="719">
                  <a:moveTo>
                    <a:pt x="117" y="0"/>
                  </a:moveTo>
                  <a:lnTo>
                    <a:pt x="153" y="29"/>
                  </a:lnTo>
                  <a:lnTo>
                    <a:pt x="191" y="58"/>
                  </a:lnTo>
                  <a:lnTo>
                    <a:pt x="232" y="84"/>
                  </a:lnTo>
                  <a:lnTo>
                    <a:pt x="276" y="108"/>
                  </a:lnTo>
                  <a:lnTo>
                    <a:pt x="321" y="132"/>
                  </a:lnTo>
                  <a:lnTo>
                    <a:pt x="370" y="151"/>
                  </a:lnTo>
                  <a:lnTo>
                    <a:pt x="420" y="168"/>
                  </a:lnTo>
                  <a:lnTo>
                    <a:pt x="473" y="180"/>
                  </a:lnTo>
                  <a:lnTo>
                    <a:pt x="528" y="189"/>
                  </a:lnTo>
                  <a:lnTo>
                    <a:pt x="585" y="193"/>
                  </a:lnTo>
                  <a:lnTo>
                    <a:pt x="645" y="193"/>
                  </a:lnTo>
                  <a:lnTo>
                    <a:pt x="704" y="192"/>
                  </a:lnTo>
                  <a:lnTo>
                    <a:pt x="760" y="188"/>
                  </a:lnTo>
                  <a:lnTo>
                    <a:pt x="812" y="183"/>
                  </a:lnTo>
                  <a:lnTo>
                    <a:pt x="863" y="178"/>
                  </a:lnTo>
                  <a:lnTo>
                    <a:pt x="913" y="172"/>
                  </a:lnTo>
                  <a:lnTo>
                    <a:pt x="960" y="167"/>
                  </a:lnTo>
                  <a:lnTo>
                    <a:pt x="1007" y="161"/>
                  </a:lnTo>
                  <a:lnTo>
                    <a:pt x="1052" y="156"/>
                  </a:lnTo>
                  <a:lnTo>
                    <a:pt x="1098" y="153"/>
                  </a:lnTo>
                  <a:lnTo>
                    <a:pt x="1141" y="151"/>
                  </a:lnTo>
                  <a:lnTo>
                    <a:pt x="1185" y="151"/>
                  </a:lnTo>
                  <a:lnTo>
                    <a:pt x="1229" y="154"/>
                  </a:lnTo>
                  <a:lnTo>
                    <a:pt x="1272" y="159"/>
                  </a:lnTo>
                  <a:lnTo>
                    <a:pt x="1316" y="168"/>
                  </a:lnTo>
                  <a:lnTo>
                    <a:pt x="1362" y="179"/>
                  </a:lnTo>
                  <a:lnTo>
                    <a:pt x="1407" y="196"/>
                  </a:lnTo>
                  <a:lnTo>
                    <a:pt x="1455" y="217"/>
                  </a:lnTo>
                  <a:lnTo>
                    <a:pt x="1503" y="243"/>
                  </a:lnTo>
                  <a:lnTo>
                    <a:pt x="1553" y="273"/>
                  </a:lnTo>
                  <a:lnTo>
                    <a:pt x="1606" y="310"/>
                  </a:lnTo>
                  <a:lnTo>
                    <a:pt x="1633" y="333"/>
                  </a:lnTo>
                  <a:lnTo>
                    <a:pt x="1660" y="360"/>
                  </a:lnTo>
                  <a:lnTo>
                    <a:pt x="1067" y="719"/>
                  </a:lnTo>
                  <a:lnTo>
                    <a:pt x="0" y="72"/>
                  </a:lnTo>
                  <a:lnTo>
                    <a:pt x="117"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58" name="Group 157">
            <a:extLst>
              <a:ext uri="{FF2B5EF4-FFF2-40B4-BE49-F238E27FC236}">
                <a16:creationId xmlns:a16="http://schemas.microsoft.com/office/drawing/2014/main" id="{4A870CE7-E5CC-4063-B349-0FBEBA2846CC}"/>
              </a:ext>
            </a:extLst>
          </p:cNvPr>
          <p:cNvGrpSpPr>
            <a:grpSpLocks noChangeAspect="1"/>
          </p:cNvGrpSpPr>
          <p:nvPr/>
        </p:nvGrpSpPr>
        <p:grpSpPr>
          <a:xfrm>
            <a:off x="3675668" y="4197769"/>
            <a:ext cx="587375" cy="395288"/>
            <a:chOff x="3626690" y="2642494"/>
            <a:chExt cx="587375" cy="395288"/>
          </a:xfrm>
        </p:grpSpPr>
        <p:sp useBgFill="1">
          <p:nvSpPr>
            <p:cNvPr id="159" name="Freeform 39">
              <a:extLst>
                <a:ext uri="{FF2B5EF4-FFF2-40B4-BE49-F238E27FC236}">
                  <a16:creationId xmlns:a16="http://schemas.microsoft.com/office/drawing/2014/main" id="{F53B1B7A-C0AD-4A26-AB9B-E79A7577D6D6}"/>
                </a:ext>
              </a:extLst>
            </p:cNvPr>
            <p:cNvSpPr>
              <a:spLocks/>
            </p:cNvSpPr>
            <p:nvPr/>
          </p:nvSpPr>
          <p:spPr bwMode="auto">
            <a:xfrm>
              <a:off x="3626690" y="2642494"/>
              <a:ext cx="587375" cy="395288"/>
            </a:xfrm>
            <a:custGeom>
              <a:avLst/>
              <a:gdLst>
                <a:gd name="T0" fmla="*/ 1293 w 2586"/>
                <a:gd name="T1" fmla="*/ 0 h 1744"/>
                <a:gd name="T2" fmla="*/ 1324 w 2586"/>
                <a:gd name="T3" fmla="*/ 2 h 1744"/>
                <a:gd name="T4" fmla="*/ 1353 w 2586"/>
                <a:gd name="T5" fmla="*/ 7 h 1744"/>
                <a:gd name="T6" fmla="*/ 1382 w 2586"/>
                <a:gd name="T7" fmla="*/ 18 h 1744"/>
                <a:gd name="T8" fmla="*/ 1409 w 2586"/>
                <a:gd name="T9" fmla="*/ 32 h 1744"/>
                <a:gd name="T10" fmla="*/ 2478 w 2586"/>
                <a:gd name="T11" fmla="*/ 678 h 1744"/>
                <a:gd name="T12" fmla="*/ 2505 w 2586"/>
                <a:gd name="T13" fmla="*/ 698 h 1744"/>
                <a:gd name="T14" fmla="*/ 2529 w 2586"/>
                <a:gd name="T15" fmla="*/ 720 h 1744"/>
                <a:gd name="T16" fmla="*/ 2549 w 2586"/>
                <a:gd name="T17" fmla="*/ 747 h 1744"/>
                <a:gd name="T18" fmla="*/ 2565 w 2586"/>
                <a:gd name="T19" fmla="*/ 775 h 1744"/>
                <a:gd name="T20" fmla="*/ 2576 w 2586"/>
                <a:gd name="T21" fmla="*/ 806 h 1744"/>
                <a:gd name="T22" fmla="*/ 2584 w 2586"/>
                <a:gd name="T23" fmla="*/ 838 h 1744"/>
                <a:gd name="T24" fmla="*/ 2586 w 2586"/>
                <a:gd name="T25" fmla="*/ 872 h 1744"/>
                <a:gd name="T26" fmla="*/ 2584 w 2586"/>
                <a:gd name="T27" fmla="*/ 904 h 1744"/>
                <a:gd name="T28" fmla="*/ 2576 w 2586"/>
                <a:gd name="T29" fmla="*/ 936 h 1744"/>
                <a:gd name="T30" fmla="*/ 2565 w 2586"/>
                <a:gd name="T31" fmla="*/ 967 h 1744"/>
                <a:gd name="T32" fmla="*/ 2549 w 2586"/>
                <a:gd name="T33" fmla="*/ 995 h 1744"/>
                <a:gd name="T34" fmla="*/ 2529 w 2586"/>
                <a:gd name="T35" fmla="*/ 1022 h 1744"/>
                <a:gd name="T36" fmla="*/ 2505 w 2586"/>
                <a:gd name="T37" fmla="*/ 1044 h 1744"/>
                <a:gd name="T38" fmla="*/ 2478 w 2586"/>
                <a:gd name="T39" fmla="*/ 1064 h 1744"/>
                <a:gd name="T40" fmla="*/ 1409 w 2586"/>
                <a:gd name="T41" fmla="*/ 1711 h 1744"/>
                <a:gd name="T42" fmla="*/ 1382 w 2586"/>
                <a:gd name="T43" fmla="*/ 1725 h 1744"/>
                <a:gd name="T44" fmla="*/ 1353 w 2586"/>
                <a:gd name="T45" fmla="*/ 1736 h 1744"/>
                <a:gd name="T46" fmla="*/ 1324 w 2586"/>
                <a:gd name="T47" fmla="*/ 1742 h 1744"/>
                <a:gd name="T48" fmla="*/ 1292 w 2586"/>
                <a:gd name="T49" fmla="*/ 1744 h 1744"/>
                <a:gd name="T50" fmla="*/ 1262 w 2586"/>
                <a:gd name="T51" fmla="*/ 1742 h 1744"/>
                <a:gd name="T52" fmla="*/ 1232 w 2586"/>
                <a:gd name="T53" fmla="*/ 1736 h 1744"/>
                <a:gd name="T54" fmla="*/ 1203 w 2586"/>
                <a:gd name="T55" fmla="*/ 1725 h 1744"/>
                <a:gd name="T56" fmla="*/ 1176 w 2586"/>
                <a:gd name="T57" fmla="*/ 1711 h 1744"/>
                <a:gd name="T58" fmla="*/ 108 w 2586"/>
                <a:gd name="T59" fmla="*/ 1064 h 1744"/>
                <a:gd name="T60" fmla="*/ 81 w 2586"/>
                <a:gd name="T61" fmla="*/ 1044 h 1744"/>
                <a:gd name="T62" fmla="*/ 57 w 2586"/>
                <a:gd name="T63" fmla="*/ 1022 h 1744"/>
                <a:gd name="T64" fmla="*/ 37 w 2586"/>
                <a:gd name="T65" fmla="*/ 995 h 1744"/>
                <a:gd name="T66" fmla="*/ 21 w 2586"/>
                <a:gd name="T67" fmla="*/ 967 h 1744"/>
                <a:gd name="T68" fmla="*/ 10 w 2586"/>
                <a:gd name="T69" fmla="*/ 936 h 1744"/>
                <a:gd name="T70" fmla="*/ 2 w 2586"/>
                <a:gd name="T71" fmla="*/ 904 h 1744"/>
                <a:gd name="T72" fmla="*/ 0 w 2586"/>
                <a:gd name="T73" fmla="*/ 872 h 1744"/>
                <a:gd name="T74" fmla="*/ 2 w 2586"/>
                <a:gd name="T75" fmla="*/ 838 h 1744"/>
                <a:gd name="T76" fmla="*/ 10 w 2586"/>
                <a:gd name="T77" fmla="*/ 806 h 1744"/>
                <a:gd name="T78" fmla="*/ 21 w 2586"/>
                <a:gd name="T79" fmla="*/ 775 h 1744"/>
                <a:gd name="T80" fmla="*/ 38 w 2586"/>
                <a:gd name="T81" fmla="*/ 747 h 1744"/>
                <a:gd name="T82" fmla="*/ 57 w 2586"/>
                <a:gd name="T83" fmla="*/ 720 h 1744"/>
                <a:gd name="T84" fmla="*/ 81 w 2586"/>
                <a:gd name="T85" fmla="*/ 698 h 1744"/>
                <a:gd name="T86" fmla="*/ 108 w 2586"/>
                <a:gd name="T87" fmla="*/ 679 h 1744"/>
                <a:gd name="T88" fmla="*/ 1177 w 2586"/>
                <a:gd name="T89" fmla="*/ 32 h 1744"/>
                <a:gd name="T90" fmla="*/ 1204 w 2586"/>
                <a:gd name="T91" fmla="*/ 18 h 1744"/>
                <a:gd name="T92" fmla="*/ 1233 w 2586"/>
                <a:gd name="T93" fmla="*/ 7 h 1744"/>
                <a:gd name="T94" fmla="*/ 1262 w 2586"/>
                <a:gd name="T95" fmla="*/ 2 h 1744"/>
                <a:gd name="T96" fmla="*/ 1293 w 2586"/>
                <a:gd name="T97" fmla="*/ 0 h 1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86" h="1744">
                  <a:moveTo>
                    <a:pt x="1293" y="0"/>
                  </a:moveTo>
                  <a:lnTo>
                    <a:pt x="1324" y="2"/>
                  </a:lnTo>
                  <a:lnTo>
                    <a:pt x="1353" y="7"/>
                  </a:lnTo>
                  <a:lnTo>
                    <a:pt x="1382" y="18"/>
                  </a:lnTo>
                  <a:lnTo>
                    <a:pt x="1409" y="32"/>
                  </a:lnTo>
                  <a:lnTo>
                    <a:pt x="2478" y="678"/>
                  </a:lnTo>
                  <a:lnTo>
                    <a:pt x="2505" y="698"/>
                  </a:lnTo>
                  <a:lnTo>
                    <a:pt x="2529" y="720"/>
                  </a:lnTo>
                  <a:lnTo>
                    <a:pt x="2549" y="747"/>
                  </a:lnTo>
                  <a:lnTo>
                    <a:pt x="2565" y="775"/>
                  </a:lnTo>
                  <a:lnTo>
                    <a:pt x="2576" y="806"/>
                  </a:lnTo>
                  <a:lnTo>
                    <a:pt x="2584" y="838"/>
                  </a:lnTo>
                  <a:lnTo>
                    <a:pt x="2586" y="872"/>
                  </a:lnTo>
                  <a:lnTo>
                    <a:pt x="2584" y="904"/>
                  </a:lnTo>
                  <a:lnTo>
                    <a:pt x="2576" y="936"/>
                  </a:lnTo>
                  <a:lnTo>
                    <a:pt x="2565" y="967"/>
                  </a:lnTo>
                  <a:lnTo>
                    <a:pt x="2549" y="995"/>
                  </a:lnTo>
                  <a:lnTo>
                    <a:pt x="2529" y="1022"/>
                  </a:lnTo>
                  <a:lnTo>
                    <a:pt x="2505" y="1044"/>
                  </a:lnTo>
                  <a:lnTo>
                    <a:pt x="2478" y="1064"/>
                  </a:lnTo>
                  <a:lnTo>
                    <a:pt x="1409" y="1711"/>
                  </a:lnTo>
                  <a:lnTo>
                    <a:pt x="1382" y="1725"/>
                  </a:lnTo>
                  <a:lnTo>
                    <a:pt x="1353" y="1736"/>
                  </a:lnTo>
                  <a:lnTo>
                    <a:pt x="1324" y="1742"/>
                  </a:lnTo>
                  <a:lnTo>
                    <a:pt x="1292" y="1744"/>
                  </a:lnTo>
                  <a:lnTo>
                    <a:pt x="1262" y="1742"/>
                  </a:lnTo>
                  <a:lnTo>
                    <a:pt x="1232" y="1736"/>
                  </a:lnTo>
                  <a:lnTo>
                    <a:pt x="1203" y="1725"/>
                  </a:lnTo>
                  <a:lnTo>
                    <a:pt x="1176" y="1711"/>
                  </a:lnTo>
                  <a:lnTo>
                    <a:pt x="108" y="1064"/>
                  </a:lnTo>
                  <a:lnTo>
                    <a:pt x="81" y="1044"/>
                  </a:lnTo>
                  <a:lnTo>
                    <a:pt x="57" y="1022"/>
                  </a:lnTo>
                  <a:lnTo>
                    <a:pt x="37" y="995"/>
                  </a:lnTo>
                  <a:lnTo>
                    <a:pt x="21" y="967"/>
                  </a:lnTo>
                  <a:lnTo>
                    <a:pt x="10" y="936"/>
                  </a:lnTo>
                  <a:lnTo>
                    <a:pt x="2" y="904"/>
                  </a:lnTo>
                  <a:lnTo>
                    <a:pt x="0" y="872"/>
                  </a:lnTo>
                  <a:lnTo>
                    <a:pt x="2" y="838"/>
                  </a:lnTo>
                  <a:lnTo>
                    <a:pt x="10" y="806"/>
                  </a:lnTo>
                  <a:lnTo>
                    <a:pt x="21" y="775"/>
                  </a:lnTo>
                  <a:lnTo>
                    <a:pt x="38" y="747"/>
                  </a:lnTo>
                  <a:lnTo>
                    <a:pt x="57" y="720"/>
                  </a:lnTo>
                  <a:lnTo>
                    <a:pt x="81" y="698"/>
                  </a:lnTo>
                  <a:lnTo>
                    <a:pt x="108" y="679"/>
                  </a:lnTo>
                  <a:lnTo>
                    <a:pt x="1177" y="32"/>
                  </a:lnTo>
                  <a:lnTo>
                    <a:pt x="1204" y="18"/>
                  </a:lnTo>
                  <a:lnTo>
                    <a:pt x="1233" y="7"/>
                  </a:lnTo>
                  <a:lnTo>
                    <a:pt x="1262" y="2"/>
                  </a:lnTo>
                  <a:lnTo>
                    <a:pt x="129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nvGrpSpPr>
            <p:cNvPr id="160" name="Group 159">
              <a:extLst>
                <a:ext uri="{FF2B5EF4-FFF2-40B4-BE49-F238E27FC236}">
                  <a16:creationId xmlns:a16="http://schemas.microsoft.com/office/drawing/2014/main" id="{7F46C2CC-000E-4B3C-832C-72D5A7038DC6}"/>
                </a:ext>
              </a:extLst>
            </p:cNvPr>
            <p:cNvGrpSpPr/>
            <p:nvPr/>
          </p:nvGrpSpPr>
          <p:grpSpPr>
            <a:xfrm>
              <a:off x="3652090" y="2667894"/>
              <a:ext cx="536575" cy="344488"/>
              <a:chOff x="3652090" y="2667894"/>
              <a:chExt cx="536575" cy="344488"/>
            </a:xfrm>
          </p:grpSpPr>
          <p:sp>
            <p:nvSpPr>
              <p:cNvPr id="161" name="Freeform 40">
                <a:extLst>
                  <a:ext uri="{FF2B5EF4-FFF2-40B4-BE49-F238E27FC236}">
                    <a16:creationId xmlns:a16="http://schemas.microsoft.com/office/drawing/2014/main" id="{029CDF69-4624-41A8-90BD-3156E63EC73D}"/>
                  </a:ext>
                </a:extLst>
              </p:cNvPr>
              <p:cNvSpPr>
                <a:spLocks/>
              </p:cNvSpPr>
              <p:nvPr/>
            </p:nvSpPr>
            <p:spPr bwMode="auto">
              <a:xfrm>
                <a:off x="3652090" y="2667894"/>
                <a:ext cx="536575" cy="344488"/>
              </a:xfrm>
              <a:custGeom>
                <a:avLst/>
                <a:gdLst>
                  <a:gd name="T0" fmla="*/ 1181 w 2362"/>
                  <a:gd name="T1" fmla="*/ 0 h 1519"/>
                  <a:gd name="T2" fmla="*/ 1201 w 2362"/>
                  <a:gd name="T3" fmla="*/ 2 h 1519"/>
                  <a:gd name="T4" fmla="*/ 1221 w 2362"/>
                  <a:gd name="T5" fmla="*/ 7 h 1519"/>
                  <a:gd name="T6" fmla="*/ 1239 w 2362"/>
                  <a:gd name="T7" fmla="*/ 16 h 1519"/>
                  <a:gd name="T8" fmla="*/ 2307 w 2362"/>
                  <a:gd name="T9" fmla="*/ 663 h 1519"/>
                  <a:gd name="T10" fmla="*/ 2326 w 2362"/>
                  <a:gd name="T11" fmla="*/ 677 h 1519"/>
                  <a:gd name="T12" fmla="*/ 2341 w 2362"/>
                  <a:gd name="T13" fmla="*/ 694 h 1519"/>
                  <a:gd name="T14" fmla="*/ 2353 w 2362"/>
                  <a:gd name="T15" fmla="*/ 714 h 1519"/>
                  <a:gd name="T16" fmla="*/ 2359 w 2362"/>
                  <a:gd name="T17" fmla="*/ 736 h 1519"/>
                  <a:gd name="T18" fmla="*/ 2362 w 2362"/>
                  <a:gd name="T19" fmla="*/ 760 h 1519"/>
                  <a:gd name="T20" fmla="*/ 2359 w 2362"/>
                  <a:gd name="T21" fmla="*/ 783 h 1519"/>
                  <a:gd name="T22" fmla="*/ 2353 w 2362"/>
                  <a:gd name="T23" fmla="*/ 804 h 1519"/>
                  <a:gd name="T24" fmla="*/ 2341 w 2362"/>
                  <a:gd name="T25" fmla="*/ 824 h 1519"/>
                  <a:gd name="T26" fmla="*/ 2326 w 2362"/>
                  <a:gd name="T27" fmla="*/ 841 h 1519"/>
                  <a:gd name="T28" fmla="*/ 2307 w 2362"/>
                  <a:gd name="T29" fmla="*/ 856 h 1519"/>
                  <a:gd name="T30" fmla="*/ 1239 w 2362"/>
                  <a:gd name="T31" fmla="*/ 1503 h 1519"/>
                  <a:gd name="T32" fmla="*/ 1220 w 2362"/>
                  <a:gd name="T33" fmla="*/ 1512 h 1519"/>
                  <a:gd name="T34" fmla="*/ 1201 w 2362"/>
                  <a:gd name="T35" fmla="*/ 1517 h 1519"/>
                  <a:gd name="T36" fmla="*/ 1180 w 2362"/>
                  <a:gd name="T37" fmla="*/ 1519 h 1519"/>
                  <a:gd name="T38" fmla="*/ 1161 w 2362"/>
                  <a:gd name="T39" fmla="*/ 1517 h 1519"/>
                  <a:gd name="T40" fmla="*/ 1141 w 2362"/>
                  <a:gd name="T41" fmla="*/ 1512 h 1519"/>
                  <a:gd name="T42" fmla="*/ 1123 w 2362"/>
                  <a:gd name="T43" fmla="*/ 1503 h 1519"/>
                  <a:gd name="T44" fmla="*/ 55 w 2362"/>
                  <a:gd name="T45" fmla="*/ 856 h 1519"/>
                  <a:gd name="T46" fmla="*/ 36 w 2362"/>
                  <a:gd name="T47" fmla="*/ 841 h 1519"/>
                  <a:gd name="T48" fmla="*/ 21 w 2362"/>
                  <a:gd name="T49" fmla="*/ 824 h 1519"/>
                  <a:gd name="T50" fmla="*/ 9 w 2362"/>
                  <a:gd name="T51" fmla="*/ 804 h 1519"/>
                  <a:gd name="T52" fmla="*/ 3 w 2362"/>
                  <a:gd name="T53" fmla="*/ 782 h 1519"/>
                  <a:gd name="T54" fmla="*/ 0 w 2362"/>
                  <a:gd name="T55" fmla="*/ 760 h 1519"/>
                  <a:gd name="T56" fmla="*/ 3 w 2362"/>
                  <a:gd name="T57" fmla="*/ 736 h 1519"/>
                  <a:gd name="T58" fmla="*/ 9 w 2362"/>
                  <a:gd name="T59" fmla="*/ 714 h 1519"/>
                  <a:gd name="T60" fmla="*/ 21 w 2362"/>
                  <a:gd name="T61" fmla="*/ 694 h 1519"/>
                  <a:gd name="T62" fmla="*/ 36 w 2362"/>
                  <a:gd name="T63" fmla="*/ 677 h 1519"/>
                  <a:gd name="T64" fmla="*/ 55 w 2362"/>
                  <a:gd name="T65" fmla="*/ 663 h 1519"/>
                  <a:gd name="T66" fmla="*/ 1123 w 2362"/>
                  <a:gd name="T67" fmla="*/ 16 h 1519"/>
                  <a:gd name="T68" fmla="*/ 1141 w 2362"/>
                  <a:gd name="T69" fmla="*/ 7 h 1519"/>
                  <a:gd name="T70" fmla="*/ 1161 w 2362"/>
                  <a:gd name="T71" fmla="*/ 2 h 1519"/>
                  <a:gd name="T72" fmla="*/ 1181 w 2362"/>
                  <a:gd name="T73"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62" h="1519">
                    <a:moveTo>
                      <a:pt x="1181" y="0"/>
                    </a:moveTo>
                    <a:lnTo>
                      <a:pt x="1201" y="2"/>
                    </a:lnTo>
                    <a:lnTo>
                      <a:pt x="1221" y="7"/>
                    </a:lnTo>
                    <a:lnTo>
                      <a:pt x="1239" y="16"/>
                    </a:lnTo>
                    <a:lnTo>
                      <a:pt x="2307" y="663"/>
                    </a:lnTo>
                    <a:lnTo>
                      <a:pt x="2326" y="677"/>
                    </a:lnTo>
                    <a:lnTo>
                      <a:pt x="2341" y="694"/>
                    </a:lnTo>
                    <a:lnTo>
                      <a:pt x="2353" y="714"/>
                    </a:lnTo>
                    <a:lnTo>
                      <a:pt x="2359" y="736"/>
                    </a:lnTo>
                    <a:lnTo>
                      <a:pt x="2362" y="760"/>
                    </a:lnTo>
                    <a:lnTo>
                      <a:pt x="2359" y="783"/>
                    </a:lnTo>
                    <a:lnTo>
                      <a:pt x="2353" y="804"/>
                    </a:lnTo>
                    <a:lnTo>
                      <a:pt x="2341" y="824"/>
                    </a:lnTo>
                    <a:lnTo>
                      <a:pt x="2326" y="841"/>
                    </a:lnTo>
                    <a:lnTo>
                      <a:pt x="2307" y="856"/>
                    </a:lnTo>
                    <a:lnTo>
                      <a:pt x="1239" y="1503"/>
                    </a:lnTo>
                    <a:lnTo>
                      <a:pt x="1220" y="1512"/>
                    </a:lnTo>
                    <a:lnTo>
                      <a:pt x="1201" y="1517"/>
                    </a:lnTo>
                    <a:lnTo>
                      <a:pt x="1180" y="1519"/>
                    </a:lnTo>
                    <a:lnTo>
                      <a:pt x="1161" y="1517"/>
                    </a:lnTo>
                    <a:lnTo>
                      <a:pt x="1141" y="1512"/>
                    </a:lnTo>
                    <a:lnTo>
                      <a:pt x="1123" y="1503"/>
                    </a:lnTo>
                    <a:lnTo>
                      <a:pt x="55" y="856"/>
                    </a:lnTo>
                    <a:lnTo>
                      <a:pt x="36" y="841"/>
                    </a:lnTo>
                    <a:lnTo>
                      <a:pt x="21" y="824"/>
                    </a:lnTo>
                    <a:lnTo>
                      <a:pt x="9" y="804"/>
                    </a:lnTo>
                    <a:lnTo>
                      <a:pt x="3" y="782"/>
                    </a:lnTo>
                    <a:lnTo>
                      <a:pt x="0" y="760"/>
                    </a:lnTo>
                    <a:lnTo>
                      <a:pt x="3" y="736"/>
                    </a:lnTo>
                    <a:lnTo>
                      <a:pt x="9" y="714"/>
                    </a:lnTo>
                    <a:lnTo>
                      <a:pt x="21" y="694"/>
                    </a:lnTo>
                    <a:lnTo>
                      <a:pt x="36" y="677"/>
                    </a:lnTo>
                    <a:lnTo>
                      <a:pt x="55" y="663"/>
                    </a:lnTo>
                    <a:lnTo>
                      <a:pt x="1123" y="16"/>
                    </a:lnTo>
                    <a:lnTo>
                      <a:pt x="1141" y="7"/>
                    </a:lnTo>
                    <a:lnTo>
                      <a:pt x="1161" y="2"/>
                    </a:lnTo>
                    <a:lnTo>
                      <a:pt x="118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62" name="Freeform 41">
                <a:extLst>
                  <a:ext uri="{FF2B5EF4-FFF2-40B4-BE49-F238E27FC236}">
                    <a16:creationId xmlns:a16="http://schemas.microsoft.com/office/drawing/2014/main" id="{9C7E95E3-84F5-4ECD-8D94-24D6CD4949C7}"/>
                  </a:ext>
                </a:extLst>
              </p:cNvPr>
              <p:cNvSpPr>
                <a:spLocks/>
              </p:cNvSpPr>
              <p:nvPr/>
            </p:nvSpPr>
            <p:spPr bwMode="auto">
              <a:xfrm>
                <a:off x="3785440" y="2693294"/>
                <a:ext cx="377825" cy="163513"/>
              </a:xfrm>
              <a:custGeom>
                <a:avLst/>
                <a:gdLst>
                  <a:gd name="T0" fmla="*/ 593 w 1661"/>
                  <a:gd name="T1" fmla="*/ 0 h 720"/>
                  <a:gd name="T2" fmla="*/ 1661 w 1661"/>
                  <a:gd name="T3" fmla="*/ 647 h 720"/>
                  <a:gd name="T4" fmla="*/ 1538 w 1661"/>
                  <a:gd name="T5" fmla="*/ 720 h 720"/>
                  <a:gd name="T6" fmla="*/ 1514 w 1661"/>
                  <a:gd name="T7" fmla="*/ 694 h 720"/>
                  <a:gd name="T8" fmla="*/ 1489 w 1661"/>
                  <a:gd name="T9" fmla="*/ 670 h 720"/>
                  <a:gd name="T10" fmla="*/ 1462 w 1661"/>
                  <a:gd name="T11" fmla="*/ 648 h 720"/>
                  <a:gd name="T12" fmla="*/ 1401 w 1661"/>
                  <a:gd name="T13" fmla="*/ 605 h 720"/>
                  <a:gd name="T14" fmla="*/ 1341 w 1661"/>
                  <a:gd name="T15" fmla="*/ 569 h 720"/>
                  <a:gd name="T16" fmla="*/ 1281 w 1661"/>
                  <a:gd name="T17" fmla="*/ 539 h 720"/>
                  <a:gd name="T18" fmla="*/ 1220 w 1661"/>
                  <a:gd name="T19" fmla="*/ 513 h 720"/>
                  <a:gd name="T20" fmla="*/ 1159 w 1661"/>
                  <a:gd name="T21" fmla="*/ 495 h 720"/>
                  <a:gd name="T22" fmla="*/ 1097 w 1661"/>
                  <a:gd name="T23" fmla="*/ 482 h 720"/>
                  <a:gd name="T24" fmla="*/ 1032 w 1661"/>
                  <a:gd name="T25" fmla="*/ 474 h 720"/>
                  <a:gd name="T26" fmla="*/ 967 w 1661"/>
                  <a:gd name="T27" fmla="*/ 471 h 720"/>
                  <a:gd name="T28" fmla="*/ 890 w 1661"/>
                  <a:gd name="T29" fmla="*/ 474 h 720"/>
                  <a:gd name="T30" fmla="*/ 812 w 1661"/>
                  <a:gd name="T31" fmla="*/ 482 h 720"/>
                  <a:gd name="T32" fmla="*/ 731 w 1661"/>
                  <a:gd name="T33" fmla="*/ 491 h 720"/>
                  <a:gd name="T34" fmla="*/ 675 w 1661"/>
                  <a:gd name="T35" fmla="*/ 498 h 720"/>
                  <a:gd name="T36" fmla="*/ 618 w 1661"/>
                  <a:gd name="T37" fmla="*/ 504 h 720"/>
                  <a:gd name="T38" fmla="*/ 559 w 1661"/>
                  <a:gd name="T39" fmla="*/ 509 h 720"/>
                  <a:gd name="T40" fmla="*/ 497 w 1661"/>
                  <a:gd name="T41" fmla="*/ 512 h 720"/>
                  <a:gd name="T42" fmla="*/ 431 w 1661"/>
                  <a:gd name="T43" fmla="*/ 514 h 720"/>
                  <a:gd name="T44" fmla="*/ 393 w 1661"/>
                  <a:gd name="T45" fmla="*/ 513 h 720"/>
                  <a:gd name="T46" fmla="*/ 335 w 1661"/>
                  <a:gd name="T47" fmla="*/ 509 h 720"/>
                  <a:gd name="T48" fmla="*/ 277 w 1661"/>
                  <a:gd name="T49" fmla="*/ 499 h 720"/>
                  <a:gd name="T50" fmla="*/ 220 w 1661"/>
                  <a:gd name="T51" fmla="*/ 483 h 720"/>
                  <a:gd name="T52" fmla="*/ 164 w 1661"/>
                  <a:gd name="T53" fmla="*/ 461 h 720"/>
                  <a:gd name="T54" fmla="*/ 108 w 1661"/>
                  <a:gd name="T55" fmla="*/ 432 h 720"/>
                  <a:gd name="T56" fmla="*/ 53 w 1661"/>
                  <a:gd name="T57" fmla="*/ 398 h 720"/>
                  <a:gd name="T58" fmla="*/ 0 w 1661"/>
                  <a:gd name="T59" fmla="*/ 358 h 720"/>
                  <a:gd name="T60" fmla="*/ 593 w 1661"/>
                  <a:gd name="T61" fmla="*/ 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661" h="720">
                    <a:moveTo>
                      <a:pt x="593" y="0"/>
                    </a:moveTo>
                    <a:lnTo>
                      <a:pt x="1661" y="647"/>
                    </a:lnTo>
                    <a:lnTo>
                      <a:pt x="1538" y="720"/>
                    </a:lnTo>
                    <a:lnTo>
                      <a:pt x="1514" y="694"/>
                    </a:lnTo>
                    <a:lnTo>
                      <a:pt x="1489" y="670"/>
                    </a:lnTo>
                    <a:lnTo>
                      <a:pt x="1462" y="648"/>
                    </a:lnTo>
                    <a:lnTo>
                      <a:pt x="1401" y="605"/>
                    </a:lnTo>
                    <a:lnTo>
                      <a:pt x="1341" y="569"/>
                    </a:lnTo>
                    <a:lnTo>
                      <a:pt x="1281" y="539"/>
                    </a:lnTo>
                    <a:lnTo>
                      <a:pt x="1220" y="513"/>
                    </a:lnTo>
                    <a:lnTo>
                      <a:pt x="1159" y="495"/>
                    </a:lnTo>
                    <a:lnTo>
                      <a:pt x="1097" y="482"/>
                    </a:lnTo>
                    <a:lnTo>
                      <a:pt x="1032" y="474"/>
                    </a:lnTo>
                    <a:lnTo>
                      <a:pt x="967" y="471"/>
                    </a:lnTo>
                    <a:lnTo>
                      <a:pt x="890" y="474"/>
                    </a:lnTo>
                    <a:lnTo>
                      <a:pt x="812" y="482"/>
                    </a:lnTo>
                    <a:lnTo>
                      <a:pt x="731" y="491"/>
                    </a:lnTo>
                    <a:lnTo>
                      <a:pt x="675" y="498"/>
                    </a:lnTo>
                    <a:lnTo>
                      <a:pt x="618" y="504"/>
                    </a:lnTo>
                    <a:lnTo>
                      <a:pt x="559" y="509"/>
                    </a:lnTo>
                    <a:lnTo>
                      <a:pt x="497" y="512"/>
                    </a:lnTo>
                    <a:lnTo>
                      <a:pt x="431" y="514"/>
                    </a:lnTo>
                    <a:lnTo>
                      <a:pt x="393" y="513"/>
                    </a:lnTo>
                    <a:lnTo>
                      <a:pt x="335" y="509"/>
                    </a:lnTo>
                    <a:lnTo>
                      <a:pt x="277" y="499"/>
                    </a:lnTo>
                    <a:lnTo>
                      <a:pt x="220" y="483"/>
                    </a:lnTo>
                    <a:lnTo>
                      <a:pt x="164" y="461"/>
                    </a:lnTo>
                    <a:lnTo>
                      <a:pt x="108" y="432"/>
                    </a:lnTo>
                    <a:lnTo>
                      <a:pt x="53" y="398"/>
                    </a:lnTo>
                    <a:lnTo>
                      <a:pt x="0" y="358"/>
                    </a:lnTo>
                    <a:lnTo>
                      <a:pt x="593"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63" name="Freeform 42">
                <a:extLst>
                  <a:ext uri="{FF2B5EF4-FFF2-40B4-BE49-F238E27FC236}">
                    <a16:creationId xmlns:a16="http://schemas.microsoft.com/office/drawing/2014/main" id="{2C1E298F-6B82-4793-A644-E715D36DCE00}"/>
                  </a:ext>
                </a:extLst>
              </p:cNvPr>
              <p:cNvSpPr>
                <a:spLocks/>
              </p:cNvSpPr>
              <p:nvPr/>
            </p:nvSpPr>
            <p:spPr bwMode="auto">
              <a:xfrm>
                <a:off x="3677490" y="2785369"/>
                <a:ext cx="441325" cy="201613"/>
              </a:xfrm>
              <a:custGeom>
                <a:avLst/>
                <a:gdLst>
                  <a:gd name="T0" fmla="*/ 397 w 1940"/>
                  <a:gd name="T1" fmla="*/ 0 h 888"/>
                  <a:gd name="T2" fmla="*/ 433 w 1940"/>
                  <a:gd name="T3" fmla="*/ 29 h 888"/>
                  <a:gd name="T4" fmla="*/ 471 w 1940"/>
                  <a:gd name="T5" fmla="*/ 57 h 888"/>
                  <a:gd name="T6" fmla="*/ 512 w 1940"/>
                  <a:gd name="T7" fmla="*/ 84 h 888"/>
                  <a:gd name="T8" fmla="*/ 556 w 1940"/>
                  <a:gd name="T9" fmla="*/ 108 h 888"/>
                  <a:gd name="T10" fmla="*/ 602 w 1940"/>
                  <a:gd name="T11" fmla="*/ 132 h 888"/>
                  <a:gd name="T12" fmla="*/ 650 w 1940"/>
                  <a:gd name="T13" fmla="*/ 152 h 888"/>
                  <a:gd name="T14" fmla="*/ 700 w 1940"/>
                  <a:gd name="T15" fmla="*/ 168 h 888"/>
                  <a:gd name="T16" fmla="*/ 753 w 1940"/>
                  <a:gd name="T17" fmla="*/ 180 h 888"/>
                  <a:gd name="T18" fmla="*/ 809 w 1940"/>
                  <a:gd name="T19" fmla="*/ 189 h 888"/>
                  <a:gd name="T20" fmla="*/ 866 w 1940"/>
                  <a:gd name="T21" fmla="*/ 193 h 888"/>
                  <a:gd name="T22" fmla="*/ 926 w 1940"/>
                  <a:gd name="T23" fmla="*/ 194 h 888"/>
                  <a:gd name="T24" fmla="*/ 985 w 1940"/>
                  <a:gd name="T25" fmla="*/ 192 h 888"/>
                  <a:gd name="T26" fmla="*/ 1041 w 1940"/>
                  <a:gd name="T27" fmla="*/ 189 h 888"/>
                  <a:gd name="T28" fmla="*/ 1093 w 1940"/>
                  <a:gd name="T29" fmla="*/ 183 h 888"/>
                  <a:gd name="T30" fmla="*/ 1145 w 1940"/>
                  <a:gd name="T31" fmla="*/ 178 h 888"/>
                  <a:gd name="T32" fmla="*/ 1194 w 1940"/>
                  <a:gd name="T33" fmla="*/ 173 h 888"/>
                  <a:gd name="T34" fmla="*/ 1241 w 1940"/>
                  <a:gd name="T35" fmla="*/ 167 h 888"/>
                  <a:gd name="T36" fmla="*/ 1288 w 1940"/>
                  <a:gd name="T37" fmla="*/ 161 h 888"/>
                  <a:gd name="T38" fmla="*/ 1333 w 1940"/>
                  <a:gd name="T39" fmla="*/ 156 h 888"/>
                  <a:gd name="T40" fmla="*/ 1379 w 1940"/>
                  <a:gd name="T41" fmla="*/ 153 h 888"/>
                  <a:gd name="T42" fmla="*/ 1422 w 1940"/>
                  <a:gd name="T43" fmla="*/ 151 h 888"/>
                  <a:gd name="T44" fmla="*/ 1466 w 1940"/>
                  <a:gd name="T45" fmla="*/ 151 h 888"/>
                  <a:gd name="T46" fmla="*/ 1510 w 1940"/>
                  <a:gd name="T47" fmla="*/ 154 h 888"/>
                  <a:gd name="T48" fmla="*/ 1554 w 1940"/>
                  <a:gd name="T49" fmla="*/ 159 h 888"/>
                  <a:gd name="T50" fmla="*/ 1597 w 1940"/>
                  <a:gd name="T51" fmla="*/ 168 h 888"/>
                  <a:gd name="T52" fmla="*/ 1643 w 1940"/>
                  <a:gd name="T53" fmla="*/ 180 h 888"/>
                  <a:gd name="T54" fmla="*/ 1689 w 1940"/>
                  <a:gd name="T55" fmla="*/ 196 h 888"/>
                  <a:gd name="T56" fmla="*/ 1736 w 1940"/>
                  <a:gd name="T57" fmla="*/ 217 h 888"/>
                  <a:gd name="T58" fmla="*/ 1784 w 1940"/>
                  <a:gd name="T59" fmla="*/ 243 h 888"/>
                  <a:gd name="T60" fmla="*/ 1834 w 1940"/>
                  <a:gd name="T61" fmla="*/ 274 h 888"/>
                  <a:gd name="T62" fmla="*/ 1887 w 1940"/>
                  <a:gd name="T63" fmla="*/ 310 h 888"/>
                  <a:gd name="T64" fmla="*/ 1914 w 1940"/>
                  <a:gd name="T65" fmla="*/ 333 h 888"/>
                  <a:gd name="T66" fmla="*/ 1940 w 1940"/>
                  <a:gd name="T67" fmla="*/ 360 h 888"/>
                  <a:gd name="T68" fmla="*/ 1067 w 1940"/>
                  <a:gd name="T69" fmla="*/ 888 h 888"/>
                  <a:gd name="T70" fmla="*/ 0 w 1940"/>
                  <a:gd name="T71" fmla="*/ 241 h 888"/>
                  <a:gd name="T72" fmla="*/ 397 w 1940"/>
                  <a:gd name="T73" fmla="*/ 0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40" h="888">
                    <a:moveTo>
                      <a:pt x="397" y="0"/>
                    </a:moveTo>
                    <a:lnTo>
                      <a:pt x="433" y="29"/>
                    </a:lnTo>
                    <a:lnTo>
                      <a:pt x="471" y="57"/>
                    </a:lnTo>
                    <a:lnTo>
                      <a:pt x="512" y="84"/>
                    </a:lnTo>
                    <a:lnTo>
                      <a:pt x="556" y="108"/>
                    </a:lnTo>
                    <a:lnTo>
                      <a:pt x="602" y="132"/>
                    </a:lnTo>
                    <a:lnTo>
                      <a:pt x="650" y="152"/>
                    </a:lnTo>
                    <a:lnTo>
                      <a:pt x="700" y="168"/>
                    </a:lnTo>
                    <a:lnTo>
                      <a:pt x="753" y="180"/>
                    </a:lnTo>
                    <a:lnTo>
                      <a:pt x="809" y="189"/>
                    </a:lnTo>
                    <a:lnTo>
                      <a:pt x="866" y="193"/>
                    </a:lnTo>
                    <a:lnTo>
                      <a:pt x="926" y="194"/>
                    </a:lnTo>
                    <a:lnTo>
                      <a:pt x="985" y="192"/>
                    </a:lnTo>
                    <a:lnTo>
                      <a:pt x="1041" y="189"/>
                    </a:lnTo>
                    <a:lnTo>
                      <a:pt x="1093" y="183"/>
                    </a:lnTo>
                    <a:lnTo>
                      <a:pt x="1145" y="178"/>
                    </a:lnTo>
                    <a:lnTo>
                      <a:pt x="1194" y="173"/>
                    </a:lnTo>
                    <a:lnTo>
                      <a:pt x="1241" y="167"/>
                    </a:lnTo>
                    <a:lnTo>
                      <a:pt x="1288" y="161"/>
                    </a:lnTo>
                    <a:lnTo>
                      <a:pt x="1333" y="156"/>
                    </a:lnTo>
                    <a:lnTo>
                      <a:pt x="1379" y="153"/>
                    </a:lnTo>
                    <a:lnTo>
                      <a:pt x="1422" y="151"/>
                    </a:lnTo>
                    <a:lnTo>
                      <a:pt x="1466" y="151"/>
                    </a:lnTo>
                    <a:lnTo>
                      <a:pt x="1510" y="154"/>
                    </a:lnTo>
                    <a:lnTo>
                      <a:pt x="1554" y="159"/>
                    </a:lnTo>
                    <a:lnTo>
                      <a:pt x="1597" y="168"/>
                    </a:lnTo>
                    <a:lnTo>
                      <a:pt x="1643" y="180"/>
                    </a:lnTo>
                    <a:lnTo>
                      <a:pt x="1689" y="196"/>
                    </a:lnTo>
                    <a:lnTo>
                      <a:pt x="1736" y="217"/>
                    </a:lnTo>
                    <a:lnTo>
                      <a:pt x="1784" y="243"/>
                    </a:lnTo>
                    <a:lnTo>
                      <a:pt x="1834" y="274"/>
                    </a:lnTo>
                    <a:lnTo>
                      <a:pt x="1887" y="310"/>
                    </a:lnTo>
                    <a:lnTo>
                      <a:pt x="1914" y="333"/>
                    </a:lnTo>
                    <a:lnTo>
                      <a:pt x="1940" y="360"/>
                    </a:lnTo>
                    <a:lnTo>
                      <a:pt x="1067" y="888"/>
                    </a:lnTo>
                    <a:lnTo>
                      <a:pt x="0" y="241"/>
                    </a:lnTo>
                    <a:lnTo>
                      <a:pt x="397"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cxnSp>
        <p:nvCxnSpPr>
          <p:cNvPr id="164" name="Straight Connector 163">
            <a:extLst>
              <a:ext uri="{FF2B5EF4-FFF2-40B4-BE49-F238E27FC236}">
                <a16:creationId xmlns:a16="http://schemas.microsoft.com/office/drawing/2014/main" id="{BE3EDFB9-3EB8-4DE4-9CD6-3B6A394EB16D}"/>
              </a:ext>
            </a:extLst>
          </p:cNvPr>
          <p:cNvCxnSpPr/>
          <p:nvPr/>
        </p:nvCxnSpPr>
        <p:spPr bwMode="auto">
          <a:xfrm>
            <a:off x="3502794" y="3937523"/>
            <a:ext cx="743918" cy="0"/>
          </a:xfrm>
          <a:prstGeom prst="line">
            <a:avLst/>
          </a:prstGeom>
          <a:noFill/>
          <a:ln w="9525" cap="flat" cmpd="sng" algn="ctr">
            <a:solidFill>
              <a:srgbClr val="BFBFBF"/>
            </a:solidFill>
            <a:prstDash val="solid"/>
            <a:round/>
            <a:headEnd type="none" w="med" len="med"/>
            <a:tailEnd type="none" w="med" len="med"/>
          </a:ln>
          <a:effectLst/>
        </p:spPr>
      </p:cxnSp>
      <p:cxnSp>
        <p:nvCxnSpPr>
          <p:cNvPr id="165" name="Straight Connector 164">
            <a:extLst>
              <a:ext uri="{FF2B5EF4-FFF2-40B4-BE49-F238E27FC236}">
                <a16:creationId xmlns:a16="http://schemas.microsoft.com/office/drawing/2014/main" id="{8A999D23-54F8-4B5D-8C98-4C2550D2B227}"/>
              </a:ext>
            </a:extLst>
          </p:cNvPr>
          <p:cNvCxnSpPr/>
          <p:nvPr/>
        </p:nvCxnSpPr>
        <p:spPr bwMode="auto">
          <a:xfrm>
            <a:off x="4902825" y="3937523"/>
            <a:ext cx="690885" cy="0"/>
          </a:xfrm>
          <a:prstGeom prst="line">
            <a:avLst/>
          </a:prstGeom>
          <a:noFill/>
          <a:ln w="9525" cap="flat" cmpd="sng" algn="ctr">
            <a:solidFill>
              <a:srgbClr val="BFBFBF"/>
            </a:solidFill>
            <a:prstDash val="solid"/>
            <a:round/>
            <a:headEnd type="none" w="med" len="med"/>
            <a:tailEnd type="none" w="med" len="med"/>
          </a:ln>
          <a:effectLst/>
        </p:spPr>
      </p:cxnSp>
      <p:sp>
        <p:nvSpPr>
          <p:cNvPr id="166" name="TextBox 165">
            <a:extLst>
              <a:ext uri="{FF2B5EF4-FFF2-40B4-BE49-F238E27FC236}">
                <a16:creationId xmlns:a16="http://schemas.microsoft.com/office/drawing/2014/main" id="{F124EB86-5F02-48F9-88D5-505A70C8EC00}"/>
              </a:ext>
            </a:extLst>
          </p:cNvPr>
          <p:cNvSpPr txBox="1">
            <a:spLocks/>
          </p:cNvSpPr>
          <p:nvPr/>
        </p:nvSpPr>
        <p:spPr>
          <a:xfrm>
            <a:off x="1350498" y="3652465"/>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Points</a:t>
            </a:r>
          </a:p>
        </p:txBody>
      </p:sp>
      <p:grpSp>
        <p:nvGrpSpPr>
          <p:cNvPr id="167" name="Group 166">
            <a:extLst>
              <a:ext uri="{FF2B5EF4-FFF2-40B4-BE49-F238E27FC236}">
                <a16:creationId xmlns:a16="http://schemas.microsoft.com/office/drawing/2014/main" id="{3A88BDA7-370E-4DEA-B882-DC090E5D3F80}"/>
              </a:ext>
            </a:extLst>
          </p:cNvPr>
          <p:cNvGrpSpPr/>
          <p:nvPr/>
        </p:nvGrpSpPr>
        <p:grpSpPr>
          <a:xfrm>
            <a:off x="2034315" y="4197769"/>
            <a:ext cx="587375" cy="395288"/>
            <a:chOff x="7749938" y="2642494"/>
            <a:chExt cx="587375" cy="395288"/>
          </a:xfrm>
        </p:grpSpPr>
        <p:sp useBgFill="1">
          <p:nvSpPr>
            <p:cNvPr id="168" name="Freeform 15">
              <a:extLst>
                <a:ext uri="{FF2B5EF4-FFF2-40B4-BE49-F238E27FC236}">
                  <a16:creationId xmlns:a16="http://schemas.microsoft.com/office/drawing/2014/main" id="{0C600F6E-4ECF-4551-9AFB-CA9B4D569964}"/>
                </a:ext>
              </a:extLst>
            </p:cNvPr>
            <p:cNvSpPr>
              <a:spLocks/>
            </p:cNvSpPr>
            <p:nvPr/>
          </p:nvSpPr>
          <p:spPr bwMode="auto">
            <a:xfrm>
              <a:off x="7749938" y="2642494"/>
              <a:ext cx="587375" cy="395288"/>
            </a:xfrm>
            <a:custGeom>
              <a:avLst/>
              <a:gdLst>
                <a:gd name="T0" fmla="*/ 1293 w 2586"/>
                <a:gd name="T1" fmla="*/ 0 h 1744"/>
                <a:gd name="T2" fmla="*/ 1324 w 2586"/>
                <a:gd name="T3" fmla="*/ 2 h 1744"/>
                <a:gd name="T4" fmla="*/ 1353 w 2586"/>
                <a:gd name="T5" fmla="*/ 7 h 1744"/>
                <a:gd name="T6" fmla="*/ 1382 w 2586"/>
                <a:gd name="T7" fmla="*/ 18 h 1744"/>
                <a:gd name="T8" fmla="*/ 1409 w 2586"/>
                <a:gd name="T9" fmla="*/ 32 h 1744"/>
                <a:gd name="T10" fmla="*/ 2478 w 2586"/>
                <a:gd name="T11" fmla="*/ 678 h 1744"/>
                <a:gd name="T12" fmla="*/ 2505 w 2586"/>
                <a:gd name="T13" fmla="*/ 698 h 1744"/>
                <a:gd name="T14" fmla="*/ 2529 w 2586"/>
                <a:gd name="T15" fmla="*/ 720 h 1744"/>
                <a:gd name="T16" fmla="*/ 2549 w 2586"/>
                <a:gd name="T17" fmla="*/ 747 h 1744"/>
                <a:gd name="T18" fmla="*/ 2565 w 2586"/>
                <a:gd name="T19" fmla="*/ 775 h 1744"/>
                <a:gd name="T20" fmla="*/ 2576 w 2586"/>
                <a:gd name="T21" fmla="*/ 806 h 1744"/>
                <a:gd name="T22" fmla="*/ 2584 w 2586"/>
                <a:gd name="T23" fmla="*/ 838 h 1744"/>
                <a:gd name="T24" fmla="*/ 2586 w 2586"/>
                <a:gd name="T25" fmla="*/ 872 h 1744"/>
                <a:gd name="T26" fmla="*/ 2584 w 2586"/>
                <a:gd name="T27" fmla="*/ 904 h 1744"/>
                <a:gd name="T28" fmla="*/ 2576 w 2586"/>
                <a:gd name="T29" fmla="*/ 936 h 1744"/>
                <a:gd name="T30" fmla="*/ 2565 w 2586"/>
                <a:gd name="T31" fmla="*/ 967 h 1744"/>
                <a:gd name="T32" fmla="*/ 2549 w 2586"/>
                <a:gd name="T33" fmla="*/ 995 h 1744"/>
                <a:gd name="T34" fmla="*/ 2529 w 2586"/>
                <a:gd name="T35" fmla="*/ 1022 h 1744"/>
                <a:gd name="T36" fmla="*/ 2505 w 2586"/>
                <a:gd name="T37" fmla="*/ 1044 h 1744"/>
                <a:gd name="T38" fmla="*/ 2478 w 2586"/>
                <a:gd name="T39" fmla="*/ 1064 h 1744"/>
                <a:gd name="T40" fmla="*/ 1409 w 2586"/>
                <a:gd name="T41" fmla="*/ 1711 h 1744"/>
                <a:gd name="T42" fmla="*/ 1382 w 2586"/>
                <a:gd name="T43" fmla="*/ 1725 h 1744"/>
                <a:gd name="T44" fmla="*/ 1353 w 2586"/>
                <a:gd name="T45" fmla="*/ 1736 h 1744"/>
                <a:gd name="T46" fmla="*/ 1324 w 2586"/>
                <a:gd name="T47" fmla="*/ 1742 h 1744"/>
                <a:gd name="T48" fmla="*/ 1292 w 2586"/>
                <a:gd name="T49" fmla="*/ 1744 h 1744"/>
                <a:gd name="T50" fmla="*/ 1262 w 2586"/>
                <a:gd name="T51" fmla="*/ 1742 h 1744"/>
                <a:gd name="T52" fmla="*/ 1232 w 2586"/>
                <a:gd name="T53" fmla="*/ 1736 h 1744"/>
                <a:gd name="T54" fmla="*/ 1203 w 2586"/>
                <a:gd name="T55" fmla="*/ 1725 h 1744"/>
                <a:gd name="T56" fmla="*/ 1176 w 2586"/>
                <a:gd name="T57" fmla="*/ 1711 h 1744"/>
                <a:gd name="T58" fmla="*/ 108 w 2586"/>
                <a:gd name="T59" fmla="*/ 1064 h 1744"/>
                <a:gd name="T60" fmla="*/ 81 w 2586"/>
                <a:gd name="T61" fmla="*/ 1044 h 1744"/>
                <a:gd name="T62" fmla="*/ 57 w 2586"/>
                <a:gd name="T63" fmla="*/ 1022 h 1744"/>
                <a:gd name="T64" fmla="*/ 37 w 2586"/>
                <a:gd name="T65" fmla="*/ 995 h 1744"/>
                <a:gd name="T66" fmla="*/ 21 w 2586"/>
                <a:gd name="T67" fmla="*/ 967 h 1744"/>
                <a:gd name="T68" fmla="*/ 10 w 2586"/>
                <a:gd name="T69" fmla="*/ 936 h 1744"/>
                <a:gd name="T70" fmla="*/ 2 w 2586"/>
                <a:gd name="T71" fmla="*/ 904 h 1744"/>
                <a:gd name="T72" fmla="*/ 0 w 2586"/>
                <a:gd name="T73" fmla="*/ 872 h 1744"/>
                <a:gd name="T74" fmla="*/ 2 w 2586"/>
                <a:gd name="T75" fmla="*/ 838 h 1744"/>
                <a:gd name="T76" fmla="*/ 10 w 2586"/>
                <a:gd name="T77" fmla="*/ 806 h 1744"/>
                <a:gd name="T78" fmla="*/ 21 w 2586"/>
                <a:gd name="T79" fmla="*/ 775 h 1744"/>
                <a:gd name="T80" fmla="*/ 38 w 2586"/>
                <a:gd name="T81" fmla="*/ 747 h 1744"/>
                <a:gd name="T82" fmla="*/ 57 w 2586"/>
                <a:gd name="T83" fmla="*/ 720 h 1744"/>
                <a:gd name="T84" fmla="*/ 81 w 2586"/>
                <a:gd name="T85" fmla="*/ 698 h 1744"/>
                <a:gd name="T86" fmla="*/ 108 w 2586"/>
                <a:gd name="T87" fmla="*/ 679 h 1744"/>
                <a:gd name="T88" fmla="*/ 1177 w 2586"/>
                <a:gd name="T89" fmla="*/ 32 h 1744"/>
                <a:gd name="T90" fmla="*/ 1204 w 2586"/>
                <a:gd name="T91" fmla="*/ 18 h 1744"/>
                <a:gd name="T92" fmla="*/ 1233 w 2586"/>
                <a:gd name="T93" fmla="*/ 7 h 1744"/>
                <a:gd name="T94" fmla="*/ 1262 w 2586"/>
                <a:gd name="T95" fmla="*/ 2 h 1744"/>
                <a:gd name="T96" fmla="*/ 1293 w 2586"/>
                <a:gd name="T97" fmla="*/ 0 h 1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86" h="1744">
                  <a:moveTo>
                    <a:pt x="1293" y="0"/>
                  </a:moveTo>
                  <a:lnTo>
                    <a:pt x="1324" y="2"/>
                  </a:lnTo>
                  <a:lnTo>
                    <a:pt x="1353" y="7"/>
                  </a:lnTo>
                  <a:lnTo>
                    <a:pt x="1382" y="18"/>
                  </a:lnTo>
                  <a:lnTo>
                    <a:pt x="1409" y="32"/>
                  </a:lnTo>
                  <a:lnTo>
                    <a:pt x="2478" y="678"/>
                  </a:lnTo>
                  <a:lnTo>
                    <a:pt x="2505" y="698"/>
                  </a:lnTo>
                  <a:lnTo>
                    <a:pt x="2529" y="720"/>
                  </a:lnTo>
                  <a:lnTo>
                    <a:pt x="2549" y="747"/>
                  </a:lnTo>
                  <a:lnTo>
                    <a:pt x="2565" y="775"/>
                  </a:lnTo>
                  <a:lnTo>
                    <a:pt x="2576" y="806"/>
                  </a:lnTo>
                  <a:lnTo>
                    <a:pt x="2584" y="838"/>
                  </a:lnTo>
                  <a:lnTo>
                    <a:pt x="2586" y="872"/>
                  </a:lnTo>
                  <a:lnTo>
                    <a:pt x="2584" y="904"/>
                  </a:lnTo>
                  <a:lnTo>
                    <a:pt x="2576" y="936"/>
                  </a:lnTo>
                  <a:lnTo>
                    <a:pt x="2565" y="967"/>
                  </a:lnTo>
                  <a:lnTo>
                    <a:pt x="2549" y="995"/>
                  </a:lnTo>
                  <a:lnTo>
                    <a:pt x="2529" y="1022"/>
                  </a:lnTo>
                  <a:lnTo>
                    <a:pt x="2505" y="1044"/>
                  </a:lnTo>
                  <a:lnTo>
                    <a:pt x="2478" y="1064"/>
                  </a:lnTo>
                  <a:lnTo>
                    <a:pt x="1409" y="1711"/>
                  </a:lnTo>
                  <a:lnTo>
                    <a:pt x="1382" y="1725"/>
                  </a:lnTo>
                  <a:lnTo>
                    <a:pt x="1353" y="1736"/>
                  </a:lnTo>
                  <a:lnTo>
                    <a:pt x="1324" y="1742"/>
                  </a:lnTo>
                  <a:lnTo>
                    <a:pt x="1292" y="1744"/>
                  </a:lnTo>
                  <a:lnTo>
                    <a:pt x="1262" y="1742"/>
                  </a:lnTo>
                  <a:lnTo>
                    <a:pt x="1232" y="1736"/>
                  </a:lnTo>
                  <a:lnTo>
                    <a:pt x="1203" y="1725"/>
                  </a:lnTo>
                  <a:lnTo>
                    <a:pt x="1176" y="1711"/>
                  </a:lnTo>
                  <a:lnTo>
                    <a:pt x="108" y="1064"/>
                  </a:lnTo>
                  <a:lnTo>
                    <a:pt x="81" y="1044"/>
                  </a:lnTo>
                  <a:lnTo>
                    <a:pt x="57" y="1022"/>
                  </a:lnTo>
                  <a:lnTo>
                    <a:pt x="37" y="995"/>
                  </a:lnTo>
                  <a:lnTo>
                    <a:pt x="21" y="967"/>
                  </a:lnTo>
                  <a:lnTo>
                    <a:pt x="10" y="936"/>
                  </a:lnTo>
                  <a:lnTo>
                    <a:pt x="2" y="904"/>
                  </a:lnTo>
                  <a:lnTo>
                    <a:pt x="0" y="872"/>
                  </a:lnTo>
                  <a:lnTo>
                    <a:pt x="2" y="838"/>
                  </a:lnTo>
                  <a:lnTo>
                    <a:pt x="10" y="806"/>
                  </a:lnTo>
                  <a:lnTo>
                    <a:pt x="21" y="775"/>
                  </a:lnTo>
                  <a:lnTo>
                    <a:pt x="38" y="747"/>
                  </a:lnTo>
                  <a:lnTo>
                    <a:pt x="57" y="720"/>
                  </a:lnTo>
                  <a:lnTo>
                    <a:pt x="81" y="698"/>
                  </a:lnTo>
                  <a:lnTo>
                    <a:pt x="108" y="679"/>
                  </a:lnTo>
                  <a:lnTo>
                    <a:pt x="1177" y="32"/>
                  </a:lnTo>
                  <a:lnTo>
                    <a:pt x="1204" y="18"/>
                  </a:lnTo>
                  <a:lnTo>
                    <a:pt x="1233" y="7"/>
                  </a:lnTo>
                  <a:lnTo>
                    <a:pt x="1262" y="2"/>
                  </a:lnTo>
                  <a:lnTo>
                    <a:pt x="129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69" name="Freeform 16">
              <a:extLst>
                <a:ext uri="{FF2B5EF4-FFF2-40B4-BE49-F238E27FC236}">
                  <a16:creationId xmlns:a16="http://schemas.microsoft.com/office/drawing/2014/main" id="{5022EC48-81E2-44C2-84F6-05B9D6EAB8CD}"/>
                </a:ext>
              </a:extLst>
            </p:cNvPr>
            <p:cNvSpPr>
              <a:spLocks/>
            </p:cNvSpPr>
            <p:nvPr/>
          </p:nvSpPr>
          <p:spPr bwMode="auto">
            <a:xfrm>
              <a:off x="7775338" y="2667894"/>
              <a:ext cx="536575" cy="344488"/>
            </a:xfrm>
            <a:custGeom>
              <a:avLst/>
              <a:gdLst>
                <a:gd name="T0" fmla="*/ 1181 w 2362"/>
                <a:gd name="T1" fmla="*/ 0 h 1519"/>
                <a:gd name="T2" fmla="*/ 1201 w 2362"/>
                <a:gd name="T3" fmla="*/ 2 h 1519"/>
                <a:gd name="T4" fmla="*/ 1221 w 2362"/>
                <a:gd name="T5" fmla="*/ 7 h 1519"/>
                <a:gd name="T6" fmla="*/ 1239 w 2362"/>
                <a:gd name="T7" fmla="*/ 16 h 1519"/>
                <a:gd name="T8" fmla="*/ 2307 w 2362"/>
                <a:gd name="T9" fmla="*/ 663 h 1519"/>
                <a:gd name="T10" fmla="*/ 2326 w 2362"/>
                <a:gd name="T11" fmla="*/ 677 h 1519"/>
                <a:gd name="T12" fmla="*/ 2341 w 2362"/>
                <a:gd name="T13" fmla="*/ 694 h 1519"/>
                <a:gd name="T14" fmla="*/ 2353 w 2362"/>
                <a:gd name="T15" fmla="*/ 714 h 1519"/>
                <a:gd name="T16" fmla="*/ 2359 w 2362"/>
                <a:gd name="T17" fmla="*/ 736 h 1519"/>
                <a:gd name="T18" fmla="*/ 2362 w 2362"/>
                <a:gd name="T19" fmla="*/ 760 h 1519"/>
                <a:gd name="T20" fmla="*/ 2359 w 2362"/>
                <a:gd name="T21" fmla="*/ 783 h 1519"/>
                <a:gd name="T22" fmla="*/ 2353 w 2362"/>
                <a:gd name="T23" fmla="*/ 804 h 1519"/>
                <a:gd name="T24" fmla="*/ 2341 w 2362"/>
                <a:gd name="T25" fmla="*/ 824 h 1519"/>
                <a:gd name="T26" fmla="*/ 2326 w 2362"/>
                <a:gd name="T27" fmla="*/ 841 h 1519"/>
                <a:gd name="T28" fmla="*/ 2307 w 2362"/>
                <a:gd name="T29" fmla="*/ 856 h 1519"/>
                <a:gd name="T30" fmla="*/ 1239 w 2362"/>
                <a:gd name="T31" fmla="*/ 1503 h 1519"/>
                <a:gd name="T32" fmla="*/ 1220 w 2362"/>
                <a:gd name="T33" fmla="*/ 1512 h 1519"/>
                <a:gd name="T34" fmla="*/ 1201 w 2362"/>
                <a:gd name="T35" fmla="*/ 1517 h 1519"/>
                <a:gd name="T36" fmla="*/ 1180 w 2362"/>
                <a:gd name="T37" fmla="*/ 1519 h 1519"/>
                <a:gd name="T38" fmla="*/ 1161 w 2362"/>
                <a:gd name="T39" fmla="*/ 1517 h 1519"/>
                <a:gd name="T40" fmla="*/ 1141 w 2362"/>
                <a:gd name="T41" fmla="*/ 1512 h 1519"/>
                <a:gd name="T42" fmla="*/ 1123 w 2362"/>
                <a:gd name="T43" fmla="*/ 1503 h 1519"/>
                <a:gd name="T44" fmla="*/ 55 w 2362"/>
                <a:gd name="T45" fmla="*/ 856 h 1519"/>
                <a:gd name="T46" fmla="*/ 36 w 2362"/>
                <a:gd name="T47" fmla="*/ 841 h 1519"/>
                <a:gd name="T48" fmla="*/ 21 w 2362"/>
                <a:gd name="T49" fmla="*/ 824 h 1519"/>
                <a:gd name="T50" fmla="*/ 9 w 2362"/>
                <a:gd name="T51" fmla="*/ 804 h 1519"/>
                <a:gd name="T52" fmla="*/ 3 w 2362"/>
                <a:gd name="T53" fmla="*/ 782 h 1519"/>
                <a:gd name="T54" fmla="*/ 0 w 2362"/>
                <a:gd name="T55" fmla="*/ 760 h 1519"/>
                <a:gd name="T56" fmla="*/ 3 w 2362"/>
                <a:gd name="T57" fmla="*/ 736 h 1519"/>
                <a:gd name="T58" fmla="*/ 9 w 2362"/>
                <a:gd name="T59" fmla="*/ 714 h 1519"/>
                <a:gd name="T60" fmla="*/ 21 w 2362"/>
                <a:gd name="T61" fmla="*/ 694 h 1519"/>
                <a:gd name="T62" fmla="*/ 36 w 2362"/>
                <a:gd name="T63" fmla="*/ 677 h 1519"/>
                <a:gd name="T64" fmla="*/ 55 w 2362"/>
                <a:gd name="T65" fmla="*/ 663 h 1519"/>
                <a:gd name="T66" fmla="*/ 1123 w 2362"/>
                <a:gd name="T67" fmla="*/ 16 h 1519"/>
                <a:gd name="T68" fmla="*/ 1141 w 2362"/>
                <a:gd name="T69" fmla="*/ 7 h 1519"/>
                <a:gd name="T70" fmla="*/ 1161 w 2362"/>
                <a:gd name="T71" fmla="*/ 2 h 1519"/>
                <a:gd name="T72" fmla="*/ 1181 w 2362"/>
                <a:gd name="T73"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62" h="1519">
                  <a:moveTo>
                    <a:pt x="1181" y="0"/>
                  </a:moveTo>
                  <a:lnTo>
                    <a:pt x="1201" y="2"/>
                  </a:lnTo>
                  <a:lnTo>
                    <a:pt x="1221" y="7"/>
                  </a:lnTo>
                  <a:lnTo>
                    <a:pt x="1239" y="16"/>
                  </a:lnTo>
                  <a:lnTo>
                    <a:pt x="2307" y="663"/>
                  </a:lnTo>
                  <a:lnTo>
                    <a:pt x="2326" y="677"/>
                  </a:lnTo>
                  <a:lnTo>
                    <a:pt x="2341" y="694"/>
                  </a:lnTo>
                  <a:lnTo>
                    <a:pt x="2353" y="714"/>
                  </a:lnTo>
                  <a:lnTo>
                    <a:pt x="2359" y="736"/>
                  </a:lnTo>
                  <a:lnTo>
                    <a:pt x="2362" y="760"/>
                  </a:lnTo>
                  <a:lnTo>
                    <a:pt x="2359" y="783"/>
                  </a:lnTo>
                  <a:lnTo>
                    <a:pt x="2353" y="804"/>
                  </a:lnTo>
                  <a:lnTo>
                    <a:pt x="2341" y="824"/>
                  </a:lnTo>
                  <a:lnTo>
                    <a:pt x="2326" y="841"/>
                  </a:lnTo>
                  <a:lnTo>
                    <a:pt x="2307" y="856"/>
                  </a:lnTo>
                  <a:lnTo>
                    <a:pt x="1239" y="1503"/>
                  </a:lnTo>
                  <a:lnTo>
                    <a:pt x="1220" y="1512"/>
                  </a:lnTo>
                  <a:lnTo>
                    <a:pt x="1201" y="1517"/>
                  </a:lnTo>
                  <a:lnTo>
                    <a:pt x="1180" y="1519"/>
                  </a:lnTo>
                  <a:lnTo>
                    <a:pt x="1161" y="1517"/>
                  </a:lnTo>
                  <a:lnTo>
                    <a:pt x="1141" y="1512"/>
                  </a:lnTo>
                  <a:lnTo>
                    <a:pt x="1123" y="1503"/>
                  </a:lnTo>
                  <a:lnTo>
                    <a:pt x="55" y="856"/>
                  </a:lnTo>
                  <a:lnTo>
                    <a:pt x="36" y="841"/>
                  </a:lnTo>
                  <a:lnTo>
                    <a:pt x="21" y="824"/>
                  </a:lnTo>
                  <a:lnTo>
                    <a:pt x="9" y="804"/>
                  </a:lnTo>
                  <a:lnTo>
                    <a:pt x="3" y="782"/>
                  </a:lnTo>
                  <a:lnTo>
                    <a:pt x="0" y="760"/>
                  </a:lnTo>
                  <a:lnTo>
                    <a:pt x="3" y="736"/>
                  </a:lnTo>
                  <a:lnTo>
                    <a:pt x="9" y="714"/>
                  </a:lnTo>
                  <a:lnTo>
                    <a:pt x="21" y="694"/>
                  </a:lnTo>
                  <a:lnTo>
                    <a:pt x="36" y="677"/>
                  </a:lnTo>
                  <a:lnTo>
                    <a:pt x="55" y="663"/>
                  </a:lnTo>
                  <a:lnTo>
                    <a:pt x="1123" y="16"/>
                  </a:lnTo>
                  <a:lnTo>
                    <a:pt x="1141" y="7"/>
                  </a:lnTo>
                  <a:lnTo>
                    <a:pt x="1161" y="2"/>
                  </a:lnTo>
                  <a:lnTo>
                    <a:pt x="118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0" name="Freeform 17">
              <a:extLst>
                <a:ext uri="{FF2B5EF4-FFF2-40B4-BE49-F238E27FC236}">
                  <a16:creationId xmlns:a16="http://schemas.microsoft.com/office/drawing/2014/main" id="{6407CB3F-9771-43E3-9434-588C584F98A3}"/>
                </a:ext>
              </a:extLst>
            </p:cNvPr>
            <p:cNvSpPr>
              <a:spLocks/>
            </p:cNvSpPr>
            <p:nvPr/>
          </p:nvSpPr>
          <p:spPr bwMode="auto">
            <a:xfrm>
              <a:off x="7800738" y="2693294"/>
              <a:ext cx="485775" cy="293688"/>
            </a:xfrm>
            <a:custGeom>
              <a:avLst/>
              <a:gdLst>
                <a:gd name="T0" fmla="*/ 1068 w 2136"/>
                <a:gd name="T1" fmla="*/ 0 h 1294"/>
                <a:gd name="T2" fmla="*/ 2136 w 2136"/>
                <a:gd name="T3" fmla="*/ 647 h 1294"/>
                <a:gd name="T4" fmla="*/ 1067 w 2136"/>
                <a:gd name="T5" fmla="*/ 1294 h 1294"/>
                <a:gd name="T6" fmla="*/ 0 w 2136"/>
                <a:gd name="T7" fmla="*/ 647 h 1294"/>
                <a:gd name="T8" fmla="*/ 1068 w 2136"/>
                <a:gd name="T9" fmla="*/ 0 h 1294"/>
              </a:gdLst>
              <a:ahLst/>
              <a:cxnLst>
                <a:cxn ang="0">
                  <a:pos x="T0" y="T1"/>
                </a:cxn>
                <a:cxn ang="0">
                  <a:pos x="T2" y="T3"/>
                </a:cxn>
                <a:cxn ang="0">
                  <a:pos x="T4" y="T5"/>
                </a:cxn>
                <a:cxn ang="0">
                  <a:pos x="T6" y="T7"/>
                </a:cxn>
                <a:cxn ang="0">
                  <a:pos x="T8" y="T9"/>
                </a:cxn>
              </a:cxnLst>
              <a:rect l="0" t="0" r="r" b="b"/>
              <a:pathLst>
                <a:path w="2136" h="1294">
                  <a:moveTo>
                    <a:pt x="1068" y="0"/>
                  </a:moveTo>
                  <a:lnTo>
                    <a:pt x="2136" y="647"/>
                  </a:lnTo>
                  <a:lnTo>
                    <a:pt x="1067" y="1294"/>
                  </a:lnTo>
                  <a:lnTo>
                    <a:pt x="0" y="647"/>
                  </a:lnTo>
                  <a:lnTo>
                    <a:pt x="1068" y="0"/>
                  </a:lnTo>
                  <a:close/>
                </a:path>
              </a:pathLst>
            </a:custGeom>
            <a:solidFill>
              <a:srgbClr val="FFC9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1" name="Freeform 18">
              <a:extLst>
                <a:ext uri="{FF2B5EF4-FFF2-40B4-BE49-F238E27FC236}">
                  <a16:creationId xmlns:a16="http://schemas.microsoft.com/office/drawing/2014/main" id="{CD6D260D-41F3-4FE0-B408-CB6C335B6D3A}"/>
                </a:ext>
              </a:extLst>
            </p:cNvPr>
            <p:cNvSpPr>
              <a:spLocks noEditPoints="1"/>
            </p:cNvSpPr>
            <p:nvPr/>
          </p:nvSpPr>
          <p:spPr bwMode="auto">
            <a:xfrm>
              <a:off x="7891226" y="2837757"/>
              <a:ext cx="242888" cy="95250"/>
            </a:xfrm>
            <a:custGeom>
              <a:avLst/>
              <a:gdLst>
                <a:gd name="T0" fmla="*/ 719 w 1073"/>
                <a:gd name="T1" fmla="*/ 329 h 420"/>
                <a:gd name="T2" fmla="*/ 760 w 1073"/>
                <a:gd name="T3" fmla="*/ 356 h 420"/>
                <a:gd name="T4" fmla="*/ 760 w 1073"/>
                <a:gd name="T5" fmla="*/ 394 h 420"/>
                <a:gd name="T6" fmla="*/ 719 w 1073"/>
                <a:gd name="T7" fmla="*/ 417 h 420"/>
                <a:gd name="T8" fmla="*/ 661 w 1073"/>
                <a:gd name="T9" fmla="*/ 415 h 420"/>
                <a:gd name="T10" fmla="*/ 621 w 1073"/>
                <a:gd name="T11" fmla="*/ 388 h 420"/>
                <a:gd name="T12" fmla="*/ 622 w 1073"/>
                <a:gd name="T13" fmla="*/ 350 h 420"/>
                <a:gd name="T14" fmla="*/ 661 w 1073"/>
                <a:gd name="T15" fmla="*/ 325 h 420"/>
                <a:gd name="T16" fmla="*/ 388 w 1073"/>
                <a:gd name="T17" fmla="*/ 214 h 420"/>
                <a:gd name="T18" fmla="*/ 435 w 1073"/>
                <a:gd name="T19" fmla="*/ 235 h 420"/>
                <a:gd name="T20" fmla="*/ 449 w 1073"/>
                <a:gd name="T21" fmla="*/ 270 h 420"/>
                <a:gd name="T22" fmla="*/ 422 w 1073"/>
                <a:gd name="T23" fmla="*/ 300 h 420"/>
                <a:gd name="T24" fmla="*/ 368 w 1073"/>
                <a:gd name="T25" fmla="*/ 307 h 420"/>
                <a:gd name="T26" fmla="*/ 321 w 1073"/>
                <a:gd name="T27" fmla="*/ 287 h 420"/>
                <a:gd name="T28" fmla="*/ 306 w 1073"/>
                <a:gd name="T29" fmla="*/ 251 h 420"/>
                <a:gd name="T30" fmla="*/ 334 w 1073"/>
                <a:gd name="T31" fmla="*/ 222 h 420"/>
                <a:gd name="T32" fmla="*/ 925 w 1073"/>
                <a:gd name="T33" fmla="*/ 121 h 420"/>
                <a:gd name="T34" fmla="*/ 1011 w 1073"/>
                <a:gd name="T35" fmla="*/ 137 h 420"/>
                <a:gd name="T36" fmla="*/ 1066 w 1073"/>
                <a:gd name="T37" fmla="*/ 183 h 420"/>
                <a:gd name="T38" fmla="*/ 1067 w 1073"/>
                <a:gd name="T39" fmla="*/ 241 h 420"/>
                <a:gd name="T40" fmla="*/ 1015 w 1073"/>
                <a:gd name="T41" fmla="*/ 282 h 420"/>
                <a:gd name="T42" fmla="*/ 929 w 1073"/>
                <a:gd name="T43" fmla="*/ 293 h 420"/>
                <a:gd name="T44" fmla="*/ 850 w 1073"/>
                <a:gd name="T45" fmla="*/ 265 h 420"/>
                <a:gd name="T46" fmla="*/ 811 w 1073"/>
                <a:gd name="T47" fmla="*/ 212 h 420"/>
                <a:gd name="T48" fmla="*/ 829 w 1073"/>
                <a:gd name="T49" fmla="*/ 157 h 420"/>
                <a:gd name="T50" fmla="*/ 896 w 1073"/>
                <a:gd name="T51" fmla="*/ 125 h 420"/>
                <a:gd name="T52" fmla="*/ 595 w 1073"/>
                <a:gd name="T53" fmla="*/ 48 h 420"/>
                <a:gd name="T54" fmla="*/ 654 w 1073"/>
                <a:gd name="T55" fmla="*/ 72 h 420"/>
                <a:gd name="T56" fmla="*/ 672 w 1073"/>
                <a:gd name="T57" fmla="*/ 117 h 420"/>
                <a:gd name="T58" fmla="*/ 637 w 1073"/>
                <a:gd name="T59" fmla="*/ 154 h 420"/>
                <a:gd name="T60" fmla="*/ 569 w 1073"/>
                <a:gd name="T61" fmla="*/ 163 h 420"/>
                <a:gd name="T62" fmla="*/ 510 w 1073"/>
                <a:gd name="T63" fmla="*/ 138 h 420"/>
                <a:gd name="T64" fmla="*/ 492 w 1073"/>
                <a:gd name="T65" fmla="*/ 93 h 420"/>
                <a:gd name="T66" fmla="*/ 526 w 1073"/>
                <a:gd name="T67" fmla="*/ 56 h 420"/>
                <a:gd name="T68" fmla="*/ 79 w 1073"/>
                <a:gd name="T69" fmla="*/ 0 h 420"/>
                <a:gd name="T70" fmla="*/ 146 w 1073"/>
                <a:gd name="T71" fmla="*/ 15 h 420"/>
                <a:gd name="T72" fmla="*/ 181 w 1073"/>
                <a:gd name="T73" fmla="*/ 56 h 420"/>
                <a:gd name="T74" fmla="*/ 163 w 1073"/>
                <a:gd name="T75" fmla="*/ 99 h 420"/>
                <a:gd name="T76" fmla="*/ 101 w 1073"/>
                <a:gd name="T77" fmla="*/ 118 h 420"/>
                <a:gd name="T78" fmla="*/ 35 w 1073"/>
                <a:gd name="T79" fmla="*/ 104 h 420"/>
                <a:gd name="T80" fmla="*/ 0 w 1073"/>
                <a:gd name="T81" fmla="*/ 63 h 420"/>
                <a:gd name="T82" fmla="*/ 18 w 1073"/>
                <a:gd name="T83" fmla="*/ 20 h 420"/>
                <a:gd name="T84" fmla="*/ 79 w 1073"/>
                <a:gd name="T85" fmla="*/ 0 h 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73" h="420">
                  <a:moveTo>
                    <a:pt x="681" y="323"/>
                  </a:moveTo>
                  <a:lnTo>
                    <a:pt x="701" y="324"/>
                  </a:lnTo>
                  <a:lnTo>
                    <a:pt x="719" y="329"/>
                  </a:lnTo>
                  <a:lnTo>
                    <a:pt x="736" y="335"/>
                  </a:lnTo>
                  <a:lnTo>
                    <a:pt x="750" y="344"/>
                  </a:lnTo>
                  <a:lnTo>
                    <a:pt x="760" y="356"/>
                  </a:lnTo>
                  <a:lnTo>
                    <a:pt x="765" y="369"/>
                  </a:lnTo>
                  <a:lnTo>
                    <a:pt x="765" y="381"/>
                  </a:lnTo>
                  <a:lnTo>
                    <a:pt x="760" y="394"/>
                  </a:lnTo>
                  <a:lnTo>
                    <a:pt x="749" y="404"/>
                  </a:lnTo>
                  <a:lnTo>
                    <a:pt x="736" y="412"/>
                  </a:lnTo>
                  <a:lnTo>
                    <a:pt x="719" y="417"/>
                  </a:lnTo>
                  <a:lnTo>
                    <a:pt x="700" y="420"/>
                  </a:lnTo>
                  <a:lnTo>
                    <a:pt x="680" y="419"/>
                  </a:lnTo>
                  <a:lnTo>
                    <a:pt x="661" y="415"/>
                  </a:lnTo>
                  <a:lnTo>
                    <a:pt x="644" y="408"/>
                  </a:lnTo>
                  <a:lnTo>
                    <a:pt x="632" y="398"/>
                  </a:lnTo>
                  <a:lnTo>
                    <a:pt x="621" y="388"/>
                  </a:lnTo>
                  <a:lnTo>
                    <a:pt x="617" y="375"/>
                  </a:lnTo>
                  <a:lnTo>
                    <a:pt x="617" y="361"/>
                  </a:lnTo>
                  <a:lnTo>
                    <a:pt x="622" y="350"/>
                  </a:lnTo>
                  <a:lnTo>
                    <a:pt x="632" y="339"/>
                  </a:lnTo>
                  <a:lnTo>
                    <a:pt x="645" y="332"/>
                  </a:lnTo>
                  <a:lnTo>
                    <a:pt x="661" y="325"/>
                  </a:lnTo>
                  <a:lnTo>
                    <a:pt x="681" y="323"/>
                  </a:lnTo>
                  <a:close/>
                  <a:moveTo>
                    <a:pt x="369" y="213"/>
                  </a:moveTo>
                  <a:lnTo>
                    <a:pt x="388" y="214"/>
                  </a:lnTo>
                  <a:lnTo>
                    <a:pt x="406" y="219"/>
                  </a:lnTo>
                  <a:lnTo>
                    <a:pt x="422" y="226"/>
                  </a:lnTo>
                  <a:lnTo>
                    <a:pt x="435" y="235"/>
                  </a:lnTo>
                  <a:lnTo>
                    <a:pt x="445" y="246"/>
                  </a:lnTo>
                  <a:lnTo>
                    <a:pt x="449" y="258"/>
                  </a:lnTo>
                  <a:lnTo>
                    <a:pt x="449" y="270"/>
                  </a:lnTo>
                  <a:lnTo>
                    <a:pt x="445" y="282"/>
                  </a:lnTo>
                  <a:lnTo>
                    <a:pt x="435" y="293"/>
                  </a:lnTo>
                  <a:lnTo>
                    <a:pt x="422" y="300"/>
                  </a:lnTo>
                  <a:lnTo>
                    <a:pt x="406" y="305"/>
                  </a:lnTo>
                  <a:lnTo>
                    <a:pt x="387" y="308"/>
                  </a:lnTo>
                  <a:lnTo>
                    <a:pt x="368" y="307"/>
                  </a:lnTo>
                  <a:lnTo>
                    <a:pt x="350" y="303"/>
                  </a:lnTo>
                  <a:lnTo>
                    <a:pt x="334" y="296"/>
                  </a:lnTo>
                  <a:lnTo>
                    <a:pt x="321" y="287"/>
                  </a:lnTo>
                  <a:lnTo>
                    <a:pt x="312" y="276"/>
                  </a:lnTo>
                  <a:lnTo>
                    <a:pt x="306" y="264"/>
                  </a:lnTo>
                  <a:lnTo>
                    <a:pt x="306" y="251"/>
                  </a:lnTo>
                  <a:lnTo>
                    <a:pt x="312" y="240"/>
                  </a:lnTo>
                  <a:lnTo>
                    <a:pt x="321" y="229"/>
                  </a:lnTo>
                  <a:lnTo>
                    <a:pt x="334" y="222"/>
                  </a:lnTo>
                  <a:lnTo>
                    <a:pt x="350" y="217"/>
                  </a:lnTo>
                  <a:lnTo>
                    <a:pt x="369" y="213"/>
                  </a:lnTo>
                  <a:close/>
                  <a:moveTo>
                    <a:pt x="925" y="121"/>
                  </a:moveTo>
                  <a:lnTo>
                    <a:pt x="956" y="123"/>
                  </a:lnTo>
                  <a:lnTo>
                    <a:pt x="985" y="128"/>
                  </a:lnTo>
                  <a:lnTo>
                    <a:pt x="1011" y="137"/>
                  </a:lnTo>
                  <a:lnTo>
                    <a:pt x="1034" y="149"/>
                  </a:lnTo>
                  <a:lnTo>
                    <a:pt x="1052" y="165"/>
                  </a:lnTo>
                  <a:lnTo>
                    <a:pt x="1066" y="183"/>
                  </a:lnTo>
                  <a:lnTo>
                    <a:pt x="1073" y="202"/>
                  </a:lnTo>
                  <a:lnTo>
                    <a:pt x="1073" y="222"/>
                  </a:lnTo>
                  <a:lnTo>
                    <a:pt x="1067" y="241"/>
                  </a:lnTo>
                  <a:lnTo>
                    <a:pt x="1055" y="257"/>
                  </a:lnTo>
                  <a:lnTo>
                    <a:pt x="1037" y="271"/>
                  </a:lnTo>
                  <a:lnTo>
                    <a:pt x="1015" y="282"/>
                  </a:lnTo>
                  <a:lnTo>
                    <a:pt x="989" y="289"/>
                  </a:lnTo>
                  <a:lnTo>
                    <a:pt x="959" y="294"/>
                  </a:lnTo>
                  <a:lnTo>
                    <a:pt x="929" y="293"/>
                  </a:lnTo>
                  <a:lnTo>
                    <a:pt x="900" y="287"/>
                  </a:lnTo>
                  <a:lnTo>
                    <a:pt x="874" y="278"/>
                  </a:lnTo>
                  <a:lnTo>
                    <a:pt x="850" y="265"/>
                  </a:lnTo>
                  <a:lnTo>
                    <a:pt x="831" y="249"/>
                  </a:lnTo>
                  <a:lnTo>
                    <a:pt x="819" y="232"/>
                  </a:lnTo>
                  <a:lnTo>
                    <a:pt x="811" y="212"/>
                  </a:lnTo>
                  <a:lnTo>
                    <a:pt x="811" y="192"/>
                  </a:lnTo>
                  <a:lnTo>
                    <a:pt x="818" y="174"/>
                  </a:lnTo>
                  <a:lnTo>
                    <a:pt x="829" y="157"/>
                  </a:lnTo>
                  <a:lnTo>
                    <a:pt x="847" y="144"/>
                  </a:lnTo>
                  <a:lnTo>
                    <a:pt x="869" y="132"/>
                  </a:lnTo>
                  <a:lnTo>
                    <a:pt x="896" y="125"/>
                  </a:lnTo>
                  <a:lnTo>
                    <a:pt x="925" y="121"/>
                  </a:lnTo>
                  <a:close/>
                  <a:moveTo>
                    <a:pt x="570" y="46"/>
                  </a:moveTo>
                  <a:lnTo>
                    <a:pt x="595" y="48"/>
                  </a:lnTo>
                  <a:lnTo>
                    <a:pt x="617" y="52"/>
                  </a:lnTo>
                  <a:lnTo>
                    <a:pt x="637" y="61"/>
                  </a:lnTo>
                  <a:lnTo>
                    <a:pt x="654" y="72"/>
                  </a:lnTo>
                  <a:lnTo>
                    <a:pt x="666" y="86"/>
                  </a:lnTo>
                  <a:lnTo>
                    <a:pt x="672" y="101"/>
                  </a:lnTo>
                  <a:lnTo>
                    <a:pt x="672" y="117"/>
                  </a:lnTo>
                  <a:lnTo>
                    <a:pt x="666" y="132"/>
                  </a:lnTo>
                  <a:lnTo>
                    <a:pt x="654" y="145"/>
                  </a:lnTo>
                  <a:lnTo>
                    <a:pt x="637" y="154"/>
                  </a:lnTo>
                  <a:lnTo>
                    <a:pt x="617" y="162"/>
                  </a:lnTo>
                  <a:lnTo>
                    <a:pt x="594" y="164"/>
                  </a:lnTo>
                  <a:lnTo>
                    <a:pt x="569" y="163"/>
                  </a:lnTo>
                  <a:lnTo>
                    <a:pt x="546" y="158"/>
                  </a:lnTo>
                  <a:lnTo>
                    <a:pt x="526" y="149"/>
                  </a:lnTo>
                  <a:lnTo>
                    <a:pt x="510" y="138"/>
                  </a:lnTo>
                  <a:lnTo>
                    <a:pt x="498" y="125"/>
                  </a:lnTo>
                  <a:lnTo>
                    <a:pt x="492" y="109"/>
                  </a:lnTo>
                  <a:lnTo>
                    <a:pt x="492" y="93"/>
                  </a:lnTo>
                  <a:lnTo>
                    <a:pt x="499" y="78"/>
                  </a:lnTo>
                  <a:lnTo>
                    <a:pt x="510" y="65"/>
                  </a:lnTo>
                  <a:lnTo>
                    <a:pt x="526" y="56"/>
                  </a:lnTo>
                  <a:lnTo>
                    <a:pt x="547" y="49"/>
                  </a:lnTo>
                  <a:lnTo>
                    <a:pt x="570" y="46"/>
                  </a:lnTo>
                  <a:close/>
                  <a:moveTo>
                    <a:pt x="79" y="0"/>
                  </a:moveTo>
                  <a:lnTo>
                    <a:pt x="104" y="1"/>
                  </a:lnTo>
                  <a:lnTo>
                    <a:pt x="126" y="6"/>
                  </a:lnTo>
                  <a:lnTo>
                    <a:pt x="146" y="15"/>
                  </a:lnTo>
                  <a:lnTo>
                    <a:pt x="163" y="26"/>
                  </a:lnTo>
                  <a:lnTo>
                    <a:pt x="174" y="40"/>
                  </a:lnTo>
                  <a:lnTo>
                    <a:pt x="181" y="56"/>
                  </a:lnTo>
                  <a:lnTo>
                    <a:pt x="181" y="72"/>
                  </a:lnTo>
                  <a:lnTo>
                    <a:pt x="174" y="87"/>
                  </a:lnTo>
                  <a:lnTo>
                    <a:pt x="163" y="99"/>
                  </a:lnTo>
                  <a:lnTo>
                    <a:pt x="146" y="109"/>
                  </a:lnTo>
                  <a:lnTo>
                    <a:pt x="126" y="115"/>
                  </a:lnTo>
                  <a:lnTo>
                    <a:pt x="101" y="118"/>
                  </a:lnTo>
                  <a:lnTo>
                    <a:pt x="77" y="117"/>
                  </a:lnTo>
                  <a:lnTo>
                    <a:pt x="55" y="112"/>
                  </a:lnTo>
                  <a:lnTo>
                    <a:pt x="35" y="104"/>
                  </a:lnTo>
                  <a:lnTo>
                    <a:pt x="18" y="93"/>
                  </a:lnTo>
                  <a:lnTo>
                    <a:pt x="6" y="79"/>
                  </a:lnTo>
                  <a:lnTo>
                    <a:pt x="0" y="63"/>
                  </a:lnTo>
                  <a:lnTo>
                    <a:pt x="0" y="48"/>
                  </a:lnTo>
                  <a:lnTo>
                    <a:pt x="6" y="33"/>
                  </a:lnTo>
                  <a:lnTo>
                    <a:pt x="18" y="20"/>
                  </a:lnTo>
                  <a:lnTo>
                    <a:pt x="35" y="10"/>
                  </a:lnTo>
                  <a:lnTo>
                    <a:pt x="55" y="3"/>
                  </a:lnTo>
                  <a:lnTo>
                    <a:pt x="79" y="0"/>
                  </a:lnTo>
                  <a:close/>
                </a:path>
              </a:pathLst>
            </a:custGeom>
            <a:solidFill>
              <a:srgbClr val="FF883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72" name="Group 171">
            <a:extLst>
              <a:ext uri="{FF2B5EF4-FFF2-40B4-BE49-F238E27FC236}">
                <a16:creationId xmlns:a16="http://schemas.microsoft.com/office/drawing/2014/main" id="{8E8315A4-07A9-4871-B8DB-A92042E8321E}"/>
              </a:ext>
            </a:extLst>
          </p:cNvPr>
          <p:cNvGrpSpPr/>
          <p:nvPr/>
        </p:nvGrpSpPr>
        <p:grpSpPr>
          <a:xfrm>
            <a:off x="948270" y="4197769"/>
            <a:ext cx="587375" cy="395288"/>
            <a:chOff x="6420053" y="2642494"/>
            <a:chExt cx="587375" cy="395288"/>
          </a:xfrm>
        </p:grpSpPr>
        <p:sp useBgFill="1">
          <p:nvSpPr>
            <p:cNvPr id="173" name="Freeform 23">
              <a:extLst>
                <a:ext uri="{FF2B5EF4-FFF2-40B4-BE49-F238E27FC236}">
                  <a16:creationId xmlns:a16="http://schemas.microsoft.com/office/drawing/2014/main" id="{FCB11B71-863E-43DF-A5DD-EB8734D5F5F4}"/>
                </a:ext>
              </a:extLst>
            </p:cNvPr>
            <p:cNvSpPr>
              <a:spLocks/>
            </p:cNvSpPr>
            <p:nvPr/>
          </p:nvSpPr>
          <p:spPr bwMode="auto">
            <a:xfrm>
              <a:off x="6420053" y="2642494"/>
              <a:ext cx="587375" cy="395288"/>
            </a:xfrm>
            <a:custGeom>
              <a:avLst/>
              <a:gdLst>
                <a:gd name="T0" fmla="*/ 1293 w 2586"/>
                <a:gd name="T1" fmla="*/ 0 h 1744"/>
                <a:gd name="T2" fmla="*/ 1324 w 2586"/>
                <a:gd name="T3" fmla="*/ 2 h 1744"/>
                <a:gd name="T4" fmla="*/ 1353 w 2586"/>
                <a:gd name="T5" fmla="*/ 7 h 1744"/>
                <a:gd name="T6" fmla="*/ 1382 w 2586"/>
                <a:gd name="T7" fmla="*/ 18 h 1744"/>
                <a:gd name="T8" fmla="*/ 1409 w 2586"/>
                <a:gd name="T9" fmla="*/ 32 h 1744"/>
                <a:gd name="T10" fmla="*/ 2478 w 2586"/>
                <a:gd name="T11" fmla="*/ 678 h 1744"/>
                <a:gd name="T12" fmla="*/ 2505 w 2586"/>
                <a:gd name="T13" fmla="*/ 698 h 1744"/>
                <a:gd name="T14" fmla="*/ 2529 w 2586"/>
                <a:gd name="T15" fmla="*/ 720 h 1744"/>
                <a:gd name="T16" fmla="*/ 2549 w 2586"/>
                <a:gd name="T17" fmla="*/ 747 h 1744"/>
                <a:gd name="T18" fmla="*/ 2565 w 2586"/>
                <a:gd name="T19" fmla="*/ 775 h 1744"/>
                <a:gd name="T20" fmla="*/ 2576 w 2586"/>
                <a:gd name="T21" fmla="*/ 806 h 1744"/>
                <a:gd name="T22" fmla="*/ 2584 w 2586"/>
                <a:gd name="T23" fmla="*/ 838 h 1744"/>
                <a:gd name="T24" fmla="*/ 2586 w 2586"/>
                <a:gd name="T25" fmla="*/ 872 h 1744"/>
                <a:gd name="T26" fmla="*/ 2584 w 2586"/>
                <a:gd name="T27" fmla="*/ 904 h 1744"/>
                <a:gd name="T28" fmla="*/ 2576 w 2586"/>
                <a:gd name="T29" fmla="*/ 936 h 1744"/>
                <a:gd name="T30" fmla="*/ 2565 w 2586"/>
                <a:gd name="T31" fmla="*/ 967 h 1744"/>
                <a:gd name="T32" fmla="*/ 2549 w 2586"/>
                <a:gd name="T33" fmla="*/ 995 h 1744"/>
                <a:gd name="T34" fmla="*/ 2529 w 2586"/>
                <a:gd name="T35" fmla="*/ 1022 h 1744"/>
                <a:gd name="T36" fmla="*/ 2505 w 2586"/>
                <a:gd name="T37" fmla="*/ 1044 h 1744"/>
                <a:gd name="T38" fmla="*/ 2478 w 2586"/>
                <a:gd name="T39" fmla="*/ 1064 h 1744"/>
                <a:gd name="T40" fmla="*/ 1409 w 2586"/>
                <a:gd name="T41" fmla="*/ 1711 h 1744"/>
                <a:gd name="T42" fmla="*/ 1382 w 2586"/>
                <a:gd name="T43" fmla="*/ 1725 h 1744"/>
                <a:gd name="T44" fmla="*/ 1353 w 2586"/>
                <a:gd name="T45" fmla="*/ 1736 h 1744"/>
                <a:gd name="T46" fmla="*/ 1324 w 2586"/>
                <a:gd name="T47" fmla="*/ 1742 h 1744"/>
                <a:gd name="T48" fmla="*/ 1292 w 2586"/>
                <a:gd name="T49" fmla="*/ 1744 h 1744"/>
                <a:gd name="T50" fmla="*/ 1262 w 2586"/>
                <a:gd name="T51" fmla="*/ 1742 h 1744"/>
                <a:gd name="T52" fmla="*/ 1232 w 2586"/>
                <a:gd name="T53" fmla="*/ 1736 h 1744"/>
                <a:gd name="T54" fmla="*/ 1203 w 2586"/>
                <a:gd name="T55" fmla="*/ 1725 h 1744"/>
                <a:gd name="T56" fmla="*/ 1176 w 2586"/>
                <a:gd name="T57" fmla="*/ 1711 h 1744"/>
                <a:gd name="T58" fmla="*/ 108 w 2586"/>
                <a:gd name="T59" fmla="*/ 1064 h 1744"/>
                <a:gd name="T60" fmla="*/ 81 w 2586"/>
                <a:gd name="T61" fmla="*/ 1044 h 1744"/>
                <a:gd name="T62" fmla="*/ 57 w 2586"/>
                <a:gd name="T63" fmla="*/ 1022 h 1744"/>
                <a:gd name="T64" fmla="*/ 37 w 2586"/>
                <a:gd name="T65" fmla="*/ 995 h 1744"/>
                <a:gd name="T66" fmla="*/ 21 w 2586"/>
                <a:gd name="T67" fmla="*/ 967 h 1744"/>
                <a:gd name="T68" fmla="*/ 10 w 2586"/>
                <a:gd name="T69" fmla="*/ 936 h 1744"/>
                <a:gd name="T70" fmla="*/ 2 w 2586"/>
                <a:gd name="T71" fmla="*/ 904 h 1744"/>
                <a:gd name="T72" fmla="*/ 0 w 2586"/>
                <a:gd name="T73" fmla="*/ 872 h 1744"/>
                <a:gd name="T74" fmla="*/ 2 w 2586"/>
                <a:gd name="T75" fmla="*/ 838 h 1744"/>
                <a:gd name="T76" fmla="*/ 10 w 2586"/>
                <a:gd name="T77" fmla="*/ 806 h 1744"/>
                <a:gd name="T78" fmla="*/ 21 w 2586"/>
                <a:gd name="T79" fmla="*/ 775 h 1744"/>
                <a:gd name="T80" fmla="*/ 38 w 2586"/>
                <a:gd name="T81" fmla="*/ 747 h 1744"/>
                <a:gd name="T82" fmla="*/ 57 w 2586"/>
                <a:gd name="T83" fmla="*/ 720 h 1744"/>
                <a:gd name="T84" fmla="*/ 81 w 2586"/>
                <a:gd name="T85" fmla="*/ 698 h 1744"/>
                <a:gd name="T86" fmla="*/ 108 w 2586"/>
                <a:gd name="T87" fmla="*/ 679 h 1744"/>
                <a:gd name="T88" fmla="*/ 1177 w 2586"/>
                <a:gd name="T89" fmla="*/ 32 h 1744"/>
                <a:gd name="T90" fmla="*/ 1204 w 2586"/>
                <a:gd name="T91" fmla="*/ 18 h 1744"/>
                <a:gd name="T92" fmla="*/ 1233 w 2586"/>
                <a:gd name="T93" fmla="*/ 7 h 1744"/>
                <a:gd name="T94" fmla="*/ 1262 w 2586"/>
                <a:gd name="T95" fmla="*/ 2 h 1744"/>
                <a:gd name="T96" fmla="*/ 1293 w 2586"/>
                <a:gd name="T97" fmla="*/ 0 h 1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86" h="1744">
                  <a:moveTo>
                    <a:pt x="1293" y="0"/>
                  </a:moveTo>
                  <a:lnTo>
                    <a:pt x="1324" y="2"/>
                  </a:lnTo>
                  <a:lnTo>
                    <a:pt x="1353" y="7"/>
                  </a:lnTo>
                  <a:lnTo>
                    <a:pt x="1382" y="18"/>
                  </a:lnTo>
                  <a:lnTo>
                    <a:pt x="1409" y="32"/>
                  </a:lnTo>
                  <a:lnTo>
                    <a:pt x="2478" y="678"/>
                  </a:lnTo>
                  <a:lnTo>
                    <a:pt x="2505" y="698"/>
                  </a:lnTo>
                  <a:lnTo>
                    <a:pt x="2529" y="720"/>
                  </a:lnTo>
                  <a:lnTo>
                    <a:pt x="2549" y="747"/>
                  </a:lnTo>
                  <a:lnTo>
                    <a:pt x="2565" y="775"/>
                  </a:lnTo>
                  <a:lnTo>
                    <a:pt x="2576" y="806"/>
                  </a:lnTo>
                  <a:lnTo>
                    <a:pt x="2584" y="838"/>
                  </a:lnTo>
                  <a:lnTo>
                    <a:pt x="2586" y="872"/>
                  </a:lnTo>
                  <a:lnTo>
                    <a:pt x="2584" y="904"/>
                  </a:lnTo>
                  <a:lnTo>
                    <a:pt x="2576" y="936"/>
                  </a:lnTo>
                  <a:lnTo>
                    <a:pt x="2565" y="967"/>
                  </a:lnTo>
                  <a:lnTo>
                    <a:pt x="2549" y="995"/>
                  </a:lnTo>
                  <a:lnTo>
                    <a:pt x="2529" y="1022"/>
                  </a:lnTo>
                  <a:lnTo>
                    <a:pt x="2505" y="1044"/>
                  </a:lnTo>
                  <a:lnTo>
                    <a:pt x="2478" y="1064"/>
                  </a:lnTo>
                  <a:lnTo>
                    <a:pt x="1409" y="1711"/>
                  </a:lnTo>
                  <a:lnTo>
                    <a:pt x="1382" y="1725"/>
                  </a:lnTo>
                  <a:lnTo>
                    <a:pt x="1353" y="1736"/>
                  </a:lnTo>
                  <a:lnTo>
                    <a:pt x="1324" y="1742"/>
                  </a:lnTo>
                  <a:lnTo>
                    <a:pt x="1292" y="1744"/>
                  </a:lnTo>
                  <a:lnTo>
                    <a:pt x="1262" y="1742"/>
                  </a:lnTo>
                  <a:lnTo>
                    <a:pt x="1232" y="1736"/>
                  </a:lnTo>
                  <a:lnTo>
                    <a:pt x="1203" y="1725"/>
                  </a:lnTo>
                  <a:lnTo>
                    <a:pt x="1176" y="1711"/>
                  </a:lnTo>
                  <a:lnTo>
                    <a:pt x="108" y="1064"/>
                  </a:lnTo>
                  <a:lnTo>
                    <a:pt x="81" y="1044"/>
                  </a:lnTo>
                  <a:lnTo>
                    <a:pt x="57" y="1022"/>
                  </a:lnTo>
                  <a:lnTo>
                    <a:pt x="37" y="995"/>
                  </a:lnTo>
                  <a:lnTo>
                    <a:pt x="21" y="967"/>
                  </a:lnTo>
                  <a:lnTo>
                    <a:pt x="10" y="936"/>
                  </a:lnTo>
                  <a:lnTo>
                    <a:pt x="2" y="904"/>
                  </a:lnTo>
                  <a:lnTo>
                    <a:pt x="0" y="872"/>
                  </a:lnTo>
                  <a:lnTo>
                    <a:pt x="2" y="838"/>
                  </a:lnTo>
                  <a:lnTo>
                    <a:pt x="10" y="806"/>
                  </a:lnTo>
                  <a:lnTo>
                    <a:pt x="21" y="775"/>
                  </a:lnTo>
                  <a:lnTo>
                    <a:pt x="38" y="747"/>
                  </a:lnTo>
                  <a:lnTo>
                    <a:pt x="57" y="720"/>
                  </a:lnTo>
                  <a:lnTo>
                    <a:pt x="81" y="698"/>
                  </a:lnTo>
                  <a:lnTo>
                    <a:pt x="108" y="679"/>
                  </a:lnTo>
                  <a:lnTo>
                    <a:pt x="1177" y="32"/>
                  </a:lnTo>
                  <a:lnTo>
                    <a:pt x="1204" y="18"/>
                  </a:lnTo>
                  <a:lnTo>
                    <a:pt x="1233" y="7"/>
                  </a:lnTo>
                  <a:lnTo>
                    <a:pt x="1262" y="2"/>
                  </a:lnTo>
                  <a:lnTo>
                    <a:pt x="129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4" name="Freeform 24">
              <a:extLst>
                <a:ext uri="{FF2B5EF4-FFF2-40B4-BE49-F238E27FC236}">
                  <a16:creationId xmlns:a16="http://schemas.microsoft.com/office/drawing/2014/main" id="{B361502E-7257-43F3-85E2-92F6709A525B}"/>
                </a:ext>
              </a:extLst>
            </p:cNvPr>
            <p:cNvSpPr>
              <a:spLocks/>
            </p:cNvSpPr>
            <p:nvPr/>
          </p:nvSpPr>
          <p:spPr bwMode="auto">
            <a:xfrm>
              <a:off x="6445453" y="2667894"/>
              <a:ext cx="536575" cy="344488"/>
            </a:xfrm>
            <a:custGeom>
              <a:avLst/>
              <a:gdLst>
                <a:gd name="T0" fmla="*/ 1181 w 2362"/>
                <a:gd name="T1" fmla="*/ 0 h 1519"/>
                <a:gd name="T2" fmla="*/ 1201 w 2362"/>
                <a:gd name="T3" fmla="*/ 2 h 1519"/>
                <a:gd name="T4" fmla="*/ 1221 w 2362"/>
                <a:gd name="T5" fmla="*/ 7 h 1519"/>
                <a:gd name="T6" fmla="*/ 1239 w 2362"/>
                <a:gd name="T7" fmla="*/ 16 h 1519"/>
                <a:gd name="T8" fmla="*/ 2307 w 2362"/>
                <a:gd name="T9" fmla="*/ 663 h 1519"/>
                <a:gd name="T10" fmla="*/ 2326 w 2362"/>
                <a:gd name="T11" fmla="*/ 677 h 1519"/>
                <a:gd name="T12" fmla="*/ 2341 w 2362"/>
                <a:gd name="T13" fmla="*/ 694 h 1519"/>
                <a:gd name="T14" fmla="*/ 2353 w 2362"/>
                <a:gd name="T15" fmla="*/ 714 h 1519"/>
                <a:gd name="T16" fmla="*/ 2359 w 2362"/>
                <a:gd name="T17" fmla="*/ 736 h 1519"/>
                <a:gd name="T18" fmla="*/ 2362 w 2362"/>
                <a:gd name="T19" fmla="*/ 760 h 1519"/>
                <a:gd name="T20" fmla="*/ 2359 w 2362"/>
                <a:gd name="T21" fmla="*/ 783 h 1519"/>
                <a:gd name="T22" fmla="*/ 2353 w 2362"/>
                <a:gd name="T23" fmla="*/ 804 h 1519"/>
                <a:gd name="T24" fmla="*/ 2341 w 2362"/>
                <a:gd name="T25" fmla="*/ 824 h 1519"/>
                <a:gd name="T26" fmla="*/ 2326 w 2362"/>
                <a:gd name="T27" fmla="*/ 841 h 1519"/>
                <a:gd name="T28" fmla="*/ 2307 w 2362"/>
                <a:gd name="T29" fmla="*/ 856 h 1519"/>
                <a:gd name="T30" fmla="*/ 1239 w 2362"/>
                <a:gd name="T31" fmla="*/ 1503 h 1519"/>
                <a:gd name="T32" fmla="*/ 1220 w 2362"/>
                <a:gd name="T33" fmla="*/ 1512 h 1519"/>
                <a:gd name="T34" fmla="*/ 1201 w 2362"/>
                <a:gd name="T35" fmla="*/ 1517 h 1519"/>
                <a:gd name="T36" fmla="*/ 1180 w 2362"/>
                <a:gd name="T37" fmla="*/ 1519 h 1519"/>
                <a:gd name="T38" fmla="*/ 1161 w 2362"/>
                <a:gd name="T39" fmla="*/ 1517 h 1519"/>
                <a:gd name="T40" fmla="*/ 1141 w 2362"/>
                <a:gd name="T41" fmla="*/ 1512 h 1519"/>
                <a:gd name="T42" fmla="*/ 1123 w 2362"/>
                <a:gd name="T43" fmla="*/ 1503 h 1519"/>
                <a:gd name="T44" fmla="*/ 55 w 2362"/>
                <a:gd name="T45" fmla="*/ 856 h 1519"/>
                <a:gd name="T46" fmla="*/ 36 w 2362"/>
                <a:gd name="T47" fmla="*/ 841 h 1519"/>
                <a:gd name="T48" fmla="*/ 21 w 2362"/>
                <a:gd name="T49" fmla="*/ 824 h 1519"/>
                <a:gd name="T50" fmla="*/ 9 w 2362"/>
                <a:gd name="T51" fmla="*/ 804 h 1519"/>
                <a:gd name="T52" fmla="*/ 3 w 2362"/>
                <a:gd name="T53" fmla="*/ 782 h 1519"/>
                <a:gd name="T54" fmla="*/ 0 w 2362"/>
                <a:gd name="T55" fmla="*/ 760 h 1519"/>
                <a:gd name="T56" fmla="*/ 3 w 2362"/>
                <a:gd name="T57" fmla="*/ 736 h 1519"/>
                <a:gd name="T58" fmla="*/ 9 w 2362"/>
                <a:gd name="T59" fmla="*/ 714 h 1519"/>
                <a:gd name="T60" fmla="*/ 21 w 2362"/>
                <a:gd name="T61" fmla="*/ 694 h 1519"/>
                <a:gd name="T62" fmla="*/ 36 w 2362"/>
                <a:gd name="T63" fmla="*/ 677 h 1519"/>
                <a:gd name="T64" fmla="*/ 55 w 2362"/>
                <a:gd name="T65" fmla="*/ 663 h 1519"/>
                <a:gd name="T66" fmla="*/ 1123 w 2362"/>
                <a:gd name="T67" fmla="*/ 16 h 1519"/>
                <a:gd name="T68" fmla="*/ 1141 w 2362"/>
                <a:gd name="T69" fmla="*/ 7 h 1519"/>
                <a:gd name="T70" fmla="*/ 1161 w 2362"/>
                <a:gd name="T71" fmla="*/ 2 h 1519"/>
                <a:gd name="T72" fmla="*/ 1181 w 2362"/>
                <a:gd name="T73"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62" h="1519">
                  <a:moveTo>
                    <a:pt x="1181" y="0"/>
                  </a:moveTo>
                  <a:lnTo>
                    <a:pt x="1201" y="2"/>
                  </a:lnTo>
                  <a:lnTo>
                    <a:pt x="1221" y="7"/>
                  </a:lnTo>
                  <a:lnTo>
                    <a:pt x="1239" y="16"/>
                  </a:lnTo>
                  <a:lnTo>
                    <a:pt x="2307" y="663"/>
                  </a:lnTo>
                  <a:lnTo>
                    <a:pt x="2326" y="677"/>
                  </a:lnTo>
                  <a:lnTo>
                    <a:pt x="2341" y="694"/>
                  </a:lnTo>
                  <a:lnTo>
                    <a:pt x="2353" y="714"/>
                  </a:lnTo>
                  <a:lnTo>
                    <a:pt x="2359" y="736"/>
                  </a:lnTo>
                  <a:lnTo>
                    <a:pt x="2362" y="760"/>
                  </a:lnTo>
                  <a:lnTo>
                    <a:pt x="2359" y="783"/>
                  </a:lnTo>
                  <a:lnTo>
                    <a:pt x="2353" y="804"/>
                  </a:lnTo>
                  <a:lnTo>
                    <a:pt x="2341" y="824"/>
                  </a:lnTo>
                  <a:lnTo>
                    <a:pt x="2326" y="841"/>
                  </a:lnTo>
                  <a:lnTo>
                    <a:pt x="2307" y="856"/>
                  </a:lnTo>
                  <a:lnTo>
                    <a:pt x="1239" y="1503"/>
                  </a:lnTo>
                  <a:lnTo>
                    <a:pt x="1220" y="1512"/>
                  </a:lnTo>
                  <a:lnTo>
                    <a:pt x="1201" y="1517"/>
                  </a:lnTo>
                  <a:lnTo>
                    <a:pt x="1180" y="1519"/>
                  </a:lnTo>
                  <a:lnTo>
                    <a:pt x="1161" y="1517"/>
                  </a:lnTo>
                  <a:lnTo>
                    <a:pt x="1141" y="1512"/>
                  </a:lnTo>
                  <a:lnTo>
                    <a:pt x="1123" y="1503"/>
                  </a:lnTo>
                  <a:lnTo>
                    <a:pt x="55" y="856"/>
                  </a:lnTo>
                  <a:lnTo>
                    <a:pt x="36" y="841"/>
                  </a:lnTo>
                  <a:lnTo>
                    <a:pt x="21" y="824"/>
                  </a:lnTo>
                  <a:lnTo>
                    <a:pt x="9" y="804"/>
                  </a:lnTo>
                  <a:lnTo>
                    <a:pt x="3" y="782"/>
                  </a:lnTo>
                  <a:lnTo>
                    <a:pt x="0" y="760"/>
                  </a:lnTo>
                  <a:lnTo>
                    <a:pt x="3" y="736"/>
                  </a:lnTo>
                  <a:lnTo>
                    <a:pt x="9" y="714"/>
                  </a:lnTo>
                  <a:lnTo>
                    <a:pt x="21" y="694"/>
                  </a:lnTo>
                  <a:lnTo>
                    <a:pt x="36" y="677"/>
                  </a:lnTo>
                  <a:lnTo>
                    <a:pt x="55" y="663"/>
                  </a:lnTo>
                  <a:lnTo>
                    <a:pt x="1123" y="16"/>
                  </a:lnTo>
                  <a:lnTo>
                    <a:pt x="1141" y="7"/>
                  </a:lnTo>
                  <a:lnTo>
                    <a:pt x="1161" y="2"/>
                  </a:lnTo>
                  <a:lnTo>
                    <a:pt x="118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5" name="Freeform 25">
              <a:extLst>
                <a:ext uri="{FF2B5EF4-FFF2-40B4-BE49-F238E27FC236}">
                  <a16:creationId xmlns:a16="http://schemas.microsoft.com/office/drawing/2014/main" id="{05509093-AEE7-4D5D-A7C4-7F1825B0EB62}"/>
                </a:ext>
              </a:extLst>
            </p:cNvPr>
            <p:cNvSpPr>
              <a:spLocks/>
            </p:cNvSpPr>
            <p:nvPr/>
          </p:nvSpPr>
          <p:spPr bwMode="auto">
            <a:xfrm>
              <a:off x="6470853" y="2693294"/>
              <a:ext cx="485775" cy="293688"/>
            </a:xfrm>
            <a:custGeom>
              <a:avLst/>
              <a:gdLst>
                <a:gd name="T0" fmla="*/ 1068 w 2136"/>
                <a:gd name="T1" fmla="*/ 0 h 1294"/>
                <a:gd name="T2" fmla="*/ 2136 w 2136"/>
                <a:gd name="T3" fmla="*/ 647 h 1294"/>
                <a:gd name="T4" fmla="*/ 1067 w 2136"/>
                <a:gd name="T5" fmla="*/ 1294 h 1294"/>
                <a:gd name="T6" fmla="*/ 0 w 2136"/>
                <a:gd name="T7" fmla="*/ 647 h 1294"/>
                <a:gd name="T8" fmla="*/ 1068 w 2136"/>
                <a:gd name="T9" fmla="*/ 0 h 1294"/>
              </a:gdLst>
              <a:ahLst/>
              <a:cxnLst>
                <a:cxn ang="0">
                  <a:pos x="T0" y="T1"/>
                </a:cxn>
                <a:cxn ang="0">
                  <a:pos x="T2" y="T3"/>
                </a:cxn>
                <a:cxn ang="0">
                  <a:pos x="T4" y="T5"/>
                </a:cxn>
                <a:cxn ang="0">
                  <a:pos x="T6" y="T7"/>
                </a:cxn>
                <a:cxn ang="0">
                  <a:pos x="T8" y="T9"/>
                </a:cxn>
              </a:cxnLst>
              <a:rect l="0" t="0" r="r" b="b"/>
              <a:pathLst>
                <a:path w="2136" h="1294">
                  <a:moveTo>
                    <a:pt x="1068" y="0"/>
                  </a:moveTo>
                  <a:lnTo>
                    <a:pt x="2136" y="647"/>
                  </a:lnTo>
                  <a:lnTo>
                    <a:pt x="1067" y="1294"/>
                  </a:lnTo>
                  <a:lnTo>
                    <a:pt x="0" y="647"/>
                  </a:lnTo>
                  <a:lnTo>
                    <a:pt x="1068" y="0"/>
                  </a:lnTo>
                  <a:close/>
                </a:path>
              </a:pathLst>
            </a:custGeom>
            <a:solidFill>
              <a:srgbClr val="FF883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6" name="Freeform 26">
              <a:extLst>
                <a:ext uri="{FF2B5EF4-FFF2-40B4-BE49-F238E27FC236}">
                  <a16:creationId xmlns:a16="http://schemas.microsoft.com/office/drawing/2014/main" id="{DD287CD2-CE34-46FE-B68C-DB102A4BD3FC}"/>
                </a:ext>
              </a:extLst>
            </p:cNvPr>
            <p:cNvSpPr>
              <a:spLocks noEditPoints="1"/>
            </p:cNvSpPr>
            <p:nvPr/>
          </p:nvSpPr>
          <p:spPr bwMode="auto">
            <a:xfrm>
              <a:off x="6566103" y="2755207"/>
              <a:ext cx="249238" cy="158750"/>
            </a:xfrm>
            <a:custGeom>
              <a:avLst/>
              <a:gdLst>
                <a:gd name="T0" fmla="*/ 996 w 1102"/>
                <a:gd name="T1" fmla="*/ 615 h 700"/>
                <a:gd name="T2" fmla="*/ 1024 w 1102"/>
                <a:gd name="T3" fmla="*/ 662 h 700"/>
                <a:gd name="T4" fmla="*/ 978 w 1102"/>
                <a:gd name="T5" fmla="*/ 698 h 700"/>
                <a:gd name="T6" fmla="*/ 904 w 1102"/>
                <a:gd name="T7" fmla="*/ 688 h 700"/>
                <a:gd name="T8" fmla="*/ 876 w 1102"/>
                <a:gd name="T9" fmla="*/ 642 h 700"/>
                <a:gd name="T10" fmla="*/ 921 w 1102"/>
                <a:gd name="T11" fmla="*/ 606 h 700"/>
                <a:gd name="T12" fmla="*/ 759 w 1102"/>
                <a:gd name="T13" fmla="*/ 465 h 700"/>
                <a:gd name="T14" fmla="*/ 840 w 1102"/>
                <a:gd name="T15" fmla="*/ 520 h 700"/>
                <a:gd name="T16" fmla="*/ 828 w 1102"/>
                <a:gd name="T17" fmla="*/ 594 h 700"/>
                <a:gd name="T18" fmla="*/ 732 w 1102"/>
                <a:gd name="T19" fmla="*/ 631 h 700"/>
                <a:gd name="T20" fmla="*/ 624 w 1102"/>
                <a:gd name="T21" fmla="*/ 603 h 700"/>
                <a:gd name="T22" fmla="*/ 584 w 1102"/>
                <a:gd name="T23" fmla="*/ 530 h 700"/>
                <a:gd name="T24" fmla="*/ 643 w 1102"/>
                <a:gd name="T25" fmla="*/ 470 h 700"/>
                <a:gd name="T26" fmla="*/ 331 w 1102"/>
                <a:gd name="T27" fmla="*/ 458 h 700"/>
                <a:gd name="T28" fmla="*/ 387 w 1102"/>
                <a:gd name="T29" fmla="*/ 489 h 700"/>
                <a:gd name="T30" fmla="*/ 377 w 1102"/>
                <a:gd name="T31" fmla="*/ 535 h 700"/>
                <a:gd name="T32" fmla="*/ 311 w 1102"/>
                <a:gd name="T33" fmla="*/ 550 h 700"/>
                <a:gd name="T34" fmla="*/ 254 w 1102"/>
                <a:gd name="T35" fmla="*/ 519 h 700"/>
                <a:gd name="T36" fmla="*/ 263 w 1102"/>
                <a:gd name="T37" fmla="*/ 473 h 700"/>
                <a:gd name="T38" fmla="*/ 79 w 1102"/>
                <a:gd name="T39" fmla="*/ 362 h 700"/>
                <a:gd name="T40" fmla="*/ 163 w 1102"/>
                <a:gd name="T41" fmla="*/ 388 h 700"/>
                <a:gd name="T42" fmla="*/ 174 w 1102"/>
                <a:gd name="T43" fmla="*/ 449 h 700"/>
                <a:gd name="T44" fmla="*/ 102 w 1102"/>
                <a:gd name="T45" fmla="*/ 481 h 700"/>
                <a:gd name="T46" fmla="*/ 18 w 1102"/>
                <a:gd name="T47" fmla="*/ 455 h 700"/>
                <a:gd name="T48" fmla="*/ 7 w 1102"/>
                <a:gd name="T49" fmla="*/ 395 h 700"/>
                <a:gd name="T50" fmla="*/ 79 w 1102"/>
                <a:gd name="T51" fmla="*/ 362 h 700"/>
                <a:gd name="T52" fmla="*/ 898 w 1102"/>
                <a:gd name="T53" fmla="*/ 216 h 700"/>
                <a:gd name="T54" fmla="*/ 953 w 1102"/>
                <a:gd name="T55" fmla="*/ 273 h 700"/>
                <a:gd name="T56" fmla="*/ 921 w 1102"/>
                <a:gd name="T57" fmla="*/ 334 h 700"/>
                <a:gd name="T58" fmla="*/ 826 w 1102"/>
                <a:gd name="T59" fmla="*/ 352 h 700"/>
                <a:gd name="T60" fmla="*/ 741 w 1102"/>
                <a:gd name="T61" fmla="*/ 315 h 700"/>
                <a:gd name="T62" fmla="*/ 728 w 1102"/>
                <a:gd name="T63" fmla="*/ 249 h 700"/>
                <a:gd name="T64" fmla="*/ 798 w 1102"/>
                <a:gd name="T65" fmla="*/ 206 h 700"/>
                <a:gd name="T66" fmla="*/ 1072 w 1102"/>
                <a:gd name="T67" fmla="*/ 139 h 700"/>
                <a:gd name="T68" fmla="*/ 1102 w 1102"/>
                <a:gd name="T69" fmla="*/ 181 h 700"/>
                <a:gd name="T70" fmla="*/ 1051 w 1102"/>
                <a:gd name="T71" fmla="*/ 210 h 700"/>
                <a:gd name="T72" fmla="*/ 990 w 1102"/>
                <a:gd name="T73" fmla="*/ 186 h 700"/>
                <a:gd name="T74" fmla="*/ 1003 w 1102"/>
                <a:gd name="T75" fmla="*/ 141 h 700"/>
                <a:gd name="T76" fmla="*/ 660 w 1102"/>
                <a:gd name="T77" fmla="*/ 81 h 700"/>
                <a:gd name="T78" fmla="*/ 726 w 1102"/>
                <a:gd name="T79" fmla="*/ 117 h 700"/>
                <a:gd name="T80" fmla="*/ 714 w 1102"/>
                <a:gd name="T81" fmla="*/ 170 h 700"/>
                <a:gd name="T82" fmla="*/ 637 w 1102"/>
                <a:gd name="T83" fmla="*/ 188 h 700"/>
                <a:gd name="T84" fmla="*/ 573 w 1102"/>
                <a:gd name="T85" fmla="*/ 152 h 700"/>
                <a:gd name="T86" fmla="*/ 583 w 1102"/>
                <a:gd name="T87" fmla="*/ 99 h 700"/>
                <a:gd name="T88" fmla="*/ 503 w 1102"/>
                <a:gd name="T89" fmla="*/ 0 h 700"/>
                <a:gd name="T90" fmla="*/ 555 w 1102"/>
                <a:gd name="T91" fmla="*/ 20 h 700"/>
                <a:gd name="T92" fmla="*/ 544 w 1102"/>
                <a:gd name="T93" fmla="*/ 57 h 700"/>
                <a:gd name="T94" fmla="*/ 485 w 1102"/>
                <a:gd name="T95" fmla="*/ 59 h 700"/>
                <a:gd name="T96" fmla="*/ 461 w 1102"/>
                <a:gd name="T97" fmla="*/ 23 h 700"/>
                <a:gd name="T98" fmla="*/ 503 w 1102"/>
                <a:gd name="T99" fmla="*/ 0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02" h="700">
                  <a:moveTo>
                    <a:pt x="940" y="603"/>
                  </a:moveTo>
                  <a:lnTo>
                    <a:pt x="960" y="604"/>
                  </a:lnTo>
                  <a:lnTo>
                    <a:pt x="979" y="608"/>
                  </a:lnTo>
                  <a:lnTo>
                    <a:pt x="996" y="615"/>
                  </a:lnTo>
                  <a:lnTo>
                    <a:pt x="1009" y="625"/>
                  </a:lnTo>
                  <a:lnTo>
                    <a:pt x="1020" y="636"/>
                  </a:lnTo>
                  <a:lnTo>
                    <a:pt x="1024" y="648"/>
                  </a:lnTo>
                  <a:lnTo>
                    <a:pt x="1024" y="662"/>
                  </a:lnTo>
                  <a:lnTo>
                    <a:pt x="1019" y="674"/>
                  </a:lnTo>
                  <a:lnTo>
                    <a:pt x="1009" y="684"/>
                  </a:lnTo>
                  <a:lnTo>
                    <a:pt x="995" y="693"/>
                  </a:lnTo>
                  <a:lnTo>
                    <a:pt x="978" y="698"/>
                  </a:lnTo>
                  <a:lnTo>
                    <a:pt x="959" y="700"/>
                  </a:lnTo>
                  <a:lnTo>
                    <a:pt x="939" y="699"/>
                  </a:lnTo>
                  <a:lnTo>
                    <a:pt x="921" y="695"/>
                  </a:lnTo>
                  <a:lnTo>
                    <a:pt x="904" y="688"/>
                  </a:lnTo>
                  <a:lnTo>
                    <a:pt x="891" y="679"/>
                  </a:lnTo>
                  <a:lnTo>
                    <a:pt x="881" y="667"/>
                  </a:lnTo>
                  <a:lnTo>
                    <a:pt x="876" y="655"/>
                  </a:lnTo>
                  <a:lnTo>
                    <a:pt x="876" y="642"/>
                  </a:lnTo>
                  <a:lnTo>
                    <a:pt x="881" y="629"/>
                  </a:lnTo>
                  <a:lnTo>
                    <a:pt x="891" y="620"/>
                  </a:lnTo>
                  <a:lnTo>
                    <a:pt x="904" y="611"/>
                  </a:lnTo>
                  <a:lnTo>
                    <a:pt x="921" y="606"/>
                  </a:lnTo>
                  <a:lnTo>
                    <a:pt x="940" y="603"/>
                  </a:lnTo>
                  <a:close/>
                  <a:moveTo>
                    <a:pt x="699" y="459"/>
                  </a:moveTo>
                  <a:lnTo>
                    <a:pt x="730" y="460"/>
                  </a:lnTo>
                  <a:lnTo>
                    <a:pt x="759" y="465"/>
                  </a:lnTo>
                  <a:lnTo>
                    <a:pt x="785" y="475"/>
                  </a:lnTo>
                  <a:lnTo>
                    <a:pt x="808" y="487"/>
                  </a:lnTo>
                  <a:lnTo>
                    <a:pt x="826" y="502"/>
                  </a:lnTo>
                  <a:lnTo>
                    <a:pt x="840" y="520"/>
                  </a:lnTo>
                  <a:lnTo>
                    <a:pt x="847" y="539"/>
                  </a:lnTo>
                  <a:lnTo>
                    <a:pt x="847" y="559"/>
                  </a:lnTo>
                  <a:lnTo>
                    <a:pt x="841" y="578"/>
                  </a:lnTo>
                  <a:lnTo>
                    <a:pt x="828" y="594"/>
                  </a:lnTo>
                  <a:lnTo>
                    <a:pt x="811" y="609"/>
                  </a:lnTo>
                  <a:lnTo>
                    <a:pt x="788" y="620"/>
                  </a:lnTo>
                  <a:lnTo>
                    <a:pt x="763" y="627"/>
                  </a:lnTo>
                  <a:lnTo>
                    <a:pt x="732" y="631"/>
                  </a:lnTo>
                  <a:lnTo>
                    <a:pt x="703" y="630"/>
                  </a:lnTo>
                  <a:lnTo>
                    <a:pt x="673" y="625"/>
                  </a:lnTo>
                  <a:lnTo>
                    <a:pt x="648" y="615"/>
                  </a:lnTo>
                  <a:lnTo>
                    <a:pt x="624" y="603"/>
                  </a:lnTo>
                  <a:lnTo>
                    <a:pt x="605" y="587"/>
                  </a:lnTo>
                  <a:lnTo>
                    <a:pt x="593" y="570"/>
                  </a:lnTo>
                  <a:lnTo>
                    <a:pt x="585" y="550"/>
                  </a:lnTo>
                  <a:lnTo>
                    <a:pt x="584" y="530"/>
                  </a:lnTo>
                  <a:lnTo>
                    <a:pt x="591" y="512"/>
                  </a:lnTo>
                  <a:lnTo>
                    <a:pt x="603" y="495"/>
                  </a:lnTo>
                  <a:lnTo>
                    <a:pt x="621" y="481"/>
                  </a:lnTo>
                  <a:lnTo>
                    <a:pt x="643" y="470"/>
                  </a:lnTo>
                  <a:lnTo>
                    <a:pt x="670" y="462"/>
                  </a:lnTo>
                  <a:lnTo>
                    <a:pt x="699" y="459"/>
                  </a:lnTo>
                  <a:close/>
                  <a:moveTo>
                    <a:pt x="312" y="457"/>
                  </a:moveTo>
                  <a:lnTo>
                    <a:pt x="331" y="458"/>
                  </a:lnTo>
                  <a:lnTo>
                    <a:pt x="349" y="462"/>
                  </a:lnTo>
                  <a:lnTo>
                    <a:pt x="365" y="469"/>
                  </a:lnTo>
                  <a:lnTo>
                    <a:pt x="377" y="478"/>
                  </a:lnTo>
                  <a:lnTo>
                    <a:pt x="387" y="489"/>
                  </a:lnTo>
                  <a:lnTo>
                    <a:pt x="392" y="501"/>
                  </a:lnTo>
                  <a:lnTo>
                    <a:pt x="392" y="514"/>
                  </a:lnTo>
                  <a:lnTo>
                    <a:pt x="387" y="525"/>
                  </a:lnTo>
                  <a:lnTo>
                    <a:pt x="377" y="535"/>
                  </a:lnTo>
                  <a:lnTo>
                    <a:pt x="365" y="543"/>
                  </a:lnTo>
                  <a:lnTo>
                    <a:pt x="349" y="549"/>
                  </a:lnTo>
                  <a:lnTo>
                    <a:pt x="330" y="551"/>
                  </a:lnTo>
                  <a:lnTo>
                    <a:pt x="311" y="550"/>
                  </a:lnTo>
                  <a:lnTo>
                    <a:pt x="293" y="546"/>
                  </a:lnTo>
                  <a:lnTo>
                    <a:pt x="277" y="539"/>
                  </a:lnTo>
                  <a:lnTo>
                    <a:pt x="263" y="530"/>
                  </a:lnTo>
                  <a:lnTo>
                    <a:pt x="254" y="519"/>
                  </a:lnTo>
                  <a:lnTo>
                    <a:pt x="249" y="507"/>
                  </a:lnTo>
                  <a:lnTo>
                    <a:pt x="249" y="494"/>
                  </a:lnTo>
                  <a:lnTo>
                    <a:pt x="254" y="482"/>
                  </a:lnTo>
                  <a:lnTo>
                    <a:pt x="263" y="473"/>
                  </a:lnTo>
                  <a:lnTo>
                    <a:pt x="277" y="464"/>
                  </a:lnTo>
                  <a:lnTo>
                    <a:pt x="293" y="459"/>
                  </a:lnTo>
                  <a:lnTo>
                    <a:pt x="312" y="457"/>
                  </a:lnTo>
                  <a:close/>
                  <a:moveTo>
                    <a:pt x="79" y="362"/>
                  </a:moveTo>
                  <a:lnTo>
                    <a:pt x="104" y="364"/>
                  </a:lnTo>
                  <a:lnTo>
                    <a:pt x="126" y="368"/>
                  </a:lnTo>
                  <a:lnTo>
                    <a:pt x="146" y="377"/>
                  </a:lnTo>
                  <a:lnTo>
                    <a:pt x="163" y="388"/>
                  </a:lnTo>
                  <a:lnTo>
                    <a:pt x="174" y="402"/>
                  </a:lnTo>
                  <a:lnTo>
                    <a:pt x="181" y="418"/>
                  </a:lnTo>
                  <a:lnTo>
                    <a:pt x="181" y="434"/>
                  </a:lnTo>
                  <a:lnTo>
                    <a:pt x="174" y="449"/>
                  </a:lnTo>
                  <a:lnTo>
                    <a:pt x="163" y="461"/>
                  </a:lnTo>
                  <a:lnTo>
                    <a:pt x="146" y="471"/>
                  </a:lnTo>
                  <a:lnTo>
                    <a:pt x="126" y="478"/>
                  </a:lnTo>
                  <a:lnTo>
                    <a:pt x="102" y="481"/>
                  </a:lnTo>
                  <a:lnTo>
                    <a:pt x="77" y="480"/>
                  </a:lnTo>
                  <a:lnTo>
                    <a:pt x="55" y="475"/>
                  </a:lnTo>
                  <a:lnTo>
                    <a:pt x="35" y="467"/>
                  </a:lnTo>
                  <a:lnTo>
                    <a:pt x="18" y="455"/>
                  </a:lnTo>
                  <a:lnTo>
                    <a:pt x="7" y="441"/>
                  </a:lnTo>
                  <a:lnTo>
                    <a:pt x="0" y="425"/>
                  </a:lnTo>
                  <a:lnTo>
                    <a:pt x="0" y="409"/>
                  </a:lnTo>
                  <a:lnTo>
                    <a:pt x="7" y="395"/>
                  </a:lnTo>
                  <a:lnTo>
                    <a:pt x="18" y="382"/>
                  </a:lnTo>
                  <a:lnTo>
                    <a:pt x="35" y="373"/>
                  </a:lnTo>
                  <a:lnTo>
                    <a:pt x="55" y="365"/>
                  </a:lnTo>
                  <a:lnTo>
                    <a:pt x="79" y="362"/>
                  </a:lnTo>
                  <a:close/>
                  <a:moveTo>
                    <a:pt x="823" y="202"/>
                  </a:moveTo>
                  <a:lnTo>
                    <a:pt x="849" y="203"/>
                  </a:lnTo>
                  <a:lnTo>
                    <a:pt x="875" y="208"/>
                  </a:lnTo>
                  <a:lnTo>
                    <a:pt x="898" y="216"/>
                  </a:lnTo>
                  <a:lnTo>
                    <a:pt x="918" y="227"/>
                  </a:lnTo>
                  <a:lnTo>
                    <a:pt x="935" y="240"/>
                  </a:lnTo>
                  <a:lnTo>
                    <a:pt x="947" y="256"/>
                  </a:lnTo>
                  <a:lnTo>
                    <a:pt x="953" y="273"/>
                  </a:lnTo>
                  <a:lnTo>
                    <a:pt x="953" y="291"/>
                  </a:lnTo>
                  <a:lnTo>
                    <a:pt x="948" y="307"/>
                  </a:lnTo>
                  <a:lnTo>
                    <a:pt x="937" y="322"/>
                  </a:lnTo>
                  <a:lnTo>
                    <a:pt x="921" y="334"/>
                  </a:lnTo>
                  <a:lnTo>
                    <a:pt x="901" y="344"/>
                  </a:lnTo>
                  <a:lnTo>
                    <a:pt x="878" y="350"/>
                  </a:lnTo>
                  <a:lnTo>
                    <a:pt x="853" y="353"/>
                  </a:lnTo>
                  <a:lnTo>
                    <a:pt x="826" y="352"/>
                  </a:lnTo>
                  <a:lnTo>
                    <a:pt x="801" y="348"/>
                  </a:lnTo>
                  <a:lnTo>
                    <a:pt x="778" y="340"/>
                  </a:lnTo>
                  <a:lnTo>
                    <a:pt x="758" y="329"/>
                  </a:lnTo>
                  <a:lnTo>
                    <a:pt x="741" y="315"/>
                  </a:lnTo>
                  <a:lnTo>
                    <a:pt x="729" y="300"/>
                  </a:lnTo>
                  <a:lnTo>
                    <a:pt x="723" y="283"/>
                  </a:lnTo>
                  <a:lnTo>
                    <a:pt x="723" y="265"/>
                  </a:lnTo>
                  <a:lnTo>
                    <a:pt x="728" y="249"/>
                  </a:lnTo>
                  <a:lnTo>
                    <a:pt x="739" y="234"/>
                  </a:lnTo>
                  <a:lnTo>
                    <a:pt x="754" y="221"/>
                  </a:lnTo>
                  <a:lnTo>
                    <a:pt x="774" y="212"/>
                  </a:lnTo>
                  <a:lnTo>
                    <a:pt x="798" y="206"/>
                  </a:lnTo>
                  <a:lnTo>
                    <a:pt x="823" y="202"/>
                  </a:lnTo>
                  <a:close/>
                  <a:moveTo>
                    <a:pt x="1035" y="133"/>
                  </a:moveTo>
                  <a:lnTo>
                    <a:pt x="1054" y="134"/>
                  </a:lnTo>
                  <a:lnTo>
                    <a:pt x="1072" y="139"/>
                  </a:lnTo>
                  <a:lnTo>
                    <a:pt x="1086" y="146"/>
                  </a:lnTo>
                  <a:lnTo>
                    <a:pt x="1097" y="157"/>
                  </a:lnTo>
                  <a:lnTo>
                    <a:pt x="1102" y="169"/>
                  </a:lnTo>
                  <a:lnTo>
                    <a:pt x="1102" y="181"/>
                  </a:lnTo>
                  <a:lnTo>
                    <a:pt x="1096" y="192"/>
                  </a:lnTo>
                  <a:lnTo>
                    <a:pt x="1084" y="201"/>
                  </a:lnTo>
                  <a:lnTo>
                    <a:pt x="1069" y="208"/>
                  </a:lnTo>
                  <a:lnTo>
                    <a:pt x="1051" y="210"/>
                  </a:lnTo>
                  <a:lnTo>
                    <a:pt x="1031" y="209"/>
                  </a:lnTo>
                  <a:lnTo>
                    <a:pt x="1014" y="203"/>
                  </a:lnTo>
                  <a:lnTo>
                    <a:pt x="999" y="196"/>
                  </a:lnTo>
                  <a:lnTo>
                    <a:pt x="990" y="186"/>
                  </a:lnTo>
                  <a:lnTo>
                    <a:pt x="984" y="174"/>
                  </a:lnTo>
                  <a:lnTo>
                    <a:pt x="985" y="161"/>
                  </a:lnTo>
                  <a:lnTo>
                    <a:pt x="991" y="151"/>
                  </a:lnTo>
                  <a:lnTo>
                    <a:pt x="1003" y="141"/>
                  </a:lnTo>
                  <a:lnTo>
                    <a:pt x="1017" y="135"/>
                  </a:lnTo>
                  <a:lnTo>
                    <a:pt x="1035" y="133"/>
                  </a:lnTo>
                  <a:close/>
                  <a:moveTo>
                    <a:pt x="638" y="80"/>
                  </a:moveTo>
                  <a:lnTo>
                    <a:pt x="660" y="81"/>
                  </a:lnTo>
                  <a:lnTo>
                    <a:pt x="682" y="86"/>
                  </a:lnTo>
                  <a:lnTo>
                    <a:pt x="699" y="94"/>
                  </a:lnTo>
                  <a:lnTo>
                    <a:pt x="714" y="104"/>
                  </a:lnTo>
                  <a:lnTo>
                    <a:pt x="726" y="117"/>
                  </a:lnTo>
                  <a:lnTo>
                    <a:pt x="731" y="131"/>
                  </a:lnTo>
                  <a:lnTo>
                    <a:pt x="731" y="145"/>
                  </a:lnTo>
                  <a:lnTo>
                    <a:pt x="725" y="159"/>
                  </a:lnTo>
                  <a:lnTo>
                    <a:pt x="714" y="170"/>
                  </a:lnTo>
                  <a:lnTo>
                    <a:pt x="699" y="179"/>
                  </a:lnTo>
                  <a:lnTo>
                    <a:pt x="680" y="186"/>
                  </a:lnTo>
                  <a:lnTo>
                    <a:pt x="659" y="189"/>
                  </a:lnTo>
                  <a:lnTo>
                    <a:pt x="637" y="188"/>
                  </a:lnTo>
                  <a:lnTo>
                    <a:pt x="617" y="182"/>
                  </a:lnTo>
                  <a:lnTo>
                    <a:pt x="598" y="175"/>
                  </a:lnTo>
                  <a:lnTo>
                    <a:pt x="583" y="164"/>
                  </a:lnTo>
                  <a:lnTo>
                    <a:pt x="573" y="152"/>
                  </a:lnTo>
                  <a:lnTo>
                    <a:pt x="566" y="138"/>
                  </a:lnTo>
                  <a:lnTo>
                    <a:pt x="567" y="123"/>
                  </a:lnTo>
                  <a:lnTo>
                    <a:pt x="573" y="109"/>
                  </a:lnTo>
                  <a:lnTo>
                    <a:pt x="583" y="99"/>
                  </a:lnTo>
                  <a:lnTo>
                    <a:pt x="598" y="89"/>
                  </a:lnTo>
                  <a:lnTo>
                    <a:pt x="617" y="83"/>
                  </a:lnTo>
                  <a:lnTo>
                    <a:pt x="638" y="80"/>
                  </a:lnTo>
                  <a:close/>
                  <a:moveTo>
                    <a:pt x="503" y="0"/>
                  </a:moveTo>
                  <a:lnTo>
                    <a:pt x="519" y="0"/>
                  </a:lnTo>
                  <a:lnTo>
                    <a:pt x="534" y="4"/>
                  </a:lnTo>
                  <a:lnTo>
                    <a:pt x="545" y="11"/>
                  </a:lnTo>
                  <a:lnTo>
                    <a:pt x="555" y="20"/>
                  </a:lnTo>
                  <a:lnTo>
                    <a:pt x="559" y="29"/>
                  </a:lnTo>
                  <a:lnTo>
                    <a:pt x="559" y="40"/>
                  </a:lnTo>
                  <a:lnTo>
                    <a:pt x="554" y="49"/>
                  </a:lnTo>
                  <a:lnTo>
                    <a:pt x="544" y="57"/>
                  </a:lnTo>
                  <a:lnTo>
                    <a:pt x="532" y="62"/>
                  </a:lnTo>
                  <a:lnTo>
                    <a:pt x="516" y="64"/>
                  </a:lnTo>
                  <a:lnTo>
                    <a:pt x="500" y="63"/>
                  </a:lnTo>
                  <a:lnTo>
                    <a:pt x="485" y="59"/>
                  </a:lnTo>
                  <a:lnTo>
                    <a:pt x="473" y="52"/>
                  </a:lnTo>
                  <a:lnTo>
                    <a:pt x="464" y="44"/>
                  </a:lnTo>
                  <a:lnTo>
                    <a:pt x="460" y="33"/>
                  </a:lnTo>
                  <a:lnTo>
                    <a:pt x="461" y="23"/>
                  </a:lnTo>
                  <a:lnTo>
                    <a:pt x="466" y="14"/>
                  </a:lnTo>
                  <a:lnTo>
                    <a:pt x="476" y="7"/>
                  </a:lnTo>
                  <a:lnTo>
                    <a:pt x="488" y="2"/>
                  </a:lnTo>
                  <a:lnTo>
                    <a:pt x="503"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cxnSp>
        <p:nvCxnSpPr>
          <p:cNvPr id="177" name="Straight Connector 176">
            <a:extLst>
              <a:ext uri="{FF2B5EF4-FFF2-40B4-BE49-F238E27FC236}">
                <a16:creationId xmlns:a16="http://schemas.microsoft.com/office/drawing/2014/main" id="{97F87ECE-7198-4600-AC1D-8A98066A9856}"/>
              </a:ext>
            </a:extLst>
          </p:cNvPr>
          <p:cNvCxnSpPr>
            <a:cxnSpLocks/>
          </p:cNvCxnSpPr>
          <p:nvPr/>
        </p:nvCxnSpPr>
        <p:spPr bwMode="auto">
          <a:xfrm>
            <a:off x="684213" y="3937523"/>
            <a:ext cx="783125" cy="0"/>
          </a:xfrm>
          <a:prstGeom prst="line">
            <a:avLst/>
          </a:prstGeom>
          <a:noFill/>
          <a:ln w="9525" cap="flat" cmpd="sng" algn="ctr">
            <a:solidFill>
              <a:srgbClr val="BFBFBF"/>
            </a:solidFill>
            <a:prstDash val="solid"/>
            <a:round/>
            <a:headEnd type="none" w="med" len="med"/>
            <a:tailEnd type="none" w="med" len="med"/>
          </a:ln>
          <a:effectLst/>
        </p:spPr>
      </p:cxnSp>
      <p:cxnSp>
        <p:nvCxnSpPr>
          <p:cNvPr id="178" name="Straight Connector 177">
            <a:extLst>
              <a:ext uri="{FF2B5EF4-FFF2-40B4-BE49-F238E27FC236}">
                <a16:creationId xmlns:a16="http://schemas.microsoft.com/office/drawing/2014/main" id="{8F258182-A47A-4453-972E-B6677E6E7CC6}"/>
              </a:ext>
            </a:extLst>
          </p:cNvPr>
          <p:cNvCxnSpPr/>
          <p:nvPr/>
        </p:nvCxnSpPr>
        <p:spPr bwMode="auto">
          <a:xfrm>
            <a:off x="2121619" y="3937523"/>
            <a:ext cx="699503" cy="0"/>
          </a:xfrm>
          <a:prstGeom prst="line">
            <a:avLst/>
          </a:prstGeom>
          <a:noFill/>
          <a:ln w="9525" cap="flat" cmpd="sng" algn="ctr">
            <a:solidFill>
              <a:srgbClr val="BFBFBF"/>
            </a:solidFill>
            <a:prstDash val="solid"/>
            <a:round/>
            <a:headEnd type="none" w="med" len="med"/>
            <a:tailEnd type="none" w="med" len="med"/>
          </a:ln>
          <a:effectLst/>
        </p:spPr>
      </p:cxnSp>
      <p:sp>
        <p:nvSpPr>
          <p:cNvPr id="180" name="TextBox 179">
            <a:extLst>
              <a:ext uri="{FF2B5EF4-FFF2-40B4-BE49-F238E27FC236}">
                <a16:creationId xmlns:a16="http://schemas.microsoft.com/office/drawing/2014/main" id="{C8DDB132-8DB2-404A-83E7-1B8A59A194B6}"/>
              </a:ext>
            </a:extLst>
          </p:cNvPr>
          <p:cNvSpPr txBox="1">
            <a:spLocks/>
          </p:cNvSpPr>
          <p:nvPr/>
        </p:nvSpPr>
        <p:spPr>
          <a:xfrm>
            <a:off x="6843824" y="3651984"/>
            <a:ext cx="914400" cy="365760"/>
          </a:xfrm>
          <a:prstGeom prst="rect">
            <a:avLst/>
          </a:prstGeom>
          <a:noFill/>
          <a:ln>
            <a:noFill/>
          </a:ln>
          <a:effectLst/>
        </p:spPr>
        <p:txBody>
          <a:bodyPr wrap="square" lIns="0" tIns="0" rIns="0" bIns="0" rtlCol="0" anchor="b" anchorCtr="0">
            <a:noAutofit/>
          </a:bodyPr>
          <a:lstStyle>
            <a:defPPr>
              <a:defRPr lang="en-US"/>
            </a:defPPr>
            <a:lvl1pPr algn="ctr" eaLnBrk="0" hangingPunct="0">
              <a:defRPr sz="1200"/>
            </a:lvl1pPr>
          </a:lstStyle>
          <a:p>
            <a:r>
              <a:rPr lang="en-US" dirty="0">
                <a:solidFill>
                  <a:schemeClr val="bg1"/>
                </a:solidFill>
              </a:rPr>
              <a:t>Polygons</a:t>
            </a:r>
          </a:p>
        </p:txBody>
      </p:sp>
      <p:grpSp>
        <p:nvGrpSpPr>
          <p:cNvPr id="183" name="Group 182">
            <a:extLst>
              <a:ext uri="{FF2B5EF4-FFF2-40B4-BE49-F238E27FC236}">
                <a16:creationId xmlns:a16="http://schemas.microsoft.com/office/drawing/2014/main" id="{B6B85BB6-15DA-4E91-86FB-0518A2A52D59}"/>
              </a:ext>
            </a:extLst>
          </p:cNvPr>
          <p:cNvGrpSpPr>
            <a:grpSpLocks noChangeAspect="1"/>
          </p:cNvGrpSpPr>
          <p:nvPr/>
        </p:nvGrpSpPr>
        <p:grpSpPr>
          <a:xfrm>
            <a:off x="7557604" y="4197769"/>
            <a:ext cx="587375" cy="395288"/>
            <a:chOff x="2226076" y="2642494"/>
            <a:chExt cx="587375" cy="395288"/>
          </a:xfrm>
        </p:grpSpPr>
        <p:sp useBgFill="1">
          <p:nvSpPr>
            <p:cNvPr id="184" name="Freeform 47">
              <a:extLst>
                <a:ext uri="{FF2B5EF4-FFF2-40B4-BE49-F238E27FC236}">
                  <a16:creationId xmlns:a16="http://schemas.microsoft.com/office/drawing/2014/main" id="{C0438DA2-323A-4AD5-9BA1-7E137E1C9605}"/>
                </a:ext>
              </a:extLst>
            </p:cNvPr>
            <p:cNvSpPr>
              <a:spLocks/>
            </p:cNvSpPr>
            <p:nvPr/>
          </p:nvSpPr>
          <p:spPr bwMode="auto">
            <a:xfrm>
              <a:off x="2226076" y="2642494"/>
              <a:ext cx="587375" cy="395288"/>
            </a:xfrm>
            <a:custGeom>
              <a:avLst/>
              <a:gdLst>
                <a:gd name="T0" fmla="*/ 1293 w 2586"/>
                <a:gd name="T1" fmla="*/ 0 h 1744"/>
                <a:gd name="T2" fmla="*/ 1324 w 2586"/>
                <a:gd name="T3" fmla="*/ 2 h 1744"/>
                <a:gd name="T4" fmla="*/ 1353 w 2586"/>
                <a:gd name="T5" fmla="*/ 7 h 1744"/>
                <a:gd name="T6" fmla="*/ 1382 w 2586"/>
                <a:gd name="T7" fmla="*/ 18 h 1744"/>
                <a:gd name="T8" fmla="*/ 1409 w 2586"/>
                <a:gd name="T9" fmla="*/ 32 h 1744"/>
                <a:gd name="T10" fmla="*/ 2478 w 2586"/>
                <a:gd name="T11" fmla="*/ 678 h 1744"/>
                <a:gd name="T12" fmla="*/ 2505 w 2586"/>
                <a:gd name="T13" fmla="*/ 698 h 1744"/>
                <a:gd name="T14" fmla="*/ 2529 w 2586"/>
                <a:gd name="T15" fmla="*/ 720 h 1744"/>
                <a:gd name="T16" fmla="*/ 2549 w 2586"/>
                <a:gd name="T17" fmla="*/ 747 h 1744"/>
                <a:gd name="T18" fmla="*/ 2565 w 2586"/>
                <a:gd name="T19" fmla="*/ 775 h 1744"/>
                <a:gd name="T20" fmla="*/ 2576 w 2586"/>
                <a:gd name="T21" fmla="*/ 806 h 1744"/>
                <a:gd name="T22" fmla="*/ 2584 w 2586"/>
                <a:gd name="T23" fmla="*/ 838 h 1744"/>
                <a:gd name="T24" fmla="*/ 2586 w 2586"/>
                <a:gd name="T25" fmla="*/ 872 h 1744"/>
                <a:gd name="T26" fmla="*/ 2584 w 2586"/>
                <a:gd name="T27" fmla="*/ 904 h 1744"/>
                <a:gd name="T28" fmla="*/ 2576 w 2586"/>
                <a:gd name="T29" fmla="*/ 936 h 1744"/>
                <a:gd name="T30" fmla="*/ 2565 w 2586"/>
                <a:gd name="T31" fmla="*/ 967 h 1744"/>
                <a:gd name="T32" fmla="*/ 2549 w 2586"/>
                <a:gd name="T33" fmla="*/ 995 h 1744"/>
                <a:gd name="T34" fmla="*/ 2529 w 2586"/>
                <a:gd name="T35" fmla="*/ 1022 h 1744"/>
                <a:gd name="T36" fmla="*/ 2505 w 2586"/>
                <a:gd name="T37" fmla="*/ 1044 h 1744"/>
                <a:gd name="T38" fmla="*/ 2478 w 2586"/>
                <a:gd name="T39" fmla="*/ 1064 h 1744"/>
                <a:gd name="T40" fmla="*/ 1409 w 2586"/>
                <a:gd name="T41" fmla="*/ 1711 h 1744"/>
                <a:gd name="T42" fmla="*/ 1382 w 2586"/>
                <a:gd name="T43" fmla="*/ 1725 h 1744"/>
                <a:gd name="T44" fmla="*/ 1353 w 2586"/>
                <a:gd name="T45" fmla="*/ 1736 h 1744"/>
                <a:gd name="T46" fmla="*/ 1324 w 2586"/>
                <a:gd name="T47" fmla="*/ 1742 h 1744"/>
                <a:gd name="T48" fmla="*/ 1292 w 2586"/>
                <a:gd name="T49" fmla="*/ 1744 h 1744"/>
                <a:gd name="T50" fmla="*/ 1262 w 2586"/>
                <a:gd name="T51" fmla="*/ 1742 h 1744"/>
                <a:gd name="T52" fmla="*/ 1232 w 2586"/>
                <a:gd name="T53" fmla="*/ 1736 h 1744"/>
                <a:gd name="T54" fmla="*/ 1203 w 2586"/>
                <a:gd name="T55" fmla="*/ 1725 h 1744"/>
                <a:gd name="T56" fmla="*/ 1176 w 2586"/>
                <a:gd name="T57" fmla="*/ 1711 h 1744"/>
                <a:gd name="T58" fmla="*/ 108 w 2586"/>
                <a:gd name="T59" fmla="*/ 1064 h 1744"/>
                <a:gd name="T60" fmla="*/ 81 w 2586"/>
                <a:gd name="T61" fmla="*/ 1044 h 1744"/>
                <a:gd name="T62" fmla="*/ 57 w 2586"/>
                <a:gd name="T63" fmla="*/ 1022 h 1744"/>
                <a:gd name="T64" fmla="*/ 37 w 2586"/>
                <a:gd name="T65" fmla="*/ 995 h 1744"/>
                <a:gd name="T66" fmla="*/ 21 w 2586"/>
                <a:gd name="T67" fmla="*/ 967 h 1744"/>
                <a:gd name="T68" fmla="*/ 10 w 2586"/>
                <a:gd name="T69" fmla="*/ 936 h 1744"/>
                <a:gd name="T70" fmla="*/ 2 w 2586"/>
                <a:gd name="T71" fmla="*/ 904 h 1744"/>
                <a:gd name="T72" fmla="*/ 0 w 2586"/>
                <a:gd name="T73" fmla="*/ 872 h 1744"/>
                <a:gd name="T74" fmla="*/ 2 w 2586"/>
                <a:gd name="T75" fmla="*/ 838 h 1744"/>
                <a:gd name="T76" fmla="*/ 10 w 2586"/>
                <a:gd name="T77" fmla="*/ 806 h 1744"/>
                <a:gd name="T78" fmla="*/ 21 w 2586"/>
                <a:gd name="T79" fmla="*/ 775 h 1744"/>
                <a:gd name="T80" fmla="*/ 38 w 2586"/>
                <a:gd name="T81" fmla="*/ 747 h 1744"/>
                <a:gd name="T82" fmla="*/ 57 w 2586"/>
                <a:gd name="T83" fmla="*/ 720 h 1744"/>
                <a:gd name="T84" fmla="*/ 81 w 2586"/>
                <a:gd name="T85" fmla="*/ 698 h 1744"/>
                <a:gd name="T86" fmla="*/ 108 w 2586"/>
                <a:gd name="T87" fmla="*/ 679 h 1744"/>
                <a:gd name="T88" fmla="*/ 1177 w 2586"/>
                <a:gd name="T89" fmla="*/ 32 h 1744"/>
                <a:gd name="T90" fmla="*/ 1204 w 2586"/>
                <a:gd name="T91" fmla="*/ 18 h 1744"/>
                <a:gd name="T92" fmla="*/ 1233 w 2586"/>
                <a:gd name="T93" fmla="*/ 7 h 1744"/>
                <a:gd name="T94" fmla="*/ 1262 w 2586"/>
                <a:gd name="T95" fmla="*/ 2 h 1744"/>
                <a:gd name="T96" fmla="*/ 1293 w 2586"/>
                <a:gd name="T97" fmla="*/ 0 h 1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86" h="1744">
                  <a:moveTo>
                    <a:pt x="1293" y="0"/>
                  </a:moveTo>
                  <a:lnTo>
                    <a:pt x="1324" y="2"/>
                  </a:lnTo>
                  <a:lnTo>
                    <a:pt x="1353" y="7"/>
                  </a:lnTo>
                  <a:lnTo>
                    <a:pt x="1382" y="18"/>
                  </a:lnTo>
                  <a:lnTo>
                    <a:pt x="1409" y="32"/>
                  </a:lnTo>
                  <a:lnTo>
                    <a:pt x="2478" y="678"/>
                  </a:lnTo>
                  <a:lnTo>
                    <a:pt x="2505" y="698"/>
                  </a:lnTo>
                  <a:lnTo>
                    <a:pt x="2529" y="720"/>
                  </a:lnTo>
                  <a:lnTo>
                    <a:pt x="2549" y="747"/>
                  </a:lnTo>
                  <a:lnTo>
                    <a:pt x="2565" y="775"/>
                  </a:lnTo>
                  <a:lnTo>
                    <a:pt x="2576" y="806"/>
                  </a:lnTo>
                  <a:lnTo>
                    <a:pt x="2584" y="838"/>
                  </a:lnTo>
                  <a:lnTo>
                    <a:pt x="2586" y="872"/>
                  </a:lnTo>
                  <a:lnTo>
                    <a:pt x="2584" y="904"/>
                  </a:lnTo>
                  <a:lnTo>
                    <a:pt x="2576" y="936"/>
                  </a:lnTo>
                  <a:lnTo>
                    <a:pt x="2565" y="967"/>
                  </a:lnTo>
                  <a:lnTo>
                    <a:pt x="2549" y="995"/>
                  </a:lnTo>
                  <a:lnTo>
                    <a:pt x="2529" y="1022"/>
                  </a:lnTo>
                  <a:lnTo>
                    <a:pt x="2505" y="1044"/>
                  </a:lnTo>
                  <a:lnTo>
                    <a:pt x="2478" y="1064"/>
                  </a:lnTo>
                  <a:lnTo>
                    <a:pt x="1409" y="1711"/>
                  </a:lnTo>
                  <a:lnTo>
                    <a:pt x="1382" y="1725"/>
                  </a:lnTo>
                  <a:lnTo>
                    <a:pt x="1353" y="1736"/>
                  </a:lnTo>
                  <a:lnTo>
                    <a:pt x="1324" y="1742"/>
                  </a:lnTo>
                  <a:lnTo>
                    <a:pt x="1292" y="1744"/>
                  </a:lnTo>
                  <a:lnTo>
                    <a:pt x="1262" y="1742"/>
                  </a:lnTo>
                  <a:lnTo>
                    <a:pt x="1232" y="1736"/>
                  </a:lnTo>
                  <a:lnTo>
                    <a:pt x="1203" y="1725"/>
                  </a:lnTo>
                  <a:lnTo>
                    <a:pt x="1176" y="1711"/>
                  </a:lnTo>
                  <a:lnTo>
                    <a:pt x="108" y="1064"/>
                  </a:lnTo>
                  <a:lnTo>
                    <a:pt x="81" y="1044"/>
                  </a:lnTo>
                  <a:lnTo>
                    <a:pt x="57" y="1022"/>
                  </a:lnTo>
                  <a:lnTo>
                    <a:pt x="37" y="995"/>
                  </a:lnTo>
                  <a:lnTo>
                    <a:pt x="21" y="967"/>
                  </a:lnTo>
                  <a:lnTo>
                    <a:pt x="10" y="936"/>
                  </a:lnTo>
                  <a:lnTo>
                    <a:pt x="2" y="904"/>
                  </a:lnTo>
                  <a:lnTo>
                    <a:pt x="0" y="872"/>
                  </a:lnTo>
                  <a:lnTo>
                    <a:pt x="2" y="838"/>
                  </a:lnTo>
                  <a:lnTo>
                    <a:pt x="10" y="806"/>
                  </a:lnTo>
                  <a:lnTo>
                    <a:pt x="21" y="775"/>
                  </a:lnTo>
                  <a:lnTo>
                    <a:pt x="38" y="747"/>
                  </a:lnTo>
                  <a:lnTo>
                    <a:pt x="57" y="720"/>
                  </a:lnTo>
                  <a:lnTo>
                    <a:pt x="81" y="698"/>
                  </a:lnTo>
                  <a:lnTo>
                    <a:pt x="108" y="679"/>
                  </a:lnTo>
                  <a:lnTo>
                    <a:pt x="1177" y="32"/>
                  </a:lnTo>
                  <a:lnTo>
                    <a:pt x="1204" y="18"/>
                  </a:lnTo>
                  <a:lnTo>
                    <a:pt x="1233" y="7"/>
                  </a:lnTo>
                  <a:lnTo>
                    <a:pt x="1262" y="2"/>
                  </a:lnTo>
                  <a:lnTo>
                    <a:pt x="129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5" name="Freeform 48">
              <a:extLst>
                <a:ext uri="{FF2B5EF4-FFF2-40B4-BE49-F238E27FC236}">
                  <a16:creationId xmlns:a16="http://schemas.microsoft.com/office/drawing/2014/main" id="{C5E1F7D4-214D-4F33-B2DE-4B55F298C28F}"/>
                </a:ext>
              </a:extLst>
            </p:cNvPr>
            <p:cNvSpPr>
              <a:spLocks/>
            </p:cNvSpPr>
            <p:nvPr/>
          </p:nvSpPr>
          <p:spPr bwMode="auto">
            <a:xfrm>
              <a:off x="2251476" y="2667894"/>
              <a:ext cx="536575" cy="344488"/>
            </a:xfrm>
            <a:custGeom>
              <a:avLst/>
              <a:gdLst>
                <a:gd name="T0" fmla="*/ 1181 w 2362"/>
                <a:gd name="T1" fmla="*/ 0 h 1519"/>
                <a:gd name="T2" fmla="*/ 1201 w 2362"/>
                <a:gd name="T3" fmla="*/ 2 h 1519"/>
                <a:gd name="T4" fmla="*/ 1221 w 2362"/>
                <a:gd name="T5" fmla="*/ 7 h 1519"/>
                <a:gd name="T6" fmla="*/ 1239 w 2362"/>
                <a:gd name="T7" fmla="*/ 16 h 1519"/>
                <a:gd name="T8" fmla="*/ 2307 w 2362"/>
                <a:gd name="T9" fmla="*/ 663 h 1519"/>
                <a:gd name="T10" fmla="*/ 2326 w 2362"/>
                <a:gd name="T11" fmla="*/ 677 h 1519"/>
                <a:gd name="T12" fmla="*/ 2341 w 2362"/>
                <a:gd name="T13" fmla="*/ 694 h 1519"/>
                <a:gd name="T14" fmla="*/ 2353 w 2362"/>
                <a:gd name="T15" fmla="*/ 714 h 1519"/>
                <a:gd name="T16" fmla="*/ 2359 w 2362"/>
                <a:gd name="T17" fmla="*/ 736 h 1519"/>
                <a:gd name="T18" fmla="*/ 2362 w 2362"/>
                <a:gd name="T19" fmla="*/ 760 h 1519"/>
                <a:gd name="T20" fmla="*/ 2359 w 2362"/>
                <a:gd name="T21" fmla="*/ 783 h 1519"/>
                <a:gd name="T22" fmla="*/ 2353 w 2362"/>
                <a:gd name="T23" fmla="*/ 804 h 1519"/>
                <a:gd name="T24" fmla="*/ 2341 w 2362"/>
                <a:gd name="T25" fmla="*/ 824 h 1519"/>
                <a:gd name="T26" fmla="*/ 2326 w 2362"/>
                <a:gd name="T27" fmla="*/ 841 h 1519"/>
                <a:gd name="T28" fmla="*/ 2307 w 2362"/>
                <a:gd name="T29" fmla="*/ 856 h 1519"/>
                <a:gd name="T30" fmla="*/ 1239 w 2362"/>
                <a:gd name="T31" fmla="*/ 1503 h 1519"/>
                <a:gd name="T32" fmla="*/ 1220 w 2362"/>
                <a:gd name="T33" fmla="*/ 1512 h 1519"/>
                <a:gd name="T34" fmla="*/ 1201 w 2362"/>
                <a:gd name="T35" fmla="*/ 1517 h 1519"/>
                <a:gd name="T36" fmla="*/ 1180 w 2362"/>
                <a:gd name="T37" fmla="*/ 1519 h 1519"/>
                <a:gd name="T38" fmla="*/ 1161 w 2362"/>
                <a:gd name="T39" fmla="*/ 1517 h 1519"/>
                <a:gd name="T40" fmla="*/ 1141 w 2362"/>
                <a:gd name="T41" fmla="*/ 1512 h 1519"/>
                <a:gd name="T42" fmla="*/ 1123 w 2362"/>
                <a:gd name="T43" fmla="*/ 1503 h 1519"/>
                <a:gd name="T44" fmla="*/ 55 w 2362"/>
                <a:gd name="T45" fmla="*/ 856 h 1519"/>
                <a:gd name="T46" fmla="*/ 36 w 2362"/>
                <a:gd name="T47" fmla="*/ 841 h 1519"/>
                <a:gd name="T48" fmla="*/ 21 w 2362"/>
                <a:gd name="T49" fmla="*/ 824 h 1519"/>
                <a:gd name="T50" fmla="*/ 9 w 2362"/>
                <a:gd name="T51" fmla="*/ 804 h 1519"/>
                <a:gd name="T52" fmla="*/ 3 w 2362"/>
                <a:gd name="T53" fmla="*/ 782 h 1519"/>
                <a:gd name="T54" fmla="*/ 0 w 2362"/>
                <a:gd name="T55" fmla="*/ 760 h 1519"/>
                <a:gd name="T56" fmla="*/ 3 w 2362"/>
                <a:gd name="T57" fmla="*/ 736 h 1519"/>
                <a:gd name="T58" fmla="*/ 9 w 2362"/>
                <a:gd name="T59" fmla="*/ 714 h 1519"/>
                <a:gd name="T60" fmla="*/ 21 w 2362"/>
                <a:gd name="T61" fmla="*/ 694 h 1519"/>
                <a:gd name="T62" fmla="*/ 36 w 2362"/>
                <a:gd name="T63" fmla="*/ 677 h 1519"/>
                <a:gd name="T64" fmla="*/ 55 w 2362"/>
                <a:gd name="T65" fmla="*/ 663 h 1519"/>
                <a:gd name="T66" fmla="*/ 1123 w 2362"/>
                <a:gd name="T67" fmla="*/ 16 h 1519"/>
                <a:gd name="T68" fmla="*/ 1141 w 2362"/>
                <a:gd name="T69" fmla="*/ 7 h 1519"/>
                <a:gd name="T70" fmla="*/ 1161 w 2362"/>
                <a:gd name="T71" fmla="*/ 2 h 1519"/>
                <a:gd name="T72" fmla="*/ 1181 w 2362"/>
                <a:gd name="T73"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62" h="1519">
                  <a:moveTo>
                    <a:pt x="1181" y="0"/>
                  </a:moveTo>
                  <a:lnTo>
                    <a:pt x="1201" y="2"/>
                  </a:lnTo>
                  <a:lnTo>
                    <a:pt x="1221" y="7"/>
                  </a:lnTo>
                  <a:lnTo>
                    <a:pt x="1239" y="16"/>
                  </a:lnTo>
                  <a:lnTo>
                    <a:pt x="2307" y="663"/>
                  </a:lnTo>
                  <a:lnTo>
                    <a:pt x="2326" y="677"/>
                  </a:lnTo>
                  <a:lnTo>
                    <a:pt x="2341" y="694"/>
                  </a:lnTo>
                  <a:lnTo>
                    <a:pt x="2353" y="714"/>
                  </a:lnTo>
                  <a:lnTo>
                    <a:pt x="2359" y="736"/>
                  </a:lnTo>
                  <a:lnTo>
                    <a:pt x="2362" y="760"/>
                  </a:lnTo>
                  <a:lnTo>
                    <a:pt x="2359" y="783"/>
                  </a:lnTo>
                  <a:lnTo>
                    <a:pt x="2353" y="804"/>
                  </a:lnTo>
                  <a:lnTo>
                    <a:pt x="2341" y="824"/>
                  </a:lnTo>
                  <a:lnTo>
                    <a:pt x="2326" y="841"/>
                  </a:lnTo>
                  <a:lnTo>
                    <a:pt x="2307" y="856"/>
                  </a:lnTo>
                  <a:lnTo>
                    <a:pt x="1239" y="1503"/>
                  </a:lnTo>
                  <a:lnTo>
                    <a:pt x="1220" y="1512"/>
                  </a:lnTo>
                  <a:lnTo>
                    <a:pt x="1201" y="1517"/>
                  </a:lnTo>
                  <a:lnTo>
                    <a:pt x="1180" y="1519"/>
                  </a:lnTo>
                  <a:lnTo>
                    <a:pt x="1161" y="1517"/>
                  </a:lnTo>
                  <a:lnTo>
                    <a:pt x="1141" y="1512"/>
                  </a:lnTo>
                  <a:lnTo>
                    <a:pt x="1123" y="1503"/>
                  </a:lnTo>
                  <a:lnTo>
                    <a:pt x="55" y="856"/>
                  </a:lnTo>
                  <a:lnTo>
                    <a:pt x="36" y="841"/>
                  </a:lnTo>
                  <a:lnTo>
                    <a:pt x="21" y="824"/>
                  </a:lnTo>
                  <a:lnTo>
                    <a:pt x="9" y="804"/>
                  </a:lnTo>
                  <a:lnTo>
                    <a:pt x="3" y="782"/>
                  </a:lnTo>
                  <a:lnTo>
                    <a:pt x="0" y="760"/>
                  </a:lnTo>
                  <a:lnTo>
                    <a:pt x="3" y="736"/>
                  </a:lnTo>
                  <a:lnTo>
                    <a:pt x="9" y="714"/>
                  </a:lnTo>
                  <a:lnTo>
                    <a:pt x="21" y="694"/>
                  </a:lnTo>
                  <a:lnTo>
                    <a:pt x="36" y="677"/>
                  </a:lnTo>
                  <a:lnTo>
                    <a:pt x="55" y="663"/>
                  </a:lnTo>
                  <a:lnTo>
                    <a:pt x="1123" y="16"/>
                  </a:lnTo>
                  <a:lnTo>
                    <a:pt x="1141" y="7"/>
                  </a:lnTo>
                  <a:lnTo>
                    <a:pt x="1161" y="2"/>
                  </a:lnTo>
                  <a:lnTo>
                    <a:pt x="118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6" name="Freeform 49">
              <a:extLst>
                <a:ext uri="{FF2B5EF4-FFF2-40B4-BE49-F238E27FC236}">
                  <a16:creationId xmlns:a16="http://schemas.microsoft.com/office/drawing/2014/main" id="{64FD32CC-648F-4377-A202-ACA38BD56A50}"/>
                </a:ext>
              </a:extLst>
            </p:cNvPr>
            <p:cNvSpPr>
              <a:spLocks/>
            </p:cNvSpPr>
            <p:nvPr/>
          </p:nvSpPr>
          <p:spPr bwMode="auto">
            <a:xfrm>
              <a:off x="2276876" y="2693294"/>
              <a:ext cx="485775" cy="293688"/>
            </a:xfrm>
            <a:custGeom>
              <a:avLst/>
              <a:gdLst>
                <a:gd name="T0" fmla="*/ 1068 w 2136"/>
                <a:gd name="T1" fmla="*/ 0 h 1294"/>
                <a:gd name="T2" fmla="*/ 2136 w 2136"/>
                <a:gd name="T3" fmla="*/ 647 h 1294"/>
                <a:gd name="T4" fmla="*/ 1067 w 2136"/>
                <a:gd name="T5" fmla="*/ 1294 h 1294"/>
                <a:gd name="T6" fmla="*/ 0 w 2136"/>
                <a:gd name="T7" fmla="*/ 647 h 1294"/>
                <a:gd name="T8" fmla="*/ 1068 w 2136"/>
                <a:gd name="T9" fmla="*/ 0 h 1294"/>
              </a:gdLst>
              <a:ahLst/>
              <a:cxnLst>
                <a:cxn ang="0">
                  <a:pos x="T0" y="T1"/>
                </a:cxn>
                <a:cxn ang="0">
                  <a:pos x="T2" y="T3"/>
                </a:cxn>
                <a:cxn ang="0">
                  <a:pos x="T4" y="T5"/>
                </a:cxn>
                <a:cxn ang="0">
                  <a:pos x="T6" y="T7"/>
                </a:cxn>
                <a:cxn ang="0">
                  <a:pos x="T8" y="T9"/>
                </a:cxn>
              </a:cxnLst>
              <a:rect l="0" t="0" r="r" b="b"/>
              <a:pathLst>
                <a:path w="2136" h="1294">
                  <a:moveTo>
                    <a:pt x="1068" y="0"/>
                  </a:moveTo>
                  <a:lnTo>
                    <a:pt x="2136" y="647"/>
                  </a:lnTo>
                  <a:lnTo>
                    <a:pt x="1067" y="1294"/>
                  </a:lnTo>
                  <a:lnTo>
                    <a:pt x="0" y="647"/>
                  </a:lnTo>
                  <a:lnTo>
                    <a:pt x="1068" y="0"/>
                  </a:lnTo>
                  <a:close/>
                </a:path>
              </a:pathLst>
            </a:custGeom>
            <a:solidFill>
              <a:srgbClr val="FF883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7" name="Freeform 50">
              <a:extLst>
                <a:ext uri="{FF2B5EF4-FFF2-40B4-BE49-F238E27FC236}">
                  <a16:creationId xmlns:a16="http://schemas.microsoft.com/office/drawing/2014/main" id="{511BDA9C-6CD9-4B00-AF58-9E2FE541478A}"/>
                </a:ext>
              </a:extLst>
            </p:cNvPr>
            <p:cNvSpPr>
              <a:spLocks/>
            </p:cNvSpPr>
            <p:nvPr/>
          </p:nvSpPr>
          <p:spPr bwMode="auto">
            <a:xfrm>
              <a:off x="2337201" y="2693294"/>
              <a:ext cx="425450" cy="192088"/>
            </a:xfrm>
            <a:custGeom>
              <a:avLst/>
              <a:gdLst>
                <a:gd name="T0" fmla="*/ 806 w 1874"/>
                <a:gd name="T1" fmla="*/ 0 h 848"/>
                <a:gd name="T2" fmla="*/ 1874 w 1874"/>
                <a:gd name="T3" fmla="*/ 647 h 848"/>
                <a:gd name="T4" fmla="*/ 1541 w 1874"/>
                <a:gd name="T5" fmla="*/ 848 h 848"/>
                <a:gd name="T6" fmla="*/ 1518 w 1874"/>
                <a:gd name="T7" fmla="*/ 823 h 848"/>
                <a:gd name="T8" fmla="*/ 1493 w 1874"/>
                <a:gd name="T9" fmla="*/ 800 h 848"/>
                <a:gd name="T10" fmla="*/ 1468 w 1874"/>
                <a:gd name="T11" fmla="*/ 779 h 848"/>
                <a:gd name="T12" fmla="*/ 1407 w 1874"/>
                <a:gd name="T13" fmla="*/ 736 h 848"/>
                <a:gd name="T14" fmla="*/ 1346 w 1874"/>
                <a:gd name="T15" fmla="*/ 699 h 848"/>
                <a:gd name="T16" fmla="*/ 1286 w 1874"/>
                <a:gd name="T17" fmla="*/ 669 h 848"/>
                <a:gd name="T18" fmla="*/ 1225 w 1874"/>
                <a:gd name="T19" fmla="*/ 644 h 848"/>
                <a:gd name="T20" fmla="*/ 1164 w 1874"/>
                <a:gd name="T21" fmla="*/ 625 h 848"/>
                <a:gd name="T22" fmla="*/ 1102 w 1874"/>
                <a:gd name="T23" fmla="*/ 612 h 848"/>
                <a:gd name="T24" fmla="*/ 1037 w 1874"/>
                <a:gd name="T25" fmla="*/ 604 h 848"/>
                <a:gd name="T26" fmla="*/ 971 w 1874"/>
                <a:gd name="T27" fmla="*/ 601 h 848"/>
                <a:gd name="T28" fmla="*/ 894 w 1874"/>
                <a:gd name="T29" fmla="*/ 604 h 848"/>
                <a:gd name="T30" fmla="*/ 816 w 1874"/>
                <a:gd name="T31" fmla="*/ 612 h 848"/>
                <a:gd name="T32" fmla="*/ 735 w 1874"/>
                <a:gd name="T33" fmla="*/ 621 h 848"/>
                <a:gd name="T34" fmla="*/ 679 w 1874"/>
                <a:gd name="T35" fmla="*/ 627 h 848"/>
                <a:gd name="T36" fmla="*/ 621 w 1874"/>
                <a:gd name="T37" fmla="*/ 634 h 848"/>
                <a:gd name="T38" fmla="*/ 562 w 1874"/>
                <a:gd name="T39" fmla="*/ 639 h 848"/>
                <a:gd name="T40" fmla="*/ 500 w 1874"/>
                <a:gd name="T41" fmla="*/ 643 h 848"/>
                <a:gd name="T42" fmla="*/ 434 w 1874"/>
                <a:gd name="T43" fmla="*/ 644 h 848"/>
                <a:gd name="T44" fmla="*/ 396 w 1874"/>
                <a:gd name="T45" fmla="*/ 644 h 848"/>
                <a:gd name="T46" fmla="*/ 337 w 1874"/>
                <a:gd name="T47" fmla="*/ 639 h 848"/>
                <a:gd name="T48" fmla="*/ 279 w 1874"/>
                <a:gd name="T49" fmla="*/ 629 h 848"/>
                <a:gd name="T50" fmla="*/ 222 w 1874"/>
                <a:gd name="T51" fmla="*/ 613 h 848"/>
                <a:gd name="T52" fmla="*/ 165 w 1874"/>
                <a:gd name="T53" fmla="*/ 589 h 848"/>
                <a:gd name="T54" fmla="*/ 109 w 1874"/>
                <a:gd name="T55" fmla="*/ 562 h 848"/>
                <a:gd name="T56" fmla="*/ 54 w 1874"/>
                <a:gd name="T57" fmla="*/ 527 h 848"/>
                <a:gd name="T58" fmla="*/ 0 w 1874"/>
                <a:gd name="T59" fmla="*/ 487 h 848"/>
                <a:gd name="T60" fmla="*/ 806 w 1874"/>
                <a:gd name="T61" fmla="*/ 0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74" h="848">
                  <a:moveTo>
                    <a:pt x="806" y="0"/>
                  </a:moveTo>
                  <a:lnTo>
                    <a:pt x="1874" y="647"/>
                  </a:lnTo>
                  <a:lnTo>
                    <a:pt x="1541" y="848"/>
                  </a:lnTo>
                  <a:lnTo>
                    <a:pt x="1518" y="823"/>
                  </a:lnTo>
                  <a:lnTo>
                    <a:pt x="1493" y="800"/>
                  </a:lnTo>
                  <a:lnTo>
                    <a:pt x="1468" y="779"/>
                  </a:lnTo>
                  <a:lnTo>
                    <a:pt x="1407" y="736"/>
                  </a:lnTo>
                  <a:lnTo>
                    <a:pt x="1346" y="699"/>
                  </a:lnTo>
                  <a:lnTo>
                    <a:pt x="1286" y="669"/>
                  </a:lnTo>
                  <a:lnTo>
                    <a:pt x="1225" y="644"/>
                  </a:lnTo>
                  <a:lnTo>
                    <a:pt x="1164" y="625"/>
                  </a:lnTo>
                  <a:lnTo>
                    <a:pt x="1102" y="612"/>
                  </a:lnTo>
                  <a:lnTo>
                    <a:pt x="1037" y="604"/>
                  </a:lnTo>
                  <a:lnTo>
                    <a:pt x="971" y="601"/>
                  </a:lnTo>
                  <a:lnTo>
                    <a:pt x="894" y="604"/>
                  </a:lnTo>
                  <a:lnTo>
                    <a:pt x="816" y="612"/>
                  </a:lnTo>
                  <a:lnTo>
                    <a:pt x="735" y="621"/>
                  </a:lnTo>
                  <a:lnTo>
                    <a:pt x="679" y="627"/>
                  </a:lnTo>
                  <a:lnTo>
                    <a:pt x="621" y="634"/>
                  </a:lnTo>
                  <a:lnTo>
                    <a:pt x="562" y="639"/>
                  </a:lnTo>
                  <a:lnTo>
                    <a:pt x="500" y="643"/>
                  </a:lnTo>
                  <a:lnTo>
                    <a:pt x="434" y="644"/>
                  </a:lnTo>
                  <a:lnTo>
                    <a:pt x="396" y="644"/>
                  </a:lnTo>
                  <a:lnTo>
                    <a:pt x="337" y="639"/>
                  </a:lnTo>
                  <a:lnTo>
                    <a:pt x="279" y="629"/>
                  </a:lnTo>
                  <a:lnTo>
                    <a:pt x="222" y="613"/>
                  </a:lnTo>
                  <a:lnTo>
                    <a:pt x="165" y="589"/>
                  </a:lnTo>
                  <a:lnTo>
                    <a:pt x="109" y="562"/>
                  </a:lnTo>
                  <a:lnTo>
                    <a:pt x="54" y="527"/>
                  </a:lnTo>
                  <a:lnTo>
                    <a:pt x="0" y="487"/>
                  </a:lnTo>
                  <a:lnTo>
                    <a:pt x="806"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88" name="Group 187">
            <a:extLst>
              <a:ext uri="{FF2B5EF4-FFF2-40B4-BE49-F238E27FC236}">
                <a16:creationId xmlns:a16="http://schemas.microsoft.com/office/drawing/2014/main" id="{69344845-F5D6-4EF0-BEF0-28A44D0CB9EF}"/>
              </a:ext>
            </a:extLst>
          </p:cNvPr>
          <p:cNvGrpSpPr>
            <a:grpSpLocks noChangeAspect="1"/>
          </p:cNvGrpSpPr>
          <p:nvPr/>
        </p:nvGrpSpPr>
        <p:grpSpPr>
          <a:xfrm>
            <a:off x="6438213" y="4197769"/>
            <a:ext cx="587375" cy="395288"/>
            <a:chOff x="862845" y="2613126"/>
            <a:chExt cx="587375" cy="395288"/>
          </a:xfrm>
        </p:grpSpPr>
        <p:sp useBgFill="1">
          <p:nvSpPr>
            <p:cNvPr id="190" name="Freeform 47">
              <a:extLst>
                <a:ext uri="{FF2B5EF4-FFF2-40B4-BE49-F238E27FC236}">
                  <a16:creationId xmlns:a16="http://schemas.microsoft.com/office/drawing/2014/main" id="{AE4DD666-CE36-4E16-8C1B-BF761F3BB436}"/>
                </a:ext>
              </a:extLst>
            </p:cNvPr>
            <p:cNvSpPr>
              <a:spLocks/>
            </p:cNvSpPr>
            <p:nvPr/>
          </p:nvSpPr>
          <p:spPr bwMode="auto">
            <a:xfrm>
              <a:off x="862845" y="2613126"/>
              <a:ext cx="587375" cy="395288"/>
            </a:xfrm>
            <a:custGeom>
              <a:avLst/>
              <a:gdLst>
                <a:gd name="T0" fmla="*/ 1293 w 2586"/>
                <a:gd name="T1" fmla="*/ 0 h 1744"/>
                <a:gd name="T2" fmla="*/ 1324 w 2586"/>
                <a:gd name="T3" fmla="*/ 2 h 1744"/>
                <a:gd name="T4" fmla="*/ 1353 w 2586"/>
                <a:gd name="T5" fmla="*/ 7 h 1744"/>
                <a:gd name="T6" fmla="*/ 1382 w 2586"/>
                <a:gd name="T7" fmla="*/ 18 h 1744"/>
                <a:gd name="T8" fmla="*/ 1409 w 2586"/>
                <a:gd name="T9" fmla="*/ 32 h 1744"/>
                <a:gd name="T10" fmla="*/ 2478 w 2586"/>
                <a:gd name="T11" fmla="*/ 678 h 1744"/>
                <a:gd name="T12" fmla="*/ 2505 w 2586"/>
                <a:gd name="T13" fmla="*/ 698 h 1744"/>
                <a:gd name="T14" fmla="*/ 2529 w 2586"/>
                <a:gd name="T15" fmla="*/ 720 h 1744"/>
                <a:gd name="T16" fmla="*/ 2549 w 2586"/>
                <a:gd name="T17" fmla="*/ 747 h 1744"/>
                <a:gd name="T18" fmla="*/ 2565 w 2586"/>
                <a:gd name="T19" fmla="*/ 775 h 1744"/>
                <a:gd name="T20" fmla="*/ 2576 w 2586"/>
                <a:gd name="T21" fmla="*/ 806 h 1744"/>
                <a:gd name="T22" fmla="*/ 2584 w 2586"/>
                <a:gd name="T23" fmla="*/ 838 h 1744"/>
                <a:gd name="T24" fmla="*/ 2586 w 2586"/>
                <a:gd name="T25" fmla="*/ 872 h 1744"/>
                <a:gd name="T26" fmla="*/ 2584 w 2586"/>
                <a:gd name="T27" fmla="*/ 904 h 1744"/>
                <a:gd name="T28" fmla="*/ 2576 w 2586"/>
                <a:gd name="T29" fmla="*/ 936 h 1744"/>
                <a:gd name="T30" fmla="*/ 2565 w 2586"/>
                <a:gd name="T31" fmla="*/ 967 h 1744"/>
                <a:gd name="T32" fmla="*/ 2549 w 2586"/>
                <a:gd name="T33" fmla="*/ 995 h 1744"/>
                <a:gd name="T34" fmla="*/ 2529 w 2586"/>
                <a:gd name="T35" fmla="*/ 1022 h 1744"/>
                <a:gd name="T36" fmla="*/ 2505 w 2586"/>
                <a:gd name="T37" fmla="*/ 1044 h 1744"/>
                <a:gd name="T38" fmla="*/ 2478 w 2586"/>
                <a:gd name="T39" fmla="*/ 1064 h 1744"/>
                <a:gd name="T40" fmla="*/ 1409 w 2586"/>
                <a:gd name="T41" fmla="*/ 1711 h 1744"/>
                <a:gd name="T42" fmla="*/ 1382 w 2586"/>
                <a:gd name="T43" fmla="*/ 1725 h 1744"/>
                <a:gd name="T44" fmla="*/ 1353 w 2586"/>
                <a:gd name="T45" fmla="*/ 1736 h 1744"/>
                <a:gd name="T46" fmla="*/ 1324 w 2586"/>
                <a:gd name="T47" fmla="*/ 1742 h 1744"/>
                <a:gd name="T48" fmla="*/ 1292 w 2586"/>
                <a:gd name="T49" fmla="*/ 1744 h 1744"/>
                <a:gd name="T50" fmla="*/ 1262 w 2586"/>
                <a:gd name="T51" fmla="*/ 1742 h 1744"/>
                <a:gd name="T52" fmla="*/ 1232 w 2586"/>
                <a:gd name="T53" fmla="*/ 1736 h 1744"/>
                <a:gd name="T54" fmla="*/ 1203 w 2586"/>
                <a:gd name="T55" fmla="*/ 1725 h 1744"/>
                <a:gd name="T56" fmla="*/ 1176 w 2586"/>
                <a:gd name="T57" fmla="*/ 1711 h 1744"/>
                <a:gd name="T58" fmla="*/ 108 w 2586"/>
                <a:gd name="T59" fmla="*/ 1064 h 1744"/>
                <a:gd name="T60" fmla="*/ 81 w 2586"/>
                <a:gd name="T61" fmla="*/ 1044 h 1744"/>
                <a:gd name="T62" fmla="*/ 57 w 2586"/>
                <a:gd name="T63" fmla="*/ 1022 h 1744"/>
                <a:gd name="T64" fmla="*/ 37 w 2586"/>
                <a:gd name="T65" fmla="*/ 995 h 1744"/>
                <a:gd name="T66" fmla="*/ 21 w 2586"/>
                <a:gd name="T67" fmla="*/ 967 h 1744"/>
                <a:gd name="T68" fmla="*/ 10 w 2586"/>
                <a:gd name="T69" fmla="*/ 936 h 1744"/>
                <a:gd name="T70" fmla="*/ 2 w 2586"/>
                <a:gd name="T71" fmla="*/ 904 h 1744"/>
                <a:gd name="T72" fmla="*/ 0 w 2586"/>
                <a:gd name="T73" fmla="*/ 872 h 1744"/>
                <a:gd name="T74" fmla="*/ 2 w 2586"/>
                <a:gd name="T75" fmla="*/ 838 h 1744"/>
                <a:gd name="T76" fmla="*/ 10 w 2586"/>
                <a:gd name="T77" fmla="*/ 806 h 1744"/>
                <a:gd name="T78" fmla="*/ 21 w 2586"/>
                <a:gd name="T79" fmla="*/ 775 h 1744"/>
                <a:gd name="T80" fmla="*/ 38 w 2586"/>
                <a:gd name="T81" fmla="*/ 747 h 1744"/>
                <a:gd name="T82" fmla="*/ 57 w 2586"/>
                <a:gd name="T83" fmla="*/ 720 h 1744"/>
                <a:gd name="T84" fmla="*/ 81 w 2586"/>
                <a:gd name="T85" fmla="*/ 698 h 1744"/>
                <a:gd name="T86" fmla="*/ 108 w 2586"/>
                <a:gd name="T87" fmla="*/ 679 h 1744"/>
                <a:gd name="T88" fmla="*/ 1177 w 2586"/>
                <a:gd name="T89" fmla="*/ 32 h 1744"/>
                <a:gd name="T90" fmla="*/ 1204 w 2586"/>
                <a:gd name="T91" fmla="*/ 18 h 1744"/>
                <a:gd name="T92" fmla="*/ 1233 w 2586"/>
                <a:gd name="T93" fmla="*/ 7 h 1744"/>
                <a:gd name="T94" fmla="*/ 1262 w 2586"/>
                <a:gd name="T95" fmla="*/ 2 h 1744"/>
                <a:gd name="T96" fmla="*/ 1293 w 2586"/>
                <a:gd name="T97" fmla="*/ 0 h 1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86" h="1744">
                  <a:moveTo>
                    <a:pt x="1293" y="0"/>
                  </a:moveTo>
                  <a:lnTo>
                    <a:pt x="1324" y="2"/>
                  </a:lnTo>
                  <a:lnTo>
                    <a:pt x="1353" y="7"/>
                  </a:lnTo>
                  <a:lnTo>
                    <a:pt x="1382" y="18"/>
                  </a:lnTo>
                  <a:lnTo>
                    <a:pt x="1409" y="32"/>
                  </a:lnTo>
                  <a:lnTo>
                    <a:pt x="2478" y="678"/>
                  </a:lnTo>
                  <a:lnTo>
                    <a:pt x="2505" y="698"/>
                  </a:lnTo>
                  <a:lnTo>
                    <a:pt x="2529" y="720"/>
                  </a:lnTo>
                  <a:lnTo>
                    <a:pt x="2549" y="747"/>
                  </a:lnTo>
                  <a:lnTo>
                    <a:pt x="2565" y="775"/>
                  </a:lnTo>
                  <a:lnTo>
                    <a:pt x="2576" y="806"/>
                  </a:lnTo>
                  <a:lnTo>
                    <a:pt x="2584" y="838"/>
                  </a:lnTo>
                  <a:lnTo>
                    <a:pt x="2586" y="872"/>
                  </a:lnTo>
                  <a:lnTo>
                    <a:pt x="2584" y="904"/>
                  </a:lnTo>
                  <a:lnTo>
                    <a:pt x="2576" y="936"/>
                  </a:lnTo>
                  <a:lnTo>
                    <a:pt x="2565" y="967"/>
                  </a:lnTo>
                  <a:lnTo>
                    <a:pt x="2549" y="995"/>
                  </a:lnTo>
                  <a:lnTo>
                    <a:pt x="2529" y="1022"/>
                  </a:lnTo>
                  <a:lnTo>
                    <a:pt x="2505" y="1044"/>
                  </a:lnTo>
                  <a:lnTo>
                    <a:pt x="2478" y="1064"/>
                  </a:lnTo>
                  <a:lnTo>
                    <a:pt x="1409" y="1711"/>
                  </a:lnTo>
                  <a:lnTo>
                    <a:pt x="1382" y="1725"/>
                  </a:lnTo>
                  <a:lnTo>
                    <a:pt x="1353" y="1736"/>
                  </a:lnTo>
                  <a:lnTo>
                    <a:pt x="1324" y="1742"/>
                  </a:lnTo>
                  <a:lnTo>
                    <a:pt x="1292" y="1744"/>
                  </a:lnTo>
                  <a:lnTo>
                    <a:pt x="1262" y="1742"/>
                  </a:lnTo>
                  <a:lnTo>
                    <a:pt x="1232" y="1736"/>
                  </a:lnTo>
                  <a:lnTo>
                    <a:pt x="1203" y="1725"/>
                  </a:lnTo>
                  <a:lnTo>
                    <a:pt x="1176" y="1711"/>
                  </a:lnTo>
                  <a:lnTo>
                    <a:pt x="108" y="1064"/>
                  </a:lnTo>
                  <a:lnTo>
                    <a:pt x="81" y="1044"/>
                  </a:lnTo>
                  <a:lnTo>
                    <a:pt x="57" y="1022"/>
                  </a:lnTo>
                  <a:lnTo>
                    <a:pt x="37" y="995"/>
                  </a:lnTo>
                  <a:lnTo>
                    <a:pt x="21" y="967"/>
                  </a:lnTo>
                  <a:lnTo>
                    <a:pt x="10" y="936"/>
                  </a:lnTo>
                  <a:lnTo>
                    <a:pt x="2" y="904"/>
                  </a:lnTo>
                  <a:lnTo>
                    <a:pt x="0" y="872"/>
                  </a:lnTo>
                  <a:lnTo>
                    <a:pt x="2" y="838"/>
                  </a:lnTo>
                  <a:lnTo>
                    <a:pt x="10" y="806"/>
                  </a:lnTo>
                  <a:lnTo>
                    <a:pt x="21" y="775"/>
                  </a:lnTo>
                  <a:lnTo>
                    <a:pt x="38" y="747"/>
                  </a:lnTo>
                  <a:lnTo>
                    <a:pt x="57" y="720"/>
                  </a:lnTo>
                  <a:lnTo>
                    <a:pt x="81" y="698"/>
                  </a:lnTo>
                  <a:lnTo>
                    <a:pt x="108" y="679"/>
                  </a:lnTo>
                  <a:lnTo>
                    <a:pt x="1177" y="32"/>
                  </a:lnTo>
                  <a:lnTo>
                    <a:pt x="1204" y="18"/>
                  </a:lnTo>
                  <a:lnTo>
                    <a:pt x="1233" y="7"/>
                  </a:lnTo>
                  <a:lnTo>
                    <a:pt x="1262" y="2"/>
                  </a:lnTo>
                  <a:lnTo>
                    <a:pt x="129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3" name="Freeform 56">
              <a:extLst>
                <a:ext uri="{FF2B5EF4-FFF2-40B4-BE49-F238E27FC236}">
                  <a16:creationId xmlns:a16="http://schemas.microsoft.com/office/drawing/2014/main" id="{A4206A2D-CF6A-4117-8422-D4DB4BCBE514}"/>
                </a:ext>
              </a:extLst>
            </p:cNvPr>
            <p:cNvSpPr>
              <a:spLocks/>
            </p:cNvSpPr>
            <p:nvPr/>
          </p:nvSpPr>
          <p:spPr bwMode="auto">
            <a:xfrm>
              <a:off x="888245" y="2638526"/>
              <a:ext cx="536575" cy="344488"/>
            </a:xfrm>
            <a:custGeom>
              <a:avLst/>
              <a:gdLst>
                <a:gd name="T0" fmla="*/ 1181 w 2362"/>
                <a:gd name="T1" fmla="*/ 0 h 1519"/>
                <a:gd name="T2" fmla="*/ 1201 w 2362"/>
                <a:gd name="T3" fmla="*/ 2 h 1519"/>
                <a:gd name="T4" fmla="*/ 1221 w 2362"/>
                <a:gd name="T5" fmla="*/ 7 h 1519"/>
                <a:gd name="T6" fmla="*/ 1239 w 2362"/>
                <a:gd name="T7" fmla="*/ 16 h 1519"/>
                <a:gd name="T8" fmla="*/ 2307 w 2362"/>
                <a:gd name="T9" fmla="*/ 663 h 1519"/>
                <a:gd name="T10" fmla="*/ 2326 w 2362"/>
                <a:gd name="T11" fmla="*/ 677 h 1519"/>
                <a:gd name="T12" fmla="*/ 2341 w 2362"/>
                <a:gd name="T13" fmla="*/ 694 h 1519"/>
                <a:gd name="T14" fmla="*/ 2353 w 2362"/>
                <a:gd name="T15" fmla="*/ 714 h 1519"/>
                <a:gd name="T16" fmla="*/ 2359 w 2362"/>
                <a:gd name="T17" fmla="*/ 736 h 1519"/>
                <a:gd name="T18" fmla="*/ 2362 w 2362"/>
                <a:gd name="T19" fmla="*/ 760 h 1519"/>
                <a:gd name="T20" fmla="*/ 2359 w 2362"/>
                <a:gd name="T21" fmla="*/ 783 h 1519"/>
                <a:gd name="T22" fmla="*/ 2353 w 2362"/>
                <a:gd name="T23" fmla="*/ 804 h 1519"/>
                <a:gd name="T24" fmla="*/ 2341 w 2362"/>
                <a:gd name="T25" fmla="*/ 824 h 1519"/>
                <a:gd name="T26" fmla="*/ 2326 w 2362"/>
                <a:gd name="T27" fmla="*/ 841 h 1519"/>
                <a:gd name="T28" fmla="*/ 2307 w 2362"/>
                <a:gd name="T29" fmla="*/ 856 h 1519"/>
                <a:gd name="T30" fmla="*/ 1239 w 2362"/>
                <a:gd name="T31" fmla="*/ 1503 h 1519"/>
                <a:gd name="T32" fmla="*/ 1220 w 2362"/>
                <a:gd name="T33" fmla="*/ 1512 h 1519"/>
                <a:gd name="T34" fmla="*/ 1201 w 2362"/>
                <a:gd name="T35" fmla="*/ 1517 h 1519"/>
                <a:gd name="T36" fmla="*/ 1180 w 2362"/>
                <a:gd name="T37" fmla="*/ 1519 h 1519"/>
                <a:gd name="T38" fmla="*/ 1161 w 2362"/>
                <a:gd name="T39" fmla="*/ 1517 h 1519"/>
                <a:gd name="T40" fmla="*/ 1141 w 2362"/>
                <a:gd name="T41" fmla="*/ 1512 h 1519"/>
                <a:gd name="T42" fmla="*/ 1123 w 2362"/>
                <a:gd name="T43" fmla="*/ 1503 h 1519"/>
                <a:gd name="T44" fmla="*/ 55 w 2362"/>
                <a:gd name="T45" fmla="*/ 856 h 1519"/>
                <a:gd name="T46" fmla="*/ 36 w 2362"/>
                <a:gd name="T47" fmla="*/ 841 h 1519"/>
                <a:gd name="T48" fmla="*/ 21 w 2362"/>
                <a:gd name="T49" fmla="*/ 824 h 1519"/>
                <a:gd name="T50" fmla="*/ 9 w 2362"/>
                <a:gd name="T51" fmla="*/ 804 h 1519"/>
                <a:gd name="T52" fmla="*/ 3 w 2362"/>
                <a:gd name="T53" fmla="*/ 782 h 1519"/>
                <a:gd name="T54" fmla="*/ 0 w 2362"/>
                <a:gd name="T55" fmla="*/ 760 h 1519"/>
                <a:gd name="T56" fmla="*/ 3 w 2362"/>
                <a:gd name="T57" fmla="*/ 736 h 1519"/>
                <a:gd name="T58" fmla="*/ 9 w 2362"/>
                <a:gd name="T59" fmla="*/ 714 h 1519"/>
                <a:gd name="T60" fmla="*/ 21 w 2362"/>
                <a:gd name="T61" fmla="*/ 694 h 1519"/>
                <a:gd name="T62" fmla="*/ 36 w 2362"/>
                <a:gd name="T63" fmla="*/ 677 h 1519"/>
                <a:gd name="T64" fmla="*/ 55 w 2362"/>
                <a:gd name="T65" fmla="*/ 663 h 1519"/>
                <a:gd name="T66" fmla="*/ 1123 w 2362"/>
                <a:gd name="T67" fmla="*/ 16 h 1519"/>
                <a:gd name="T68" fmla="*/ 1141 w 2362"/>
                <a:gd name="T69" fmla="*/ 7 h 1519"/>
                <a:gd name="T70" fmla="*/ 1161 w 2362"/>
                <a:gd name="T71" fmla="*/ 2 h 1519"/>
                <a:gd name="T72" fmla="*/ 1181 w 2362"/>
                <a:gd name="T73"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62" h="1519">
                  <a:moveTo>
                    <a:pt x="1181" y="0"/>
                  </a:moveTo>
                  <a:lnTo>
                    <a:pt x="1201" y="2"/>
                  </a:lnTo>
                  <a:lnTo>
                    <a:pt x="1221" y="7"/>
                  </a:lnTo>
                  <a:lnTo>
                    <a:pt x="1239" y="16"/>
                  </a:lnTo>
                  <a:lnTo>
                    <a:pt x="2307" y="663"/>
                  </a:lnTo>
                  <a:lnTo>
                    <a:pt x="2326" y="677"/>
                  </a:lnTo>
                  <a:lnTo>
                    <a:pt x="2341" y="694"/>
                  </a:lnTo>
                  <a:lnTo>
                    <a:pt x="2353" y="714"/>
                  </a:lnTo>
                  <a:lnTo>
                    <a:pt x="2359" y="736"/>
                  </a:lnTo>
                  <a:lnTo>
                    <a:pt x="2362" y="760"/>
                  </a:lnTo>
                  <a:lnTo>
                    <a:pt x="2359" y="783"/>
                  </a:lnTo>
                  <a:lnTo>
                    <a:pt x="2353" y="804"/>
                  </a:lnTo>
                  <a:lnTo>
                    <a:pt x="2341" y="824"/>
                  </a:lnTo>
                  <a:lnTo>
                    <a:pt x="2326" y="841"/>
                  </a:lnTo>
                  <a:lnTo>
                    <a:pt x="2307" y="856"/>
                  </a:lnTo>
                  <a:lnTo>
                    <a:pt x="1239" y="1503"/>
                  </a:lnTo>
                  <a:lnTo>
                    <a:pt x="1220" y="1512"/>
                  </a:lnTo>
                  <a:lnTo>
                    <a:pt x="1201" y="1517"/>
                  </a:lnTo>
                  <a:lnTo>
                    <a:pt x="1180" y="1519"/>
                  </a:lnTo>
                  <a:lnTo>
                    <a:pt x="1161" y="1517"/>
                  </a:lnTo>
                  <a:lnTo>
                    <a:pt x="1141" y="1512"/>
                  </a:lnTo>
                  <a:lnTo>
                    <a:pt x="1123" y="1503"/>
                  </a:lnTo>
                  <a:lnTo>
                    <a:pt x="55" y="856"/>
                  </a:lnTo>
                  <a:lnTo>
                    <a:pt x="36" y="841"/>
                  </a:lnTo>
                  <a:lnTo>
                    <a:pt x="21" y="824"/>
                  </a:lnTo>
                  <a:lnTo>
                    <a:pt x="9" y="804"/>
                  </a:lnTo>
                  <a:lnTo>
                    <a:pt x="3" y="782"/>
                  </a:lnTo>
                  <a:lnTo>
                    <a:pt x="0" y="760"/>
                  </a:lnTo>
                  <a:lnTo>
                    <a:pt x="3" y="736"/>
                  </a:lnTo>
                  <a:lnTo>
                    <a:pt x="9" y="714"/>
                  </a:lnTo>
                  <a:lnTo>
                    <a:pt x="21" y="694"/>
                  </a:lnTo>
                  <a:lnTo>
                    <a:pt x="36" y="677"/>
                  </a:lnTo>
                  <a:lnTo>
                    <a:pt x="55" y="663"/>
                  </a:lnTo>
                  <a:lnTo>
                    <a:pt x="1123" y="16"/>
                  </a:lnTo>
                  <a:lnTo>
                    <a:pt x="1141" y="7"/>
                  </a:lnTo>
                  <a:lnTo>
                    <a:pt x="1161" y="2"/>
                  </a:lnTo>
                  <a:lnTo>
                    <a:pt x="118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00" name="Freeform 57">
              <a:extLst>
                <a:ext uri="{FF2B5EF4-FFF2-40B4-BE49-F238E27FC236}">
                  <a16:creationId xmlns:a16="http://schemas.microsoft.com/office/drawing/2014/main" id="{1736E5C5-7A33-4B5D-86F6-B7E1E1928775}"/>
                </a:ext>
              </a:extLst>
            </p:cNvPr>
            <p:cNvSpPr>
              <a:spLocks/>
            </p:cNvSpPr>
            <p:nvPr/>
          </p:nvSpPr>
          <p:spPr bwMode="auto">
            <a:xfrm>
              <a:off x="913645" y="2663926"/>
              <a:ext cx="485775" cy="293688"/>
            </a:xfrm>
            <a:custGeom>
              <a:avLst/>
              <a:gdLst>
                <a:gd name="T0" fmla="*/ 1068 w 2136"/>
                <a:gd name="T1" fmla="*/ 0 h 1294"/>
                <a:gd name="T2" fmla="*/ 2136 w 2136"/>
                <a:gd name="T3" fmla="*/ 647 h 1294"/>
                <a:gd name="T4" fmla="*/ 1067 w 2136"/>
                <a:gd name="T5" fmla="*/ 1294 h 1294"/>
                <a:gd name="T6" fmla="*/ 0 w 2136"/>
                <a:gd name="T7" fmla="*/ 647 h 1294"/>
                <a:gd name="T8" fmla="*/ 1068 w 2136"/>
                <a:gd name="T9" fmla="*/ 0 h 1294"/>
              </a:gdLst>
              <a:ahLst/>
              <a:cxnLst>
                <a:cxn ang="0">
                  <a:pos x="T0" y="T1"/>
                </a:cxn>
                <a:cxn ang="0">
                  <a:pos x="T2" y="T3"/>
                </a:cxn>
                <a:cxn ang="0">
                  <a:pos x="T4" y="T5"/>
                </a:cxn>
                <a:cxn ang="0">
                  <a:pos x="T6" y="T7"/>
                </a:cxn>
                <a:cxn ang="0">
                  <a:pos x="T8" y="T9"/>
                </a:cxn>
              </a:cxnLst>
              <a:rect l="0" t="0" r="r" b="b"/>
              <a:pathLst>
                <a:path w="2136" h="1294">
                  <a:moveTo>
                    <a:pt x="1068" y="0"/>
                  </a:moveTo>
                  <a:lnTo>
                    <a:pt x="2136" y="647"/>
                  </a:lnTo>
                  <a:lnTo>
                    <a:pt x="1067" y="1294"/>
                  </a:lnTo>
                  <a:lnTo>
                    <a:pt x="0" y="647"/>
                  </a:lnTo>
                  <a:lnTo>
                    <a:pt x="1068"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06" name="Freeform 58">
              <a:extLst>
                <a:ext uri="{FF2B5EF4-FFF2-40B4-BE49-F238E27FC236}">
                  <a16:creationId xmlns:a16="http://schemas.microsoft.com/office/drawing/2014/main" id="{68E509FD-D06F-4BC2-A1CD-A63A3249759D}"/>
                </a:ext>
              </a:extLst>
            </p:cNvPr>
            <p:cNvSpPr>
              <a:spLocks/>
            </p:cNvSpPr>
            <p:nvPr/>
          </p:nvSpPr>
          <p:spPr bwMode="auto">
            <a:xfrm>
              <a:off x="1024770" y="2663926"/>
              <a:ext cx="374650" cy="161925"/>
            </a:xfrm>
            <a:custGeom>
              <a:avLst/>
              <a:gdLst>
                <a:gd name="T0" fmla="*/ 582 w 1650"/>
                <a:gd name="T1" fmla="*/ 0 h 712"/>
                <a:gd name="T2" fmla="*/ 1650 w 1650"/>
                <a:gd name="T3" fmla="*/ 647 h 712"/>
                <a:gd name="T4" fmla="*/ 1541 w 1650"/>
                <a:gd name="T5" fmla="*/ 712 h 712"/>
                <a:gd name="T6" fmla="*/ 1518 w 1650"/>
                <a:gd name="T7" fmla="*/ 687 h 712"/>
                <a:gd name="T8" fmla="*/ 1493 w 1650"/>
                <a:gd name="T9" fmla="*/ 663 h 712"/>
                <a:gd name="T10" fmla="*/ 1468 w 1650"/>
                <a:gd name="T11" fmla="*/ 643 h 712"/>
                <a:gd name="T12" fmla="*/ 1407 w 1650"/>
                <a:gd name="T13" fmla="*/ 600 h 712"/>
                <a:gd name="T14" fmla="*/ 1346 w 1650"/>
                <a:gd name="T15" fmla="*/ 564 h 712"/>
                <a:gd name="T16" fmla="*/ 1286 w 1650"/>
                <a:gd name="T17" fmla="*/ 533 h 712"/>
                <a:gd name="T18" fmla="*/ 1225 w 1650"/>
                <a:gd name="T19" fmla="*/ 508 h 712"/>
                <a:gd name="T20" fmla="*/ 1164 w 1650"/>
                <a:gd name="T21" fmla="*/ 489 h 712"/>
                <a:gd name="T22" fmla="*/ 1102 w 1650"/>
                <a:gd name="T23" fmla="*/ 476 h 712"/>
                <a:gd name="T24" fmla="*/ 1037 w 1650"/>
                <a:gd name="T25" fmla="*/ 468 h 712"/>
                <a:gd name="T26" fmla="*/ 971 w 1650"/>
                <a:gd name="T27" fmla="*/ 466 h 712"/>
                <a:gd name="T28" fmla="*/ 894 w 1650"/>
                <a:gd name="T29" fmla="*/ 469 h 712"/>
                <a:gd name="T30" fmla="*/ 815 w 1650"/>
                <a:gd name="T31" fmla="*/ 475 h 712"/>
                <a:gd name="T32" fmla="*/ 735 w 1650"/>
                <a:gd name="T33" fmla="*/ 485 h 712"/>
                <a:gd name="T34" fmla="*/ 679 w 1650"/>
                <a:gd name="T35" fmla="*/ 492 h 712"/>
                <a:gd name="T36" fmla="*/ 621 w 1650"/>
                <a:gd name="T37" fmla="*/ 499 h 712"/>
                <a:gd name="T38" fmla="*/ 562 w 1650"/>
                <a:gd name="T39" fmla="*/ 504 h 712"/>
                <a:gd name="T40" fmla="*/ 500 w 1650"/>
                <a:gd name="T41" fmla="*/ 507 h 712"/>
                <a:gd name="T42" fmla="*/ 434 w 1650"/>
                <a:gd name="T43" fmla="*/ 509 h 712"/>
                <a:gd name="T44" fmla="*/ 396 w 1650"/>
                <a:gd name="T45" fmla="*/ 508 h 712"/>
                <a:gd name="T46" fmla="*/ 337 w 1650"/>
                <a:gd name="T47" fmla="*/ 504 h 712"/>
                <a:gd name="T48" fmla="*/ 279 w 1650"/>
                <a:gd name="T49" fmla="*/ 493 h 712"/>
                <a:gd name="T50" fmla="*/ 222 w 1650"/>
                <a:gd name="T51" fmla="*/ 476 h 712"/>
                <a:gd name="T52" fmla="*/ 165 w 1650"/>
                <a:gd name="T53" fmla="*/ 454 h 712"/>
                <a:gd name="T54" fmla="*/ 109 w 1650"/>
                <a:gd name="T55" fmla="*/ 426 h 712"/>
                <a:gd name="T56" fmla="*/ 54 w 1650"/>
                <a:gd name="T57" fmla="*/ 392 h 712"/>
                <a:gd name="T58" fmla="*/ 0 w 1650"/>
                <a:gd name="T59" fmla="*/ 352 h 712"/>
                <a:gd name="T60" fmla="*/ 582 w 1650"/>
                <a:gd name="T61" fmla="*/ 0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650" h="712">
                  <a:moveTo>
                    <a:pt x="582" y="0"/>
                  </a:moveTo>
                  <a:lnTo>
                    <a:pt x="1650" y="647"/>
                  </a:lnTo>
                  <a:lnTo>
                    <a:pt x="1541" y="712"/>
                  </a:lnTo>
                  <a:lnTo>
                    <a:pt x="1518" y="687"/>
                  </a:lnTo>
                  <a:lnTo>
                    <a:pt x="1493" y="663"/>
                  </a:lnTo>
                  <a:lnTo>
                    <a:pt x="1468" y="643"/>
                  </a:lnTo>
                  <a:lnTo>
                    <a:pt x="1407" y="600"/>
                  </a:lnTo>
                  <a:lnTo>
                    <a:pt x="1346" y="564"/>
                  </a:lnTo>
                  <a:lnTo>
                    <a:pt x="1286" y="533"/>
                  </a:lnTo>
                  <a:lnTo>
                    <a:pt x="1225" y="508"/>
                  </a:lnTo>
                  <a:lnTo>
                    <a:pt x="1164" y="489"/>
                  </a:lnTo>
                  <a:lnTo>
                    <a:pt x="1102" y="476"/>
                  </a:lnTo>
                  <a:lnTo>
                    <a:pt x="1037" y="468"/>
                  </a:lnTo>
                  <a:lnTo>
                    <a:pt x="971" y="466"/>
                  </a:lnTo>
                  <a:lnTo>
                    <a:pt x="894" y="469"/>
                  </a:lnTo>
                  <a:lnTo>
                    <a:pt x="815" y="475"/>
                  </a:lnTo>
                  <a:lnTo>
                    <a:pt x="735" y="485"/>
                  </a:lnTo>
                  <a:lnTo>
                    <a:pt x="679" y="492"/>
                  </a:lnTo>
                  <a:lnTo>
                    <a:pt x="621" y="499"/>
                  </a:lnTo>
                  <a:lnTo>
                    <a:pt x="562" y="504"/>
                  </a:lnTo>
                  <a:lnTo>
                    <a:pt x="500" y="507"/>
                  </a:lnTo>
                  <a:lnTo>
                    <a:pt x="434" y="509"/>
                  </a:lnTo>
                  <a:lnTo>
                    <a:pt x="396" y="508"/>
                  </a:lnTo>
                  <a:lnTo>
                    <a:pt x="337" y="504"/>
                  </a:lnTo>
                  <a:lnTo>
                    <a:pt x="279" y="493"/>
                  </a:lnTo>
                  <a:lnTo>
                    <a:pt x="222" y="476"/>
                  </a:lnTo>
                  <a:lnTo>
                    <a:pt x="165" y="454"/>
                  </a:lnTo>
                  <a:lnTo>
                    <a:pt x="109" y="426"/>
                  </a:lnTo>
                  <a:lnTo>
                    <a:pt x="54" y="392"/>
                  </a:lnTo>
                  <a:lnTo>
                    <a:pt x="0" y="352"/>
                  </a:lnTo>
                  <a:lnTo>
                    <a:pt x="582" y="0"/>
                  </a:lnTo>
                  <a:close/>
                </a:path>
              </a:pathLst>
            </a:custGeom>
            <a:solidFill>
              <a:srgbClr val="FF883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cxnSp>
        <p:nvCxnSpPr>
          <p:cNvPr id="207" name="Straight Connector 206">
            <a:extLst>
              <a:ext uri="{FF2B5EF4-FFF2-40B4-BE49-F238E27FC236}">
                <a16:creationId xmlns:a16="http://schemas.microsoft.com/office/drawing/2014/main" id="{B2E07D1E-ACB5-4208-9BA3-A3A41F51E426}"/>
              </a:ext>
            </a:extLst>
          </p:cNvPr>
          <p:cNvCxnSpPr/>
          <p:nvPr/>
        </p:nvCxnSpPr>
        <p:spPr bwMode="auto">
          <a:xfrm>
            <a:off x="6253182" y="3937042"/>
            <a:ext cx="585874" cy="0"/>
          </a:xfrm>
          <a:prstGeom prst="line">
            <a:avLst/>
          </a:prstGeom>
          <a:noFill/>
          <a:ln w="9525" cap="flat" cmpd="sng" algn="ctr">
            <a:solidFill>
              <a:srgbClr val="BFBFBF"/>
            </a:solidFill>
            <a:prstDash val="solid"/>
            <a:round/>
            <a:headEnd type="none" w="med" len="med"/>
            <a:tailEnd type="none" w="med" len="med"/>
          </a:ln>
          <a:effectLst/>
        </p:spPr>
      </p:cxnSp>
      <p:cxnSp>
        <p:nvCxnSpPr>
          <p:cNvPr id="208" name="Straight Connector 207">
            <a:extLst>
              <a:ext uri="{FF2B5EF4-FFF2-40B4-BE49-F238E27FC236}">
                <a16:creationId xmlns:a16="http://schemas.microsoft.com/office/drawing/2014/main" id="{44C976E7-6593-4F44-965D-AFE52BEB2998}"/>
              </a:ext>
            </a:extLst>
          </p:cNvPr>
          <p:cNvCxnSpPr/>
          <p:nvPr/>
        </p:nvCxnSpPr>
        <p:spPr bwMode="auto">
          <a:xfrm>
            <a:off x="7758224" y="3937042"/>
            <a:ext cx="585874" cy="0"/>
          </a:xfrm>
          <a:prstGeom prst="line">
            <a:avLst/>
          </a:prstGeom>
          <a:noFill/>
          <a:ln w="9525" cap="flat" cmpd="sng" algn="ctr">
            <a:solidFill>
              <a:srgbClr val="BFBFBF"/>
            </a:solidFill>
            <a:prstDash val="solid"/>
            <a:round/>
            <a:headEnd type="none" w="med" len="med"/>
            <a:tailEnd type="none" w="med" len="med"/>
          </a:ln>
          <a:effectLst/>
        </p:spPr>
      </p:cxnSp>
    </p:spTree>
    <p:extLst>
      <p:ext uri="{BB962C8B-B14F-4D97-AF65-F5344CB8AC3E}">
        <p14:creationId xmlns:p14="http://schemas.microsoft.com/office/powerpoint/2010/main" val="462100876"/>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Detail Maps</a:t>
            </a:r>
          </a:p>
        </p:txBody>
      </p:sp>
      <p:cxnSp>
        <p:nvCxnSpPr>
          <p:cNvPr id="883" name="Straight Connector 882"/>
          <p:cNvCxnSpPr/>
          <p:nvPr/>
        </p:nvCxnSpPr>
        <p:spPr bwMode="auto">
          <a:xfrm flipV="1">
            <a:off x="683941" y="3126900"/>
            <a:ext cx="10698480" cy="1"/>
          </a:xfrm>
          <a:prstGeom prst="line">
            <a:avLst/>
          </a:prstGeom>
          <a:noFill/>
          <a:ln w="9525" cap="flat" cmpd="sng" algn="ctr">
            <a:solidFill>
              <a:srgbClr val="BFBFBF"/>
            </a:solidFill>
            <a:prstDash val="solid"/>
            <a:round/>
            <a:headEnd type="none" w="med" len="med"/>
            <a:tailEnd type="none" w="med" len="med"/>
          </a:ln>
          <a:effectLst/>
        </p:spPr>
      </p:cxnSp>
      <p:sp>
        <p:nvSpPr>
          <p:cNvPr id="526" name="TextBox 525"/>
          <p:cNvSpPr txBox="1">
            <a:spLocks noChangeAspect="1"/>
          </p:cNvSpPr>
          <p:nvPr/>
        </p:nvSpPr>
        <p:spPr>
          <a:xfrm>
            <a:off x="694209" y="1760762"/>
            <a:ext cx="954750" cy="558470"/>
          </a:xfrm>
          <a:prstGeom prst="rect">
            <a:avLst/>
          </a:prstGeom>
          <a:noFill/>
          <a:ln>
            <a:noFill/>
          </a:ln>
          <a:effectLst/>
        </p:spPr>
        <p:txBody>
          <a:bodyPr wrap="square" lIns="0" tIns="0" rIns="0" bIns="0" rtlCol="0">
            <a:noAutofit/>
          </a:bodyPr>
          <a:lstStyle/>
          <a:p>
            <a:pPr eaLnBrk="0" hangingPunct="0"/>
            <a:r>
              <a:rPr lang="en-US" sz="1200" dirty="0">
                <a:solidFill>
                  <a:schemeClr val="bg1"/>
                </a:solidFill>
              </a:rPr>
              <a:t>With </a:t>
            </a:r>
            <a:br>
              <a:rPr lang="en-US" sz="1200" dirty="0">
                <a:solidFill>
                  <a:schemeClr val="bg1"/>
                </a:solidFill>
              </a:rPr>
            </a:br>
            <a:r>
              <a:rPr lang="en-US" sz="1200" dirty="0">
                <a:solidFill>
                  <a:schemeClr val="bg1"/>
                </a:solidFill>
              </a:rPr>
              <a:t>Interface</a:t>
            </a:r>
          </a:p>
        </p:txBody>
      </p:sp>
      <p:sp>
        <p:nvSpPr>
          <p:cNvPr id="527" name="TextBox 526"/>
          <p:cNvSpPr txBox="1">
            <a:spLocks noChangeAspect="1"/>
          </p:cNvSpPr>
          <p:nvPr/>
        </p:nvSpPr>
        <p:spPr>
          <a:xfrm>
            <a:off x="694209" y="2496599"/>
            <a:ext cx="954750" cy="420590"/>
          </a:xfrm>
          <a:prstGeom prst="rect">
            <a:avLst/>
          </a:prstGeom>
          <a:noFill/>
          <a:ln>
            <a:noFill/>
          </a:ln>
          <a:effectLst/>
        </p:spPr>
        <p:txBody>
          <a:bodyPr wrap="square" lIns="0" tIns="0" rIns="0" bIns="0" rtlCol="0">
            <a:noAutofit/>
          </a:bodyPr>
          <a:lstStyle/>
          <a:p>
            <a:pPr eaLnBrk="0" hangingPunct="0"/>
            <a:r>
              <a:rPr lang="en-US" sz="1200" dirty="0">
                <a:solidFill>
                  <a:schemeClr val="bg1"/>
                </a:solidFill>
              </a:rPr>
              <a:t>Without</a:t>
            </a:r>
          </a:p>
          <a:p>
            <a:pPr eaLnBrk="0" hangingPunct="0"/>
            <a:r>
              <a:rPr lang="en-US" sz="1200" dirty="0">
                <a:solidFill>
                  <a:schemeClr val="bg1"/>
                </a:solidFill>
              </a:rPr>
              <a:t>Interface</a:t>
            </a:r>
          </a:p>
        </p:txBody>
      </p:sp>
      <p:sp>
        <p:nvSpPr>
          <p:cNvPr id="528" name="TextBox 527"/>
          <p:cNvSpPr txBox="1">
            <a:spLocks noChangeAspect="1"/>
          </p:cNvSpPr>
          <p:nvPr/>
        </p:nvSpPr>
        <p:spPr>
          <a:xfrm>
            <a:off x="694210" y="3430183"/>
            <a:ext cx="965602" cy="330185"/>
          </a:xfrm>
          <a:prstGeom prst="rect">
            <a:avLst/>
          </a:prstGeom>
          <a:noFill/>
          <a:ln>
            <a:noFill/>
          </a:ln>
          <a:effectLst/>
        </p:spPr>
        <p:txBody>
          <a:bodyPr wrap="square" lIns="0" tIns="0" rIns="0" bIns="0" rtlCol="0">
            <a:noAutofit/>
          </a:bodyPr>
          <a:lstStyle/>
          <a:p>
            <a:pPr eaLnBrk="0" hangingPunct="0"/>
            <a:r>
              <a:rPr lang="en-US" sz="1200" dirty="0">
                <a:solidFill>
                  <a:schemeClr val="bg1"/>
                </a:solidFill>
              </a:rPr>
              <a:t>Layer</a:t>
            </a:r>
          </a:p>
        </p:txBody>
      </p:sp>
      <p:cxnSp>
        <p:nvCxnSpPr>
          <p:cNvPr id="554" name="Straight Connector 553"/>
          <p:cNvCxnSpPr/>
          <p:nvPr/>
        </p:nvCxnSpPr>
        <p:spPr bwMode="auto">
          <a:xfrm flipV="1">
            <a:off x="683941" y="2319180"/>
            <a:ext cx="10698480" cy="1"/>
          </a:xfrm>
          <a:prstGeom prst="line">
            <a:avLst/>
          </a:prstGeom>
          <a:noFill/>
          <a:ln w="9525" cap="flat" cmpd="sng" algn="ctr">
            <a:solidFill>
              <a:srgbClr val="BFBFBF"/>
            </a:solidFill>
            <a:prstDash val="solid"/>
            <a:round/>
            <a:headEnd type="none" w="med" len="med"/>
            <a:tailEnd type="none" w="med" len="med"/>
          </a:ln>
          <a:effectLst/>
        </p:spPr>
      </p:cxnSp>
      <p:grpSp>
        <p:nvGrpSpPr>
          <p:cNvPr id="176" name="Group 4"/>
          <p:cNvGrpSpPr>
            <a:grpSpLocks noChangeAspect="1"/>
          </p:cNvGrpSpPr>
          <p:nvPr/>
        </p:nvGrpSpPr>
        <p:grpSpPr bwMode="auto">
          <a:xfrm>
            <a:off x="1799509" y="1709580"/>
            <a:ext cx="580953" cy="457200"/>
            <a:chOff x="1285" y="1293"/>
            <a:chExt cx="338" cy="266"/>
          </a:xfrm>
        </p:grpSpPr>
        <p:sp useBgFill="1">
          <p:nvSpPr>
            <p:cNvPr id="179" name="Freeform 6"/>
            <p:cNvSpPr>
              <a:spLocks/>
            </p:cNvSpPr>
            <p:nvPr/>
          </p:nvSpPr>
          <p:spPr bwMode="auto">
            <a:xfrm>
              <a:off x="1285" y="1293"/>
              <a:ext cx="338" cy="266"/>
            </a:xfrm>
            <a:custGeom>
              <a:avLst/>
              <a:gdLst>
                <a:gd name="T0" fmla="*/ 113 w 2362"/>
                <a:gd name="T1" fmla="*/ 0 h 1856"/>
                <a:gd name="T2" fmla="*/ 2249 w 2362"/>
                <a:gd name="T3" fmla="*/ 0 h 1856"/>
                <a:gd name="T4" fmla="*/ 2275 w 2362"/>
                <a:gd name="T5" fmla="*/ 3 h 1856"/>
                <a:gd name="T6" fmla="*/ 2299 w 2362"/>
                <a:gd name="T7" fmla="*/ 12 h 1856"/>
                <a:gd name="T8" fmla="*/ 2320 w 2362"/>
                <a:gd name="T9" fmla="*/ 25 h 1856"/>
                <a:gd name="T10" fmla="*/ 2337 w 2362"/>
                <a:gd name="T11" fmla="*/ 42 h 1856"/>
                <a:gd name="T12" fmla="*/ 2350 w 2362"/>
                <a:gd name="T13" fmla="*/ 63 h 1856"/>
                <a:gd name="T14" fmla="*/ 2359 w 2362"/>
                <a:gd name="T15" fmla="*/ 87 h 1856"/>
                <a:gd name="T16" fmla="*/ 2362 w 2362"/>
                <a:gd name="T17" fmla="*/ 113 h 1856"/>
                <a:gd name="T18" fmla="*/ 2362 w 2362"/>
                <a:gd name="T19" fmla="*/ 1743 h 1856"/>
                <a:gd name="T20" fmla="*/ 2359 w 2362"/>
                <a:gd name="T21" fmla="*/ 1769 h 1856"/>
                <a:gd name="T22" fmla="*/ 2350 w 2362"/>
                <a:gd name="T23" fmla="*/ 1793 h 1856"/>
                <a:gd name="T24" fmla="*/ 2337 w 2362"/>
                <a:gd name="T25" fmla="*/ 1814 h 1856"/>
                <a:gd name="T26" fmla="*/ 2320 w 2362"/>
                <a:gd name="T27" fmla="*/ 1831 h 1856"/>
                <a:gd name="T28" fmla="*/ 2299 w 2362"/>
                <a:gd name="T29" fmla="*/ 1844 h 1856"/>
                <a:gd name="T30" fmla="*/ 2275 w 2362"/>
                <a:gd name="T31" fmla="*/ 1853 h 1856"/>
                <a:gd name="T32" fmla="*/ 2249 w 2362"/>
                <a:gd name="T33" fmla="*/ 1856 h 1856"/>
                <a:gd name="T34" fmla="*/ 113 w 2362"/>
                <a:gd name="T35" fmla="*/ 1856 h 1856"/>
                <a:gd name="T36" fmla="*/ 87 w 2362"/>
                <a:gd name="T37" fmla="*/ 1853 h 1856"/>
                <a:gd name="T38" fmla="*/ 63 w 2362"/>
                <a:gd name="T39" fmla="*/ 1844 h 1856"/>
                <a:gd name="T40" fmla="*/ 42 w 2362"/>
                <a:gd name="T41" fmla="*/ 1831 h 1856"/>
                <a:gd name="T42" fmla="*/ 25 w 2362"/>
                <a:gd name="T43" fmla="*/ 1814 h 1856"/>
                <a:gd name="T44" fmla="*/ 12 w 2362"/>
                <a:gd name="T45" fmla="*/ 1793 h 1856"/>
                <a:gd name="T46" fmla="*/ 3 w 2362"/>
                <a:gd name="T47" fmla="*/ 1769 h 1856"/>
                <a:gd name="T48" fmla="*/ 0 w 2362"/>
                <a:gd name="T49" fmla="*/ 1743 h 1856"/>
                <a:gd name="T50" fmla="*/ 0 w 2362"/>
                <a:gd name="T51" fmla="*/ 113 h 1856"/>
                <a:gd name="T52" fmla="*/ 3 w 2362"/>
                <a:gd name="T53" fmla="*/ 87 h 1856"/>
                <a:gd name="T54" fmla="*/ 12 w 2362"/>
                <a:gd name="T55" fmla="*/ 63 h 1856"/>
                <a:gd name="T56" fmla="*/ 25 w 2362"/>
                <a:gd name="T57" fmla="*/ 42 h 1856"/>
                <a:gd name="T58" fmla="*/ 42 w 2362"/>
                <a:gd name="T59" fmla="*/ 25 h 1856"/>
                <a:gd name="T60" fmla="*/ 63 w 2362"/>
                <a:gd name="T61" fmla="*/ 12 h 1856"/>
                <a:gd name="T62" fmla="*/ 87 w 2362"/>
                <a:gd name="T63" fmla="*/ 3 h 1856"/>
                <a:gd name="T64" fmla="*/ 113 w 2362"/>
                <a:gd name="T65" fmla="*/ 0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56">
                  <a:moveTo>
                    <a:pt x="113" y="0"/>
                  </a:moveTo>
                  <a:lnTo>
                    <a:pt x="2249" y="0"/>
                  </a:lnTo>
                  <a:lnTo>
                    <a:pt x="2275" y="3"/>
                  </a:lnTo>
                  <a:lnTo>
                    <a:pt x="2299" y="12"/>
                  </a:lnTo>
                  <a:lnTo>
                    <a:pt x="2320" y="25"/>
                  </a:lnTo>
                  <a:lnTo>
                    <a:pt x="2337" y="42"/>
                  </a:lnTo>
                  <a:lnTo>
                    <a:pt x="2350" y="63"/>
                  </a:lnTo>
                  <a:lnTo>
                    <a:pt x="2359" y="87"/>
                  </a:lnTo>
                  <a:lnTo>
                    <a:pt x="2362" y="113"/>
                  </a:lnTo>
                  <a:lnTo>
                    <a:pt x="2362" y="1743"/>
                  </a:lnTo>
                  <a:lnTo>
                    <a:pt x="2359" y="1769"/>
                  </a:lnTo>
                  <a:lnTo>
                    <a:pt x="2350" y="1793"/>
                  </a:lnTo>
                  <a:lnTo>
                    <a:pt x="2337" y="1814"/>
                  </a:lnTo>
                  <a:lnTo>
                    <a:pt x="2320" y="1831"/>
                  </a:lnTo>
                  <a:lnTo>
                    <a:pt x="2299" y="1844"/>
                  </a:lnTo>
                  <a:lnTo>
                    <a:pt x="2275" y="1853"/>
                  </a:lnTo>
                  <a:lnTo>
                    <a:pt x="2249" y="1856"/>
                  </a:lnTo>
                  <a:lnTo>
                    <a:pt x="113" y="1856"/>
                  </a:lnTo>
                  <a:lnTo>
                    <a:pt x="87" y="1853"/>
                  </a:lnTo>
                  <a:lnTo>
                    <a:pt x="63" y="1844"/>
                  </a:lnTo>
                  <a:lnTo>
                    <a:pt x="42" y="1831"/>
                  </a:lnTo>
                  <a:lnTo>
                    <a:pt x="25" y="1814"/>
                  </a:lnTo>
                  <a:lnTo>
                    <a:pt x="12" y="1793"/>
                  </a:lnTo>
                  <a:lnTo>
                    <a:pt x="3" y="1769"/>
                  </a:lnTo>
                  <a:lnTo>
                    <a:pt x="0" y="1743"/>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1" name="Rectangle 8"/>
            <p:cNvSpPr>
              <a:spLocks noChangeArrowheads="1"/>
            </p:cNvSpPr>
            <p:nvPr/>
          </p:nvSpPr>
          <p:spPr bwMode="auto">
            <a:xfrm>
              <a:off x="1334" y="1342"/>
              <a:ext cx="240" cy="32"/>
            </a:xfrm>
            <a:prstGeom prst="rect">
              <a:avLst/>
            </a:prstGeom>
            <a:solidFill>
              <a:srgbClr val="7DD2F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2" name="Rectangle 9"/>
            <p:cNvSpPr>
              <a:spLocks noChangeArrowheads="1"/>
            </p:cNvSpPr>
            <p:nvPr/>
          </p:nvSpPr>
          <p:spPr bwMode="auto">
            <a:xfrm>
              <a:off x="1390" y="1390"/>
              <a:ext cx="184" cy="120"/>
            </a:xfrm>
            <a:prstGeom prst="rect">
              <a:avLst/>
            </a:prstGeom>
            <a:solidFill>
              <a:srgbClr val="FFFD9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endParaRPr>
            </a:p>
          </p:txBody>
        </p:sp>
        <p:sp>
          <p:nvSpPr>
            <p:cNvPr id="183" name="Freeform 10"/>
            <p:cNvSpPr>
              <a:spLocks/>
            </p:cNvSpPr>
            <p:nvPr/>
          </p:nvSpPr>
          <p:spPr bwMode="auto">
            <a:xfrm>
              <a:off x="1390" y="1394"/>
              <a:ext cx="184" cy="116"/>
            </a:xfrm>
            <a:custGeom>
              <a:avLst/>
              <a:gdLst>
                <a:gd name="T0" fmla="*/ 1282 w 1293"/>
                <a:gd name="T1" fmla="*/ 143 h 817"/>
                <a:gd name="T2" fmla="*/ 1230 w 1293"/>
                <a:gd name="T3" fmla="*/ 188 h 817"/>
                <a:gd name="T4" fmla="*/ 1149 w 1293"/>
                <a:gd name="T5" fmla="*/ 223 h 817"/>
                <a:gd name="T6" fmla="*/ 1063 w 1293"/>
                <a:gd name="T7" fmla="*/ 225 h 817"/>
                <a:gd name="T8" fmla="*/ 995 w 1293"/>
                <a:gd name="T9" fmla="*/ 251 h 817"/>
                <a:gd name="T10" fmla="*/ 932 w 1293"/>
                <a:gd name="T11" fmla="*/ 299 h 817"/>
                <a:gd name="T12" fmla="*/ 877 w 1293"/>
                <a:gd name="T13" fmla="*/ 346 h 817"/>
                <a:gd name="T14" fmla="*/ 836 w 1293"/>
                <a:gd name="T15" fmla="*/ 367 h 817"/>
                <a:gd name="T16" fmla="*/ 831 w 1293"/>
                <a:gd name="T17" fmla="*/ 369 h 817"/>
                <a:gd name="T18" fmla="*/ 869 w 1293"/>
                <a:gd name="T19" fmla="*/ 379 h 817"/>
                <a:gd name="T20" fmla="*/ 927 w 1293"/>
                <a:gd name="T21" fmla="*/ 402 h 817"/>
                <a:gd name="T22" fmla="*/ 983 w 1293"/>
                <a:gd name="T23" fmla="*/ 443 h 817"/>
                <a:gd name="T24" fmla="*/ 1030 w 1293"/>
                <a:gd name="T25" fmla="*/ 524 h 817"/>
                <a:gd name="T26" fmla="*/ 1041 w 1293"/>
                <a:gd name="T27" fmla="*/ 600 h 817"/>
                <a:gd name="T28" fmla="*/ 1018 w 1293"/>
                <a:gd name="T29" fmla="*/ 659 h 817"/>
                <a:gd name="T30" fmla="*/ 977 w 1293"/>
                <a:gd name="T31" fmla="*/ 703 h 817"/>
                <a:gd name="T32" fmla="*/ 930 w 1293"/>
                <a:gd name="T33" fmla="*/ 736 h 817"/>
                <a:gd name="T34" fmla="*/ 888 w 1293"/>
                <a:gd name="T35" fmla="*/ 760 h 817"/>
                <a:gd name="T36" fmla="*/ 847 w 1293"/>
                <a:gd name="T37" fmla="*/ 799 h 817"/>
                <a:gd name="T38" fmla="*/ 701 w 1293"/>
                <a:gd name="T39" fmla="*/ 794 h 817"/>
                <a:gd name="T40" fmla="*/ 745 w 1293"/>
                <a:gd name="T41" fmla="*/ 736 h 817"/>
                <a:gd name="T42" fmla="*/ 816 w 1293"/>
                <a:gd name="T43" fmla="*/ 684 h 817"/>
                <a:gd name="T44" fmla="*/ 883 w 1293"/>
                <a:gd name="T45" fmla="*/ 630 h 817"/>
                <a:gd name="T46" fmla="*/ 900 w 1293"/>
                <a:gd name="T47" fmla="*/ 592 h 817"/>
                <a:gd name="T48" fmla="*/ 898 w 1293"/>
                <a:gd name="T49" fmla="*/ 541 h 817"/>
                <a:gd name="T50" fmla="*/ 874 w 1293"/>
                <a:gd name="T51" fmla="*/ 490 h 817"/>
                <a:gd name="T52" fmla="*/ 820 w 1293"/>
                <a:gd name="T53" fmla="*/ 448 h 817"/>
                <a:gd name="T54" fmla="*/ 730 w 1293"/>
                <a:gd name="T55" fmla="*/ 428 h 817"/>
                <a:gd name="T56" fmla="*/ 642 w 1293"/>
                <a:gd name="T57" fmla="*/ 438 h 817"/>
                <a:gd name="T58" fmla="*/ 576 w 1293"/>
                <a:gd name="T59" fmla="*/ 466 h 817"/>
                <a:gd name="T60" fmla="*/ 523 w 1293"/>
                <a:gd name="T61" fmla="*/ 495 h 817"/>
                <a:gd name="T62" fmla="*/ 466 w 1293"/>
                <a:gd name="T63" fmla="*/ 506 h 817"/>
                <a:gd name="T64" fmla="*/ 393 w 1293"/>
                <a:gd name="T65" fmla="*/ 493 h 817"/>
                <a:gd name="T66" fmla="*/ 318 w 1293"/>
                <a:gd name="T67" fmla="*/ 473 h 817"/>
                <a:gd name="T68" fmla="*/ 263 w 1293"/>
                <a:gd name="T69" fmla="*/ 493 h 817"/>
                <a:gd name="T70" fmla="*/ 203 w 1293"/>
                <a:gd name="T71" fmla="*/ 544 h 817"/>
                <a:gd name="T72" fmla="*/ 133 w 1293"/>
                <a:gd name="T73" fmla="*/ 594 h 817"/>
                <a:gd name="T74" fmla="*/ 55 w 1293"/>
                <a:gd name="T75" fmla="*/ 612 h 817"/>
                <a:gd name="T76" fmla="*/ 0 w 1293"/>
                <a:gd name="T77" fmla="*/ 608 h 817"/>
                <a:gd name="T78" fmla="*/ 63 w 1293"/>
                <a:gd name="T79" fmla="*/ 404 h 817"/>
                <a:gd name="T80" fmla="*/ 130 w 1293"/>
                <a:gd name="T81" fmla="*/ 397 h 817"/>
                <a:gd name="T82" fmla="*/ 157 w 1293"/>
                <a:gd name="T83" fmla="*/ 371 h 817"/>
                <a:gd name="T84" fmla="*/ 185 w 1293"/>
                <a:gd name="T85" fmla="*/ 335 h 817"/>
                <a:gd name="T86" fmla="*/ 235 w 1293"/>
                <a:gd name="T87" fmla="*/ 300 h 817"/>
                <a:gd name="T88" fmla="*/ 310 w 1293"/>
                <a:gd name="T89" fmla="*/ 293 h 817"/>
                <a:gd name="T90" fmla="*/ 398 w 1293"/>
                <a:gd name="T91" fmla="*/ 316 h 817"/>
                <a:gd name="T92" fmla="*/ 467 w 1293"/>
                <a:gd name="T93" fmla="*/ 347 h 817"/>
                <a:gd name="T94" fmla="*/ 523 w 1293"/>
                <a:gd name="T95" fmla="*/ 342 h 817"/>
                <a:gd name="T96" fmla="*/ 584 w 1293"/>
                <a:gd name="T97" fmla="*/ 325 h 817"/>
                <a:gd name="T98" fmla="*/ 662 w 1293"/>
                <a:gd name="T99" fmla="*/ 317 h 817"/>
                <a:gd name="T100" fmla="*/ 756 w 1293"/>
                <a:gd name="T101" fmla="*/ 307 h 817"/>
                <a:gd name="T102" fmla="*/ 833 w 1293"/>
                <a:gd name="T103" fmla="*/ 267 h 817"/>
                <a:gd name="T104" fmla="*/ 910 w 1293"/>
                <a:gd name="T105" fmla="*/ 204 h 817"/>
                <a:gd name="T106" fmla="*/ 985 w 1293"/>
                <a:gd name="T107" fmla="*/ 155 h 817"/>
                <a:gd name="T108" fmla="*/ 1061 w 1293"/>
                <a:gd name="T109" fmla="*/ 134 h 817"/>
                <a:gd name="T110" fmla="*/ 1162 w 1293"/>
                <a:gd name="T111" fmla="*/ 121 h 817"/>
                <a:gd name="T112" fmla="*/ 1216 w 1293"/>
                <a:gd name="T113" fmla="*/ 91 h 817"/>
                <a:gd name="T114" fmla="*/ 1260 w 1293"/>
                <a:gd name="T115" fmla="*/ 40 h 817"/>
                <a:gd name="T116" fmla="*/ 1293 w 1293"/>
                <a:gd name="T117" fmla="*/ 0 h 8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93" h="817">
                  <a:moveTo>
                    <a:pt x="1293" y="0"/>
                  </a:moveTo>
                  <a:lnTo>
                    <a:pt x="1293" y="130"/>
                  </a:lnTo>
                  <a:lnTo>
                    <a:pt x="1282" y="143"/>
                  </a:lnTo>
                  <a:lnTo>
                    <a:pt x="1269" y="158"/>
                  </a:lnTo>
                  <a:lnTo>
                    <a:pt x="1251" y="174"/>
                  </a:lnTo>
                  <a:lnTo>
                    <a:pt x="1230" y="188"/>
                  </a:lnTo>
                  <a:lnTo>
                    <a:pt x="1205" y="203"/>
                  </a:lnTo>
                  <a:lnTo>
                    <a:pt x="1178" y="215"/>
                  </a:lnTo>
                  <a:lnTo>
                    <a:pt x="1149" y="223"/>
                  </a:lnTo>
                  <a:lnTo>
                    <a:pt x="1119" y="228"/>
                  </a:lnTo>
                  <a:lnTo>
                    <a:pt x="1086" y="225"/>
                  </a:lnTo>
                  <a:lnTo>
                    <a:pt x="1063" y="225"/>
                  </a:lnTo>
                  <a:lnTo>
                    <a:pt x="1041" y="230"/>
                  </a:lnTo>
                  <a:lnTo>
                    <a:pt x="1017" y="239"/>
                  </a:lnTo>
                  <a:lnTo>
                    <a:pt x="995" y="251"/>
                  </a:lnTo>
                  <a:lnTo>
                    <a:pt x="973" y="266"/>
                  </a:lnTo>
                  <a:lnTo>
                    <a:pt x="952" y="282"/>
                  </a:lnTo>
                  <a:lnTo>
                    <a:pt x="932" y="299"/>
                  </a:lnTo>
                  <a:lnTo>
                    <a:pt x="912" y="316"/>
                  </a:lnTo>
                  <a:lnTo>
                    <a:pt x="894" y="332"/>
                  </a:lnTo>
                  <a:lnTo>
                    <a:pt x="877" y="346"/>
                  </a:lnTo>
                  <a:lnTo>
                    <a:pt x="861" y="357"/>
                  </a:lnTo>
                  <a:lnTo>
                    <a:pt x="847" y="365"/>
                  </a:lnTo>
                  <a:lnTo>
                    <a:pt x="836" y="367"/>
                  </a:lnTo>
                  <a:lnTo>
                    <a:pt x="828" y="367"/>
                  </a:lnTo>
                  <a:lnTo>
                    <a:pt x="827" y="368"/>
                  </a:lnTo>
                  <a:lnTo>
                    <a:pt x="831" y="369"/>
                  </a:lnTo>
                  <a:lnTo>
                    <a:pt x="840" y="371"/>
                  </a:lnTo>
                  <a:lnTo>
                    <a:pt x="854" y="374"/>
                  </a:lnTo>
                  <a:lnTo>
                    <a:pt x="869" y="379"/>
                  </a:lnTo>
                  <a:lnTo>
                    <a:pt x="887" y="385"/>
                  </a:lnTo>
                  <a:lnTo>
                    <a:pt x="907" y="392"/>
                  </a:lnTo>
                  <a:lnTo>
                    <a:pt x="927" y="402"/>
                  </a:lnTo>
                  <a:lnTo>
                    <a:pt x="948" y="413"/>
                  </a:lnTo>
                  <a:lnTo>
                    <a:pt x="967" y="427"/>
                  </a:lnTo>
                  <a:lnTo>
                    <a:pt x="983" y="443"/>
                  </a:lnTo>
                  <a:lnTo>
                    <a:pt x="998" y="462"/>
                  </a:lnTo>
                  <a:lnTo>
                    <a:pt x="1017" y="495"/>
                  </a:lnTo>
                  <a:lnTo>
                    <a:pt x="1030" y="524"/>
                  </a:lnTo>
                  <a:lnTo>
                    <a:pt x="1037" y="552"/>
                  </a:lnTo>
                  <a:lnTo>
                    <a:pt x="1041" y="577"/>
                  </a:lnTo>
                  <a:lnTo>
                    <a:pt x="1041" y="600"/>
                  </a:lnTo>
                  <a:lnTo>
                    <a:pt x="1036" y="622"/>
                  </a:lnTo>
                  <a:lnTo>
                    <a:pt x="1029" y="642"/>
                  </a:lnTo>
                  <a:lnTo>
                    <a:pt x="1018" y="659"/>
                  </a:lnTo>
                  <a:lnTo>
                    <a:pt x="1007" y="675"/>
                  </a:lnTo>
                  <a:lnTo>
                    <a:pt x="993" y="689"/>
                  </a:lnTo>
                  <a:lnTo>
                    <a:pt x="977" y="703"/>
                  </a:lnTo>
                  <a:lnTo>
                    <a:pt x="962" y="715"/>
                  </a:lnTo>
                  <a:lnTo>
                    <a:pt x="945" y="726"/>
                  </a:lnTo>
                  <a:lnTo>
                    <a:pt x="930" y="736"/>
                  </a:lnTo>
                  <a:lnTo>
                    <a:pt x="915" y="744"/>
                  </a:lnTo>
                  <a:lnTo>
                    <a:pt x="901" y="753"/>
                  </a:lnTo>
                  <a:lnTo>
                    <a:pt x="888" y="760"/>
                  </a:lnTo>
                  <a:lnTo>
                    <a:pt x="878" y="766"/>
                  </a:lnTo>
                  <a:lnTo>
                    <a:pt x="861" y="781"/>
                  </a:lnTo>
                  <a:lnTo>
                    <a:pt x="847" y="799"/>
                  </a:lnTo>
                  <a:lnTo>
                    <a:pt x="836" y="817"/>
                  </a:lnTo>
                  <a:lnTo>
                    <a:pt x="688" y="817"/>
                  </a:lnTo>
                  <a:lnTo>
                    <a:pt x="701" y="794"/>
                  </a:lnTo>
                  <a:lnTo>
                    <a:pt x="716" y="772"/>
                  </a:lnTo>
                  <a:lnTo>
                    <a:pt x="729" y="753"/>
                  </a:lnTo>
                  <a:lnTo>
                    <a:pt x="745" y="736"/>
                  </a:lnTo>
                  <a:lnTo>
                    <a:pt x="766" y="719"/>
                  </a:lnTo>
                  <a:lnTo>
                    <a:pt x="790" y="702"/>
                  </a:lnTo>
                  <a:lnTo>
                    <a:pt x="816" y="684"/>
                  </a:lnTo>
                  <a:lnTo>
                    <a:pt x="841" y="666"/>
                  </a:lnTo>
                  <a:lnTo>
                    <a:pt x="864" y="648"/>
                  </a:lnTo>
                  <a:lnTo>
                    <a:pt x="883" y="630"/>
                  </a:lnTo>
                  <a:lnTo>
                    <a:pt x="891" y="619"/>
                  </a:lnTo>
                  <a:lnTo>
                    <a:pt x="896" y="607"/>
                  </a:lnTo>
                  <a:lnTo>
                    <a:pt x="900" y="592"/>
                  </a:lnTo>
                  <a:lnTo>
                    <a:pt x="901" y="576"/>
                  </a:lnTo>
                  <a:lnTo>
                    <a:pt x="901" y="559"/>
                  </a:lnTo>
                  <a:lnTo>
                    <a:pt x="898" y="541"/>
                  </a:lnTo>
                  <a:lnTo>
                    <a:pt x="893" y="523"/>
                  </a:lnTo>
                  <a:lnTo>
                    <a:pt x="884" y="506"/>
                  </a:lnTo>
                  <a:lnTo>
                    <a:pt x="874" y="490"/>
                  </a:lnTo>
                  <a:lnTo>
                    <a:pt x="859" y="474"/>
                  </a:lnTo>
                  <a:lnTo>
                    <a:pt x="841" y="460"/>
                  </a:lnTo>
                  <a:lnTo>
                    <a:pt x="820" y="448"/>
                  </a:lnTo>
                  <a:lnTo>
                    <a:pt x="794" y="439"/>
                  </a:lnTo>
                  <a:lnTo>
                    <a:pt x="765" y="431"/>
                  </a:lnTo>
                  <a:lnTo>
                    <a:pt x="730" y="428"/>
                  </a:lnTo>
                  <a:lnTo>
                    <a:pt x="698" y="428"/>
                  </a:lnTo>
                  <a:lnTo>
                    <a:pt x="669" y="432"/>
                  </a:lnTo>
                  <a:lnTo>
                    <a:pt x="642" y="438"/>
                  </a:lnTo>
                  <a:lnTo>
                    <a:pt x="618" y="446"/>
                  </a:lnTo>
                  <a:lnTo>
                    <a:pt x="596" y="456"/>
                  </a:lnTo>
                  <a:lnTo>
                    <a:pt x="576" y="466"/>
                  </a:lnTo>
                  <a:lnTo>
                    <a:pt x="557" y="477"/>
                  </a:lnTo>
                  <a:lnTo>
                    <a:pt x="540" y="486"/>
                  </a:lnTo>
                  <a:lnTo>
                    <a:pt x="523" y="495"/>
                  </a:lnTo>
                  <a:lnTo>
                    <a:pt x="507" y="501"/>
                  </a:lnTo>
                  <a:lnTo>
                    <a:pt x="491" y="505"/>
                  </a:lnTo>
                  <a:lnTo>
                    <a:pt x="466" y="506"/>
                  </a:lnTo>
                  <a:lnTo>
                    <a:pt x="442" y="504"/>
                  </a:lnTo>
                  <a:lnTo>
                    <a:pt x="417" y="499"/>
                  </a:lnTo>
                  <a:lnTo>
                    <a:pt x="393" y="493"/>
                  </a:lnTo>
                  <a:lnTo>
                    <a:pt x="369" y="485"/>
                  </a:lnTo>
                  <a:lnTo>
                    <a:pt x="343" y="478"/>
                  </a:lnTo>
                  <a:lnTo>
                    <a:pt x="318" y="473"/>
                  </a:lnTo>
                  <a:lnTo>
                    <a:pt x="300" y="474"/>
                  </a:lnTo>
                  <a:lnTo>
                    <a:pt x="281" y="481"/>
                  </a:lnTo>
                  <a:lnTo>
                    <a:pt x="263" y="493"/>
                  </a:lnTo>
                  <a:lnTo>
                    <a:pt x="244" y="509"/>
                  </a:lnTo>
                  <a:lnTo>
                    <a:pt x="224" y="526"/>
                  </a:lnTo>
                  <a:lnTo>
                    <a:pt x="203" y="544"/>
                  </a:lnTo>
                  <a:lnTo>
                    <a:pt x="182" y="563"/>
                  </a:lnTo>
                  <a:lnTo>
                    <a:pt x="157" y="580"/>
                  </a:lnTo>
                  <a:lnTo>
                    <a:pt x="133" y="594"/>
                  </a:lnTo>
                  <a:lnTo>
                    <a:pt x="106" y="604"/>
                  </a:lnTo>
                  <a:lnTo>
                    <a:pt x="78" y="610"/>
                  </a:lnTo>
                  <a:lnTo>
                    <a:pt x="55" y="612"/>
                  </a:lnTo>
                  <a:lnTo>
                    <a:pt x="35" y="613"/>
                  </a:lnTo>
                  <a:lnTo>
                    <a:pt x="17" y="611"/>
                  </a:lnTo>
                  <a:lnTo>
                    <a:pt x="0" y="608"/>
                  </a:lnTo>
                  <a:lnTo>
                    <a:pt x="0" y="395"/>
                  </a:lnTo>
                  <a:lnTo>
                    <a:pt x="30" y="401"/>
                  </a:lnTo>
                  <a:lnTo>
                    <a:pt x="63" y="404"/>
                  </a:lnTo>
                  <a:lnTo>
                    <a:pt x="98" y="404"/>
                  </a:lnTo>
                  <a:lnTo>
                    <a:pt x="116" y="401"/>
                  </a:lnTo>
                  <a:lnTo>
                    <a:pt x="130" y="397"/>
                  </a:lnTo>
                  <a:lnTo>
                    <a:pt x="140" y="389"/>
                  </a:lnTo>
                  <a:lnTo>
                    <a:pt x="149" y="381"/>
                  </a:lnTo>
                  <a:lnTo>
                    <a:pt x="157" y="371"/>
                  </a:lnTo>
                  <a:lnTo>
                    <a:pt x="165" y="360"/>
                  </a:lnTo>
                  <a:lnTo>
                    <a:pt x="174" y="348"/>
                  </a:lnTo>
                  <a:lnTo>
                    <a:pt x="185" y="335"/>
                  </a:lnTo>
                  <a:lnTo>
                    <a:pt x="199" y="323"/>
                  </a:lnTo>
                  <a:lnTo>
                    <a:pt x="217" y="310"/>
                  </a:lnTo>
                  <a:lnTo>
                    <a:pt x="235" y="300"/>
                  </a:lnTo>
                  <a:lnTo>
                    <a:pt x="257" y="295"/>
                  </a:lnTo>
                  <a:lnTo>
                    <a:pt x="282" y="292"/>
                  </a:lnTo>
                  <a:lnTo>
                    <a:pt x="310" y="293"/>
                  </a:lnTo>
                  <a:lnTo>
                    <a:pt x="339" y="297"/>
                  </a:lnTo>
                  <a:lnTo>
                    <a:pt x="369" y="305"/>
                  </a:lnTo>
                  <a:lnTo>
                    <a:pt x="398" y="316"/>
                  </a:lnTo>
                  <a:lnTo>
                    <a:pt x="428" y="332"/>
                  </a:lnTo>
                  <a:lnTo>
                    <a:pt x="448" y="342"/>
                  </a:lnTo>
                  <a:lnTo>
                    <a:pt x="467" y="347"/>
                  </a:lnTo>
                  <a:lnTo>
                    <a:pt x="486" y="348"/>
                  </a:lnTo>
                  <a:lnTo>
                    <a:pt x="504" y="346"/>
                  </a:lnTo>
                  <a:lnTo>
                    <a:pt x="523" y="342"/>
                  </a:lnTo>
                  <a:lnTo>
                    <a:pt x="542" y="336"/>
                  </a:lnTo>
                  <a:lnTo>
                    <a:pt x="562" y="330"/>
                  </a:lnTo>
                  <a:lnTo>
                    <a:pt x="584" y="325"/>
                  </a:lnTo>
                  <a:lnTo>
                    <a:pt x="607" y="320"/>
                  </a:lnTo>
                  <a:lnTo>
                    <a:pt x="634" y="317"/>
                  </a:lnTo>
                  <a:lnTo>
                    <a:pt x="662" y="317"/>
                  </a:lnTo>
                  <a:lnTo>
                    <a:pt x="696" y="318"/>
                  </a:lnTo>
                  <a:lnTo>
                    <a:pt x="728" y="314"/>
                  </a:lnTo>
                  <a:lnTo>
                    <a:pt x="756" y="307"/>
                  </a:lnTo>
                  <a:lnTo>
                    <a:pt x="784" y="296"/>
                  </a:lnTo>
                  <a:lnTo>
                    <a:pt x="809" y="284"/>
                  </a:lnTo>
                  <a:lnTo>
                    <a:pt x="833" y="267"/>
                  </a:lnTo>
                  <a:lnTo>
                    <a:pt x="858" y="248"/>
                  </a:lnTo>
                  <a:lnTo>
                    <a:pt x="883" y="228"/>
                  </a:lnTo>
                  <a:lnTo>
                    <a:pt x="910" y="204"/>
                  </a:lnTo>
                  <a:lnTo>
                    <a:pt x="936" y="184"/>
                  </a:lnTo>
                  <a:lnTo>
                    <a:pt x="960" y="167"/>
                  </a:lnTo>
                  <a:lnTo>
                    <a:pt x="985" y="155"/>
                  </a:lnTo>
                  <a:lnTo>
                    <a:pt x="1009" y="145"/>
                  </a:lnTo>
                  <a:lnTo>
                    <a:pt x="1033" y="139"/>
                  </a:lnTo>
                  <a:lnTo>
                    <a:pt x="1061" y="134"/>
                  </a:lnTo>
                  <a:lnTo>
                    <a:pt x="1090" y="129"/>
                  </a:lnTo>
                  <a:lnTo>
                    <a:pt x="1123" y="125"/>
                  </a:lnTo>
                  <a:lnTo>
                    <a:pt x="1162" y="121"/>
                  </a:lnTo>
                  <a:lnTo>
                    <a:pt x="1181" y="116"/>
                  </a:lnTo>
                  <a:lnTo>
                    <a:pt x="1199" y="105"/>
                  </a:lnTo>
                  <a:lnTo>
                    <a:pt x="1216" y="91"/>
                  </a:lnTo>
                  <a:lnTo>
                    <a:pt x="1232" y="74"/>
                  </a:lnTo>
                  <a:lnTo>
                    <a:pt x="1246" y="56"/>
                  </a:lnTo>
                  <a:lnTo>
                    <a:pt x="1260" y="40"/>
                  </a:lnTo>
                  <a:lnTo>
                    <a:pt x="1272" y="23"/>
                  </a:lnTo>
                  <a:lnTo>
                    <a:pt x="1283" y="10"/>
                  </a:lnTo>
                  <a:lnTo>
                    <a:pt x="1293" y="0"/>
                  </a:lnTo>
                  <a:close/>
                </a:path>
              </a:pathLst>
            </a:custGeom>
            <a:solidFill>
              <a:srgbClr val="2689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4" name="Freeform 11"/>
            <p:cNvSpPr>
              <a:spLocks noEditPoints="1"/>
            </p:cNvSpPr>
            <p:nvPr/>
          </p:nvSpPr>
          <p:spPr bwMode="auto">
            <a:xfrm>
              <a:off x="1390" y="1390"/>
              <a:ext cx="184" cy="120"/>
            </a:xfrm>
            <a:custGeom>
              <a:avLst/>
              <a:gdLst>
                <a:gd name="T0" fmla="*/ 0 w 1293"/>
                <a:gd name="T1" fmla="*/ 73 h 843"/>
                <a:gd name="T2" fmla="*/ 0 w 1293"/>
                <a:gd name="T3" fmla="*/ 0 h 843"/>
                <a:gd name="T4" fmla="*/ 718 w 1293"/>
                <a:gd name="T5" fmla="*/ 21 h 843"/>
                <a:gd name="T6" fmla="*/ 730 w 1293"/>
                <a:gd name="T7" fmla="*/ 73 h 843"/>
                <a:gd name="T8" fmla="*/ 733 w 1293"/>
                <a:gd name="T9" fmla="*/ 133 h 843"/>
                <a:gd name="T10" fmla="*/ 723 w 1293"/>
                <a:gd name="T11" fmla="*/ 199 h 843"/>
                <a:gd name="T12" fmla="*/ 691 w 1293"/>
                <a:gd name="T13" fmla="*/ 264 h 843"/>
                <a:gd name="T14" fmla="*/ 652 w 1293"/>
                <a:gd name="T15" fmla="*/ 303 h 843"/>
                <a:gd name="T16" fmla="*/ 595 w 1293"/>
                <a:gd name="T17" fmla="*/ 339 h 843"/>
                <a:gd name="T18" fmla="*/ 527 w 1293"/>
                <a:gd name="T19" fmla="*/ 370 h 843"/>
                <a:gd name="T20" fmla="*/ 456 w 1293"/>
                <a:gd name="T21" fmla="*/ 394 h 843"/>
                <a:gd name="T22" fmla="*/ 391 w 1293"/>
                <a:gd name="T23" fmla="*/ 412 h 843"/>
                <a:gd name="T24" fmla="*/ 367 w 1293"/>
                <a:gd name="T25" fmla="*/ 420 h 843"/>
                <a:gd name="T26" fmla="*/ 375 w 1293"/>
                <a:gd name="T27" fmla="*/ 425 h 843"/>
                <a:gd name="T28" fmla="*/ 407 w 1293"/>
                <a:gd name="T29" fmla="*/ 441 h 843"/>
                <a:gd name="T30" fmla="*/ 446 w 1293"/>
                <a:gd name="T31" fmla="*/ 453 h 843"/>
                <a:gd name="T32" fmla="*/ 490 w 1293"/>
                <a:gd name="T33" fmla="*/ 465 h 843"/>
                <a:gd name="T34" fmla="*/ 535 w 1293"/>
                <a:gd name="T35" fmla="*/ 477 h 843"/>
                <a:gd name="T36" fmla="*/ 579 w 1293"/>
                <a:gd name="T37" fmla="*/ 493 h 843"/>
                <a:gd name="T38" fmla="*/ 618 w 1293"/>
                <a:gd name="T39" fmla="*/ 514 h 843"/>
                <a:gd name="T40" fmla="*/ 649 w 1293"/>
                <a:gd name="T41" fmla="*/ 544 h 843"/>
                <a:gd name="T42" fmla="*/ 670 w 1293"/>
                <a:gd name="T43" fmla="*/ 583 h 843"/>
                <a:gd name="T44" fmla="*/ 676 w 1293"/>
                <a:gd name="T45" fmla="*/ 634 h 843"/>
                <a:gd name="T46" fmla="*/ 685 w 1293"/>
                <a:gd name="T47" fmla="*/ 681 h 843"/>
                <a:gd name="T48" fmla="*/ 711 w 1293"/>
                <a:gd name="T49" fmla="*/ 717 h 843"/>
                <a:gd name="T50" fmla="*/ 750 w 1293"/>
                <a:gd name="T51" fmla="*/ 741 h 843"/>
                <a:gd name="T52" fmla="*/ 798 w 1293"/>
                <a:gd name="T53" fmla="*/ 752 h 843"/>
                <a:gd name="T54" fmla="*/ 851 w 1293"/>
                <a:gd name="T55" fmla="*/ 751 h 843"/>
                <a:gd name="T56" fmla="*/ 906 w 1293"/>
                <a:gd name="T57" fmla="*/ 738 h 843"/>
                <a:gd name="T58" fmla="*/ 959 w 1293"/>
                <a:gd name="T59" fmla="*/ 713 h 843"/>
                <a:gd name="T60" fmla="*/ 1006 w 1293"/>
                <a:gd name="T61" fmla="*/ 676 h 843"/>
                <a:gd name="T62" fmla="*/ 1042 w 1293"/>
                <a:gd name="T63" fmla="*/ 626 h 843"/>
                <a:gd name="T64" fmla="*/ 1071 w 1293"/>
                <a:gd name="T65" fmla="*/ 565 h 843"/>
                <a:gd name="T66" fmla="*/ 1109 w 1293"/>
                <a:gd name="T67" fmla="*/ 517 h 843"/>
                <a:gd name="T68" fmla="*/ 1154 w 1293"/>
                <a:gd name="T69" fmla="*/ 487 h 843"/>
                <a:gd name="T70" fmla="*/ 1200 w 1293"/>
                <a:gd name="T71" fmla="*/ 472 h 843"/>
                <a:gd name="T72" fmla="*/ 1248 w 1293"/>
                <a:gd name="T73" fmla="*/ 469 h 843"/>
                <a:gd name="T74" fmla="*/ 1293 w 1293"/>
                <a:gd name="T75" fmla="*/ 476 h 843"/>
                <a:gd name="T76" fmla="*/ 0 w 1293"/>
                <a:gd name="T77" fmla="*/ 843 h 843"/>
                <a:gd name="T78" fmla="*/ 0 w 1293"/>
                <a:gd name="T79" fmla="*/ 662 h 843"/>
                <a:gd name="T80" fmla="*/ 0 w 1293"/>
                <a:gd name="T81" fmla="*/ 510 h 843"/>
                <a:gd name="T82" fmla="*/ 0 w 1293"/>
                <a:gd name="T83" fmla="*/ 108 h 843"/>
                <a:gd name="T84" fmla="*/ 0 w 1293"/>
                <a:gd name="T85" fmla="*/ 87 h 843"/>
                <a:gd name="T86" fmla="*/ 0 w 1293"/>
                <a:gd name="T87" fmla="*/ 80 h 843"/>
                <a:gd name="T88" fmla="*/ 0 w 1293"/>
                <a:gd name="T89" fmla="*/ 81 h 843"/>
                <a:gd name="T90" fmla="*/ 0 w 1293"/>
                <a:gd name="T91" fmla="*/ 80 h 843"/>
                <a:gd name="T92" fmla="*/ 0 w 1293"/>
                <a:gd name="T93" fmla="*/ 75 h 843"/>
                <a:gd name="T94" fmla="*/ 0 w 1293"/>
                <a:gd name="T95" fmla="*/ 74 h 843"/>
                <a:gd name="T96" fmla="*/ 0 w 1293"/>
                <a:gd name="T97" fmla="*/ 73 h 843"/>
                <a:gd name="T98" fmla="*/ 0 w 1293"/>
                <a:gd name="T99" fmla="*/ 68 h 843"/>
                <a:gd name="T100" fmla="*/ 0 w 1293"/>
                <a:gd name="T101" fmla="*/ 67 h 843"/>
                <a:gd name="T102" fmla="*/ 0 w 1293"/>
                <a:gd name="T103" fmla="*/ 66 h 843"/>
                <a:gd name="T104" fmla="*/ 0 w 1293"/>
                <a:gd name="T105" fmla="*/ 63 h 843"/>
                <a:gd name="T106" fmla="*/ 0 w 1293"/>
                <a:gd name="T107" fmla="*/ 61 h 843"/>
                <a:gd name="T108" fmla="*/ 0 w 1293"/>
                <a:gd name="T109" fmla="*/ 41 h 843"/>
                <a:gd name="T110" fmla="*/ 0 w 1293"/>
                <a:gd name="T111" fmla="*/ 0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93" h="843">
                  <a:moveTo>
                    <a:pt x="0" y="73"/>
                  </a:moveTo>
                  <a:lnTo>
                    <a:pt x="0" y="73"/>
                  </a:lnTo>
                  <a:lnTo>
                    <a:pt x="0" y="73"/>
                  </a:lnTo>
                  <a:close/>
                  <a:moveTo>
                    <a:pt x="0" y="0"/>
                  </a:moveTo>
                  <a:lnTo>
                    <a:pt x="710" y="0"/>
                  </a:lnTo>
                  <a:lnTo>
                    <a:pt x="718" y="21"/>
                  </a:lnTo>
                  <a:lnTo>
                    <a:pt x="725" y="45"/>
                  </a:lnTo>
                  <a:lnTo>
                    <a:pt x="730" y="73"/>
                  </a:lnTo>
                  <a:lnTo>
                    <a:pt x="733" y="102"/>
                  </a:lnTo>
                  <a:lnTo>
                    <a:pt x="733" y="133"/>
                  </a:lnTo>
                  <a:lnTo>
                    <a:pt x="730" y="166"/>
                  </a:lnTo>
                  <a:lnTo>
                    <a:pt x="723" y="199"/>
                  </a:lnTo>
                  <a:lnTo>
                    <a:pt x="710" y="231"/>
                  </a:lnTo>
                  <a:lnTo>
                    <a:pt x="691" y="264"/>
                  </a:lnTo>
                  <a:lnTo>
                    <a:pt x="674" y="284"/>
                  </a:lnTo>
                  <a:lnTo>
                    <a:pt x="652" y="303"/>
                  </a:lnTo>
                  <a:lnTo>
                    <a:pt x="625" y="322"/>
                  </a:lnTo>
                  <a:lnTo>
                    <a:pt x="595" y="339"/>
                  </a:lnTo>
                  <a:lnTo>
                    <a:pt x="562" y="355"/>
                  </a:lnTo>
                  <a:lnTo>
                    <a:pt x="527" y="370"/>
                  </a:lnTo>
                  <a:lnTo>
                    <a:pt x="492" y="382"/>
                  </a:lnTo>
                  <a:lnTo>
                    <a:pt x="456" y="394"/>
                  </a:lnTo>
                  <a:lnTo>
                    <a:pt x="423" y="404"/>
                  </a:lnTo>
                  <a:lnTo>
                    <a:pt x="391" y="412"/>
                  </a:lnTo>
                  <a:lnTo>
                    <a:pt x="362" y="418"/>
                  </a:lnTo>
                  <a:lnTo>
                    <a:pt x="367" y="420"/>
                  </a:lnTo>
                  <a:lnTo>
                    <a:pt x="371" y="423"/>
                  </a:lnTo>
                  <a:lnTo>
                    <a:pt x="375" y="425"/>
                  </a:lnTo>
                  <a:lnTo>
                    <a:pt x="390" y="433"/>
                  </a:lnTo>
                  <a:lnTo>
                    <a:pt x="407" y="441"/>
                  </a:lnTo>
                  <a:lnTo>
                    <a:pt x="426" y="447"/>
                  </a:lnTo>
                  <a:lnTo>
                    <a:pt x="446" y="453"/>
                  </a:lnTo>
                  <a:lnTo>
                    <a:pt x="467" y="458"/>
                  </a:lnTo>
                  <a:lnTo>
                    <a:pt x="490" y="465"/>
                  </a:lnTo>
                  <a:lnTo>
                    <a:pt x="512" y="471"/>
                  </a:lnTo>
                  <a:lnTo>
                    <a:pt x="535" y="477"/>
                  </a:lnTo>
                  <a:lnTo>
                    <a:pt x="557" y="485"/>
                  </a:lnTo>
                  <a:lnTo>
                    <a:pt x="579" y="493"/>
                  </a:lnTo>
                  <a:lnTo>
                    <a:pt x="599" y="503"/>
                  </a:lnTo>
                  <a:lnTo>
                    <a:pt x="618" y="514"/>
                  </a:lnTo>
                  <a:lnTo>
                    <a:pt x="634" y="528"/>
                  </a:lnTo>
                  <a:lnTo>
                    <a:pt x="649" y="544"/>
                  </a:lnTo>
                  <a:lnTo>
                    <a:pt x="660" y="562"/>
                  </a:lnTo>
                  <a:lnTo>
                    <a:pt x="670" y="583"/>
                  </a:lnTo>
                  <a:lnTo>
                    <a:pt x="675" y="606"/>
                  </a:lnTo>
                  <a:lnTo>
                    <a:pt x="676" y="634"/>
                  </a:lnTo>
                  <a:lnTo>
                    <a:pt x="678" y="659"/>
                  </a:lnTo>
                  <a:lnTo>
                    <a:pt x="685" y="681"/>
                  </a:lnTo>
                  <a:lnTo>
                    <a:pt x="696" y="700"/>
                  </a:lnTo>
                  <a:lnTo>
                    <a:pt x="711" y="717"/>
                  </a:lnTo>
                  <a:lnTo>
                    <a:pt x="729" y="730"/>
                  </a:lnTo>
                  <a:lnTo>
                    <a:pt x="750" y="741"/>
                  </a:lnTo>
                  <a:lnTo>
                    <a:pt x="773" y="748"/>
                  </a:lnTo>
                  <a:lnTo>
                    <a:pt x="798" y="752"/>
                  </a:lnTo>
                  <a:lnTo>
                    <a:pt x="824" y="753"/>
                  </a:lnTo>
                  <a:lnTo>
                    <a:pt x="851" y="751"/>
                  </a:lnTo>
                  <a:lnTo>
                    <a:pt x="879" y="746"/>
                  </a:lnTo>
                  <a:lnTo>
                    <a:pt x="906" y="738"/>
                  </a:lnTo>
                  <a:lnTo>
                    <a:pt x="934" y="727"/>
                  </a:lnTo>
                  <a:lnTo>
                    <a:pt x="959" y="713"/>
                  </a:lnTo>
                  <a:lnTo>
                    <a:pt x="983" y="696"/>
                  </a:lnTo>
                  <a:lnTo>
                    <a:pt x="1006" y="676"/>
                  </a:lnTo>
                  <a:lnTo>
                    <a:pt x="1026" y="653"/>
                  </a:lnTo>
                  <a:lnTo>
                    <a:pt x="1042" y="626"/>
                  </a:lnTo>
                  <a:lnTo>
                    <a:pt x="1055" y="598"/>
                  </a:lnTo>
                  <a:lnTo>
                    <a:pt x="1071" y="565"/>
                  </a:lnTo>
                  <a:lnTo>
                    <a:pt x="1089" y="539"/>
                  </a:lnTo>
                  <a:lnTo>
                    <a:pt x="1109" y="517"/>
                  </a:lnTo>
                  <a:lnTo>
                    <a:pt x="1131" y="500"/>
                  </a:lnTo>
                  <a:lnTo>
                    <a:pt x="1154" y="487"/>
                  </a:lnTo>
                  <a:lnTo>
                    <a:pt x="1177" y="477"/>
                  </a:lnTo>
                  <a:lnTo>
                    <a:pt x="1200" y="472"/>
                  </a:lnTo>
                  <a:lnTo>
                    <a:pt x="1224" y="469"/>
                  </a:lnTo>
                  <a:lnTo>
                    <a:pt x="1248" y="469"/>
                  </a:lnTo>
                  <a:lnTo>
                    <a:pt x="1271" y="471"/>
                  </a:lnTo>
                  <a:lnTo>
                    <a:pt x="1293" y="476"/>
                  </a:lnTo>
                  <a:lnTo>
                    <a:pt x="1293" y="843"/>
                  </a:lnTo>
                  <a:lnTo>
                    <a:pt x="0" y="843"/>
                  </a:lnTo>
                  <a:lnTo>
                    <a:pt x="0" y="749"/>
                  </a:lnTo>
                  <a:lnTo>
                    <a:pt x="0" y="662"/>
                  </a:lnTo>
                  <a:lnTo>
                    <a:pt x="0" y="582"/>
                  </a:lnTo>
                  <a:lnTo>
                    <a:pt x="0" y="510"/>
                  </a:lnTo>
                  <a:lnTo>
                    <a:pt x="0" y="127"/>
                  </a:lnTo>
                  <a:lnTo>
                    <a:pt x="0" y="108"/>
                  </a:lnTo>
                  <a:lnTo>
                    <a:pt x="0" y="93"/>
                  </a:lnTo>
                  <a:lnTo>
                    <a:pt x="0" y="87"/>
                  </a:lnTo>
                  <a:lnTo>
                    <a:pt x="0" y="82"/>
                  </a:lnTo>
                  <a:lnTo>
                    <a:pt x="0" y="80"/>
                  </a:lnTo>
                  <a:lnTo>
                    <a:pt x="0" y="85"/>
                  </a:lnTo>
                  <a:lnTo>
                    <a:pt x="0" y="81"/>
                  </a:lnTo>
                  <a:lnTo>
                    <a:pt x="0" y="78"/>
                  </a:lnTo>
                  <a:lnTo>
                    <a:pt x="0" y="80"/>
                  </a:lnTo>
                  <a:lnTo>
                    <a:pt x="0" y="77"/>
                  </a:lnTo>
                  <a:lnTo>
                    <a:pt x="0" y="75"/>
                  </a:lnTo>
                  <a:lnTo>
                    <a:pt x="0" y="73"/>
                  </a:lnTo>
                  <a:lnTo>
                    <a:pt x="0" y="74"/>
                  </a:lnTo>
                  <a:lnTo>
                    <a:pt x="0" y="70"/>
                  </a:lnTo>
                  <a:lnTo>
                    <a:pt x="0" y="73"/>
                  </a:lnTo>
                  <a:lnTo>
                    <a:pt x="0" y="73"/>
                  </a:lnTo>
                  <a:lnTo>
                    <a:pt x="0" y="68"/>
                  </a:lnTo>
                  <a:lnTo>
                    <a:pt x="0" y="69"/>
                  </a:lnTo>
                  <a:lnTo>
                    <a:pt x="0" y="67"/>
                  </a:lnTo>
                  <a:lnTo>
                    <a:pt x="0" y="68"/>
                  </a:lnTo>
                  <a:lnTo>
                    <a:pt x="0" y="66"/>
                  </a:lnTo>
                  <a:lnTo>
                    <a:pt x="0" y="63"/>
                  </a:lnTo>
                  <a:lnTo>
                    <a:pt x="0" y="63"/>
                  </a:lnTo>
                  <a:lnTo>
                    <a:pt x="0" y="61"/>
                  </a:lnTo>
                  <a:lnTo>
                    <a:pt x="0" y="61"/>
                  </a:lnTo>
                  <a:lnTo>
                    <a:pt x="0" y="56"/>
                  </a:lnTo>
                  <a:lnTo>
                    <a:pt x="0" y="41"/>
                  </a:lnTo>
                  <a:lnTo>
                    <a:pt x="0" y="22"/>
                  </a:lnTo>
                  <a:lnTo>
                    <a:pt x="0"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5" name="Freeform 12"/>
            <p:cNvSpPr>
              <a:spLocks noEditPoints="1"/>
            </p:cNvSpPr>
            <p:nvPr/>
          </p:nvSpPr>
          <p:spPr bwMode="auto">
            <a:xfrm>
              <a:off x="1390" y="1390"/>
              <a:ext cx="80" cy="120"/>
            </a:xfrm>
            <a:custGeom>
              <a:avLst/>
              <a:gdLst>
                <a:gd name="T0" fmla="*/ 416 w 560"/>
                <a:gd name="T1" fmla="*/ 595 h 843"/>
                <a:gd name="T2" fmla="*/ 481 w 560"/>
                <a:gd name="T3" fmla="*/ 612 h 843"/>
                <a:gd name="T4" fmla="*/ 528 w 560"/>
                <a:gd name="T5" fmla="*/ 641 h 843"/>
                <a:gd name="T6" fmla="*/ 554 w 560"/>
                <a:gd name="T7" fmla="*/ 675 h 843"/>
                <a:gd name="T8" fmla="*/ 560 w 560"/>
                <a:gd name="T9" fmla="*/ 710 h 843"/>
                <a:gd name="T10" fmla="*/ 552 w 560"/>
                <a:gd name="T11" fmla="*/ 746 h 843"/>
                <a:gd name="T12" fmla="*/ 532 w 560"/>
                <a:gd name="T13" fmla="*/ 781 h 843"/>
                <a:gd name="T14" fmla="*/ 504 w 560"/>
                <a:gd name="T15" fmla="*/ 820 h 843"/>
                <a:gd name="T16" fmla="*/ 0 w 560"/>
                <a:gd name="T17" fmla="*/ 843 h 843"/>
                <a:gd name="T18" fmla="*/ 24 w 560"/>
                <a:gd name="T19" fmla="*/ 724 h 843"/>
                <a:gd name="T20" fmla="*/ 86 w 560"/>
                <a:gd name="T21" fmla="*/ 725 h 843"/>
                <a:gd name="T22" fmla="*/ 140 w 560"/>
                <a:gd name="T23" fmla="*/ 713 h 843"/>
                <a:gd name="T24" fmla="*/ 182 w 560"/>
                <a:gd name="T25" fmla="*/ 691 h 843"/>
                <a:gd name="T26" fmla="*/ 227 w 560"/>
                <a:gd name="T27" fmla="*/ 662 h 843"/>
                <a:gd name="T28" fmla="*/ 276 w 560"/>
                <a:gd name="T29" fmla="*/ 632 h 843"/>
                <a:gd name="T30" fmla="*/ 329 w 560"/>
                <a:gd name="T31" fmla="*/ 607 h 843"/>
                <a:gd name="T32" fmla="*/ 387 w 560"/>
                <a:gd name="T33" fmla="*/ 595 h 843"/>
                <a:gd name="T34" fmla="*/ 473 w 560"/>
                <a:gd name="T35" fmla="*/ 0 h 843"/>
                <a:gd name="T36" fmla="*/ 480 w 560"/>
                <a:gd name="T37" fmla="*/ 61 h 843"/>
                <a:gd name="T38" fmla="*/ 475 w 560"/>
                <a:gd name="T39" fmla="*/ 125 h 843"/>
                <a:gd name="T40" fmla="*/ 461 w 560"/>
                <a:gd name="T41" fmla="*/ 179 h 843"/>
                <a:gd name="T42" fmla="*/ 439 w 560"/>
                <a:gd name="T43" fmla="*/ 206 h 843"/>
                <a:gd name="T44" fmla="*/ 415 w 560"/>
                <a:gd name="T45" fmla="*/ 217 h 843"/>
                <a:gd name="T46" fmla="*/ 388 w 560"/>
                <a:gd name="T47" fmla="*/ 213 h 843"/>
                <a:gd name="T48" fmla="*/ 359 w 560"/>
                <a:gd name="T49" fmla="*/ 203 h 843"/>
                <a:gd name="T50" fmla="*/ 330 w 560"/>
                <a:gd name="T51" fmla="*/ 190 h 843"/>
                <a:gd name="T52" fmla="*/ 294 w 560"/>
                <a:gd name="T53" fmla="*/ 180 h 843"/>
                <a:gd name="T54" fmla="*/ 243 w 560"/>
                <a:gd name="T55" fmla="*/ 182 h 843"/>
                <a:gd name="T56" fmla="*/ 190 w 560"/>
                <a:gd name="T57" fmla="*/ 201 h 843"/>
                <a:gd name="T58" fmla="*/ 139 w 560"/>
                <a:gd name="T59" fmla="*/ 236 h 843"/>
                <a:gd name="T60" fmla="*/ 100 w 560"/>
                <a:gd name="T61" fmla="*/ 278 h 843"/>
                <a:gd name="T62" fmla="*/ 61 w 560"/>
                <a:gd name="T63" fmla="*/ 305 h 843"/>
                <a:gd name="T64" fmla="*/ 20 w 560"/>
                <a:gd name="T65" fmla="*/ 323 h 843"/>
                <a:gd name="T66" fmla="*/ 0 w 560"/>
                <a:gd name="T67" fmla="*/ 0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60" h="843">
                  <a:moveTo>
                    <a:pt x="387" y="595"/>
                  </a:moveTo>
                  <a:lnTo>
                    <a:pt x="416" y="595"/>
                  </a:lnTo>
                  <a:lnTo>
                    <a:pt x="448" y="600"/>
                  </a:lnTo>
                  <a:lnTo>
                    <a:pt x="481" y="612"/>
                  </a:lnTo>
                  <a:lnTo>
                    <a:pt x="507" y="626"/>
                  </a:lnTo>
                  <a:lnTo>
                    <a:pt x="528" y="641"/>
                  </a:lnTo>
                  <a:lnTo>
                    <a:pt x="543" y="658"/>
                  </a:lnTo>
                  <a:lnTo>
                    <a:pt x="554" y="675"/>
                  </a:lnTo>
                  <a:lnTo>
                    <a:pt x="559" y="692"/>
                  </a:lnTo>
                  <a:lnTo>
                    <a:pt x="560" y="710"/>
                  </a:lnTo>
                  <a:lnTo>
                    <a:pt x="558" y="728"/>
                  </a:lnTo>
                  <a:lnTo>
                    <a:pt x="552" y="746"/>
                  </a:lnTo>
                  <a:lnTo>
                    <a:pt x="544" y="764"/>
                  </a:lnTo>
                  <a:lnTo>
                    <a:pt x="532" y="781"/>
                  </a:lnTo>
                  <a:lnTo>
                    <a:pt x="520" y="797"/>
                  </a:lnTo>
                  <a:lnTo>
                    <a:pt x="504" y="820"/>
                  </a:lnTo>
                  <a:lnTo>
                    <a:pt x="492" y="843"/>
                  </a:lnTo>
                  <a:lnTo>
                    <a:pt x="0" y="843"/>
                  </a:lnTo>
                  <a:lnTo>
                    <a:pt x="0" y="720"/>
                  </a:lnTo>
                  <a:lnTo>
                    <a:pt x="24" y="724"/>
                  </a:lnTo>
                  <a:lnTo>
                    <a:pt x="53" y="726"/>
                  </a:lnTo>
                  <a:lnTo>
                    <a:pt x="86" y="725"/>
                  </a:lnTo>
                  <a:lnTo>
                    <a:pt x="120" y="719"/>
                  </a:lnTo>
                  <a:lnTo>
                    <a:pt x="140" y="713"/>
                  </a:lnTo>
                  <a:lnTo>
                    <a:pt x="161" y="704"/>
                  </a:lnTo>
                  <a:lnTo>
                    <a:pt x="182" y="691"/>
                  </a:lnTo>
                  <a:lnTo>
                    <a:pt x="204" y="677"/>
                  </a:lnTo>
                  <a:lnTo>
                    <a:pt x="227" y="662"/>
                  </a:lnTo>
                  <a:lnTo>
                    <a:pt x="251" y="647"/>
                  </a:lnTo>
                  <a:lnTo>
                    <a:pt x="276" y="632"/>
                  </a:lnTo>
                  <a:lnTo>
                    <a:pt x="302" y="618"/>
                  </a:lnTo>
                  <a:lnTo>
                    <a:pt x="329" y="607"/>
                  </a:lnTo>
                  <a:lnTo>
                    <a:pt x="357" y="599"/>
                  </a:lnTo>
                  <a:lnTo>
                    <a:pt x="387" y="595"/>
                  </a:lnTo>
                  <a:close/>
                  <a:moveTo>
                    <a:pt x="0" y="0"/>
                  </a:moveTo>
                  <a:lnTo>
                    <a:pt x="473" y="0"/>
                  </a:lnTo>
                  <a:lnTo>
                    <a:pt x="477" y="30"/>
                  </a:lnTo>
                  <a:lnTo>
                    <a:pt x="480" y="61"/>
                  </a:lnTo>
                  <a:lnTo>
                    <a:pt x="479" y="93"/>
                  </a:lnTo>
                  <a:lnTo>
                    <a:pt x="475" y="125"/>
                  </a:lnTo>
                  <a:lnTo>
                    <a:pt x="469" y="156"/>
                  </a:lnTo>
                  <a:lnTo>
                    <a:pt x="461" y="179"/>
                  </a:lnTo>
                  <a:lnTo>
                    <a:pt x="451" y="195"/>
                  </a:lnTo>
                  <a:lnTo>
                    <a:pt x="439" y="206"/>
                  </a:lnTo>
                  <a:lnTo>
                    <a:pt x="428" y="213"/>
                  </a:lnTo>
                  <a:lnTo>
                    <a:pt x="415" y="217"/>
                  </a:lnTo>
                  <a:lnTo>
                    <a:pt x="401" y="216"/>
                  </a:lnTo>
                  <a:lnTo>
                    <a:pt x="388" y="213"/>
                  </a:lnTo>
                  <a:lnTo>
                    <a:pt x="374" y="208"/>
                  </a:lnTo>
                  <a:lnTo>
                    <a:pt x="359" y="203"/>
                  </a:lnTo>
                  <a:lnTo>
                    <a:pt x="344" y="196"/>
                  </a:lnTo>
                  <a:lnTo>
                    <a:pt x="330" y="190"/>
                  </a:lnTo>
                  <a:lnTo>
                    <a:pt x="316" y="185"/>
                  </a:lnTo>
                  <a:lnTo>
                    <a:pt x="294" y="180"/>
                  </a:lnTo>
                  <a:lnTo>
                    <a:pt x="268" y="179"/>
                  </a:lnTo>
                  <a:lnTo>
                    <a:pt x="243" y="182"/>
                  </a:lnTo>
                  <a:lnTo>
                    <a:pt x="217" y="189"/>
                  </a:lnTo>
                  <a:lnTo>
                    <a:pt x="190" y="201"/>
                  </a:lnTo>
                  <a:lnTo>
                    <a:pt x="164" y="216"/>
                  </a:lnTo>
                  <a:lnTo>
                    <a:pt x="139" y="236"/>
                  </a:lnTo>
                  <a:lnTo>
                    <a:pt x="117" y="260"/>
                  </a:lnTo>
                  <a:lnTo>
                    <a:pt x="100" y="278"/>
                  </a:lnTo>
                  <a:lnTo>
                    <a:pt x="81" y="294"/>
                  </a:lnTo>
                  <a:lnTo>
                    <a:pt x="61" y="305"/>
                  </a:lnTo>
                  <a:lnTo>
                    <a:pt x="40" y="316"/>
                  </a:lnTo>
                  <a:lnTo>
                    <a:pt x="20" y="323"/>
                  </a:lnTo>
                  <a:lnTo>
                    <a:pt x="0" y="330"/>
                  </a:lnTo>
                  <a:lnTo>
                    <a:pt x="0"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6" name="Freeform 13"/>
            <p:cNvSpPr>
              <a:spLocks/>
            </p:cNvSpPr>
            <p:nvPr/>
          </p:nvSpPr>
          <p:spPr bwMode="auto">
            <a:xfrm>
              <a:off x="1390" y="1394"/>
              <a:ext cx="184" cy="116"/>
            </a:xfrm>
            <a:custGeom>
              <a:avLst/>
              <a:gdLst>
                <a:gd name="T0" fmla="*/ 1282 w 1293"/>
                <a:gd name="T1" fmla="*/ 143 h 817"/>
                <a:gd name="T2" fmla="*/ 1230 w 1293"/>
                <a:gd name="T3" fmla="*/ 188 h 817"/>
                <a:gd name="T4" fmla="*/ 1149 w 1293"/>
                <a:gd name="T5" fmla="*/ 223 h 817"/>
                <a:gd name="T6" fmla="*/ 1063 w 1293"/>
                <a:gd name="T7" fmla="*/ 225 h 817"/>
                <a:gd name="T8" fmla="*/ 995 w 1293"/>
                <a:gd name="T9" fmla="*/ 251 h 817"/>
                <a:gd name="T10" fmla="*/ 932 w 1293"/>
                <a:gd name="T11" fmla="*/ 299 h 817"/>
                <a:gd name="T12" fmla="*/ 877 w 1293"/>
                <a:gd name="T13" fmla="*/ 346 h 817"/>
                <a:gd name="T14" fmla="*/ 836 w 1293"/>
                <a:gd name="T15" fmla="*/ 367 h 817"/>
                <a:gd name="T16" fmla="*/ 831 w 1293"/>
                <a:gd name="T17" fmla="*/ 369 h 817"/>
                <a:gd name="T18" fmla="*/ 869 w 1293"/>
                <a:gd name="T19" fmla="*/ 379 h 817"/>
                <a:gd name="T20" fmla="*/ 927 w 1293"/>
                <a:gd name="T21" fmla="*/ 402 h 817"/>
                <a:gd name="T22" fmla="*/ 983 w 1293"/>
                <a:gd name="T23" fmla="*/ 443 h 817"/>
                <a:gd name="T24" fmla="*/ 1030 w 1293"/>
                <a:gd name="T25" fmla="*/ 524 h 817"/>
                <a:gd name="T26" fmla="*/ 1041 w 1293"/>
                <a:gd name="T27" fmla="*/ 600 h 817"/>
                <a:gd name="T28" fmla="*/ 1018 w 1293"/>
                <a:gd name="T29" fmla="*/ 659 h 817"/>
                <a:gd name="T30" fmla="*/ 977 w 1293"/>
                <a:gd name="T31" fmla="*/ 703 h 817"/>
                <a:gd name="T32" fmla="*/ 930 w 1293"/>
                <a:gd name="T33" fmla="*/ 736 h 817"/>
                <a:gd name="T34" fmla="*/ 888 w 1293"/>
                <a:gd name="T35" fmla="*/ 760 h 817"/>
                <a:gd name="T36" fmla="*/ 847 w 1293"/>
                <a:gd name="T37" fmla="*/ 799 h 817"/>
                <a:gd name="T38" fmla="*/ 701 w 1293"/>
                <a:gd name="T39" fmla="*/ 794 h 817"/>
                <a:gd name="T40" fmla="*/ 745 w 1293"/>
                <a:gd name="T41" fmla="*/ 736 h 817"/>
                <a:gd name="T42" fmla="*/ 816 w 1293"/>
                <a:gd name="T43" fmla="*/ 684 h 817"/>
                <a:gd name="T44" fmla="*/ 883 w 1293"/>
                <a:gd name="T45" fmla="*/ 630 h 817"/>
                <a:gd name="T46" fmla="*/ 900 w 1293"/>
                <a:gd name="T47" fmla="*/ 592 h 817"/>
                <a:gd name="T48" fmla="*/ 898 w 1293"/>
                <a:gd name="T49" fmla="*/ 541 h 817"/>
                <a:gd name="T50" fmla="*/ 874 w 1293"/>
                <a:gd name="T51" fmla="*/ 490 h 817"/>
                <a:gd name="T52" fmla="*/ 820 w 1293"/>
                <a:gd name="T53" fmla="*/ 448 h 817"/>
                <a:gd name="T54" fmla="*/ 730 w 1293"/>
                <a:gd name="T55" fmla="*/ 428 h 817"/>
                <a:gd name="T56" fmla="*/ 642 w 1293"/>
                <a:gd name="T57" fmla="*/ 438 h 817"/>
                <a:gd name="T58" fmla="*/ 576 w 1293"/>
                <a:gd name="T59" fmla="*/ 466 h 817"/>
                <a:gd name="T60" fmla="*/ 523 w 1293"/>
                <a:gd name="T61" fmla="*/ 495 h 817"/>
                <a:gd name="T62" fmla="*/ 466 w 1293"/>
                <a:gd name="T63" fmla="*/ 506 h 817"/>
                <a:gd name="T64" fmla="*/ 393 w 1293"/>
                <a:gd name="T65" fmla="*/ 493 h 817"/>
                <a:gd name="T66" fmla="*/ 318 w 1293"/>
                <a:gd name="T67" fmla="*/ 473 h 817"/>
                <a:gd name="T68" fmla="*/ 263 w 1293"/>
                <a:gd name="T69" fmla="*/ 493 h 817"/>
                <a:gd name="T70" fmla="*/ 203 w 1293"/>
                <a:gd name="T71" fmla="*/ 544 h 817"/>
                <a:gd name="T72" fmla="*/ 133 w 1293"/>
                <a:gd name="T73" fmla="*/ 594 h 817"/>
                <a:gd name="T74" fmla="*/ 55 w 1293"/>
                <a:gd name="T75" fmla="*/ 612 h 817"/>
                <a:gd name="T76" fmla="*/ 0 w 1293"/>
                <a:gd name="T77" fmla="*/ 608 h 817"/>
                <a:gd name="T78" fmla="*/ 63 w 1293"/>
                <a:gd name="T79" fmla="*/ 404 h 817"/>
                <a:gd name="T80" fmla="*/ 130 w 1293"/>
                <a:gd name="T81" fmla="*/ 397 h 817"/>
                <a:gd name="T82" fmla="*/ 157 w 1293"/>
                <a:gd name="T83" fmla="*/ 371 h 817"/>
                <a:gd name="T84" fmla="*/ 185 w 1293"/>
                <a:gd name="T85" fmla="*/ 335 h 817"/>
                <a:gd name="T86" fmla="*/ 235 w 1293"/>
                <a:gd name="T87" fmla="*/ 300 h 817"/>
                <a:gd name="T88" fmla="*/ 310 w 1293"/>
                <a:gd name="T89" fmla="*/ 293 h 817"/>
                <a:gd name="T90" fmla="*/ 398 w 1293"/>
                <a:gd name="T91" fmla="*/ 316 h 817"/>
                <a:gd name="T92" fmla="*/ 467 w 1293"/>
                <a:gd name="T93" fmla="*/ 347 h 817"/>
                <a:gd name="T94" fmla="*/ 523 w 1293"/>
                <a:gd name="T95" fmla="*/ 342 h 817"/>
                <a:gd name="T96" fmla="*/ 584 w 1293"/>
                <a:gd name="T97" fmla="*/ 325 h 817"/>
                <a:gd name="T98" fmla="*/ 662 w 1293"/>
                <a:gd name="T99" fmla="*/ 317 h 817"/>
                <a:gd name="T100" fmla="*/ 756 w 1293"/>
                <a:gd name="T101" fmla="*/ 307 h 817"/>
                <a:gd name="T102" fmla="*/ 833 w 1293"/>
                <a:gd name="T103" fmla="*/ 267 h 817"/>
                <a:gd name="T104" fmla="*/ 910 w 1293"/>
                <a:gd name="T105" fmla="*/ 204 h 817"/>
                <a:gd name="T106" fmla="*/ 985 w 1293"/>
                <a:gd name="T107" fmla="*/ 155 h 817"/>
                <a:gd name="T108" fmla="*/ 1061 w 1293"/>
                <a:gd name="T109" fmla="*/ 134 h 817"/>
                <a:gd name="T110" fmla="*/ 1162 w 1293"/>
                <a:gd name="T111" fmla="*/ 121 h 817"/>
                <a:gd name="T112" fmla="*/ 1216 w 1293"/>
                <a:gd name="T113" fmla="*/ 91 h 817"/>
                <a:gd name="T114" fmla="*/ 1260 w 1293"/>
                <a:gd name="T115" fmla="*/ 40 h 817"/>
                <a:gd name="T116" fmla="*/ 1293 w 1293"/>
                <a:gd name="T117" fmla="*/ 0 h 8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93" h="817">
                  <a:moveTo>
                    <a:pt x="1293" y="0"/>
                  </a:moveTo>
                  <a:lnTo>
                    <a:pt x="1293" y="130"/>
                  </a:lnTo>
                  <a:lnTo>
                    <a:pt x="1282" y="143"/>
                  </a:lnTo>
                  <a:lnTo>
                    <a:pt x="1269" y="158"/>
                  </a:lnTo>
                  <a:lnTo>
                    <a:pt x="1251" y="174"/>
                  </a:lnTo>
                  <a:lnTo>
                    <a:pt x="1230" y="188"/>
                  </a:lnTo>
                  <a:lnTo>
                    <a:pt x="1205" y="203"/>
                  </a:lnTo>
                  <a:lnTo>
                    <a:pt x="1178" y="215"/>
                  </a:lnTo>
                  <a:lnTo>
                    <a:pt x="1149" y="223"/>
                  </a:lnTo>
                  <a:lnTo>
                    <a:pt x="1119" y="228"/>
                  </a:lnTo>
                  <a:lnTo>
                    <a:pt x="1086" y="225"/>
                  </a:lnTo>
                  <a:lnTo>
                    <a:pt x="1063" y="225"/>
                  </a:lnTo>
                  <a:lnTo>
                    <a:pt x="1041" y="230"/>
                  </a:lnTo>
                  <a:lnTo>
                    <a:pt x="1017" y="239"/>
                  </a:lnTo>
                  <a:lnTo>
                    <a:pt x="995" y="251"/>
                  </a:lnTo>
                  <a:lnTo>
                    <a:pt x="973" y="266"/>
                  </a:lnTo>
                  <a:lnTo>
                    <a:pt x="952" y="282"/>
                  </a:lnTo>
                  <a:lnTo>
                    <a:pt x="932" y="299"/>
                  </a:lnTo>
                  <a:lnTo>
                    <a:pt x="912" y="316"/>
                  </a:lnTo>
                  <a:lnTo>
                    <a:pt x="894" y="332"/>
                  </a:lnTo>
                  <a:lnTo>
                    <a:pt x="877" y="346"/>
                  </a:lnTo>
                  <a:lnTo>
                    <a:pt x="861" y="357"/>
                  </a:lnTo>
                  <a:lnTo>
                    <a:pt x="847" y="365"/>
                  </a:lnTo>
                  <a:lnTo>
                    <a:pt x="836" y="367"/>
                  </a:lnTo>
                  <a:lnTo>
                    <a:pt x="828" y="367"/>
                  </a:lnTo>
                  <a:lnTo>
                    <a:pt x="827" y="368"/>
                  </a:lnTo>
                  <a:lnTo>
                    <a:pt x="831" y="369"/>
                  </a:lnTo>
                  <a:lnTo>
                    <a:pt x="840" y="371"/>
                  </a:lnTo>
                  <a:lnTo>
                    <a:pt x="854" y="374"/>
                  </a:lnTo>
                  <a:lnTo>
                    <a:pt x="869" y="379"/>
                  </a:lnTo>
                  <a:lnTo>
                    <a:pt x="887" y="385"/>
                  </a:lnTo>
                  <a:lnTo>
                    <a:pt x="907" y="392"/>
                  </a:lnTo>
                  <a:lnTo>
                    <a:pt x="927" y="402"/>
                  </a:lnTo>
                  <a:lnTo>
                    <a:pt x="948" y="413"/>
                  </a:lnTo>
                  <a:lnTo>
                    <a:pt x="967" y="427"/>
                  </a:lnTo>
                  <a:lnTo>
                    <a:pt x="983" y="443"/>
                  </a:lnTo>
                  <a:lnTo>
                    <a:pt x="998" y="462"/>
                  </a:lnTo>
                  <a:lnTo>
                    <a:pt x="1017" y="495"/>
                  </a:lnTo>
                  <a:lnTo>
                    <a:pt x="1030" y="524"/>
                  </a:lnTo>
                  <a:lnTo>
                    <a:pt x="1037" y="552"/>
                  </a:lnTo>
                  <a:lnTo>
                    <a:pt x="1041" y="577"/>
                  </a:lnTo>
                  <a:lnTo>
                    <a:pt x="1041" y="600"/>
                  </a:lnTo>
                  <a:lnTo>
                    <a:pt x="1036" y="622"/>
                  </a:lnTo>
                  <a:lnTo>
                    <a:pt x="1029" y="642"/>
                  </a:lnTo>
                  <a:lnTo>
                    <a:pt x="1018" y="659"/>
                  </a:lnTo>
                  <a:lnTo>
                    <a:pt x="1007" y="675"/>
                  </a:lnTo>
                  <a:lnTo>
                    <a:pt x="993" y="689"/>
                  </a:lnTo>
                  <a:lnTo>
                    <a:pt x="977" y="703"/>
                  </a:lnTo>
                  <a:lnTo>
                    <a:pt x="962" y="715"/>
                  </a:lnTo>
                  <a:lnTo>
                    <a:pt x="945" y="726"/>
                  </a:lnTo>
                  <a:lnTo>
                    <a:pt x="930" y="736"/>
                  </a:lnTo>
                  <a:lnTo>
                    <a:pt x="915" y="744"/>
                  </a:lnTo>
                  <a:lnTo>
                    <a:pt x="901" y="753"/>
                  </a:lnTo>
                  <a:lnTo>
                    <a:pt x="888" y="760"/>
                  </a:lnTo>
                  <a:lnTo>
                    <a:pt x="878" y="766"/>
                  </a:lnTo>
                  <a:lnTo>
                    <a:pt x="861" y="781"/>
                  </a:lnTo>
                  <a:lnTo>
                    <a:pt x="847" y="799"/>
                  </a:lnTo>
                  <a:lnTo>
                    <a:pt x="836" y="817"/>
                  </a:lnTo>
                  <a:lnTo>
                    <a:pt x="688" y="817"/>
                  </a:lnTo>
                  <a:lnTo>
                    <a:pt x="701" y="794"/>
                  </a:lnTo>
                  <a:lnTo>
                    <a:pt x="716" y="772"/>
                  </a:lnTo>
                  <a:lnTo>
                    <a:pt x="729" y="753"/>
                  </a:lnTo>
                  <a:lnTo>
                    <a:pt x="745" y="736"/>
                  </a:lnTo>
                  <a:lnTo>
                    <a:pt x="766" y="719"/>
                  </a:lnTo>
                  <a:lnTo>
                    <a:pt x="790" y="702"/>
                  </a:lnTo>
                  <a:lnTo>
                    <a:pt x="816" y="684"/>
                  </a:lnTo>
                  <a:lnTo>
                    <a:pt x="841" y="666"/>
                  </a:lnTo>
                  <a:lnTo>
                    <a:pt x="864" y="648"/>
                  </a:lnTo>
                  <a:lnTo>
                    <a:pt x="883" y="630"/>
                  </a:lnTo>
                  <a:lnTo>
                    <a:pt x="891" y="619"/>
                  </a:lnTo>
                  <a:lnTo>
                    <a:pt x="896" y="607"/>
                  </a:lnTo>
                  <a:lnTo>
                    <a:pt x="900" y="592"/>
                  </a:lnTo>
                  <a:lnTo>
                    <a:pt x="901" y="576"/>
                  </a:lnTo>
                  <a:lnTo>
                    <a:pt x="901" y="559"/>
                  </a:lnTo>
                  <a:lnTo>
                    <a:pt x="898" y="541"/>
                  </a:lnTo>
                  <a:lnTo>
                    <a:pt x="893" y="523"/>
                  </a:lnTo>
                  <a:lnTo>
                    <a:pt x="884" y="506"/>
                  </a:lnTo>
                  <a:lnTo>
                    <a:pt x="874" y="490"/>
                  </a:lnTo>
                  <a:lnTo>
                    <a:pt x="859" y="474"/>
                  </a:lnTo>
                  <a:lnTo>
                    <a:pt x="841" y="460"/>
                  </a:lnTo>
                  <a:lnTo>
                    <a:pt x="820" y="448"/>
                  </a:lnTo>
                  <a:lnTo>
                    <a:pt x="794" y="439"/>
                  </a:lnTo>
                  <a:lnTo>
                    <a:pt x="765" y="431"/>
                  </a:lnTo>
                  <a:lnTo>
                    <a:pt x="730" y="428"/>
                  </a:lnTo>
                  <a:lnTo>
                    <a:pt x="698" y="428"/>
                  </a:lnTo>
                  <a:lnTo>
                    <a:pt x="669" y="432"/>
                  </a:lnTo>
                  <a:lnTo>
                    <a:pt x="642" y="438"/>
                  </a:lnTo>
                  <a:lnTo>
                    <a:pt x="618" y="446"/>
                  </a:lnTo>
                  <a:lnTo>
                    <a:pt x="596" y="456"/>
                  </a:lnTo>
                  <a:lnTo>
                    <a:pt x="576" y="466"/>
                  </a:lnTo>
                  <a:lnTo>
                    <a:pt x="557" y="477"/>
                  </a:lnTo>
                  <a:lnTo>
                    <a:pt x="540" y="486"/>
                  </a:lnTo>
                  <a:lnTo>
                    <a:pt x="523" y="495"/>
                  </a:lnTo>
                  <a:lnTo>
                    <a:pt x="507" y="501"/>
                  </a:lnTo>
                  <a:lnTo>
                    <a:pt x="491" y="505"/>
                  </a:lnTo>
                  <a:lnTo>
                    <a:pt x="466" y="506"/>
                  </a:lnTo>
                  <a:lnTo>
                    <a:pt x="442" y="504"/>
                  </a:lnTo>
                  <a:lnTo>
                    <a:pt x="417" y="499"/>
                  </a:lnTo>
                  <a:lnTo>
                    <a:pt x="393" y="493"/>
                  </a:lnTo>
                  <a:lnTo>
                    <a:pt x="369" y="485"/>
                  </a:lnTo>
                  <a:lnTo>
                    <a:pt x="343" y="478"/>
                  </a:lnTo>
                  <a:lnTo>
                    <a:pt x="318" y="473"/>
                  </a:lnTo>
                  <a:lnTo>
                    <a:pt x="300" y="474"/>
                  </a:lnTo>
                  <a:lnTo>
                    <a:pt x="281" y="481"/>
                  </a:lnTo>
                  <a:lnTo>
                    <a:pt x="263" y="493"/>
                  </a:lnTo>
                  <a:lnTo>
                    <a:pt x="244" y="509"/>
                  </a:lnTo>
                  <a:lnTo>
                    <a:pt x="224" y="526"/>
                  </a:lnTo>
                  <a:lnTo>
                    <a:pt x="203" y="544"/>
                  </a:lnTo>
                  <a:lnTo>
                    <a:pt x="182" y="563"/>
                  </a:lnTo>
                  <a:lnTo>
                    <a:pt x="157" y="580"/>
                  </a:lnTo>
                  <a:lnTo>
                    <a:pt x="133" y="594"/>
                  </a:lnTo>
                  <a:lnTo>
                    <a:pt x="106" y="604"/>
                  </a:lnTo>
                  <a:lnTo>
                    <a:pt x="78" y="610"/>
                  </a:lnTo>
                  <a:lnTo>
                    <a:pt x="55" y="612"/>
                  </a:lnTo>
                  <a:lnTo>
                    <a:pt x="35" y="613"/>
                  </a:lnTo>
                  <a:lnTo>
                    <a:pt x="17" y="611"/>
                  </a:lnTo>
                  <a:lnTo>
                    <a:pt x="0" y="608"/>
                  </a:lnTo>
                  <a:lnTo>
                    <a:pt x="0" y="395"/>
                  </a:lnTo>
                  <a:lnTo>
                    <a:pt x="30" y="401"/>
                  </a:lnTo>
                  <a:lnTo>
                    <a:pt x="63" y="404"/>
                  </a:lnTo>
                  <a:lnTo>
                    <a:pt x="98" y="404"/>
                  </a:lnTo>
                  <a:lnTo>
                    <a:pt x="116" y="401"/>
                  </a:lnTo>
                  <a:lnTo>
                    <a:pt x="130" y="397"/>
                  </a:lnTo>
                  <a:lnTo>
                    <a:pt x="140" y="389"/>
                  </a:lnTo>
                  <a:lnTo>
                    <a:pt x="149" y="381"/>
                  </a:lnTo>
                  <a:lnTo>
                    <a:pt x="157" y="371"/>
                  </a:lnTo>
                  <a:lnTo>
                    <a:pt x="165" y="360"/>
                  </a:lnTo>
                  <a:lnTo>
                    <a:pt x="174" y="348"/>
                  </a:lnTo>
                  <a:lnTo>
                    <a:pt x="185" y="335"/>
                  </a:lnTo>
                  <a:lnTo>
                    <a:pt x="199" y="323"/>
                  </a:lnTo>
                  <a:lnTo>
                    <a:pt x="217" y="310"/>
                  </a:lnTo>
                  <a:lnTo>
                    <a:pt x="235" y="300"/>
                  </a:lnTo>
                  <a:lnTo>
                    <a:pt x="257" y="295"/>
                  </a:lnTo>
                  <a:lnTo>
                    <a:pt x="282" y="292"/>
                  </a:lnTo>
                  <a:lnTo>
                    <a:pt x="310" y="293"/>
                  </a:lnTo>
                  <a:lnTo>
                    <a:pt x="339" y="297"/>
                  </a:lnTo>
                  <a:lnTo>
                    <a:pt x="369" y="305"/>
                  </a:lnTo>
                  <a:lnTo>
                    <a:pt x="398" y="316"/>
                  </a:lnTo>
                  <a:lnTo>
                    <a:pt x="428" y="332"/>
                  </a:lnTo>
                  <a:lnTo>
                    <a:pt x="448" y="342"/>
                  </a:lnTo>
                  <a:lnTo>
                    <a:pt x="467" y="347"/>
                  </a:lnTo>
                  <a:lnTo>
                    <a:pt x="486" y="348"/>
                  </a:lnTo>
                  <a:lnTo>
                    <a:pt x="504" y="346"/>
                  </a:lnTo>
                  <a:lnTo>
                    <a:pt x="523" y="342"/>
                  </a:lnTo>
                  <a:lnTo>
                    <a:pt x="542" y="336"/>
                  </a:lnTo>
                  <a:lnTo>
                    <a:pt x="562" y="330"/>
                  </a:lnTo>
                  <a:lnTo>
                    <a:pt x="584" y="325"/>
                  </a:lnTo>
                  <a:lnTo>
                    <a:pt x="607" y="320"/>
                  </a:lnTo>
                  <a:lnTo>
                    <a:pt x="634" y="317"/>
                  </a:lnTo>
                  <a:lnTo>
                    <a:pt x="662" y="317"/>
                  </a:lnTo>
                  <a:lnTo>
                    <a:pt x="696" y="318"/>
                  </a:lnTo>
                  <a:lnTo>
                    <a:pt x="728" y="314"/>
                  </a:lnTo>
                  <a:lnTo>
                    <a:pt x="756" y="307"/>
                  </a:lnTo>
                  <a:lnTo>
                    <a:pt x="784" y="296"/>
                  </a:lnTo>
                  <a:lnTo>
                    <a:pt x="809" y="284"/>
                  </a:lnTo>
                  <a:lnTo>
                    <a:pt x="833" y="267"/>
                  </a:lnTo>
                  <a:lnTo>
                    <a:pt x="858" y="248"/>
                  </a:lnTo>
                  <a:lnTo>
                    <a:pt x="883" y="228"/>
                  </a:lnTo>
                  <a:lnTo>
                    <a:pt x="910" y="204"/>
                  </a:lnTo>
                  <a:lnTo>
                    <a:pt x="936" y="184"/>
                  </a:lnTo>
                  <a:lnTo>
                    <a:pt x="960" y="167"/>
                  </a:lnTo>
                  <a:lnTo>
                    <a:pt x="985" y="155"/>
                  </a:lnTo>
                  <a:lnTo>
                    <a:pt x="1009" y="145"/>
                  </a:lnTo>
                  <a:lnTo>
                    <a:pt x="1033" y="139"/>
                  </a:lnTo>
                  <a:lnTo>
                    <a:pt x="1061" y="134"/>
                  </a:lnTo>
                  <a:lnTo>
                    <a:pt x="1090" y="129"/>
                  </a:lnTo>
                  <a:lnTo>
                    <a:pt x="1123" y="125"/>
                  </a:lnTo>
                  <a:lnTo>
                    <a:pt x="1162" y="121"/>
                  </a:lnTo>
                  <a:lnTo>
                    <a:pt x="1181" y="116"/>
                  </a:lnTo>
                  <a:lnTo>
                    <a:pt x="1199" y="105"/>
                  </a:lnTo>
                  <a:lnTo>
                    <a:pt x="1216" y="91"/>
                  </a:lnTo>
                  <a:lnTo>
                    <a:pt x="1232" y="74"/>
                  </a:lnTo>
                  <a:lnTo>
                    <a:pt x="1246" y="56"/>
                  </a:lnTo>
                  <a:lnTo>
                    <a:pt x="1260" y="40"/>
                  </a:lnTo>
                  <a:lnTo>
                    <a:pt x="1272" y="23"/>
                  </a:lnTo>
                  <a:lnTo>
                    <a:pt x="1283" y="10"/>
                  </a:lnTo>
                  <a:lnTo>
                    <a:pt x="1293"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7" name="Freeform 14"/>
            <p:cNvSpPr>
              <a:spLocks noEditPoints="1"/>
            </p:cNvSpPr>
            <p:nvPr/>
          </p:nvSpPr>
          <p:spPr bwMode="auto">
            <a:xfrm>
              <a:off x="1403" y="1396"/>
              <a:ext cx="51" cy="105"/>
            </a:xfrm>
            <a:custGeom>
              <a:avLst/>
              <a:gdLst>
                <a:gd name="T0" fmla="*/ 296 w 352"/>
                <a:gd name="T1" fmla="*/ 622 h 733"/>
                <a:gd name="T2" fmla="*/ 314 w 352"/>
                <a:gd name="T3" fmla="*/ 624 h 733"/>
                <a:gd name="T4" fmla="*/ 329 w 352"/>
                <a:gd name="T5" fmla="*/ 632 h 733"/>
                <a:gd name="T6" fmla="*/ 341 w 352"/>
                <a:gd name="T7" fmla="*/ 644 h 733"/>
                <a:gd name="T8" fmla="*/ 349 w 352"/>
                <a:gd name="T9" fmla="*/ 660 h 733"/>
                <a:gd name="T10" fmla="*/ 352 w 352"/>
                <a:gd name="T11" fmla="*/ 678 h 733"/>
                <a:gd name="T12" fmla="*/ 349 w 352"/>
                <a:gd name="T13" fmla="*/ 694 h 733"/>
                <a:gd name="T14" fmla="*/ 341 w 352"/>
                <a:gd name="T15" fmla="*/ 710 h 733"/>
                <a:gd name="T16" fmla="*/ 329 w 352"/>
                <a:gd name="T17" fmla="*/ 723 h 733"/>
                <a:gd name="T18" fmla="*/ 314 w 352"/>
                <a:gd name="T19" fmla="*/ 730 h 733"/>
                <a:gd name="T20" fmla="*/ 296 w 352"/>
                <a:gd name="T21" fmla="*/ 733 h 733"/>
                <a:gd name="T22" fmla="*/ 278 w 352"/>
                <a:gd name="T23" fmla="*/ 730 h 733"/>
                <a:gd name="T24" fmla="*/ 262 w 352"/>
                <a:gd name="T25" fmla="*/ 723 h 733"/>
                <a:gd name="T26" fmla="*/ 250 w 352"/>
                <a:gd name="T27" fmla="*/ 710 h 733"/>
                <a:gd name="T28" fmla="*/ 242 w 352"/>
                <a:gd name="T29" fmla="*/ 694 h 733"/>
                <a:gd name="T30" fmla="*/ 239 w 352"/>
                <a:gd name="T31" fmla="*/ 678 h 733"/>
                <a:gd name="T32" fmla="*/ 242 w 352"/>
                <a:gd name="T33" fmla="*/ 660 h 733"/>
                <a:gd name="T34" fmla="*/ 250 w 352"/>
                <a:gd name="T35" fmla="*/ 644 h 733"/>
                <a:gd name="T36" fmla="*/ 262 w 352"/>
                <a:gd name="T37" fmla="*/ 632 h 733"/>
                <a:gd name="T38" fmla="*/ 278 w 352"/>
                <a:gd name="T39" fmla="*/ 624 h 733"/>
                <a:gd name="T40" fmla="*/ 296 w 352"/>
                <a:gd name="T41" fmla="*/ 622 h 733"/>
                <a:gd name="T42" fmla="*/ 56 w 352"/>
                <a:gd name="T43" fmla="*/ 0 h 733"/>
                <a:gd name="T44" fmla="*/ 74 w 352"/>
                <a:gd name="T45" fmla="*/ 4 h 733"/>
                <a:gd name="T46" fmla="*/ 90 w 352"/>
                <a:gd name="T47" fmla="*/ 12 h 733"/>
                <a:gd name="T48" fmla="*/ 101 w 352"/>
                <a:gd name="T49" fmla="*/ 24 h 733"/>
                <a:gd name="T50" fmla="*/ 110 w 352"/>
                <a:gd name="T51" fmla="*/ 39 h 733"/>
                <a:gd name="T52" fmla="*/ 112 w 352"/>
                <a:gd name="T53" fmla="*/ 57 h 733"/>
                <a:gd name="T54" fmla="*/ 110 w 352"/>
                <a:gd name="T55" fmla="*/ 74 h 733"/>
                <a:gd name="T56" fmla="*/ 101 w 352"/>
                <a:gd name="T57" fmla="*/ 90 h 733"/>
                <a:gd name="T58" fmla="*/ 90 w 352"/>
                <a:gd name="T59" fmla="*/ 102 h 733"/>
                <a:gd name="T60" fmla="*/ 74 w 352"/>
                <a:gd name="T61" fmla="*/ 110 h 733"/>
                <a:gd name="T62" fmla="*/ 56 w 352"/>
                <a:gd name="T63" fmla="*/ 113 h 733"/>
                <a:gd name="T64" fmla="*/ 38 w 352"/>
                <a:gd name="T65" fmla="*/ 110 h 733"/>
                <a:gd name="T66" fmla="*/ 23 w 352"/>
                <a:gd name="T67" fmla="*/ 102 h 733"/>
                <a:gd name="T68" fmla="*/ 11 w 352"/>
                <a:gd name="T69" fmla="*/ 90 h 733"/>
                <a:gd name="T70" fmla="*/ 3 w 352"/>
                <a:gd name="T71" fmla="*/ 74 h 733"/>
                <a:gd name="T72" fmla="*/ 0 w 352"/>
                <a:gd name="T73" fmla="*/ 57 h 733"/>
                <a:gd name="T74" fmla="*/ 3 w 352"/>
                <a:gd name="T75" fmla="*/ 39 h 733"/>
                <a:gd name="T76" fmla="*/ 11 w 352"/>
                <a:gd name="T77" fmla="*/ 24 h 733"/>
                <a:gd name="T78" fmla="*/ 23 w 352"/>
                <a:gd name="T79" fmla="*/ 12 h 733"/>
                <a:gd name="T80" fmla="*/ 38 w 352"/>
                <a:gd name="T81" fmla="*/ 4 h 733"/>
                <a:gd name="T82" fmla="*/ 56 w 352"/>
                <a:gd name="T83" fmla="*/ 0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52" h="733">
                  <a:moveTo>
                    <a:pt x="296" y="622"/>
                  </a:moveTo>
                  <a:lnTo>
                    <a:pt x="314" y="624"/>
                  </a:lnTo>
                  <a:lnTo>
                    <a:pt x="329" y="632"/>
                  </a:lnTo>
                  <a:lnTo>
                    <a:pt x="341" y="644"/>
                  </a:lnTo>
                  <a:lnTo>
                    <a:pt x="349" y="660"/>
                  </a:lnTo>
                  <a:lnTo>
                    <a:pt x="352" y="678"/>
                  </a:lnTo>
                  <a:lnTo>
                    <a:pt x="349" y="694"/>
                  </a:lnTo>
                  <a:lnTo>
                    <a:pt x="341" y="710"/>
                  </a:lnTo>
                  <a:lnTo>
                    <a:pt x="329" y="723"/>
                  </a:lnTo>
                  <a:lnTo>
                    <a:pt x="314" y="730"/>
                  </a:lnTo>
                  <a:lnTo>
                    <a:pt x="296" y="733"/>
                  </a:lnTo>
                  <a:lnTo>
                    <a:pt x="278" y="730"/>
                  </a:lnTo>
                  <a:lnTo>
                    <a:pt x="262" y="723"/>
                  </a:lnTo>
                  <a:lnTo>
                    <a:pt x="250" y="710"/>
                  </a:lnTo>
                  <a:lnTo>
                    <a:pt x="242" y="694"/>
                  </a:lnTo>
                  <a:lnTo>
                    <a:pt x="239" y="678"/>
                  </a:lnTo>
                  <a:lnTo>
                    <a:pt x="242" y="660"/>
                  </a:lnTo>
                  <a:lnTo>
                    <a:pt x="250" y="644"/>
                  </a:lnTo>
                  <a:lnTo>
                    <a:pt x="262" y="632"/>
                  </a:lnTo>
                  <a:lnTo>
                    <a:pt x="278" y="624"/>
                  </a:lnTo>
                  <a:lnTo>
                    <a:pt x="296" y="622"/>
                  </a:lnTo>
                  <a:close/>
                  <a:moveTo>
                    <a:pt x="56" y="0"/>
                  </a:moveTo>
                  <a:lnTo>
                    <a:pt x="74" y="4"/>
                  </a:lnTo>
                  <a:lnTo>
                    <a:pt x="90" y="12"/>
                  </a:lnTo>
                  <a:lnTo>
                    <a:pt x="101" y="24"/>
                  </a:lnTo>
                  <a:lnTo>
                    <a:pt x="110" y="39"/>
                  </a:lnTo>
                  <a:lnTo>
                    <a:pt x="112" y="57"/>
                  </a:lnTo>
                  <a:lnTo>
                    <a:pt x="110" y="74"/>
                  </a:lnTo>
                  <a:lnTo>
                    <a:pt x="101" y="90"/>
                  </a:lnTo>
                  <a:lnTo>
                    <a:pt x="90" y="102"/>
                  </a:lnTo>
                  <a:lnTo>
                    <a:pt x="74" y="110"/>
                  </a:lnTo>
                  <a:lnTo>
                    <a:pt x="56" y="113"/>
                  </a:lnTo>
                  <a:lnTo>
                    <a:pt x="38" y="110"/>
                  </a:lnTo>
                  <a:lnTo>
                    <a:pt x="23" y="102"/>
                  </a:lnTo>
                  <a:lnTo>
                    <a:pt x="11" y="90"/>
                  </a:lnTo>
                  <a:lnTo>
                    <a:pt x="3" y="74"/>
                  </a:lnTo>
                  <a:lnTo>
                    <a:pt x="0" y="57"/>
                  </a:lnTo>
                  <a:lnTo>
                    <a:pt x="3" y="39"/>
                  </a:lnTo>
                  <a:lnTo>
                    <a:pt x="11" y="24"/>
                  </a:lnTo>
                  <a:lnTo>
                    <a:pt x="23" y="12"/>
                  </a:lnTo>
                  <a:lnTo>
                    <a:pt x="38" y="4"/>
                  </a:lnTo>
                  <a:lnTo>
                    <a:pt x="56"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8" name="Freeform 15"/>
            <p:cNvSpPr>
              <a:spLocks/>
            </p:cNvSpPr>
            <p:nvPr/>
          </p:nvSpPr>
          <p:spPr bwMode="auto">
            <a:xfrm>
              <a:off x="1502" y="1390"/>
              <a:ext cx="72" cy="120"/>
            </a:xfrm>
            <a:custGeom>
              <a:avLst/>
              <a:gdLst>
                <a:gd name="T0" fmla="*/ 2 w 504"/>
                <a:gd name="T1" fmla="*/ 0 h 843"/>
                <a:gd name="T2" fmla="*/ 504 w 504"/>
                <a:gd name="T3" fmla="*/ 0 h 843"/>
                <a:gd name="T4" fmla="*/ 504 w 504"/>
                <a:gd name="T5" fmla="*/ 843 h 843"/>
                <a:gd name="T6" fmla="*/ 306 w 504"/>
                <a:gd name="T7" fmla="*/ 843 h 843"/>
                <a:gd name="T8" fmla="*/ 310 w 504"/>
                <a:gd name="T9" fmla="*/ 825 h 843"/>
                <a:gd name="T10" fmla="*/ 318 w 504"/>
                <a:gd name="T11" fmla="*/ 804 h 843"/>
                <a:gd name="T12" fmla="*/ 329 w 504"/>
                <a:gd name="T13" fmla="*/ 783 h 843"/>
                <a:gd name="T14" fmla="*/ 340 w 504"/>
                <a:gd name="T15" fmla="*/ 761 h 843"/>
                <a:gd name="T16" fmla="*/ 353 w 504"/>
                <a:gd name="T17" fmla="*/ 741 h 843"/>
                <a:gd name="T18" fmla="*/ 366 w 504"/>
                <a:gd name="T19" fmla="*/ 722 h 843"/>
                <a:gd name="T20" fmla="*/ 376 w 504"/>
                <a:gd name="T21" fmla="*/ 705 h 843"/>
                <a:gd name="T22" fmla="*/ 385 w 504"/>
                <a:gd name="T23" fmla="*/ 682 h 843"/>
                <a:gd name="T24" fmla="*/ 393 w 504"/>
                <a:gd name="T25" fmla="*/ 658 h 843"/>
                <a:gd name="T26" fmla="*/ 398 w 504"/>
                <a:gd name="T27" fmla="*/ 631 h 843"/>
                <a:gd name="T28" fmla="*/ 402 w 504"/>
                <a:gd name="T29" fmla="*/ 601 h 843"/>
                <a:gd name="T30" fmla="*/ 403 w 504"/>
                <a:gd name="T31" fmla="*/ 570 h 843"/>
                <a:gd name="T32" fmla="*/ 398 w 504"/>
                <a:gd name="T33" fmla="*/ 539 h 843"/>
                <a:gd name="T34" fmla="*/ 392 w 504"/>
                <a:gd name="T35" fmla="*/ 506 h 843"/>
                <a:gd name="T36" fmla="*/ 379 w 504"/>
                <a:gd name="T37" fmla="*/ 473 h 843"/>
                <a:gd name="T38" fmla="*/ 363 w 504"/>
                <a:gd name="T39" fmla="*/ 442 h 843"/>
                <a:gd name="T40" fmla="*/ 340 w 504"/>
                <a:gd name="T41" fmla="*/ 411 h 843"/>
                <a:gd name="T42" fmla="*/ 312 w 504"/>
                <a:gd name="T43" fmla="*/ 380 h 843"/>
                <a:gd name="T44" fmla="*/ 281 w 504"/>
                <a:gd name="T45" fmla="*/ 352 h 843"/>
                <a:gd name="T46" fmla="*/ 250 w 504"/>
                <a:gd name="T47" fmla="*/ 327 h 843"/>
                <a:gd name="T48" fmla="*/ 218 w 504"/>
                <a:gd name="T49" fmla="*/ 304 h 843"/>
                <a:gd name="T50" fmla="*/ 186 w 504"/>
                <a:gd name="T51" fmla="*/ 281 h 843"/>
                <a:gd name="T52" fmla="*/ 154 w 504"/>
                <a:gd name="T53" fmla="*/ 260 h 843"/>
                <a:gd name="T54" fmla="*/ 124 w 504"/>
                <a:gd name="T55" fmla="*/ 237 h 843"/>
                <a:gd name="T56" fmla="*/ 95 w 504"/>
                <a:gd name="T57" fmla="*/ 213 h 843"/>
                <a:gd name="T58" fmla="*/ 70 w 504"/>
                <a:gd name="T59" fmla="*/ 188 h 843"/>
                <a:gd name="T60" fmla="*/ 47 w 504"/>
                <a:gd name="T61" fmla="*/ 161 h 843"/>
                <a:gd name="T62" fmla="*/ 29 w 504"/>
                <a:gd name="T63" fmla="*/ 131 h 843"/>
                <a:gd name="T64" fmla="*/ 15 w 504"/>
                <a:gd name="T65" fmla="*/ 104 h 843"/>
                <a:gd name="T66" fmla="*/ 6 w 504"/>
                <a:gd name="T67" fmla="*/ 77 h 843"/>
                <a:gd name="T68" fmla="*/ 2 w 504"/>
                <a:gd name="T69" fmla="*/ 54 h 843"/>
                <a:gd name="T70" fmla="*/ 0 w 504"/>
                <a:gd name="T71" fmla="*/ 33 h 843"/>
                <a:gd name="T72" fmla="*/ 1 w 504"/>
                <a:gd name="T73" fmla="*/ 15 h 843"/>
                <a:gd name="T74" fmla="*/ 2 w 504"/>
                <a:gd name="T75" fmla="*/ 0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04" h="843">
                  <a:moveTo>
                    <a:pt x="2" y="0"/>
                  </a:moveTo>
                  <a:lnTo>
                    <a:pt x="504" y="0"/>
                  </a:lnTo>
                  <a:lnTo>
                    <a:pt x="504" y="843"/>
                  </a:lnTo>
                  <a:lnTo>
                    <a:pt x="306" y="843"/>
                  </a:lnTo>
                  <a:lnTo>
                    <a:pt x="310" y="825"/>
                  </a:lnTo>
                  <a:lnTo>
                    <a:pt x="318" y="804"/>
                  </a:lnTo>
                  <a:lnTo>
                    <a:pt x="329" y="783"/>
                  </a:lnTo>
                  <a:lnTo>
                    <a:pt x="340" y="761"/>
                  </a:lnTo>
                  <a:lnTo>
                    <a:pt x="353" y="741"/>
                  </a:lnTo>
                  <a:lnTo>
                    <a:pt x="366" y="722"/>
                  </a:lnTo>
                  <a:lnTo>
                    <a:pt x="376" y="705"/>
                  </a:lnTo>
                  <a:lnTo>
                    <a:pt x="385" y="682"/>
                  </a:lnTo>
                  <a:lnTo>
                    <a:pt x="393" y="658"/>
                  </a:lnTo>
                  <a:lnTo>
                    <a:pt x="398" y="631"/>
                  </a:lnTo>
                  <a:lnTo>
                    <a:pt x="402" y="601"/>
                  </a:lnTo>
                  <a:lnTo>
                    <a:pt x="403" y="570"/>
                  </a:lnTo>
                  <a:lnTo>
                    <a:pt x="398" y="539"/>
                  </a:lnTo>
                  <a:lnTo>
                    <a:pt x="392" y="506"/>
                  </a:lnTo>
                  <a:lnTo>
                    <a:pt x="379" y="473"/>
                  </a:lnTo>
                  <a:lnTo>
                    <a:pt x="363" y="442"/>
                  </a:lnTo>
                  <a:lnTo>
                    <a:pt x="340" y="411"/>
                  </a:lnTo>
                  <a:lnTo>
                    <a:pt x="312" y="380"/>
                  </a:lnTo>
                  <a:lnTo>
                    <a:pt x="281" y="352"/>
                  </a:lnTo>
                  <a:lnTo>
                    <a:pt x="250" y="327"/>
                  </a:lnTo>
                  <a:lnTo>
                    <a:pt x="218" y="304"/>
                  </a:lnTo>
                  <a:lnTo>
                    <a:pt x="186" y="281"/>
                  </a:lnTo>
                  <a:lnTo>
                    <a:pt x="154" y="260"/>
                  </a:lnTo>
                  <a:lnTo>
                    <a:pt x="124" y="237"/>
                  </a:lnTo>
                  <a:lnTo>
                    <a:pt x="95" y="213"/>
                  </a:lnTo>
                  <a:lnTo>
                    <a:pt x="70" y="188"/>
                  </a:lnTo>
                  <a:lnTo>
                    <a:pt x="47" y="161"/>
                  </a:lnTo>
                  <a:lnTo>
                    <a:pt x="29" y="131"/>
                  </a:lnTo>
                  <a:lnTo>
                    <a:pt x="15" y="104"/>
                  </a:lnTo>
                  <a:lnTo>
                    <a:pt x="6" y="77"/>
                  </a:lnTo>
                  <a:lnTo>
                    <a:pt x="2" y="54"/>
                  </a:lnTo>
                  <a:lnTo>
                    <a:pt x="0" y="33"/>
                  </a:lnTo>
                  <a:lnTo>
                    <a:pt x="1" y="15"/>
                  </a:lnTo>
                  <a:lnTo>
                    <a:pt x="2"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9" name="Freeform 16"/>
            <p:cNvSpPr>
              <a:spLocks/>
            </p:cNvSpPr>
            <p:nvPr/>
          </p:nvSpPr>
          <p:spPr bwMode="auto">
            <a:xfrm>
              <a:off x="1465" y="1409"/>
              <a:ext cx="16" cy="16"/>
            </a:xfrm>
            <a:custGeom>
              <a:avLst/>
              <a:gdLst>
                <a:gd name="T0" fmla="*/ 56 w 113"/>
                <a:gd name="T1" fmla="*/ 0 h 113"/>
                <a:gd name="T2" fmla="*/ 74 w 113"/>
                <a:gd name="T3" fmla="*/ 3 h 113"/>
                <a:gd name="T4" fmla="*/ 90 w 113"/>
                <a:gd name="T5" fmla="*/ 12 h 113"/>
                <a:gd name="T6" fmla="*/ 101 w 113"/>
                <a:gd name="T7" fmla="*/ 23 h 113"/>
                <a:gd name="T8" fmla="*/ 110 w 113"/>
                <a:gd name="T9" fmla="*/ 39 h 113"/>
                <a:gd name="T10" fmla="*/ 113 w 113"/>
                <a:gd name="T11" fmla="*/ 56 h 113"/>
                <a:gd name="T12" fmla="*/ 110 w 113"/>
                <a:gd name="T13" fmla="*/ 74 h 113"/>
                <a:gd name="T14" fmla="*/ 101 w 113"/>
                <a:gd name="T15" fmla="*/ 90 h 113"/>
                <a:gd name="T16" fmla="*/ 90 w 113"/>
                <a:gd name="T17" fmla="*/ 102 h 113"/>
                <a:gd name="T18" fmla="*/ 74 w 113"/>
                <a:gd name="T19" fmla="*/ 110 h 113"/>
                <a:gd name="T20" fmla="*/ 56 w 113"/>
                <a:gd name="T21" fmla="*/ 113 h 113"/>
                <a:gd name="T22" fmla="*/ 39 w 113"/>
                <a:gd name="T23" fmla="*/ 110 h 113"/>
                <a:gd name="T24" fmla="*/ 23 w 113"/>
                <a:gd name="T25" fmla="*/ 102 h 113"/>
                <a:gd name="T26" fmla="*/ 12 w 113"/>
                <a:gd name="T27" fmla="*/ 90 h 113"/>
                <a:gd name="T28" fmla="*/ 3 w 113"/>
                <a:gd name="T29" fmla="*/ 74 h 113"/>
                <a:gd name="T30" fmla="*/ 0 w 113"/>
                <a:gd name="T31" fmla="*/ 56 h 113"/>
                <a:gd name="T32" fmla="*/ 3 w 113"/>
                <a:gd name="T33" fmla="*/ 39 h 113"/>
                <a:gd name="T34" fmla="*/ 12 w 113"/>
                <a:gd name="T35" fmla="*/ 23 h 113"/>
                <a:gd name="T36" fmla="*/ 23 w 113"/>
                <a:gd name="T37" fmla="*/ 12 h 113"/>
                <a:gd name="T38" fmla="*/ 39 w 113"/>
                <a:gd name="T39" fmla="*/ 3 h 113"/>
                <a:gd name="T40" fmla="*/ 56 w 113"/>
                <a:gd name="T4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3" h="113">
                  <a:moveTo>
                    <a:pt x="56" y="0"/>
                  </a:moveTo>
                  <a:lnTo>
                    <a:pt x="74" y="3"/>
                  </a:lnTo>
                  <a:lnTo>
                    <a:pt x="90" y="12"/>
                  </a:lnTo>
                  <a:lnTo>
                    <a:pt x="101" y="23"/>
                  </a:lnTo>
                  <a:lnTo>
                    <a:pt x="110" y="39"/>
                  </a:lnTo>
                  <a:lnTo>
                    <a:pt x="113" y="56"/>
                  </a:lnTo>
                  <a:lnTo>
                    <a:pt x="110" y="74"/>
                  </a:lnTo>
                  <a:lnTo>
                    <a:pt x="101" y="90"/>
                  </a:lnTo>
                  <a:lnTo>
                    <a:pt x="90" y="102"/>
                  </a:lnTo>
                  <a:lnTo>
                    <a:pt x="74" y="110"/>
                  </a:lnTo>
                  <a:lnTo>
                    <a:pt x="56" y="113"/>
                  </a:lnTo>
                  <a:lnTo>
                    <a:pt x="39" y="110"/>
                  </a:lnTo>
                  <a:lnTo>
                    <a:pt x="23" y="102"/>
                  </a:lnTo>
                  <a:lnTo>
                    <a:pt x="12" y="90"/>
                  </a:lnTo>
                  <a:lnTo>
                    <a:pt x="3" y="74"/>
                  </a:lnTo>
                  <a:lnTo>
                    <a:pt x="0" y="56"/>
                  </a:lnTo>
                  <a:lnTo>
                    <a:pt x="3" y="39"/>
                  </a:lnTo>
                  <a:lnTo>
                    <a:pt x="12" y="23"/>
                  </a:lnTo>
                  <a:lnTo>
                    <a:pt x="23" y="12"/>
                  </a:lnTo>
                  <a:lnTo>
                    <a:pt x="39" y="3"/>
                  </a:lnTo>
                  <a:lnTo>
                    <a:pt x="56"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0" name="Rectangle 17"/>
            <p:cNvSpPr>
              <a:spLocks noChangeArrowheads="1"/>
            </p:cNvSpPr>
            <p:nvPr/>
          </p:nvSpPr>
          <p:spPr bwMode="auto">
            <a:xfrm>
              <a:off x="1334" y="1390"/>
              <a:ext cx="40" cy="120"/>
            </a:xfrm>
            <a:prstGeom prst="rect">
              <a:avLst/>
            </a:prstGeom>
            <a:solidFill>
              <a:srgbClr val="FFFF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1" name="Freeform 18"/>
            <p:cNvSpPr>
              <a:spLocks noEditPoints="1"/>
            </p:cNvSpPr>
            <p:nvPr/>
          </p:nvSpPr>
          <p:spPr bwMode="auto">
            <a:xfrm>
              <a:off x="1301" y="1310"/>
              <a:ext cx="306" cy="232"/>
            </a:xfrm>
            <a:custGeom>
              <a:avLst/>
              <a:gdLst>
                <a:gd name="T0" fmla="*/ 112 w 2136"/>
                <a:gd name="T1" fmla="*/ 112 h 1630"/>
                <a:gd name="T2" fmla="*/ 112 w 2136"/>
                <a:gd name="T3" fmla="*/ 1518 h 1630"/>
                <a:gd name="T4" fmla="*/ 2024 w 2136"/>
                <a:gd name="T5" fmla="*/ 1518 h 1630"/>
                <a:gd name="T6" fmla="*/ 2024 w 2136"/>
                <a:gd name="T7" fmla="*/ 112 h 1630"/>
                <a:gd name="T8" fmla="*/ 112 w 2136"/>
                <a:gd name="T9" fmla="*/ 112 h 1630"/>
                <a:gd name="T10" fmla="*/ 0 w 2136"/>
                <a:gd name="T11" fmla="*/ 0 h 1630"/>
                <a:gd name="T12" fmla="*/ 2136 w 2136"/>
                <a:gd name="T13" fmla="*/ 0 h 1630"/>
                <a:gd name="T14" fmla="*/ 2136 w 2136"/>
                <a:gd name="T15" fmla="*/ 1630 h 1630"/>
                <a:gd name="T16" fmla="*/ 0 w 2136"/>
                <a:gd name="T17" fmla="*/ 1630 h 1630"/>
                <a:gd name="T18" fmla="*/ 0 w 2136"/>
                <a:gd name="T19"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6" h="1630">
                  <a:moveTo>
                    <a:pt x="112" y="112"/>
                  </a:moveTo>
                  <a:lnTo>
                    <a:pt x="112" y="1518"/>
                  </a:lnTo>
                  <a:lnTo>
                    <a:pt x="2024" y="1518"/>
                  </a:lnTo>
                  <a:lnTo>
                    <a:pt x="2024" y="112"/>
                  </a:lnTo>
                  <a:lnTo>
                    <a:pt x="112" y="112"/>
                  </a:lnTo>
                  <a:close/>
                  <a:moveTo>
                    <a:pt x="0" y="0"/>
                  </a:moveTo>
                  <a:lnTo>
                    <a:pt x="2136" y="0"/>
                  </a:lnTo>
                  <a:lnTo>
                    <a:pt x="2136" y="1630"/>
                  </a:lnTo>
                  <a:lnTo>
                    <a:pt x="0" y="163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92" name="Group 21"/>
          <p:cNvGrpSpPr>
            <a:grpSpLocks noChangeAspect="1"/>
          </p:cNvGrpSpPr>
          <p:nvPr/>
        </p:nvGrpSpPr>
        <p:grpSpPr bwMode="auto">
          <a:xfrm>
            <a:off x="2805349" y="1709580"/>
            <a:ext cx="580953" cy="457200"/>
            <a:chOff x="1884" y="1300"/>
            <a:chExt cx="338" cy="266"/>
          </a:xfrm>
        </p:grpSpPr>
        <p:sp useBgFill="1">
          <p:nvSpPr>
            <p:cNvPr id="196" name="Freeform 23"/>
            <p:cNvSpPr>
              <a:spLocks/>
            </p:cNvSpPr>
            <p:nvPr/>
          </p:nvSpPr>
          <p:spPr bwMode="auto">
            <a:xfrm>
              <a:off x="1884" y="1300"/>
              <a:ext cx="338" cy="266"/>
            </a:xfrm>
            <a:custGeom>
              <a:avLst/>
              <a:gdLst>
                <a:gd name="T0" fmla="*/ 113 w 2362"/>
                <a:gd name="T1" fmla="*/ 0 h 1856"/>
                <a:gd name="T2" fmla="*/ 2249 w 2362"/>
                <a:gd name="T3" fmla="*/ 0 h 1856"/>
                <a:gd name="T4" fmla="*/ 2275 w 2362"/>
                <a:gd name="T5" fmla="*/ 3 h 1856"/>
                <a:gd name="T6" fmla="*/ 2299 w 2362"/>
                <a:gd name="T7" fmla="*/ 12 h 1856"/>
                <a:gd name="T8" fmla="*/ 2320 w 2362"/>
                <a:gd name="T9" fmla="*/ 25 h 1856"/>
                <a:gd name="T10" fmla="*/ 2337 w 2362"/>
                <a:gd name="T11" fmla="*/ 42 h 1856"/>
                <a:gd name="T12" fmla="*/ 2350 w 2362"/>
                <a:gd name="T13" fmla="*/ 63 h 1856"/>
                <a:gd name="T14" fmla="*/ 2359 w 2362"/>
                <a:gd name="T15" fmla="*/ 87 h 1856"/>
                <a:gd name="T16" fmla="*/ 2362 w 2362"/>
                <a:gd name="T17" fmla="*/ 113 h 1856"/>
                <a:gd name="T18" fmla="*/ 2362 w 2362"/>
                <a:gd name="T19" fmla="*/ 1743 h 1856"/>
                <a:gd name="T20" fmla="*/ 2359 w 2362"/>
                <a:gd name="T21" fmla="*/ 1769 h 1856"/>
                <a:gd name="T22" fmla="*/ 2350 w 2362"/>
                <a:gd name="T23" fmla="*/ 1793 h 1856"/>
                <a:gd name="T24" fmla="*/ 2337 w 2362"/>
                <a:gd name="T25" fmla="*/ 1814 h 1856"/>
                <a:gd name="T26" fmla="*/ 2320 w 2362"/>
                <a:gd name="T27" fmla="*/ 1831 h 1856"/>
                <a:gd name="T28" fmla="*/ 2299 w 2362"/>
                <a:gd name="T29" fmla="*/ 1844 h 1856"/>
                <a:gd name="T30" fmla="*/ 2275 w 2362"/>
                <a:gd name="T31" fmla="*/ 1853 h 1856"/>
                <a:gd name="T32" fmla="*/ 2249 w 2362"/>
                <a:gd name="T33" fmla="*/ 1856 h 1856"/>
                <a:gd name="T34" fmla="*/ 113 w 2362"/>
                <a:gd name="T35" fmla="*/ 1856 h 1856"/>
                <a:gd name="T36" fmla="*/ 87 w 2362"/>
                <a:gd name="T37" fmla="*/ 1853 h 1856"/>
                <a:gd name="T38" fmla="*/ 63 w 2362"/>
                <a:gd name="T39" fmla="*/ 1844 h 1856"/>
                <a:gd name="T40" fmla="*/ 42 w 2362"/>
                <a:gd name="T41" fmla="*/ 1831 h 1856"/>
                <a:gd name="T42" fmla="*/ 25 w 2362"/>
                <a:gd name="T43" fmla="*/ 1814 h 1856"/>
                <a:gd name="T44" fmla="*/ 12 w 2362"/>
                <a:gd name="T45" fmla="*/ 1793 h 1856"/>
                <a:gd name="T46" fmla="*/ 3 w 2362"/>
                <a:gd name="T47" fmla="*/ 1769 h 1856"/>
                <a:gd name="T48" fmla="*/ 0 w 2362"/>
                <a:gd name="T49" fmla="*/ 1743 h 1856"/>
                <a:gd name="T50" fmla="*/ 0 w 2362"/>
                <a:gd name="T51" fmla="*/ 113 h 1856"/>
                <a:gd name="T52" fmla="*/ 3 w 2362"/>
                <a:gd name="T53" fmla="*/ 87 h 1856"/>
                <a:gd name="T54" fmla="*/ 12 w 2362"/>
                <a:gd name="T55" fmla="*/ 63 h 1856"/>
                <a:gd name="T56" fmla="*/ 25 w 2362"/>
                <a:gd name="T57" fmla="*/ 42 h 1856"/>
                <a:gd name="T58" fmla="*/ 42 w 2362"/>
                <a:gd name="T59" fmla="*/ 25 h 1856"/>
                <a:gd name="T60" fmla="*/ 63 w 2362"/>
                <a:gd name="T61" fmla="*/ 12 h 1856"/>
                <a:gd name="T62" fmla="*/ 87 w 2362"/>
                <a:gd name="T63" fmla="*/ 3 h 1856"/>
                <a:gd name="T64" fmla="*/ 113 w 2362"/>
                <a:gd name="T65" fmla="*/ 0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56">
                  <a:moveTo>
                    <a:pt x="113" y="0"/>
                  </a:moveTo>
                  <a:lnTo>
                    <a:pt x="2249" y="0"/>
                  </a:lnTo>
                  <a:lnTo>
                    <a:pt x="2275" y="3"/>
                  </a:lnTo>
                  <a:lnTo>
                    <a:pt x="2299" y="12"/>
                  </a:lnTo>
                  <a:lnTo>
                    <a:pt x="2320" y="25"/>
                  </a:lnTo>
                  <a:lnTo>
                    <a:pt x="2337" y="42"/>
                  </a:lnTo>
                  <a:lnTo>
                    <a:pt x="2350" y="63"/>
                  </a:lnTo>
                  <a:lnTo>
                    <a:pt x="2359" y="87"/>
                  </a:lnTo>
                  <a:lnTo>
                    <a:pt x="2362" y="113"/>
                  </a:lnTo>
                  <a:lnTo>
                    <a:pt x="2362" y="1743"/>
                  </a:lnTo>
                  <a:lnTo>
                    <a:pt x="2359" y="1769"/>
                  </a:lnTo>
                  <a:lnTo>
                    <a:pt x="2350" y="1793"/>
                  </a:lnTo>
                  <a:lnTo>
                    <a:pt x="2337" y="1814"/>
                  </a:lnTo>
                  <a:lnTo>
                    <a:pt x="2320" y="1831"/>
                  </a:lnTo>
                  <a:lnTo>
                    <a:pt x="2299" y="1844"/>
                  </a:lnTo>
                  <a:lnTo>
                    <a:pt x="2275" y="1853"/>
                  </a:lnTo>
                  <a:lnTo>
                    <a:pt x="2249" y="1856"/>
                  </a:lnTo>
                  <a:lnTo>
                    <a:pt x="113" y="1856"/>
                  </a:lnTo>
                  <a:lnTo>
                    <a:pt x="87" y="1853"/>
                  </a:lnTo>
                  <a:lnTo>
                    <a:pt x="63" y="1844"/>
                  </a:lnTo>
                  <a:lnTo>
                    <a:pt x="42" y="1831"/>
                  </a:lnTo>
                  <a:lnTo>
                    <a:pt x="25" y="1814"/>
                  </a:lnTo>
                  <a:lnTo>
                    <a:pt x="12" y="1793"/>
                  </a:lnTo>
                  <a:lnTo>
                    <a:pt x="3" y="1769"/>
                  </a:lnTo>
                  <a:lnTo>
                    <a:pt x="0" y="1743"/>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8" name="Freeform 25"/>
            <p:cNvSpPr>
              <a:spLocks noEditPoints="1"/>
            </p:cNvSpPr>
            <p:nvPr/>
          </p:nvSpPr>
          <p:spPr bwMode="auto">
            <a:xfrm>
              <a:off x="1900" y="1317"/>
              <a:ext cx="306" cy="232"/>
            </a:xfrm>
            <a:custGeom>
              <a:avLst/>
              <a:gdLst>
                <a:gd name="T0" fmla="*/ 225 w 2136"/>
                <a:gd name="T1" fmla="*/ 562 h 1630"/>
                <a:gd name="T2" fmla="*/ 506 w 2136"/>
                <a:gd name="T3" fmla="*/ 562 h 1630"/>
                <a:gd name="T4" fmla="*/ 506 w 2136"/>
                <a:gd name="T5" fmla="*/ 1405 h 1630"/>
                <a:gd name="T6" fmla="*/ 225 w 2136"/>
                <a:gd name="T7" fmla="*/ 1405 h 1630"/>
                <a:gd name="T8" fmla="*/ 225 w 2136"/>
                <a:gd name="T9" fmla="*/ 562 h 1630"/>
                <a:gd name="T10" fmla="*/ 112 w 2136"/>
                <a:gd name="T11" fmla="*/ 112 h 1630"/>
                <a:gd name="T12" fmla="*/ 112 w 2136"/>
                <a:gd name="T13" fmla="*/ 1518 h 1630"/>
                <a:gd name="T14" fmla="*/ 2024 w 2136"/>
                <a:gd name="T15" fmla="*/ 1518 h 1630"/>
                <a:gd name="T16" fmla="*/ 2024 w 2136"/>
                <a:gd name="T17" fmla="*/ 112 h 1630"/>
                <a:gd name="T18" fmla="*/ 112 w 2136"/>
                <a:gd name="T19" fmla="*/ 112 h 1630"/>
                <a:gd name="T20" fmla="*/ 0 w 2136"/>
                <a:gd name="T21" fmla="*/ 0 h 1630"/>
                <a:gd name="T22" fmla="*/ 2136 w 2136"/>
                <a:gd name="T23" fmla="*/ 0 h 1630"/>
                <a:gd name="T24" fmla="*/ 2136 w 2136"/>
                <a:gd name="T25" fmla="*/ 1630 h 1630"/>
                <a:gd name="T26" fmla="*/ 0 w 2136"/>
                <a:gd name="T27" fmla="*/ 1630 h 1630"/>
                <a:gd name="T28" fmla="*/ 0 w 2136"/>
                <a:gd name="T29"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36" h="1630">
                  <a:moveTo>
                    <a:pt x="225" y="562"/>
                  </a:moveTo>
                  <a:lnTo>
                    <a:pt x="506" y="562"/>
                  </a:lnTo>
                  <a:lnTo>
                    <a:pt x="506" y="1405"/>
                  </a:lnTo>
                  <a:lnTo>
                    <a:pt x="225" y="1405"/>
                  </a:lnTo>
                  <a:lnTo>
                    <a:pt x="225" y="562"/>
                  </a:lnTo>
                  <a:close/>
                  <a:moveTo>
                    <a:pt x="112" y="112"/>
                  </a:moveTo>
                  <a:lnTo>
                    <a:pt x="112" y="1518"/>
                  </a:lnTo>
                  <a:lnTo>
                    <a:pt x="2024" y="1518"/>
                  </a:lnTo>
                  <a:lnTo>
                    <a:pt x="2024" y="112"/>
                  </a:lnTo>
                  <a:lnTo>
                    <a:pt x="112" y="112"/>
                  </a:lnTo>
                  <a:close/>
                  <a:moveTo>
                    <a:pt x="0" y="0"/>
                  </a:moveTo>
                  <a:lnTo>
                    <a:pt x="2136" y="0"/>
                  </a:lnTo>
                  <a:lnTo>
                    <a:pt x="2136" y="1630"/>
                  </a:lnTo>
                  <a:lnTo>
                    <a:pt x="0" y="163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9" name="Rectangle 26"/>
            <p:cNvSpPr>
              <a:spLocks noChangeArrowheads="1"/>
            </p:cNvSpPr>
            <p:nvPr/>
          </p:nvSpPr>
          <p:spPr bwMode="auto">
            <a:xfrm>
              <a:off x="1933" y="1349"/>
              <a:ext cx="240" cy="32"/>
            </a:xfrm>
            <a:prstGeom prst="rect">
              <a:avLst/>
            </a:prstGeom>
            <a:solidFill>
              <a:srgbClr val="7DD2F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00" name="Rectangle 27"/>
            <p:cNvSpPr>
              <a:spLocks noChangeArrowheads="1"/>
            </p:cNvSpPr>
            <p:nvPr/>
          </p:nvSpPr>
          <p:spPr bwMode="auto">
            <a:xfrm>
              <a:off x="1989" y="1397"/>
              <a:ext cx="184" cy="120"/>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01" name="Freeform 28"/>
            <p:cNvSpPr>
              <a:spLocks/>
            </p:cNvSpPr>
            <p:nvPr/>
          </p:nvSpPr>
          <p:spPr bwMode="auto">
            <a:xfrm>
              <a:off x="1989" y="1457"/>
              <a:ext cx="118" cy="60"/>
            </a:xfrm>
            <a:custGeom>
              <a:avLst/>
              <a:gdLst>
                <a:gd name="T0" fmla="*/ 153 w 828"/>
                <a:gd name="T1" fmla="*/ 0 h 419"/>
                <a:gd name="T2" fmla="*/ 202 w 828"/>
                <a:gd name="T3" fmla="*/ 1 h 419"/>
                <a:gd name="T4" fmla="*/ 254 w 828"/>
                <a:gd name="T5" fmla="*/ 5 h 419"/>
                <a:gd name="T6" fmla="*/ 308 w 828"/>
                <a:gd name="T7" fmla="*/ 13 h 419"/>
                <a:gd name="T8" fmla="*/ 365 w 828"/>
                <a:gd name="T9" fmla="*/ 27 h 419"/>
                <a:gd name="T10" fmla="*/ 425 w 828"/>
                <a:gd name="T11" fmla="*/ 47 h 419"/>
                <a:gd name="T12" fmla="*/ 486 w 828"/>
                <a:gd name="T13" fmla="*/ 72 h 419"/>
                <a:gd name="T14" fmla="*/ 539 w 828"/>
                <a:gd name="T15" fmla="*/ 101 h 419"/>
                <a:gd name="T16" fmla="*/ 586 w 828"/>
                <a:gd name="T17" fmla="*/ 131 h 419"/>
                <a:gd name="T18" fmla="*/ 630 w 828"/>
                <a:gd name="T19" fmla="*/ 163 h 419"/>
                <a:gd name="T20" fmla="*/ 668 w 828"/>
                <a:gd name="T21" fmla="*/ 196 h 419"/>
                <a:gd name="T22" fmla="*/ 702 w 828"/>
                <a:gd name="T23" fmla="*/ 231 h 419"/>
                <a:gd name="T24" fmla="*/ 732 w 828"/>
                <a:gd name="T25" fmla="*/ 265 h 419"/>
                <a:gd name="T26" fmla="*/ 758 w 828"/>
                <a:gd name="T27" fmla="*/ 300 h 419"/>
                <a:gd name="T28" fmla="*/ 781 w 828"/>
                <a:gd name="T29" fmla="*/ 332 h 419"/>
                <a:gd name="T30" fmla="*/ 800 w 828"/>
                <a:gd name="T31" fmla="*/ 364 h 419"/>
                <a:gd name="T32" fmla="*/ 816 w 828"/>
                <a:gd name="T33" fmla="*/ 393 h 419"/>
                <a:gd name="T34" fmla="*/ 828 w 828"/>
                <a:gd name="T35" fmla="*/ 419 h 419"/>
                <a:gd name="T36" fmla="*/ 0 w 828"/>
                <a:gd name="T37" fmla="*/ 419 h 419"/>
                <a:gd name="T38" fmla="*/ 0 w 828"/>
                <a:gd name="T39" fmla="*/ 18 h 419"/>
                <a:gd name="T40" fmla="*/ 32 w 828"/>
                <a:gd name="T41" fmla="*/ 11 h 419"/>
                <a:gd name="T42" fmla="*/ 68 w 828"/>
                <a:gd name="T43" fmla="*/ 6 h 419"/>
                <a:gd name="T44" fmla="*/ 108 w 828"/>
                <a:gd name="T45" fmla="*/ 2 h 419"/>
                <a:gd name="T46" fmla="*/ 153 w 828"/>
                <a:gd name="T47" fmla="*/ 0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28" h="419">
                  <a:moveTo>
                    <a:pt x="153" y="0"/>
                  </a:moveTo>
                  <a:lnTo>
                    <a:pt x="202" y="1"/>
                  </a:lnTo>
                  <a:lnTo>
                    <a:pt x="254" y="5"/>
                  </a:lnTo>
                  <a:lnTo>
                    <a:pt x="308" y="13"/>
                  </a:lnTo>
                  <a:lnTo>
                    <a:pt x="365" y="27"/>
                  </a:lnTo>
                  <a:lnTo>
                    <a:pt x="425" y="47"/>
                  </a:lnTo>
                  <a:lnTo>
                    <a:pt x="486" y="72"/>
                  </a:lnTo>
                  <a:lnTo>
                    <a:pt x="539" y="101"/>
                  </a:lnTo>
                  <a:lnTo>
                    <a:pt x="586" y="131"/>
                  </a:lnTo>
                  <a:lnTo>
                    <a:pt x="630" y="163"/>
                  </a:lnTo>
                  <a:lnTo>
                    <a:pt x="668" y="196"/>
                  </a:lnTo>
                  <a:lnTo>
                    <a:pt x="702" y="231"/>
                  </a:lnTo>
                  <a:lnTo>
                    <a:pt x="732" y="265"/>
                  </a:lnTo>
                  <a:lnTo>
                    <a:pt x="758" y="300"/>
                  </a:lnTo>
                  <a:lnTo>
                    <a:pt x="781" y="332"/>
                  </a:lnTo>
                  <a:lnTo>
                    <a:pt x="800" y="364"/>
                  </a:lnTo>
                  <a:lnTo>
                    <a:pt x="816" y="393"/>
                  </a:lnTo>
                  <a:lnTo>
                    <a:pt x="828" y="419"/>
                  </a:lnTo>
                  <a:lnTo>
                    <a:pt x="0" y="419"/>
                  </a:lnTo>
                  <a:lnTo>
                    <a:pt x="0" y="18"/>
                  </a:lnTo>
                  <a:lnTo>
                    <a:pt x="32" y="11"/>
                  </a:lnTo>
                  <a:lnTo>
                    <a:pt x="68" y="6"/>
                  </a:lnTo>
                  <a:lnTo>
                    <a:pt x="108" y="2"/>
                  </a:lnTo>
                  <a:lnTo>
                    <a:pt x="153"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02" name="Freeform 29"/>
            <p:cNvSpPr>
              <a:spLocks/>
            </p:cNvSpPr>
            <p:nvPr/>
          </p:nvSpPr>
          <p:spPr bwMode="auto">
            <a:xfrm>
              <a:off x="2116" y="1397"/>
              <a:ext cx="57" cy="93"/>
            </a:xfrm>
            <a:custGeom>
              <a:avLst/>
              <a:gdLst>
                <a:gd name="T0" fmla="*/ 0 w 399"/>
                <a:gd name="T1" fmla="*/ 0 h 654"/>
                <a:gd name="T2" fmla="*/ 399 w 399"/>
                <a:gd name="T3" fmla="*/ 0 h 654"/>
                <a:gd name="T4" fmla="*/ 399 w 399"/>
                <a:gd name="T5" fmla="*/ 654 h 654"/>
                <a:gd name="T6" fmla="*/ 367 w 399"/>
                <a:gd name="T7" fmla="*/ 634 h 654"/>
                <a:gd name="T8" fmla="*/ 332 w 399"/>
                <a:gd name="T9" fmla="*/ 610 h 654"/>
                <a:gd name="T10" fmla="*/ 295 w 399"/>
                <a:gd name="T11" fmla="*/ 582 h 654"/>
                <a:gd name="T12" fmla="*/ 258 w 399"/>
                <a:gd name="T13" fmla="*/ 551 h 654"/>
                <a:gd name="T14" fmla="*/ 224 w 399"/>
                <a:gd name="T15" fmla="*/ 518 h 654"/>
                <a:gd name="T16" fmla="*/ 192 w 399"/>
                <a:gd name="T17" fmla="*/ 481 h 654"/>
                <a:gd name="T18" fmla="*/ 167 w 399"/>
                <a:gd name="T19" fmla="*/ 446 h 654"/>
                <a:gd name="T20" fmla="*/ 143 w 399"/>
                <a:gd name="T21" fmla="*/ 413 h 654"/>
                <a:gd name="T22" fmla="*/ 123 w 399"/>
                <a:gd name="T23" fmla="*/ 381 h 654"/>
                <a:gd name="T24" fmla="*/ 105 w 399"/>
                <a:gd name="T25" fmla="*/ 352 h 654"/>
                <a:gd name="T26" fmla="*/ 89 w 399"/>
                <a:gd name="T27" fmla="*/ 325 h 654"/>
                <a:gd name="T28" fmla="*/ 77 w 399"/>
                <a:gd name="T29" fmla="*/ 301 h 654"/>
                <a:gd name="T30" fmla="*/ 66 w 399"/>
                <a:gd name="T31" fmla="*/ 280 h 654"/>
                <a:gd name="T32" fmla="*/ 58 w 399"/>
                <a:gd name="T33" fmla="*/ 263 h 654"/>
                <a:gd name="T34" fmla="*/ 52 w 399"/>
                <a:gd name="T35" fmla="*/ 250 h 654"/>
                <a:gd name="T36" fmla="*/ 49 w 399"/>
                <a:gd name="T37" fmla="*/ 243 h 654"/>
                <a:gd name="T38" fmla="*/ 48 w 399"/>
                <a:gd name="T39" fmla="*/ 240 h 654"/>
                <a:gd name="T40" fmla="*/ 46 w 399"/>
                <a:gd name="T41" fmla="*/ 238 h 654"/>
                <a:gd name="T42" fmla="*/ 43 w 399"/>
                <a:gd name="T43" fmla="*/ 230 h 654"/>
                <a:gd name="T44" fmla="*/ 39 w 399"/>
                <a:gd name="T45" fmla="*/ 219 h 654"/>
                <a:gd name="T46" fmla="*/ 32 w 399"/>
                <a:gd name="T47" fmla="*/ 203 h 654"/>
                <a:gd name="T48" fmla="*/ 26 w 399"/>
                <a:gd name="T49" fmla="*/ 183 h 654"/>
                <a:gd name="T50" fmla="*/ 20 w 399"/>
                <a:gd name="T51" fmla="*/ 161 h 654"/>
                <a:gd name="T52" fmla="*/ 14 w 399"/>
                <a:gd name="T53" fmla="*/ 135 h 654"/>
                <a:gd name="T54" fmla="*/ 10 w 399"/>
                <a:gd name="T55" fmla="*/ 109 h 654"/>
                <a:gd name="T56" fmla="*/ 6 w 399"/>
                <a:gd name="T57" fmla="*/ 70 h 654"/>
                <a:gd name="T58" fmla="*/ 2 w 399"/>
                <a:gd name="T59" fmla="*/ 33 h 654"/>
                <a:gd name="T60" fmla="*/ 0 w 399"/>
                <a:gd name="T61" fmla="*/ 0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99" h="654">
                  <a:moveTo>
                    <a:pt x="0" y="0"/>
                  </a:moveTo>
                  <a:lnTo>
                    <a:pt x="399" y="0"/>
                  </a:lnTo>
                  <a:lnTo>
                    <a:pt x="399" y="654"/>
                  </a:lnTo>
                  <a:lnTo>
                    <a:pt x="367" y="634"/>
                  </a:lnTo>
                  <a:lnTo>
                    <a:pt x="332" y="610"/>
                  </a:lnTo>
                  <a:lnTo>
                    <a:pt x="295" y="582"/>
                  </a:lnTo>
                  <a:lnTo>
                    <a:pt x="258" y="551"/>
                  </a:lnTo>
                  <a:lnTo>
                    <a:pt x="224" y="518"/>
                  </a:lnTo>
                  <a:lnTo>
                    <a:pt x="192" y="481"/>
                  </a:lnTo>
                  <a:lnTo>
                    <a:pt x="167" y="446"/>
                  </a:lnTo>
                  <a:lnTo>
                    <a:pt x="143" y="413"/>
                  </a:lnTo>
                  <a:lnTo>
                    <a:pt x="123" y="381"/>
                  </a:lnTo>
                  <a:lnTo>
                    <a:pt x="105" y="352"/>
                  </a:lnTo>
                  <a:lnTo>
                    <a:pt x="89" y="325"/>
                  </a:lnTo>
                  <a:lnTo>
                    <a:pt x="77" y="301"/>
                  </a:lnTo>
                  <a:lnTo>
                    <a:pt x="66" y="280"/>
                  </a:lnTo>
                  <a:lnTo>
                    <a:pt x="58" y="263"/>
                  </a:lnTo>
                  <a:lnTo>
                    <a:pt x="52" y="250"/>
                  </a:lnTo>
                  <a:lnTo>
                    <a:pt x="49" y="243"/>
                  </a:lnTo>
                  <a:lnTo>
                    <a:pt x="48" y="240"/>
                  </a:lnTo>
                  <a:lnTo>
                    <a:pt x="46" y="238"/>
                  </a:lnTo>
                  <a:lnTo>
                    <a:pt x="43" y="230"/>
                  </a:lnTo>
                  <a:lnTo>
                    <a:pt x="39" y="219"/>
                  </a:lnTo>
                  <a:lnTo>
                    <a:pt x="32" y="203"/>
                  </a:lnTo>
                  <a:lnTo>
                    <a:pt x="26" y="183"/>
                  </a:lnTo>
                  <a:lnTo>
                    <a:pt x="20" y="161"/>
                  </a:lnTo>
                  <a:lnTo>
                    <a:pt x="14" y="135"/>
                  </a:lnTo>
                  <a:lnTo>
                    <a:pt x="10" y="109"/>
                  </a:lnTo>
                  <a:lnTo>
                    <a:pt x="6" y="70"/>
                  </a:lnTo>
                  <a:lnTo>
                    <a:pt x="2" y="33"/>
                  </a:lnTo>
                  <a:lnTo>
                    <a:pt x="0"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03" name="Freeform 30"/>
            <p:cNvSpPr>
              <a:spLocks noEditPoints="1"/>
            </p:cNvSpPr>
            <p:nvPr/>
          </p:nvSpPr>
          <p:spPr bwMode="auto">
            <a:xfrm>
              <a:off x="1989" y="1397"/>
              <a:ext cx="152" cy="107"/>
            </a:xfrm>
            <a:custGeom>
              <a:avLst/>
              <a:gdLst>
                <a:gd name="T0" fmla="*/ 451 w 1067"/>
                <a:gd name="T1" fmla="*/ 633 h 751"/>
                <a:gd name="T2" fmla="*/ 481 w 1067"/>
                <a:gd name="T3" fmla="*/ 671 h 751"/>
                <a:gd name="T4" fmla="*/ 473 w 1067"/>
                <a:gd name="T5" fmla="*/ 719 h 751"/>
                <a:gd name="T6" fmla="*/ 435 w 1067"/>
                <a:gd name="T7" fmla="*/ 749 h 751"/>
                <a:gd name="T8" fmla="*/ 387 w 1067"/>
                <a:gd name="T9" fmla="*/ 743 h 751"/>
                <a:gd name="T10" fmla="*/ 357 w 1067"/>
                <a:gd name="T11" fmla="*/ 705 h 751"/>
                <a:gd name="T12" fmla="*/ 363 w 1067"/>
                <a:gd name="T13" fmla="*/ 655 h 751"/>
                <a:gd name="T14" fmla="*/ 401 w 1067"/>
                <a:gd name="T15" fmla="*/ 626 h 751"/>
                <a:gd name="T16" fmla="*/ 1020 w 1067"/>
                <a:gd name="T17" fmla="*/ 583 h 751"/>
                <a:gd name="T18" fmla="*/ 1058 w 1067"/>
                <a:gd name="T19" fmla="*/ 613 h 751"/>
                <a:gd name="T20" fmla="*/ 1065 w 1067"/>
                <a:gd name="T21" fmla="*/ 662 h 751"/>
                <a:gd name="T22" fmla="*/ 1035 w 1067"/>
                <a:gd name="T23" fmla="*/ 700 h 751"/>
                <a:gd name="T24" fmla="*/ 987 w 1067"/>
                <a:gd name="T25" fmla="*/ 707 h 751"/>
                <a:gd name="T26" fmla="*/ 948 w 1067"/>
                <a:gd name="T27" fmla="*/ 677 h 751"/>
                <a:gd name="T28" fmla="*/ 941 w 1067"/>
                <a:gd name="T29" fmla="*/ 629 h 751"/>
                <a:gd name="T30" fmla="*/ 971 w 1067"/>
                <a:gd name="T31" fmla="*/ 591 h 751"/>
                <a:gd name="T32" fmla="*/ 177 w 1067"/>
                <a:gd name="T33" fmla="*/ 544 h 751"/>
                <a:gd name="T34" fmla="*/ 220 w 1067"/>
                <a:gd name="T35" fmla="*/ 565 h 751"/>
                <a:gd name="T36" fmla="*/ 227 w 1067"/>
                <a:gd name="T37" fmla="*/ 612 h 751"/>
                <a:gd name="T38" fmla="*/ 193 w 1067"/>
                <a:gd name="T39" fmla="*/ 644 h 751"/>
                <a:gd name="T40" fmla="*/ 147 w 1067"/>
                <a:gd name="T41" fmla="*/ 637 h 751"/>
                <a:gd name="T42" fmla="*/ 126 w 1067"/>
                <a:gd name="T43" fmla="*/ 596 h 751"/>
                <a:gd name="T44" fmla="*/ 147 w 1067"/>
                <a:gd name="T45" fmla="*/ 554 h 751"/>
                <a:gd name="T46" fmla="*/ 870 w 1067"/>
                <a:gd name="T47" fmla="*/ 465 h 751"/>
                <a:gd name="T48" fmla="*/ 913 w 1067"/>
                <a:gd name="T49" fmla="*/ 486 h 751"/>
                <a:gd name="T50" fmla="*/ 920 w 1067"/>
                <a:gd name="T51" fmla="*/ 532 h 751"/>
                <a:gd name="T52" fmla="*/ 886 w 1067"/>
                <a:gd name="T53" fmla="*/ 565 h 751"/>
                <a:gd name="T54" fmla="*/ 840 w 1067"/>
                <a:gd name="T55" fmla="*/ 558 h 751"/>
                <a:gd name="T56" fmla="*/ 819 w 1067"/>
                <a:gd name="T57" fmla="*/ 517 h 751"/>
                <a:gd name="T58" fmla="*/ 840 w 1067"/>
                <a:gd name="T59" fmla="*/ 474 h 751"/>
                <a:gd name="T60" fmla="*/ 0 w 1067"/>
                <a:gd name="T61" fmla="*/ 0 h 751"/>
                <a:gd name="T62" fmla="*/ 804 w 1067"/>
                <a:gd name="T63" fmla="*/ 32 h 751"/>
                <a:gd name="T64" fmla="*/ 771 w 1067"/>
                <a:gd name="T65" fmla="*/ 60 h 751"/>
                <a:gd name="T66" fmla="*/ 726 w 1067"/>
                <a:gd name="T67" fmla="*/ 105 h 751"/>
                <a:gd name="T68" fmla="*/ 682 w 1067"/>
                <a:gd name="T69" fmla="*/ 173 h 751"/>
                <a:gd name="T70" fmla="*/ 627 w 1067"/>
                <a:gd name="T71" fmla="*/ 241 h 751"/>
                <a:gd name="T72" fmla="*/ 563 w 1067"/>
                <a:gd name="T73" fmla="*/ 287 h 751"/>
                <a:gd name="T74" fmla="*/ 479 w 1067"/>
                <a:gd name="T75" fmla="*/ 307 h 751"/>
                <a:gd name="T76" fmla="*/ 389 w 1067"/>
                <a:gd name="T77" fmla="*/ 291 h 751"/>
                <a:gd name="T78" fmla="*/ 276 w 1067"/>
                <a:gd name="T79" fmla="*/ 258 h 751"/>
                <a:gd name="T80" fmla="*/ 191 w 1067"/>
                <a:gd name="T81" fmla="*/ 263 h 751"/>
                <a:gd name="T82" fmla="*/ 121 w 1067"/>
                <a:gd name="T83" fmla="*/ 293 h 751"/>
                <a:gd name="T84" fmla="*/ 88 w 1067"/>
                <a:gd name="T85" fmla="*/ 313 h 751"/>
                <a:gd name="T86" fmla="*/ 67 w 1067"/>
                <a:gd name="T87" fmla="*/ 331 h 751"/>
                <a:gd name="T88" fmla="*/ 36 w 1067"/>
                <a:gd name="T89" fmla="*/ 354 h 751"/>
                <a:gd name="T90" fmla="*/ 0 w 1067"/>
                <a:gd name="T91" fmla="*/ 0 h 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67" h="751">
                  <a:moveTo>
                    <a:pt x="418" y="623"/>
                  </a:moveTo>
                  <a:lnTo>
                    <a:pt x="435" y="626"/>
                  </a:lnTo>
                  <a:lnTo>
                    <a:pt x="451" y="633"/>
                  </a:lnTo>
                  <a:lnTo>
                    <a:pt x="464" y="642"/>
                  </a:lnTo>
                  <a:lnTo>
                    <a:pt x="473" y="655"/>
                  </a:lnTo>
                  <a:lnTo>
                    <a:pt x="481" y="671"/>
                  </a:lnTo>
                  <a:lnTo>
                    <a:pt x="483" y="688"/>
                  </a:lnTo>
                  <a:lnTo>
                    <a:pt x="481" y="705"/>
                  </a:lnTo>
                  <a:lnTo>
                    <a:pt x="473" y="719"/>
                  </a:lnTo>
                  <a:lnTo>
                    <a:pt x="464" y="732"/>
                  </a:lnTo>
                  <a:lnTo>
                    <a:pt x="451" y="743"/>
                  </a:lnTo>
                  <a:lnTo>
                    <a:pt x="435" y="749"/>
                  </a:lnTo>
                  <a:lnTo>
                    <a:pt x="418" y="751"/>
                  </a:lnTo>
                  <a:lnTo>
                    <a:pt x="401" y="749"/>
                  </a:lnTo>
                  <a:lnTo>
                    <a:pt x="387" y="743"/>
                  </a:lnTo>
                  <a:lnTo>
                    <a:pt x="373" y="732"/>
                  </a:lnTo>
                  <a:lnTo>
                    <a:pt x="363" y="719"/>
                  </a:lnTo>
                  <a:lnTo>
                    <a:pt x="357" y="705"/>
                  </a:lnTo>
                  <a:lnTo>
                    <a:pt x="355" y="688"/>
                  </a:lnTo>
                  <a:lnTo>
                    <a:pt x="357" y="671"/>
                  </a:lnTo>
                  <a:lnTo>
                    <a:pt x="363" y="655"/>
                  </a:lnTo>
                  <a:lnTo>
                    <a:pt x="373" y="642"/>
                  </a:lnTo>
                  <a:lnTo>
                    <a:pt x="387" y="633"/>
                  </a:lnTo>
                  <a:lnTo>
                    <a:pt x="401" y="626"/>
                  </a:lnTo>
                  <a:lnTo>
                    <a:pt x="418" y="623"/>
                  </a:lnTo>
                  <a:close/>
                  <a:moveTo>
                    <a:pt x="1004" y="581"/>
                  </a:moveTo>
                  <a:lnTo>
                    <a:pt x="1020" y="583"/>
                  </a:lnTo>
                  <a:lnTo>
                    <a:pt x="1035" y="591"/>
                  </a:lnTo>
                  <a:lnTo>
                    <a:pt x="1049" y="600"/>
                  </a:lnTo>
                  <a:lnTo>
                    <a:pt x="1058" y="613"/>
                  </a:lnTo>
                  <a:lnTo>
                    <a:pt x="1065" y="629"/>
                  </a:lnTo>
                  <a:lnTo>
                    <a:pt x="1067" y="645"/>
                  </a:lnTo>
                  <a:lnTo>
                    <a:pt x="1065" y="662"/>
                  </a:lnTo>
                  <a:lnTo>
                    <a:pt x="1058" y="677"/>
                  </a:lnTo>
                  <a:lnTo>
                    <a:pt x="1049" y="690"/>
                  </a:lnTo>
                  <a:lnTo>
                    <a:pt x="1035" y="700"/>
                  </a:lnTo>
                  <a:lnTo>
                    <a:pt x="1020" y="707"/>
                  </a:lnTo>
                  <a:lnTo>
                    <a:pt x="1004" y="709"/>
                  </a:lnTo>
                  <a:lnTo>
                    <a:pt x="987" y="707"/>
                  </a:lnTo>
                  <a:lnTo>
                    <a:pt x="971" y="700"/>
                  </a:lnTo>
                  <a:lnTo>
                    <a:pt x="958" y="690"/>
                  </a:lnTo>
                  <a:lnTo>
                    <a:pt x="948" y="677"/>
                  </a:lnTo>
                  <a:lnTo>
                    <a:pt x="941" y="662"/>
                  </a:lnTo>
                  <a:lnTo>
                    <a:pt x="939" y="645"/>
                  </a:lnTo>
                  <a:lnTo>
                    <a:pt x="941" y="629"/>
                  </a:lnTo>
                  <a:lnTo>
                    <a:pt x="948" y="613"/>
                  </a:lnTo>
                  <a:lnTo>
                    <a:pt x="958" y="600"/>
                  </a:lnTo>
                  <a:lnTo>
                    <a:pt x="971" y="591"/>
                  </a:lnTo>
                  <a:lnTo>
                    <a:pt x="987" y="583"/>
                  </a:lnTo>
                  <a:lnTo>
                    <a:pt x="1004" y="581"/>
                  </a:lnTo>
                  <a:close/>
                  <a:moveTo>
                    <a:pt x="177" y="544"/>
                  </a:moveTo>
                  <a:lnTo>
                    <a:pt x="193" y="546"/>
                  </a:lnTo>
                  <a:lnTo>
                    <a:pt x="208" y="554"/>
                  </a:lnTo>
                  <a:lnTo>
                    <a:pt x="220" y="565"/>
                  </a:lnTo>
                  <a:lnTo>
                    <a:pt x="227" y="579"/>
                  </a:lnTo>
                  <a:lnTo>
                    <a:pt x="229" y="596"/>
                  </a:lnTo>
                  <a:lnTo>
                    <a:pt x="227" y="612"/>
                  </a:lnTo>
                  <a:lnTo>
                    <a:pt x="220" y="626"/>
                  </a:lnTo>
                  <a:lnTo>
                    <a:pt x="208" y="637"/>
                  </a:lnTo>
                  <a:lnTo>
                    <a:pt x="193" y="644"/>
                  </a:lnTo>
                  <a:lnTo>
                    <a:pt x="177" y="648"/>
                  </a:lnTo>
                  <a:lnTo>
                    <a:pt x="161" y="644"/>
                  </a:lnTo>
                  <a:lnTo>
                    <a:pt x="147" y="637"/>
                  </a:lnTo>
                  <a:lnTo>
                    <a:pt x="135" y="626"/>
                  </a:lnTo>
                  <a:lnTo>
                    <a:pt x="128" y="612"/>
                  </a:lnTo>
                  <a:lnTo>
                    <a:pt x="126" y="596"/>
                  </a:lnTo>
                  <a:lnTo>
                    <a:pt x="128" y="579"/>
                  </a:lnTo>
                  <a:lnTo>
                    <a:pt x="135" y="565"/>
                  </a:lnTo>
                  <a:lnTo>
                    <a:pt x="147" y="554"/>
                  </a:lnTo>
                  <a:lnTo>
                    <a:pt x="161" y="546"/>
                  </a:lnTo>
                  <a:lnTo>
                    <a:pt x="177" y="544"/>
                  </a:lnTo>
                  <a:close/>
                  <a:moveTo>
                    <a:pt x="870" y="465"/>
                  </a:moveTo>
                  <a:lnTo>
                    <a:pt x="886" y="467"/>
                  </a:lnTo>
                  <a:lnTo>
                    <a:pt x="901" y="474"/>
                  </a:lnTo>
                  <a:lnTo>
                    <a:pt x="913" y="486"/>
                  </a:lnTo>
                  <a:lnTo>
                    <a:pt x="920" y="500"/>
                  </a:lnTo>
                  <a:lnTo>
                    <a:pt x="922" y="517"/>
                  </a:lnTo>
                  <a:lnTo>
                    <a:pt x="920" y="532"/>
                  </a:lnTo>
                  <a:lnTo>
                    <a:pt x="913" y="547"/>
                  </a:lnTo>
                  <a:lnTo>
                    <a:pt x="901" y="558"/>
                  </a:lnTo>
                  <a:lnTo>
                    <a:pt x="886" y="565"/>
                  </a:lnTo>
                  <a:lnTo>
                    <a:pt x="870" y="568"/>
                  </a:lnTo>
                  <a:lnTo>
                    <a:pt x="854" y="565"/>
                  </a:lnTo>
                  <a:lnTo>
                    <a:pt x="840" y="558"/>
                  </a:lnTo>
                  <a:lnTo>
                    <a:pt x="828" y="547"/>
                  </a:lnTo>
                  <a:lnTo>
                    <a:pt x="821" y="532"/>
                  </a:lnTo>
                  <a:lnTo>
                    <a:pt x="819" y="517"/>
                  </a:lnTo>
                  <a:lnTo>
                    <a:pt x="821" y="500"/>
                  </a:lnTo>
                  <a:lnTo>
                    <a:pt x="828" y="486"/>
                  </a:lnTo>
                  <a:lnTo>
                    <a:pt x="840" y="474"/>
                  </a:lnTo>
                  <a:lnTo>
                    <a:pt x="854" y="467"/>
                  </a:lnTo>
                  <a:lnTo>
                    <a:pt x="870" y="465"/>
                  </a:lnTo>
                  <a:close/>
                  <a:moveTo>
                    <a:pt x="0" y="0"/>
                  </a:moveTo>
                  <a:lnTo>
                    <a:pt x="833" y="0"/>
                  </a:lnTo>
                  <a:lnTo>
                    <a:pt x="818" y="17"/>
                  </a:lnTo>
                  <a:lnTo>
                    <a:pt x="804" y="32"/>
                  </a:lnTo>
                  <a:lnTo>
                    <a:pt x="790" y="44"/>
                  </a:lnTo>
                  <a:lnTo>
                    <a:pt x="780" y="54"/>
                  </a:lnTo>
                  <a:lnTo>
                    <a:pt x="771" y="60"/>
                  </a:lnTo>
                  <a:lnTo>
                    <a:pt x="753" y="73"/>
                  </a:lnTo>
                  <a:lnTo>
                    <a:pt x="738" y="88"/>
                  </a:lnTo>
                  <a:lnTo>
                    <a:pt x="726" y="105"/>
                  </a:lnTo>
                  <a:lnTo>
                    <a:pt x="713" y="123"/>
                  </a:lnTo>
                  <a:lnTo>
                    <a:pt x="701" y="143"/>
                  </a:lnTo>
                  <a:lnTo>
                    <a:pt x="682" y="173"/>
                  </a:lnTo>
                  <a:lnTo>
                    <a:pt x="660" y="205"/>
                  </a:lnTo>
                  <a:lnTo>
                    <a:pt x="644" y="223"/>
                  </a:lnTo>
                  <a:lnTo>
                    <a:pt x="627" y="241"/>
                  </a:lnTo>
                  <a:lnTo>
                    <a:pt x="607" y="258"/>
                  </a:lnTo>
                  <a:lnTo>
                    <a:pt x="586" y="274"/>
                  </a:lnTo>
                  <a:lnTo>
                    <a:pt x="563" y="287"/>
                  </a:lnTo>
                  <a:lnTo>
                    <a:pt x="538" y="298"/>
                  </a:lnTo>
                  <a:lnTo>
                    <a:pt x="509" y="304"/>
                  </a:lnTo>
                  <a:lnTo>
                    <a:pt x="479" y="307"/>
                  </a:lnTo>
                  <a:lnTo>
                    <a:pt x="449" y="305"/>
                  </a:lnTo>
                  <a:lnTo>
                    <a:pt x="420" y="300"/>
                  </a:lnTo>
                  <a:lnTo>
                    <a:pt x="389" y="291"/>
                  </a:lnTo>
                  <a:lnTo>
                    <a:pt x="349" y="276"/>
                  </a:lnTo>
                  <a:lnTo>
                    <a:pt x="311" y="265"/>
                  </a:lnTo>
                  <a:lnTo>
                    <a:pt x="276" y="258"/>
                  </a:lnTo>
                  <a:lnTo>
                    <a:pt x="242" y="255"/>
                  </a:lnTo>
                  <a:lnTo>
                    <a:pt x="217" y="257"/>
                  </a:lnTo>
                  <a:lnTo>
                    <a:pt x="191" y="263"/>
                  </a:lnTo>
                  <a:lnTo>
                    <a:pt x="163" y="275"/>
                  </a:lnTo>
                  <a:lnTo>
                    <a:pt x="140" y="284"/>
                  </a:lnTo>
                  <a:lnTo>
                    <a:pt x="121" y="293"/>
                  </a:lnTo>
                  <a:lnTo>
                    <a:pt x="108" y="300"/>
                  </a:lnTo>
                  <a:lnTo>
                    <a:pt x="96" y="306"/>
                  </a:lnTo>
                  <a:lnTo>
                    <a:pt x="88" y="313"/>
                  </a:lnTo>
                  <a:lnTo>
                    <a:pt x="80" y="318"/>
                  </a:lnTo>
                  <a:lnTo>
                    <a:pt x="73" y="324"/>
                  </a:lnTo>
                  <a:lnTo>
                    <a:pt x="67" y="331"/>
                  </a:lnTo>
                  <a:lnTo>
                    <a:pt x="58" y="337"/>
                  </a:lnTo>
                  <a:lnTo>
                    <a:pt x="49" y="345"/>
                  </a:lnTo>
                  <a:lnTo>
                    <a:pt x="36" y="354"/>
                  </a:lnTo>
                  <a:lnTo>
                    <a:pt x="20" y="364"/>
                  </a:lnTo>
                  <a:lnTo>
                    <a:pt x="0" y="376"/>
                  </a:lnTo>
                  <a:lnTo>
                    <a:pt x="0"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04" name="Freeform 31"/>
            <p:cNvSpPr>
              <a:spLocks/>
            </p:cNvSpPr>
            <p:nvPr/>
          </p:nvSpPr>
          <p:spPr bwMode="auto">
            <a:xfrm>
              <a:off x="1989" y="1397"/>
              <a:ext cx="105" cy="42"/>
            </a:xfrm>
            <a:custGeom>
              <a:avLst/>
              <a:gdLst>
                <a:gd name="T0" fmla="*/ 0 w 735"/>
                <a:gd name="T1" fmla="*/ 0 h 298"/>
                <a:gd name="T2" fmla="*/ 735 w 735"/>
                <a:gd name="T3" fmla="*/ 0 h 298"/>
                <a:gd name="T4" fmla="*/ 710 w 735"/>
                <a:gd name="T5" fmla="*/ 17 h 298"/>
                <a:gd name="T6" fmla="*/ 690 w 735"/>
                <a:gd name="T7" fmla="*/ 36 h 298"/>
                <a:gd name="T8" fmla="*/ 673 w 735"/>
                <a:gd name="T9" fmla="*/ 57 h 298"/>
                <a:gd name="T10" fmla="*/ 658 w 735"/>
                <a:gd name="T11" fmla="*/ 78 h 298"/>
                <a:gd name="T12" fmla="*/ 644 w 735"/>
                <a:gd name="T13" fmla="*/ 99 h 298"/>
                <a:gd name="T14" fmla="*/ 633 w 735"/>
                <a:gd name="T15" fmla="*/ 120 h 298"/>
                <a:gd name="T16" fmla="*/ 619 w 735"/>
                <a:gd name="T17" fmla="*/ 141 h 298"/>
                <a:gd name="T18" fmla="*/ 605 w 735"/>
                <a:gd name="T19" fmla="*/ 161 h 298"/>
                <a:gd name="T20" fmla="*/ 584 w 735"/>
                <a:gd name="T21" fmla="*/ 184 h 298"/>
                <a:gd name="T22" fmla="*/ 563 w 735"/>
                <a:gd name="T23" fmla="*/ 204 h 298"/>
                <a:gd name="T24" fmla="*/ 541 w 735"/>
                <a:gd name="T25" fmla="*/ 219 h 298"/>
                <a:gd name="T26" fmla="*/ 519 w 735"/>
                <a:gd name="T27" fmla="*/ 229 h 298"/>
                <a:gd name="T28" fmla="*/ 495 w 735"/>
                <a:gd name="T29" fmla="*/ 236 h 298"/>
                <a:gd name="T30" fmla="*/ 470 w 735"/>
                <a:gd name="T31" fmla="*/ 237 h 298"/>
                <a:gd name="T32" fmla="*/ 443 w 735"/>
                <a:gd name="T33" fmla="*/ 232 h 298"/>
                <a:gd name="T34" fmla="*/ 413 w 735"/>
                <a:gd name="T35" fmla="*/ 224 h 298"/>
                <a:gd name="T36" fmla="*/ 377 w 735"/>
                <a:gd name="T37" fmla="*/ 211 h 298"/>
                <a:gd name="T38" fmla="*/ 341 w 735"/>
                <a:gd name="T39" fmla="*/ 200 h 298"/>
                <a:gd name="T40" fmla="*/ 305 w 735"/>
                <a:gd name="T41" fmla="*/ 191 h 298"/>
                <a:gd name="T42" fmla="*/ 270 w 735"/>
                <a:gd name="T43" fmla="*/ 186 h 298"/>
                <a:gd name="T44" fmla="*/ 236 w 735"/>
                <a:gd name="T45" fmla="*/ 184 h 298"/>
                <a:gd name="T46" fmla="*/ 202 w 735"/>
                <a:gd name="T47" fmla="*/ 188 h 298"/>
                <a:gd name="T48" fmla="*/ 167 w 735"/>
                <a:gd name="T49" fmla="*/ 198 h 298"/>
                <a:gd name="T50" fmla="*/ 145 w 735"/>
                <a:gd name="T51" fmla="*/ 206 h 298"/>
                <a:gd name="T52" fmla="*/ 118 w 735"/>
                <a:gd name="T53" fmla="*/ 217 h 298"/>
                <a:gd name="T54" fmla="*/ 91 w 735"/>
                <a:gd name="T55" fmla="*/ 229 h 298"/>
                <a:gd name="T56" fmla="*/ 63 w 735"/>
                <a:gd name="T57" fmla="*/ 244 h 298"/>
                <a:gd name="T58" fmla="*/ 38 w 735"/>
                <a:gd name="T59" fmla="*/ 261 h 298"/>
                <a:gd name="T60" fmla="*/ 17 w 735"/>
                <a:gd name="T61" fmla="*/ 279 h 298"/>
                <a:gd name="T62" fmla="*/ 0 w 735"/>
                <a:gd name="T63" fmla="*/ 298 h 298"/>
                <a:gd name="T64" fmla="*/ 0 w 735"/>
                <a:gd name="T65"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35" h="298">
                  <a:moveTo>
                    <a:pt x="0" y="0"/>
                  </a:moveTo>
                  <a:lnTo>
                    <a:pt x="735" y="0"/>
                  </a:lnTo>
                  <a:lnTo>
                    <a:pt x="710" y="17"/>
                  </a:lnTo>
                  <a:lnTo>
                    <a:pt x="690" y="36"/>
                  </a:lnTo>
                  <a:lnTo>
                    <a:pt x="673" y="57"/>
                  </a:lnTo>
                  <a:lnTo>
                    <a:pt x="658" y="78"/>
                  </a:lnTo>
                  <a:lnTo>
                    <a:pt x="644" y="99"/>
                  </a:lnTo>
                  <a:lnTo>
                    <a:pt x="633" y="120"/>
                  </a:lnTo>
                  <a:lnTo>
                    <a:pt x="619" y="141"/>
                  </a:lnTo>
                  <a:lnTo>
                    <a:pt x="605" y="161"/>
                  </a:lnTo>
                  <a:lnTo>
                    <a:pt x="584" y="184"/>
                  </a:lnTo>
                  <a:lnTo>
                    <a:pt x="563" y="204"/>
                  </a:lnTo>
                  <a:lnTo>
                    <a:pt x="541" y="219"/>
                  </a:lnTo>
                  <a:lnTo>
                    <a:pt x="519" y="229"/>
                  </a:lnTo>
                  <a:lnTo>
                    <a:pt x="495" y="236"/>
                  </a:lnTo>
                  <a:lnTo>
                    <a:pt x="470" y="237"/>
                  </a:lnTo>
                  <a:lnTo>
                    <a:pt x="443" y="232"/>
                  </a:lnTo>
                  <a:lnTo>
                    <a:pt x="413" y="224"/>
                  </a:lnTo>
                  <a:lnTo>
                    <a:pt x="377" y="211"/>
                  </a:lnTo>
                  <a:lnTo>
                    <a:pt x="341" y="200"/>
                  </a:lnTo>
                  <a:lnTo>
                    <a:pt x="305" y="191"/>
                  </a:lnTo>
                  <a:lnTo>
                    <a:pt x="270" y="186"/>
                  </a:lnTo>
                  <a:lnTo>
                    <a:pt x="236" y="184"/>
                  </a:lnTo>
                  <a:lnTo>
                    <a:pt x="202" y="188"/>
                  </a:lnTo>
                  <a:lnTo>
                    <a:pt x="167" y="198"/>
                  </a:lnTo>
                  <a:lnTo>
                    <a:pt x="145" y="206"/>
                  </a:lnTo>
                  <a:lnTo>
                    <a:pt x="118" y="217"/>
                  </a:lnTo>
                  <a:lnTo>
                    <a:pt x="91" y="229"/>
                  </a:lnTo>
                  <a:lnTo>
                    <a:pt x="63" y="244"/>
                  </a:lnTo>
                  <a:lnTo>
                    <a:pt x="38" y="261"/>
                  </a:lnTo>
                  <a:lnTo>
                    <a:pt x="17" y="279"/>
                  </a:lnTo>
                  <a:lnTo>
                    <a:pt x="0" y="298"/>
                  </a:lnTo>
                  <a:lnTo>
                    <a:pt x="0" y="0"/>
                  </a:lnTo>
                  <a:close/>
                </a:path>
              </a:pathLst>
            </a:custGeom>
            <a:solidFill>
              <a:srgbClr val="94E6E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05" name="Freeform 32"/>
            <p:cNvSpPr>
              <a:spLocks/>
            </p:cNvSpPr>
            <p:nvPr/>
          </p:nvSpPr>
          <p:spPr bwMode="auto">
            <a:xfrm>
              <a:off x="1989" y="1397"/>
              <a:ext cx="184" cy="120"/>
            </a:xfrm>
            <a:custGeom>
              <a:avLst/>
              <a:gdLst>
                <a:gd name="T0" fmla="*/ 937 w 1293"/>
                <a:gd name="T1" fmla="*/ 0 h 843"/>
                <a:gd name="T2" fmla="*/ 951 w 1293"/>
                <a:gd name="T3" fmla="*/ 128 h 843"/>
                <a:gd name="T4" fmla="*/ 1021 w 1293"/>
                <a:gd name="T5" fmla="*/ 169 h 843"/>
                <a:gd name="T6" fmla="*/ 1139 w 1293"/>
                <a:gd name="T7" fmla="*/ 147 h 843"/>
                <a:gd name="T8" fmla="*/ 1248 w 1293"/>
                <a:gd name="T9" fmla="*/ 146 h 843"/>
                <a:gd name="T10" fmla="*/ 1293 w 1293"/>
                <a:gd name="T11" fmla="*/ 226 h 843"/>
                <a:gd name="T12" fmla="*/ 1200 w 1293"/>
                <a:gd name="T13" fmla="*/ 217 h 843"/>
                <a:gd name="T14" fmla="*/ 1091 w 1293"/>
                <a:gd name="T15" fmla="*/ 228 h 843"/>
                <a:gd name="T16" fmla="*/ 991 w 1293"/>
                <a:gd name="T17" fmla="*/ 258 h 843"/>
                <a:gd name="T18" fmla="*/ 1044 w 1293"/>
                <a:gd name="T19" fmla="*/ 363 h 843"/>
                <a:gd name="T20" fmla="*/ 1113 w 1293"/>
                <a:gd name="T21" fmla="*/ 457 h 843"/>
                <a:gd name="T22" fmla="*/ 1197 w 1293"/>
                <a:gd name="T23" fmla="*/ 539 h 843"/>
                <a:gd name="T24" fmla="*/ 1293 w 1293"/>
                <a:gd name="T25" fmla="*/ 605 h 843"/>
                <a:gd name="T26" fmla="*/ 1239 w 1293"/>
                <a:gd name="T27" fmla="*/ 659 h 843"/>
                <a:gd name="T28" fmla="*/ 1140 w 1293"/>
                <a:gd name="T29" fmla="*/ 586 h 843"/>
                <a:gd name="T30" fmla="*/ 1053 w 1293"/>
                <a:gd name="T31" fmla="*/ 500 h 843"/>
                <a:gd name="T32" fmla="*/ 980 w 1293"/>
                <a:gd name="T33" fmla="*/ 400 h 843"/>
                <a:gd name="T34" fmla="*/ 924 w 1293"/>
                <a:gd name="T35" fmla="*/ 291 h 843"/>
                <a:gd name="T36" fmla="*/ 838 w 1293"/>
                <a:gd name="T37" fmla="*/ 352 h 843"/>
                <a:gd name="T38" fmla="*/ 765 w 1293"/>
                <a:gd name="T39" fmla="*/ 427 h 843"/>
                <a:gd name="T40" fmla="*/ 707 w 1293"/>
                <a:gd name="T41" fmla="*/ 514 h 843"/>
                <a:gd name="T42" fmla="*/ 728 w 1293"/>
                <a:gd name="T43" fmla="*/ 602 h 843"/>
                <a:gd name="T44" fmla="*/ 806 w 1293"/>
                <a:gd name="T45" fmla="*/ 691 h 843"/>
                <a:gd name="T46" fmla="*/ 870 w 1293"/>
                <a:gd name="T47" fmla="*/ 790 h 843"/>
                <a:gd name="T48" fmla="*/ 814 w 1293"/>
                <a:gd name="T49" fmla="*/ 843 h 843"/>
                <a:gd name="T50" fmla="*/ 745 w 1293"/>
                <a:gd name="T51" fmla="*/ 732 h 843"/>
                <a:gd name="T52" fmla="*/ 657 w 1293"/>
                <a:gd name="T53" fmla="*/ 637 h 843"/>
                <a:gd name="T54" fmla="*/ 554 w 1293"/>
                <a:gd name="T55" fmla="*/ 558 h 843"/>
                <a:gd name="T56" fmla="*/ 436 w 1293"/>
                <a:gd name="T57" fmla="*/ 498 h 843"/>
                <a:gd name="T58" fmla="*/ 307 w 1293"/>
                <a:gd name="T59" fmla="*/ 461 h 843"/>
                <a:gd name="T60" fmla="*/ 171 w 1293"/>
                <a:gd name="T61" fmla="*/ 448 h 843"/>
                <a:gd name="T62" fmla="*/ 56 w 1293"/>
                <a:gd name="T63" fmla="*/ 457 h 843"/>
                <a:gd name="T64" fmla="*/ 0 w 1293"/>
                <a:gd name="T65" fmla="*/ 393 h 843"/>
                <a:gd name="T66" fmla="*/ 113 w 1293"/>
                <a:gd name="T67" fmla="*/ 376 h 843"/>
                <a:gd name="T68" fmla="*/ 242 w 1293"/>
                <a:gd name="T69" fmla="*/ 377 h 843"/>
                <a:gd name="T70" fmla="*/ 380 w 1293"/>
                <a:gd name="T71" fmla="*/ 401 h 843"/>
                <a:gd name="T72" fmla="*/ 508 w 1293"/>
                <a:gd name="T73" fmla="*/ 449 h 843"/>
                <a:gd name="T74" fmla="*/ 625 w 1293"/>
                <a:gd name="T75" fmla="*/ 517 h 843"/>
                <a:gd name="T76" fmla="*/ 682 w 1293"/>
                <a:gd name="T77" fmla="*/ 414 h 843"/>
                <a:gd name="T78" fmla="*/ 757 w 1293"/>
                <a:gd name="T79" fmla="*/ 325 h 843"/>
                <a:gd name="T80" fmla="*/ 848 w 1293"/>
                <a:gd name="T81" fmla="*/ 251 h 843"/>
                <a:gd name="T82" fmla="*/ 884 w 1293"/>
                <a:gd name="T83" fmla="*/ 168 h 843"/>
                <a:gd name="T84" fmla="*/ 866 w 1293"/>
                <a:gd name="T85" fmla="*/ 57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93" h="843">
                  <a:moveTo>
                    <a:pt x="863" y="0"/>
                  </a:moveTo>
                  <a:lnTo>
                    <a:pt x="937" y="0"/>
                  </a:lnTo>
                  <a:lnTo>
                    <a:pt x="941" y="64"/>
                  </a:lnTo>
                  <a:lnTo>
                    <a:pt x="951" y="128"/>
                  </a:lnTo>
                  <a:lnTo>
                    <a:pt x="966" y="189"/>
                  </a:lnTo>
                  <a:lnTo>
                    <a:pt x="1021" y="169"/>
                  </a:lnTo>
                  <a:lnTo>
                    <a:pt x="1079" y="155"/>
                  </a:lnTo>
                  <a:lnTo>
                    <a:pt x="1139" y="147"/>
                  </a:lnTo>
                  <a:lnTo>
                    <a:pt x="1200" y="144"/>
                  </a:lnTo>
                  <a:lnTo>
                    <a:pt x="1248" y="146"/>
                  </a:lnTo>
                  <a:lnTo>
                    <a:pt x="1293" y="151"/>
                  </a:lnTo>
                  <a:lnTo>
                    <a:pt x="1293" y="226"/>
                  </a:lnTo>
                  <a:lnTo>
                    <a:pt x="1248" y="220"/>
                  </a:lnTo>
                  <a:lnTo>
                    <a:pt x="1200" y="217"/>
                  </a:lnTo>
                  <a:lnTo>
                    <a:pt x="1145" y="220"/>
                  </a:lnTo>
                  <a:lnTo>
                    <a:pt x="1091" y="228"/>
                  </a:lnTo>
                  <a:lnTo>
                    <a:pt x="1039" y="241"/>
                  </a:lnTo>
                  <a:lnTo>
                    <a:pt x="991" y="258"/>
                  </a:lnTo>
                  <a:lnTo>
                    <a:pt x="1015" y="312"/>
                  </a:lnTo>
                  <a:lnTo>
                    <a:pt x="1044" y="363"/>
                  </a:lnTo>
                  <a:lnTo>
                    <a:pt x="1077" y="411"/>
                  </a:lnTo>
                  <a:lnTo>
                    <a:pt x="1113" y="457"/>
                  </a:lnTo>
                  <a:lnTo>
                    <a:pt x="1154" y="500"/>
                  </a:lnTo>
                  <a:lnTo>
                    <a:pt x="1197" y="539"/>
                  </a:lnTo>
                  <a:lnTo>
                    <a:pt x="1244" y="574"/>
                  </a:lnTo>
                  <a:lnTo>
                    <a:pt x="1293" y="605"/>
                  </a:lnTo>
                  <a:lnTo>
                    <a:pt x="1293" y="690"/>
                  </a:lnTo>
                  <a:lnTo>
                    <a:pt x="1239" y="659"/>
                  </a:lnTo>
                  <a:lnTo>
                    <a:pt x="1188" y="624"/>
                  </a:lnTo>
                  <a:lnTo>
                    <a:pt x="1140" y="586"/>
                  </a:lnTo>
                  <a:lnTo>
                    <a:pt x="1095" y="545"/>
                  </a:lnTo>
                  <a:lnTo>
                    <a:pt x="1053" y="500"/>
                  </a:lnTo>
                  <a:lnTo>
                    <a:pt x="1015" y="452"/>
                  </a:lnTo>
                  <a:lnTo>
                    <a:pt x="980" y="400"/>
                  </a:lnTo>
                  <a:lnTo>
                    <a:pt x="950" y="346"/>
                  </a:lnTo>
                  <a:lnTo>
                    <a:pt x="924" y="291"/>
                  </a:lnTo>
                  <a:lnTo>
                    <a:pt x="879" y="319"/>
                  </a:lnTo>
                  <a:lnTo>
                    <a:pt x="838" y="352"/>
                  </a:lnTo>
                  <a:lnTo>
                    <a:pt x="800" y="388"/>
                  </a:lnTo>
                  <a:lnTo>
                    <a:pt x="765" y="427"/>
                  </a:lnTo>
                  <a:lnTo>
                    <a:pt x="734" y="469"/>
                  </a:lnTo>
                  <a:lnTo>
                    <a:pt x="707" y="514"/>
                  </a:lnTo>
                  <a:lnTo>
                    <a:pt x="685" y="563"/>
                  </a:lnTo>
                  <a:lnTo>
                    <a:pt x="728" y="602"/>
                  </a:lnTo>
                  <a:lnTo>
                    <a:pt x="769" y="645"/>
                  </a:lnTo>
                  <a:lnTo>
                    <a:pt x="806" y="691"/>
                  </a:lnTo>
                  <a:lnTo>
                    <a:pt x="840" y="739"/>
                  </a:lnTo>
                  <a:lnTo>
                    <a:pt x="870" y="790"/>
                  </a:lnTo>
                  <a:lnTo>
                    <a:pt x="897" y="843"/>
                  </a:lnTo>
                  <a:lnTo>
                    <a:pt x="814" y="843"/>
                  </a:lnTo>
                  <a:lnTo>
                    <a:pt x="782" y="786"/>
                  </a:lnTo>
                  <a:lnTo>
                    <a:pt x="745" y="732"/>
                  </a:lnTo>
                  <a:lnTo>
                    <a:pt x="704" y="682"/>
                  </a:lnTo>
                  <a:lnTo>
                    <a:pt x="657" y="637"/>
                  </a:lnTo>
                  <a:lnTo>
                    <a:pt x="607" y="595"/>
                  </a:lnTo>
                  <a:lnTo>
                    <a:pt x="554" y="558"/>
                  </a:lnTo>
                  <a:lnTo>
                    <a:pt x="496" y="525"/>
                  </a:lnTo>
                  <a:lnTo>
                    <a:pt x="436" y="498"/>
                  </a:lnTo>
                  <a:lnTo>
                    <a:pt x="373" y="476"/>
                  </a:lnTo>
                  <a:lnTo>
                    <a:pt x="307" y="461"/>
                  </a:lnTo>
                  <a:lnTo>
                    <a:pt x="240" y="451"/>
                  </a:lnTo>
                  <a:lnTo>
                    <a:pt x="171" y="448"/>
                  </a:lnTo>
                  <a:lnTo>
                    <a:pt x="113" y="450"/>
                  </a:lnTo>
                  <a:lnTo>
                    <a:pt x="56" y="457"/>
                  </a:lnTo>
                  <a:lnTo>
                    <a:pt x="0" y="469"/>
                  </a:lnTo>
                  <a:lnTo>
                    <a:pt x="0" y="393"/>
                  </a:lnTo>
                  <a:lnTo>
                    <a:pt x="56" y="382"/>
                  </a:lnTo>
                  <a:lnTo>
                    <a:pt x="113" y="376"/>
                  </a:lnTo>
                  <a:lnTo>
                    <a:pt x="171" y="374"/>
                  </a:lnTo>
                  <a:lnTo>
                    <a:pt x="242" y="377"/>
                  </a:lnTo>
                  <a:lnTo>
                    <a:pt x="312" y="387"/>
                  </a:lnTo>
                  <a:lnTo>
                    <a:pt x="380" y="401"/>
                  </a:lnTo>
                  <a:lnTo>
                    <a:pt x="445" y="423"/>
                  </a:lnTo>
                  <a:lnTo>
                    <a:pt x="508" y="449"/>
                  </a:lnTo>
                  <a:lnTo>
                    <a:pt x="568" y="481"/>
                  </a:lnTo>
                  <a:lnTo>
                    <a:pt x="625" y="517"/>
                  </a:lnTo>
                  <a:lnTo>
                    <a:pt x="652" y="464"/>
                  </a:lnTo>
                  <a:lnTo>
                    <a:pt x="682" y="414"/>
                  </a:lnTo>
                  <a:lnTo>
                    <a:pt x="718" y="368"/>
                  </a:lnTo>
                  <a:lnTo>
                    <a:pt x="757" y="325"/>
                  </a:lnTo>
                  <a:lnTo>
                    <a:pt x="801" y="286"/>
                  </a:lnTo>
                  <a:lnTo>
                    <a:pt x="848" y="251"/>
                  </a:lnTo>
                  <a:lnTo>
                    <a:pt x="898" y="221"/>
                  </a:lnTo>
                  <a:lnTo>
                    <a:pt x="884" y="168"/>
                  </a:lnTo>
                  <a:lnTo>
                    <a:pt x="873" y="113"/>
                  </a:lnTo>
                  <a:lnTo>
                    <a:pt x="866" y="57"/>
                  </a:lnTo>
                  <a:lnTo>
                    <a:pt x="863"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206" name="Group 35"/>
          <p:cNvGrpSpPr>
            <a:grpSpLocks noChangeAspect="1"/>
          </p:cNvGrpSpPr>
          <p:nvPr/>
        </p:nvGrpSpPr>
        <p:grpSpPr bwMode="auto">
          <a:xfrm>
            <a:off x="3811189" y="1709580"/>
            <a:ext cx="580953" cy="457200"/>
            <a:chOff x="2546" y="1325"/>
            <a:chExt cx="338" cy="266"/>
          </a:xfrm>
        </p:grpSpPr>
        <p:sp useBgFill="1">
          <p:nvSpPr>
            <p:cNvPr id="209" name="Freeform 37"/>
            <p:cNvSpPr>
              <a:spLocks/>
            </p:cNvSpPr>
            <p:nvPr/>
          </p:nvSpPr>
          <p:spPr bwMode="auto">
            <a:xfrm>
              <a:off x="2546" y="1325"/>
              <a:ext cx="338" cy="266"/>
            </a:xfrm>
            <a:custGeom>
              <a:avLst/>
              <a:gdLst>
                <a:gd name="T0" fmla="*/ 113 w 2362"/>
                <a:gd name="T1" fmla="*/ 0 h 1856"/>
                <a:gd name="T2" fmla="*/ 2249 w 2362"/>
                <a:gd name="T3" fmla="*/ 0 h 1856"/>
                <a:gd name="T4" fmla="*/ 2275 w 2362"/>
                <a:gd name="T5" fmla="*/ 3 h 1856"/>
                <a:gd name="T6" fmla="*/ 2299 w 2362"/>
                <a:gd name="T7" fmla="*/ 12 h 1856"/>
                <a:gd name="T8" fmla="*/ 2320 w 2362"/>
                <a:gd name="T9" fmla="*/ 25 h 1856"/>
                <a:gd name="T10" fmla="*/ 2337 w 2362"/>
                <a:gd name="T11" fmla="*/ 42 h 1856"/>
                <a:gd name="T12" fmla="*/ 2350 w 2362"/>
                <a:gd name="T13" fmla="*/ 63 h 1856"/>
                <a:gd name="T14" fmla="*/ 2359 w 2362"/>
                <a:gd name="T15" fmla="*/ 87 h 1856"/>
                <a:gd name="T16" fmla="*/ 2362 w 2362"/>
                <a:gd name="T17" fmla="*/ 113 h 1856"/>
                <a:gd name="T18" fmla="*/ 2362 w 2362"/>
                <a:gd name="T19" fmla="*/ 1743 h 1856"/>
                <a:gd name="T20" fmla="*/ 2359 w 2362"/>
                <a:gd name="T21" fmla="*/ 1769 h 1856"/>
                <a:gd name="T22" fmla="*/ 2350 w 2362"/>
                <a:gd name="T23" fmla="*/ 1793 h 1856"/>
                <a:gd name="T24" fmla="*/ 2337 w 2362"/>
                <a:gd name="T25" fmla="*/ 1814 h 1856"/>
                <a:gd name="T26" fmla="*/ 2320 w 2362"/>
                <a:gd name="T27" fmla="*/ 1831 h 1856"/>
                <a:gd name="T28" fmla="*/ 2299 w 2362"/>
                <a:gd name="T29" fmla="*/ 1844 h 1856"/>
                <a:gd name="T30" fmla="*/ 2275 w 2362"/>
                <a:gd name="T31" fmla="*/ 1853 h 1856"/>
                <a:gd name="T32" fmla="*/ 2249 w 2362"/>
                <a:gd name="T33" fmla="*/ 1856 h 1856"/>
                <a:gd name="T34" fmla="*/ 113 w 2362"/>
                <a:gd name="T35" fmla="*/ 1856 h 1856"/>
                <a:gd name="T36" fmla="*/ 87 w 2362"/>
                <a:gd name="T37" fmla="*/ 1853 h 1856"/>
                <a:gd name="T38" fmla="*/ 63 w 2362"/>
                <a:gd name="T39" fmla="*/ 1844 h 1856"/>
                <a:gd name="T40" fmla="*/ 42 w 2362"/>
                <a:gd name="T41" fmla="*/ 1831 h 1856"/>
                <a:gd name="T42" fmla="*/ 25 w 2362"/>
                <a:gd name="T43" fmla="*/ 1814 h 1856"/>
                <a:gd name="T44" fmla="*/ 12 w 2362"/>
                <a:gd name="T45" fmla="*/ 1793 h 1856"/>
                <a:gd name="T46" fmla="*/ 3 w 2362"/>
                <a:gd name="T47" fmla="*/ 1769 h 1856"/>
                <a:gd name="T48" fmla="*/ 0 w 2362"/>
                <a:gd name="T49" fmla="*/ 1743 h 1856"/>
                <a:gd name="T50" fmla="*/ 0 w 2362"/>
                <a:gd name="T51" fmla="*/ 113 h 1856"/>
                <a:gd name="T52" fmla="*/ 3 w 2362"/>
                <a:gd name="T53" fmla="*/ 87 h 1856"/>
                <a:gd name="T54" fmla="*/ 12 w 2362"/>
                <a:gd name="T55" fmla="*/ 63 h 1856"/>
                <a:gd name="T56" fmla="*/ 25 w 2362"/>
                <a:gd name="T57" fmla="*/ 42 h 1856"/>
                <a:gd name="T58" fmla="*/ 42 w 2362"/>
                <a:gd name="T59" fmla="*/ 25 h 1856"/>
                <a:gd name="T60" fmla="*/ 63 w 2362"/>
                <a:gd name="T61" fmla="*/ 12 h 1856"/>
                <a:gd name="T62" fmla="*/ 87 w 2362"/>
                <a:gd name="T63" fmla="*/ 3 h 1856"/>
                <a:gd name="T64" fmla="*/ 113 w 2362"/>
                <a:gd name="T65" fmla="*/ 0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56">
                  <a:moveTo>
                    <a:pt x="113" y="0"/>
                  </a:moveTo>
                  <a:lnTo>
                    <a:pt x="2249" y="0"/>
                  </a:lnTo>
                  <a:lnTo>
                    <a:pt x="2275" y="3"/>
                  </a:lnTo>
                  <a:lnTo>
                    <a:pt x="2299" y="12"/>
                  </a:lnTo>
                  <a:lnTo>
                    <a:pt x="2320" y="25"/>
                  </a:lnTo>
                  <a:lnTo>
                    <a:pt x="2337" y="42"/>
                  </a:lnTo>
                  <a:lnTo>
                    <a:pt x="2350" y="63"/>
                  </a:lnTo>
                  <a:lnTo>
                    <a:pt x="2359" y="87"/>
                  </a:lnTo>
                  <a:lnTo>
                    <a:pt x="2362" y="113"/>
                  </a:lnTo>
                  <a:lnTo>
                    <a:pt x="2362" y="1743"/>
                  </a:lnTo>
                  <a:lnTo>
                    <a:pt x="2359" y="1769"/>
                  </a:lnTo>
                  <a:lnTo>
                    <a:pt x="2350" y="1793"/>
                  </a:lnTo>
                  <a:lnTo>
                    <a:pt x="2337" y="1814"/>
                  </a:lnTo>
                  <a:lnTo>
                    <a:pt x="2320" y="1831"/>
                  </a:lnTo>
                  <a:lnTo>
                    <a:pt x="2299" y="1844"/>
                  </a:lnTo>
                  <a:lnTo>
                    <a:pt x="2275" y="1853"/>
                  </a:lnTo>
                  <a:lnTo>
                    <a:pt x="2249" y="1856"/>
                  </a:lnTo>
                  <a:lnTo>
                    <a:pt x="113" y="1856"/>
                  </a:lnTo>
                  <a:lnTo>
                    <a:pt x="87" y="1853"/>
                  </a:lnTo>
                  <a:lnTo>
                    <a:pt x="63" y="1844"/>
                  </a:lnTo>
                  <a:lnTo>
                    <a:pt x="42" y="1831"/>
                  </a:lnTo>
                  <a:lnTo>
                    <a:pt x="25" y="1814"/>
                  </a:lnTo>
                  <a:lnTo>
                    <a:pt x="12" y="1793"/>
                  </a:lnTo>
                  <a:lnTo>
                    <a:pt x="3" y="1769"/>
                  </a:lnTo>
                  <a:lnTo>
                    <a:pt x="0" y="1743"/>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10" name="Rectangle 38"/>
            <p:cNvSpPr>
              <a:spLocks noChangeArrowheads="1"/>
            </p:cNvSpPr>
            <p:nvPr/>
          </p:nvSpPr>
          <p:spPr bwMode="auto">
            <a:xfrm>
              <a:off x="2651" y="1422"/>
              <a:ext cx="184" cy="120"/>
            </a:xfrm>
            <a:prstGeom prst="rect">
              <a:avLst/>
            </a:prstGeom>
            <a:solidFill>
              <a:srgbClr val="F8CF5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11" name="Freeform 39"/>
            <p:cNvSpPr>
              <a:spLocks/>
            </p:cNvSpPr>
            <p:nvPr/>
          </p:nvSpPr>
          <p:spPr bwMode="auto">
            <a:xfrm>
              <a:off x="2651" y="1468"/>
              <a:ext cx="73" cy="74"/>
            </a:xfrm>
            <a:custGeom>
              <a:avLst/>
              <a:gdLst>
                <a:gd name="T0" fmla="*/ 0 w 515"/>
                <a:gd name="T1" fmla="*/ 0 h 517"/>
                <a:gd name="T2" fmla="*/ 289 w 515"/>
                <a:gd name="T3" fmla="*/ 136 h 517"/>
                <a:gd name="T4" fmla="*/ 474 w 515"/>
                <a:gd name="T5" fmla="*/ 327 h 517"/>
                <a:gd name="T6" fmla="*/ 515 w 515"/>
                <a:gd name="T7" fmla="*/ 517 h 517"/>
                <a:gd name="T8" fmla="*/ 0 w 515"/>
                <a:gd name="T9" fmla="*/ 517 h 517"/>
                <a:gd name="T10" fmla="*/ 0 w 515"/>
                <a:gd name="T11" fmla="*/ 0 h 517"/>
              </a:gdLst>
              <a:ahLst/>
              <a:cxnLst>
                <a:cxn ang="0">
                  <a:pos x="T0" y="T1"/>
                </a:cxn>
                <a:cxn ang="0">
                  <a:pos x="T2" y="T3"/>
                </a:cxn>
                <a:cxn ang="0">
                  <a:pos x="T4" y="T5"/>
                </a:cxn>
                <a:cxn ang="0">
                  <a:pos x="T6" y="T7"/>
                </a:cxn>
                <a:cxn ang="0">
                  <a:pos x="T8" y="T9"/>
                </a:cxn>
                <a:cxn ang="0">
                  <a:pos x="T10" y="T11"/>
                </a:cxn>
              </a:cxnLst>
              <a:rect l="0" t="0" r="r" b="b"/>
              <a:pathLst>
                <a:path w="515" h="517">
                  <a:moveTo>
                    <a:pt x="0" y="0"/>
                  </a:moveTo>
                  <a:lnTo>
                    <a:pt x="289" y="136"/>
                  </a:lnTo>
                  <a:lnTo>
                    <a:pt x="474" y="327"/>
                  </a:lnTo>
                  <a:lnTo>
                    <a:pt x="515" y="517"/>
                  </a:lnTo>
                  <a:lnTo>
                    <a:pt x="0" y="517"/>
                  </a:lnTo>
                  <a:lnTo>
                    <a:pt x="0"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12" name="Freeform 40"/>
            <p:cNvSpPr>
              <a:spLocks/>
            </p:cNvSpPr>
            <p:nvPr/>
          </p:nvSpPr>
          <p:spPr bwMode="auto">
            <a:xfrm>
              <a:off x="2657" y="1422"/>
              <a:ext cx="150" cy="120"/>
            </a:xfrm>
            <a:custGeom>
              <a:avLst/>
              <a:gdLst>
                <a:gd name="T0" fmla="*/ 134 w 1053"/>
                <a:gd name="T1" fmla="*/ 0 h 843"/>
                <a:gd name="T2" fmla="*/ 122 w 1053"/>
                <a:gd name="T3" fmla="*/ 52 h 843"/>
                <a:gd name="T4" fmla="*/ 131 w 1053"/>
                <a:gd name="T5" fmla="*/ 96 h 843"/>
                <a:gd name="T6" fmla="*/ 161 w 1053"/>
                <a:gd name="T7" fmla="*/ 133 h 843"/>
                <a:gd name="T8" fmla="*/ 206 w 1053"/>
                <a:gd name="T9" fmla="*/ 162 h 843"/>
                <a:gd name="T10" fmla="*/ 262 w 1053"/>
                <a:gd name="T11" fmla="*/ 194 h 843"/>
                <a:gd name="T12" fmla="*/ 322 w 1053"/>
                <a:gd name="T13" fmla="*/ 233 h 843"/>
                <a:gd name="T14" fmla="*/ 380 w 1053"/>
                <a:gd name="T15" fmla="*/ 278 h 843"/>
                <a:gd name="T16" fmla="*/ 425 w 1053"/>
                <a:gd name="T17" fmla="*/ 326 h 843"/>
                <a:gd name="T18" fmla="*/ 452 w 1053"/>
                <a:gd name="T19" fmla="*/ 379 h 843"/>
                <a:gd name="T20" fmla="*/ 480 w 1053"/>
                <a:gd name="T21" fmla="*/ 439 h 843"/>
                <a:gd name="T22" fmla="*/ 521 w 1053"/>
                <a:gd name="T23" fmla="*/ 488 h 843"/>
                <a:gd name="T24" fmla="*/ 574 w 1053"/>
                <a:gd name="T25" fmla="*/ 527 h 843"/>
                <a:gd name="T26" fmla="*/ 634 w 1053"/>
                <a:gd name="T27" fmla="*/ 559 h 843"/>
                <a:gd name="T28" fmla="*/ 721 w 1053"/>
                <a:gd name="T29" fmla="*/ 595 h 843"/>
                <a:gd name="T30" fmla="*/ 819 w 1053"/>
                <a:gd name="T31" fmla="*/ 636 h 843"/>
                <a:gd name="T32" fmla="*/ 902 w 1053"/>
                <a:gd name="T33" fmla="*/ 678 h 843"/>
                <a:gd name="T34" fmla="*/ 969 w 1053"/>
                <a:gd name="T35" fmla="*/ 724 h 843"/>
                <a:gd name="T36" fmla="*/ 1020 w 1053"/>
                <a:gd name="T37" fmla="*/ 777 h 843"/>
                <a:gd name="T38" fmla="*/ 1053 w 1053"/>
                <a:gd name="T39" fmla="*/ 843 h 843"/>
                <a:gd name="T40" fmla="*/ 709 w 1053"/>
                <a:gd name="T41" fmla="*/ 817 h 843"/>
                <a:gd name="T42" fmla="*/ 693 w 1053"/>
                <a:gd name="T43" fmla="*/ 761 h 843"/>
                <a:gd name="T44" fmla="*/ 669 w 1053"/>
                <a:gd name="T45" fmla="*/ 731 h 843"/>
                <a:gd name="T46" fmla="*/ 625 w 1053"/>
                <a:gd name="T47" fmla="*/ 704 h 843"/>
                <a:gd name="T48" fmla="*/ 572 w 1053"/>
                <a:gd name="T49" fmla="*/ 678 h 843"/>
                <a:gd name="T50" fmla="*/ 519 w 1053"/>
                <a:gd name="T51" fmla="*/ 658 h 843"/>
                <a:gd name="T52" fmla="*/ 476 w 1053"/>
                <a:gd name="T53" fmla="*/ 648 h 843"/>
                <a:gd name="T54" fmla="*/ 420 w 1053"/>
                <a:gd name="T55" fmla="*/ 629 h 843"/>
                <a:gd name="T56" fmla="*/ 377 w 1053"/>
                <a:gd name="T57" fmla="*/ 596 h 843"/>
                <a:gd name="T58" fmla="*/ 345 w 1053"/>
                <a:gd name="T59" fmla="*/ 552 h 843"/>
                <a:gd name="T60" fmla="*/ 321 w 1053"/>
                <a:gd name="T61" fmla="*/ 503 h 843"/>
                <a:gd name="T62" fmla="*/ 303 w 1053"/>
                <a:gd name="T63" fmla="*/ 451 h 843"/>
                <a:gd name="T64" fmla="*/ 289 w 1053"/>
                <a:gd name="T65" fmla="*/ 399 h 843"/>
                <a:gd name="T66" fmla="*/ 275 w 1053"/>
                <a:gd name="T67" fmla="*/ 354 h 843"/>
                <a:gd name="T68" fmla="*/ 260 w 1053"/>
                <a:gd name="T69" fmla="*/ 317 h 843"/>
                <a:gd name="T70" fmla="*/ 241 w 1053"/>
                <a:gd name="T71" fmla="*/ 293 h 843"/>
                <a:gd name="T72" fmla="*/ 216 w 1053"/>
                <a:gd name="T73" fmla="*/ 285 h 843"/>
                <a:gd name="T74" fmla="*/ 174 w 1053"/>
                <a:gd name="T75" fmla="*/ 282 h 843"/>
                <a:gd name="T76" fmla="*/ 128 w 1053"/>
                <a:gd name="T77" fmla="*/ 269 h 843"/>
                <a:gd name="T78" fmla="*/ 86 w 1053"/>
                <a:gd name="T79" fmla="*/ 249 h 843"/>
                <a:gd name="T80" fmla="*/ 53 w 1053"/>
                <a:gd name="T81" fmla="*/ 222 h 843"/>
                <a:gd name="T82" fmla="*/ 37 w 1053"/>
                <a:gd name="T83" fmla="*/ 189 h 843"/>
                <a:gd name="T84" fmla="*/ 40 w 1053"/>
                <a:gd name="T85" fmla="*/ 139 h 843"/>
                <a:gd name="T86" fmla="*/ 44 w 1053"/>
                <a:gd name="T87" fmla="*/ 90 h 843"/>
                <a:gd name="T88" fmla="*/ 39 w 1053"/>
                <a:gd name="T89" fmla="*/ 57 h 843"/>
                <a:gd name="T90" fmla="*/ 32 w 1053"/>
                <a:gd name="T91" fmla="*/ 35 h 843"/>
                <a:gd name="T92" fmla="*/ 20 w 1053"/>
                <a:gd name="T93" fmla="*/ 20 h 843"/>
                <a:gd name="T94" fmla="*/ 8 w 1053"/>
                <a:gd name="T95" fmla="*/ 7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53" h="843">
                  <a:moveTo>
                    <a:pt x="0" y="0"/>
                  </a:moveTo>
                  <a:lnTo>
                    <a:pt x="134" y="0"/>
                  </a:lnTo>
                  <a:lnTo>
                    <a:pt x="125" y="26"/>
                  </a:lnTo>
                  <a:lnTo>
                    <a:pt x="122" y="52"/>
                  </a:lnTo>
                  <a:lnTo>
                    <a:pt x="124" y="75"/>
                  </a:lnTo>
                  <a:lnTo>
                    <a:pt x="131" y="96"/>
                  </a:lnTo>
                  <a:lnTo>
                    <a:pt x="144" y="116"/>
                  </a:lnTo>
                  <a:lnTo>
                    <a:pt x="161" y="133"/>
                  </a:lnTo>
                  <a:lnTo>
                    <a:pt x="183" y="148"/>
                  </a:lnTo>
                  <a:lnTo>
                    <a:pt x="206" y="162"/>
                  </a:lnTo>
                  <a:lnTo>
                    <a:pt x="234" y="177"/>
                  </a:lnTo>
                  <a:lnTo>
                    <a:pt x="262" y="194"/>
                  </a:lnTo>
                  <a:lnTo>
                    <a:pt x="292" y="213"/>
                  </a:lnTo>
                  <a:lnTo>
                    <a:pt x="322" y="233"/>
                  </a:lnTo>
                  <a:lnTo>
                    <a:pt x="351" y="256"/>
                  </a:lnTo>
                  <a:lnTo>
                    <a:pt x="380" y="278"/>
                  </a:lnTo>
                  <a:lnTo>
                    <a:pt x="404" y="302"/>
                  </a:lnTo>
                  <a:lnTo>
                    <a:pt x="425" y="326"/>
                  </a:lnTo>
                  <a:lnTo>
                    <a:pt x="442" y="353"/>
                  </a:lnTo>
                  <a:lnTo>
                    <a:pt x="452" y="379"/>
                  </a:lnTo>
                  <a:lnTo>
                    <a:pt x="464" y="411"/>
                  </a:lnTo>
                  <a:lnTo>
                    <a:pt x="480" y="439"/>
                  </a:lnTo>
                  <a:lnTo>
                    <a:pt x="499" y="465"/>
                  </a:lnTo>
                  <a:lnTo>
                    <a:pt x="521" y="488"/>
                  </a:lnTo>
                  <a:lnTo>
                    <a:pt x="546" y="508"/>
                  </a:lnTo>
                  <a:lnTo>
                    <a:pt x="574" y="527"/>
                  </a:lnTo>
                  <a:lnTo>
                    <a:pt x="603" y="544"/>
                  </a:lnTo>
                  <a:lnTo>
                    <a:pt x="634" y="559"/>
                  </a:lnTo>
                  <a:lnTo>
                    <a:pt x="665" y="573"/>
                  </a:lnTo>
                  <a:lnTo>
                    <a:pt x="721" y="595"/>
                  </a:lnTo>
                  <a:lnTo>
                    <a:pt x="771" y="616"/>
                  </a:lnTo>
                  <a:lnTo>
                    <a:pt x="819" y="636"/>
                  </a:lnTo>
                  <a:lnTo>
                    <a:pt x="862" y="657"/>
                  </a:lnTo>
                  <a:lnTo>
                    <a:pt x="902" y="678"/>
                  </a:lnTo>
                  <a:lnTo>
                    <a:pt x="937" y="700"/>
                  </a:lnTo>
                  <a:lnTo>
                    <a:pt x="969" y="724"/>
                  </a:lnTo>
                  <a:lnTo>
                    <a:pt x="996" y="749"/>
                  </a:lnTo>
                  <a:lnTo>
                    <a:pt x="1020" y="777"/>
                  </a:lnTo>
                  <a:lnTo>
                    <a:pt x="1039" y="809"/>
                  </a:lnTo>
                  <a:lnTo>
                    <a:pt x="1053" y="843"/>
                  </a:lnTo>
                  <a:lnTo>
                    <a:pt x="713" y="843"/>
                  </a:lnTo>
                  <a:lnTo>
                    <a:pt x="709" y="817"/>
                  </a:lnTo>
                  <a:lnTo>
                    <a:pt x="703" y="788"/>
                  </a:lnTo>
                  <a:lnTo>
                    <a:pt x="693" y="761"/>
                  </a:lnTo>
                  <a:lnTo>
                    <a:pt x="684" y="746"/>
                  </a:lnTo>
                  <a:lnTo>
                    <a:pt x="669" y="731"/>
                  </a:lnTo>
                  <a:lnTo>
                    <a:pt x="649" y="717"/>
                  </a:lnTo>
                  <a:lnTo>
                    <a:pt x="625" y="704"/>
                  </a:lnTo>
                  <a:lnTo>
                    <a:pt x="599" y="690"/>
                  </a:lnTo>
                  <a:lnTo>
                    <a:pt x="572" y="678"/>
                  </a:lnTo>
                  <a:lnTo>
                    <a:pt x="544" y="668"/>
                  </a:lnTo>
                  <a:lnTo>
                    <a:pt x="519" y="658"/>
                  </a:lnTo>
                  <a:lnTo>
                    <a:pt x="496" y="652"/>
                  </a:lnTo>
                  <a:lnTo>
                    <a:pt x="476" y="648"/>
                  </a:lnTo>
                  <a:lnTo>
                    <a:pt x="446" y="640"/>
                  </a:lnTo>
                  <a:lnTo>
                    <a:pt x="420" y="629"/>
                  </a:lnTo>
                  <a:lnTo>
                    <a:pt x="397" y="614"/>
                  </a:lnTo>
                  <a:lnTo>
                    <a:pt x="377" y="596"/>
                  </a:lnTo>
                  <a:lnTo>
                    <a:pt x="359" y="575"/>
                  </a:lnTo>
                  <a:lnTo>
                    <a:pt x="345" y="552"/>
                  </a:lnTo>
                  <a:lnTo>
                    <a:pt x="332" y="528"/>
                  </a:lnTo>
                  <a:lnTo>
                    <a:pt x="321" y="503"/>
                  </a:lnTo>
                  <a:lnTo>
                    <a:pt x="312" y="476"/>
                  </a:lnTo>
                  <a:lnTo>
                    <a:pt x="303" y="451"/>
                  </a:lnTo>
                  <a:lnTo>
                    <a:pt x="296" y="425"/>
                  </a:lnTo>
                  <a:lnTo>
                    <a:pt x="289" y="399"/>
                  </a:lnTo>
                  <a:lnTo>
                    <a:pt x="282" y="376"/>
                  </a:lnTo>
                  <a:lnTo>
                    <a:pt x="275" y="354"/>
                  </a:lnTo>
                  <a:lnTo>
                    <a:pt x="268" y="334"/>
                  </a:lnTo>
                  <a:lnTo>
                    <a:pt x="260" y="317"/>
                  </a:lnTo>
                  <a:lnTo>
                    <a:pt x="252" y="303"/>
                  </a:lnTo>
                  <a:lnTo>
                    <a:pt x="241" y="293"/>
                  </a:lnTo>
                  <a:lnTo>
                    <a:pt x="230" y="286"/>
                  </a:lnTo>
                  <a:lnTo>
                    <a:pt x="216" y="285"/>
                  </a:lnTo>
                  <a:lnTo>
                    <a:pt x="196" y="285"/>
                  </a:lnTo>
                  <a:lnTo>
                    <a:pt x="174" y="282"/>
                  </a:lnTo>
                  <a:lnTo>
                    <a:pt x="151" y="277"/>
                  </a:lnTo>
                  <a:lnTo>
                    <a:pt x="128" y="269"/>
                  </a:lnTo>
                  <a:lnTo>
                    <a:pt x="106" y="260"/>
                  </a:lnTo>
                  <a:lnTo>
                    <a:pt x="86" y="249"/>
                  </a:lnTo>
                  <a:lnTo>
                    <a:pt x="68" y="237"/>
                  </a:lnTo>
                  <a:lnTo>
                    <a:pt x="53" y="222"/>
                  </a:lnTo>
                  <a:lnTo>
                    <a:pt x="43" y="206"/>
                  </a:lnTo>
                  <a:lnTo>
                    <a:pt x="37" y="189"/>
                  </a:lnTo>
                  <a:lnTo>
                    <a:pt x="36" y="172"/>
                  </a:lnTo>
                  <a:lnTo>
                    <a:pt x="40" y="139"/>
                  </a:lnTo>
                  <a:lnTo>
                    <a:pt x="43" y="113"/>
                  </a:lnTo>
                  <a:lnTo>
                    <a:pt x="44" y="90"/>
                  </a:lnTo>
                  <a:lnTo>
                    <a:pt x="43" y="72"/>
                  </a:lnTo>
                  <a:lnTo>
                    <a:pt x="39" y="57"/>
                  </a:lnTo>
                  <a:lnTo>
                    <a:pt x="36" y="44"/>
                  </a:lnTo>
                  <a:lnTo>
                    <a:pt x="32" y="35"/>
                  </a:lnTo>
                  <a:lnTo>
                    <a:pt x="27" y="26"/>
                  </a:lnTo>
                  <a:lnTo>
                    <a:pt x="20" y="20"/>
                  </a:lnTo>
                  <a:lnTo>
                    <a:pt x="14" y="14"/>
                  </a:lnTo>
                  <a:lnTo>
                    <a:pt x="8" y="7"/>
                  </a:lnTo>
                  <a:lnTo>
                    <a:pt x="0"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13" name="Freeform 41"/>
            <p:cNvSpPr>
              <a:spLocks noEditPoints="1"/>
            </p:cNvSpPr>
            <p:nvPr/>
          </p:nvSpPr>
          <p:spPr bwMode="auto">
            <a:xfrm>
              <a:off x="2739" y="1422"/>
              <a:ext cx="96" cy="99"/>
            </a:xfrm>
            <a:custGeom>
              <a:avLst/>
              <a:gdLst>
                <a:gd name="T0" fmla="*/ 465 w 674"/>
                <a:gd name="T1" fmla="*/ 255 h 692"/>
                <a:gd name="T2" fmla="*/ 435 w 674"/>
                <a:gd name="T3" fmla="*/ 276 h 692"/>
                <a:gd name="T4" fmla="*/ 424 w 674"/>
                <a:gd name="T5" fmla="*/ 312 h 692"/>
                <a:gd name="T6" fmla="*/ 435 w 674"/>
                <a:gd name="T7" fmla="*/ 346 h 692"/>
                <a:gd name="T8" fmla="*/ 465 w 674"/>
                <a:gd name="T9" fmla="*/ 369 h 692"/>
                <a:gd name="T10" fmla="*/ 503 w 674"/>
                <a:gd name="T11" fmla="*/ 369 h 692"/>
                <a:gd name="T12" fmla="*/ 532 w 674"/>
                <a:gd name="T13" fmla="*/ 346 h 692"/>
                <a:gd name="T14" fmla="*/ 544 w 674"/>
                <a:gd name="T15" fmla="*/ 312 h 692"/>
                <a:gd name="T16" fmla="*/ 532 w 674"/>
                <a:gd name="T17" fmla="*/ 276 h 692"/>
                <a:gd name="T18" fmla="*/ 503 w 674"/>
                <a:gd name="T19" fmla="*/ 255 h 692"/>
                <a:gd name="T20" fmla="*/ 0 w 674"/>
                <a:gd name="T21" fmla="*/ 0 h 692"/>
                <a:gd name="T22" fmla="*/ 674 w 674"/>
                <a:gd name="T23" fmla="*/ 692 h 692"/>
                <a:gd name="T24" fmla="*/ 618 w 674"/>
                <a:gd name="T25" fmla="*/ 689 h 692"/>
                <a:gd name="T26" fmla="*/ 552 w 674"/>
                <a:gd name="T27" fmla="*/ 682 h 692"/>
                <a:gd name="T28" fmla="*/ 490 w 674"/>
                <a:gd name="T29" fmla="*/ 672 h 692"/>
                <a:gd name="T30" fmla="*/ 444 w 674"/>
                <a:gd name="T31" fmla="*/ 651 h 692"/>
                <a:gd name="T32" fmla="*/ 396 w 674"/>
                <a:gd name="T33" fmla="*/ 608 h 692"/>
                <a:gd name="T34" fmla="*/ 350 w 674"/>
                <a:gd name="T35" fmla="*/ 555 h 692"/>
                <a:gd name="T36" fmla="*/ 307 w 674"/>
                <a:gd name="T37" fmla="*/ 494 h 692"/>
                <a:gd name="T38" fmla="*/ 269 w 674"/>
                <a:gd name="T39" fmla="*/ 434 h 692"/>
                <a:gd name="T40" fmla="*/ 238 w 674"/>
                <a:gd name="T41" fmla="*/ 386 h 692"/>
                <a:gd name="T42" fmla="*/ 201 w 674"/>
                <a:gd name="T43" fmla="*/ 353 h 692"/>
                <a:gd name="T44" fmla="*/ 158 w 674"/>
                <a:gd name="T45" fmla="*/ 330 h 692"/>
                <a:gd name="T46" fmla="*/ 115 w 674"/>
                <a:gd name="T47" fmla="*/ 312 h 692"/>
                <a:gd name="T48" fmla="*/ 76 w 674"/>
                <a:gd name="T49" fmla="*/ 293 h 692"/>
                <a:gd name="T50" fmla="*/ 44 w 674"/>
                <a:gd name="T51" fmla="*/ 268 h 692"/>
                <a:gd name="T52" fmla="*/ 21 w 674"/>
                <a:gd name="T53" fmla="*/ 226 h 692"/>
                <a:gd name="T54" fmla="*/ 11 w 674"/>
                <a:gd name="T55" fmla="*/ 179 h 692"/>
                <a:gd name="T56" fmla="*/ 11 w 674"/>
                <a:gd name="T57" fmla="*/ 136 h 692"/>
                <a:gd name="T58" fmla="*/ 15 w 674"/>
                <a:gd name="T59" fmla="*/ 99 h 692"/>
                <a:gd name="T60" fmla="*/ 14 w 674"/>
                <a:gd name="T61" fmla="*/ 62 h 692"/>
                <a:gd name="T62" fmla="*/ 5 w 674"/>
                <a:gd name="T63" fmla="*/ 19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74" h="692">
                  <a:moveTo>
                    <a:pt x="484" y="251"/>
                  </a:moveTo>
                  <a:lnTo>
                    <a:pt x="465" y="255"/>
                  </a:lnTo>
                  <a:lnTo>
                    <a:pt x="449" y="263"/>
                  </a:lnTo>
                  <a:lnTo>
                    <a:pt x="435" y="276"/>
                  </a:lnTo>
                  <a:lnTo>
                    <a:pt x="427" y="293"/>
                  </a:lnTo>
                  <a:lnTo>
                    <a:pt x="424" y="312"/>
                  </a:lnTo>
                  <a:lnTo>
                    <a:pt x="427" y="331"/>
                  </a:lnTo>
                  <a:lnTo>
                    <a:pt x="435" y="346"/>
                  </a:lnTo>
                  <a:lnTo>
                    <a:pt x="449" y="359"/>
                  </a:lnTo>
                  <a:lnTo>
                    <a:pt x="465" y="369"/>
                  </a:lnTo>
                  <a:lnTo>
                    <a:pt x="484" y="371"/>
                  </a:lnTo>
                  <a:lnTo>
                    <a:pt x="503" y="369"/>
                  </a:lnTo>
                  <a:lnTo>
                    <a:pt x="520" y="359"/>
                  </a:lnTo>
                  <a:lnTo>
                    <a:pt x="532" y="346"/>
                  </a:lnTo>
                  <a:lnTo>
                    <a:pt x="542" y="331"/>
                  </a:lnTo>
                  <a:lnTo>
                    <a:pt x="544" y="312"/>
                  </a:lnTo>
                  <a:lnTo>
                    <a:pt x="542" y="293"/>
                  </a:lnTo>
                  <a:lnTo>
                    <a:pt x="532" y="276"/>
                  </a:lnTo>
                  <a:lnTo>
                    <a:pt x="520" y="263"/>
                  </a:lnTo>
                  <a:lnTo>
                    <a:pt x="503" y="255"/>
                  </a:lnTo>
                  <a:lnTo>
                    <a:pt x="484" y="251"/>
                  </a:lnTo>
                  <a:close/>
                  <a:moveTo>
                    <a:pt x="0" y="0"/>
                  </a:moveTo>
                  <a:lnTo>
                    <a:pt x="674" y="0"/>
                  </a:lnTo>
                  <a:lnTo>
                    <a:pt x="674" y="692"/>
                  </a:lnTo>
                  <a:lnTo>
                    <a:pt x="649" y="690"/>
                  </a:lnTo>
                  <a:lnTo>
                    <a:pt x="618" y="689"/>
                  </a:lnTo>
                  <a:lnTo>
                    <a:pt x="586" y="686"/>
                  </a:lnTo>
                  <a:lnTo>
                    <a:pt x="552" y="682"/>
                  </a:lnTo>
                  <a:lnTo>
                    <a:pt x="521" y="677"/>
                  </a:lnTo>
                  <a:lnTo>
                    <a:pt x="490" y="672"/>
                  </a:lnTo>
                  <a:lnTo>
                    <a:pt x="467" y="664"/>
                  </a:lnTo>
                  <a:lnTo>
                    <a:pt x="444" y="651"/>
                  </a:lnTo>
                  <a:lnTo>
                    <a:pt x="419" y="632"/>
                  </a:lnTo>
                  <a:lnTo>
                    <a:pt x="396" y="608"/>
                  </a:lnTo>
                  <a:lnTo>
                    <a:pt x="373" y="583"/>
                  </a:lnTo>
                  <a:lnTo>
                    <a:pt x="350" y="555"/>
                  </a:lnTo>
                  <a:lnTo>
                    <a:pt x="329" y="525"/>
                  </a:lnTo>
                  <a:lnTo>
                    <a:pt x="307" y="494"/>
                  </a:lnTo>
                  <a:lnTo>
                    <a:pt x="287" y="464"/>
                  </a:lnTo>
                  <a:lnTo>
                    <a:pt x="269" y="434"/>
                  </a:lnTo>
                  <a:lnTo>
                    <a:pt x="254" y="408"/>
                  </a:lnTo>
                  <a:lnTo>
                    <a:pt x="238" y="386"/>
                  </a:lnTo>
                  <a:lnTo>
                    <a:pt x="220" y="368"/>
                  </a:lnTo>
                  <a:lnTo>
                    <a:pt x="201" y="353"/>
                  </a:lnTo>
                  <a:lnTo>
                    <a:pt x="180" y="340"/>
                  </a:lnTo>
                  <a:lnTo>
                    <a:pt x="158" y="330"/>
                  </a:lnTo>
                  <a:lnTo>
                    <a:pt x="136" y="320"/>
                  </a:lnTo>
                  <a:lnTo>
                    <a:pt x="115" y="312"/>
                  </a:lnTo>
                  <a:lnTo>
                    <a:pt x="95" y="302"/>
                  </a:lnTo>
                  <a:lnTo>
                    <a:pt x="76" y="293"/>
                  </a:lnTo>
                  <a:lnTo>
                    <a:pt x="59" y="281"/>
                  </a:lnTo>
                  <a:lnTo>
                    <a:pt x="44" y="268"/>
                  </a:lnTo>
                  <a:lnTo>
                    <a:pt x="34" y="251"/>
                  </a:lnTo>
                  <a:lnTo>
                    <a:pt x="21" y="226"/>
                  </a:lnTo>
                  <a:lnTo>
                    <a:pt x="14" y="202"/>
                  </a:lnTo>
                  <a:lnTo>
                    <a:pt x="11" y="179"/>
                  </a:lnTo>
                  <a:lnTo>
                    <a:pt x="10" y="156"/>
                  </a:lnTo>
                  <a:lnTo>
                    <a:pt x="11" y="136"/>
                  </a:lnTo>
                  <a:lnTo>
                    <a:pt x="13" y="117"/>
                  </a:lnTo>
                  <a:lnTo>
                    <a:pt x="15" y="99"/>
                  </a:lnTo>
                  <a:lnTo>
                    <a:pt x="16" y="82"/>
                  </a:lnTo>
                  <a:lnTo>
                    <a:pt x="14" y="62"/>
                  </a:lnTo>
                  <a:lnTo>
                    <a:pt x="11" y="40"/>
                  </a:lnTo>
                  <a:lnTo>
                    <a:pt x="5" y="19"/>
                  </a:lnTo>
                  <a:lnTo>
                    <a:pt x="0"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14" name="Freeform 42"/>
            <p:cNvSpPr>
              <a:spLocks noEditPoints="1"/>
            </p:cNvSpPr>
            <p:nvPr/>
          </p:nvSpPr>
          <p:spPr bwMode="auto">
            <a:xfrm>
              <a:off x="2651" y="1422"/>
              <a:ext cx="184" cy="120"/>
            </a:xfrm>
            <a:custGeom>
              <a:avLst/>
              <a:gdLst>
                <a:gd name="T0" fmla="*/ 979 w 1293"/>
                <a:gd name="T1" fmla="*/ 482 h 843"/>
                <a:gd name="T2" fmla="*/ 1030 w 1293"/>
                <a:gd name="T3" fmla="*/ 535 h 843"/>
                <a:gd name="T4" fmla="*/ 1039 w 1293"/>
                <a:gd name="T5" fmla="*/ 582 h 843"/>
                <a:gd name="T6" fmla="*/ 1014 w 1293"/>
                <a:gd name="T7" fmla="*/ 649 h 843"/>
                <a:gd name="T8" fmla="*/ 955 w 1293"/>
                <a:gd name="T9" fmla="*/ 687 h 843"/>
                <a:gd name="T10" fmla="*/ 917 w 1293"/>
                <a:gd name="T11" fmla="*/ 688 h 843"/>
                <a:gd name="T12" fmla="*/ 871 w 1293"/>
                <a:gd name="T13" fmla="*/ 672 h 843"/>
                <a:gd name="T14" fmla="*/ 829 w 1293"/>
                <a:gd name="T15" fmla="*/ 623 h 843"/>
                <a:gd name="T16" fmla="*/ 823 w 1293"/>
                <a:gd name="T17" fmla="*/ 555 h 843"/>
                <a:gd name="T18" fmla="*/ 861 w 1293"/>
                <a:gd name="T19" fmla="*/ 494 h 843"/>
                <a:gd name="T20" fmla="*/ 930 w 1293"/>
                <a:gd name="T21" fmla="*/ 470 h 843"/>
                <a:gd name="T22" fmla="*/ 498 w 1293"/>
                <a:gd name="T23" fmla="*/ 116 h 843"/>
                <a:gd name="T24" fmla="*/ 518 w 1293"/>
                <a:gd name="T25" fmla="*/ 156 h 843"/>
                <a:gd name="T26" fmla="*/ 498 w 1293"/>
                <a:gd name="T27" fmla="*/ 195 h 843"/>
                <a:gd name="T28" fmla="*/ 453 w 1293"/>
                <a:gd name="T29" fmla="*/ 202 h 843"/>
                <a:gd name="T30" fmla="*/ 423 w 1293"/>
                <a:gd name="T31" fmla="*/ 171 h 843"/>
                <a:gd name="T32" fmla="*/ 429 w 1293"/>
                <a:gd name="T33" fmla="*/ 127 h 843"/>
                <a:gd name="T34" fmla="*/ 469 w 1293"/>
                <a:gd name="T35" fmla="*/ 107 h 843"/>
                <a:gd name="T36" fmla="*/ 956 w 1293"/>
                <a:gd name="T37" fmla="*/ 58 h 843"/>
                <a:gd name="T38" fmla="*/ 1002 w 1293"/>
                <a:gd name="T39" fmla="*/ 99 h 843"/>
                <a:gd name="T40" fmla="*/ 1010 w 1293"/>
                <a:gd name="T41" fmla="*/ 166 h 843"/>
                <a:gd name="T42" fmla="*/ 969 w 1293"/>
                <a:gd name="T43" fmla="*/ 220 h 843"/>
                <a:gd name="T44" fmla="*/ 903 w 1293"/>
                <a:gd name="T45" fmla="*/ 230 h 843"/>
                <a:gd name="T46" fmla="*/ 856 w 1293"/>
                <a:gd name="T47" fmla="*/ 203 h 843"/>
                <a:gd name="T48" fmla="*/ 390 w 1293"/>
                <a:gd name="T49" fmla="*/ 472 h 843"/>
                <a:gd name="T50" fmla="*/ 451 w 1293"/>
                <a:gd name="T51" fmla="*/ 581 h 843"/>
                <a:gd name="T52" fmla="*/ 502 w 1293"/>
                <a:gd name="T53" fmla="*/ 567 h 843"/>
                <a:gd name="T54" fmla="*/ 564 w 1293"/>
                <a:gd name="T55" fmla="*/ 588 h 843"/>
                <a:gd name="T56" fmla="*/ 599 w 1293"/>
                <a:gd name="T57" fmla="*/ 643 h 843"/>
                <a:gd name="T58" fmla="*/ 592 w 1293"/>
                <a:gd name="T59" fmla="*/ 709 h 843"/>
                <a:gd name="T60" fmla="*/ 548 w 1293"/>
                <a:gd name="T61" fmla="*/ 753 h 843"/>
                <a:gd name="T62" fmla="*/ 487 w 1293"/>
                <a:gd name="T63" fmla="*/ 843 h 843"/>
                <a:gd name="T64" fmla="*/ 440 w 1293"/>
                <a:gd name="T65" fmla="*/ 743 h 843"/>
                <a:gd name="T66" fmla="*/ 406 w 1293"/>
                <a:gd name="T67" fmla="*/ 689 h 843"/>
                <a:gd name="T68" fmla="*/ 410 w 1293"/>
                <a:gd name="T69" fmla="*/ 631 h 843"/>
                <a:gd name="T70" fmla="*/ 321 w 1293"/>
                <a:gd name="T71" fmla="*/ 543 h 843"/>
                <a:gd name="T72" fmla="*/ 295 w 1293"/>
                <a:gd name="T73" fmla="*/ 546 h 843"/>
                <a:gd name="T74" fmla="*/ 248 w 1293"/>
                <a:gd name="T75" fmla="*/ 531 h 843"/>
                <a:gd name="T76" fmla="*/ 210 w 1293"/>
                <a:gd name="T77" fmla="*/ 477 h 843"/>
                <a:gd name="T78" fmla="*/ 208 w 1293"/>
                <a:gd name="T79" fmla="*/ 442 h 843"/>
                <a:gd name="T80" fmla="*/ 227 w 1293"/>
                <a:gd name="T81" fmla="*/ 397 h 843"/>
                <a:gd name="T82" fmla="*/ 278 w 1293"/>
                <a:gd name="T83" fmla="*/ 366 h 843"/>
                <a:gd name="T84" fmla="*/ 337 w 1293"/>
                <a:gd name="T85" fmla="*/ 371 h 843"/>
                <a:gd name="T86" fmla="*/ 833 w 1293"/>
                <a:gd name="T87" fmla="*/ 160 h 843"/>
                <a:gd name="T88" fmla="*/ 842 w 1293"/>
                <a:gd name="T89" fmla="*/ 100 h 843"/>
                <a:gd name="T90" fmla="*/ 887 w 1293"/>
                <a:gd name="T91" fmla="*/ 58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93" h="843">
                  <a:moveTo>
                    <a:pt x="930" y="470"/>
                  </a:moveTo>
                  <a:lnTo>
                    <a:pt x="955" y="473"/>
                  </a:lnTo>
                  <a:lnTo>
                    <a:pt x="979" y="482"/>
                  </a:lnTo>
                  <a:lnTo>
                    <a:pt x="999" y="495"/>
                  </a:lnTo>
                  <a:lnTo>
                    <a:pt x="1017" y="513"/>
                  </a:lnTo>
                  <a:lnTo>
                    <a:pt x="1030" y="535"/>
                  </a:lnTo>
                  <a:lnTo>
                    <a:pt x="1293" y="481"/>
                  </a:lnTo>
                  <a:lnTo>
                    <a:pt x="1293" y="529"/>
                  </a:lnTo>
                  <a:lnTo>
                    <a:pt x="1039" y="582"/>
                  </a:lnTo>
                  <a:lnTo>
                    <a:pt x="1036" y="606"/>
                  </a:lnTo>
                  <a:lnTo>
                    <a:pt x="1028" y="629"/>
                  </a:lnTo>
                  <a:lnTo>
                    <a:pt x="1014" y="649"/>
                  </a:lnTo>
                  <a:lnTo>
                    <a:pt x="997" y="666"/>
                  </a:lnTo>
                  <a:lnTo>
                    <a:pt x="977" y="678"/>
                  </a:lnTo>
                  <a:lnTo>
                    <a:pt x="955" y="687"/>
                  </a:lnTo>
                  <a:lnTo>
                    <a:pt x="930" y="689"/>
                  </a:lnTo>
                  <a:lnTo>
                    <a:pt x="923" y="689"/>
                  </a:lnTo>
                  <a:lnTo>
                    <a:pt x="917" y="688"/>
                  </a:lnTo>
                  <a:lnTo>
                    <a:pt x="861" y="843"/>
                  </a:lnTo>
                  <a:lnTo>
                    <a:pt x="810" y="843"/>
                  </a:lnTo>
                  <a:lnTo>
                    <a:pt x="871" y="672"/>
                  </a:lnTo>
                  <a:lnTo>
                    <a:pt x="854" y="659"/>
                  </a:lnTo>
                  <a:lnTo>
                    <a:pt x="840" y="642"/>
                  </a:lnTo>
                  <a:lnTo>
                    <a:pt x="829" y="623"/>
                  </a:lnTo>
                  <a:lnTo>
                    <a:pt x="822" y="602"/>
                  </a:lnTo>
                  <a:lnTo>
                    <a:pt x="820" y="580"/>
                  </a:lnTo>
                  <a:lnTo>
                    <a:pt x="823" y="555"/>
                  </a:lnTo>
                  <a:lnTo>
                    <a:pt x="831" y="531"/>
                  </a:lnTo>
                  <a:lnTo>
                    <a:pt x="844" y="511"/>
                  </a:lnTo>
                  <a:lnTo>
                    <a:pt x="861" y="494"/>
                  </a:lnTo>
                  <a:lnTo>
                    <a:pt x="881" y="482"/>
                  </a:lnTo>
                  <a:lnTo>
                    <a:pt x="904" y="473"/>
                  </a:lnTo>
                  <a:lnTo>
                    <a:pt x="930" y="470"/>
                  </a:lnTo>
                  <a:close/>
                  <a:moveTo>
                    <a:pt x="469" y="107"/>
                  </a:moveTo>
                  <a:lnTo>
                    <a:pt x="484" y="110"/>
                  </a:lnTo>
                  <a:lnTo>
                    <a:pt x="498" y="116"/>
                  </a:lnTo>
                  <a:lnTo>
                    <a:pt x="508" y="127"/>
                  </a:lnTo>
                  <a:lnTo>
                    <a:pt x="515" y="141"/>
                  </a:lnTo>
                  <a:lnTo>
                    <a:pt x="518" y="156"/>
                  </a:lnTo>
                  <a:lnTo>
                    <a:pt x="515" y="171"/>
                  </a:lnTo>
                  <a:lnTo>
                    <a:pt x="508" y="185"/>
                  </a:lnTo>
                  <a:lnTo>
                    <a:pt x="498" y="195"/>
                  </a:lnTo>
                  <a:lnTo>
                    <a:pt x="484" y="202"/>
                  </a:lnTo>
                  <a:lnTo>
                    <a:pt x="469" y="205"/>
                  </a:lnTo>
                  <a:lnTo>
                    <a:pt x="453" y="202"/>
                  </a:lnTo>
                  <a:lnTo>
                    <a:pt x="439" y="195"/>
                  </a:lnTo>
                  <a:lnTo>
                    <a:pt x="429" y="185"/>
                  </a:lnTo>
                  <a:lnTo>
                    <a:pt x="423" y="171"/>
                  </a:lnTo>
                  <a:lnTo>
                    <a:pt x="419" y="156"/>
                  </a:lnTo>
                  <a:lnTo>
                    <a:pt x="423" y="141"/>
                  </a:lnTo>
                  <a:lnTo>
                    <a:pt x="429" y="127"/>
                  </a:lnTo>
                  <a:lnTo>
                    <a:pt x="439" y="116"/>
                  </a:lnTo>
                  <a:lnTo>
                    <a:pt x="453" y="110"/>
                  </a:lnTo>
                  <a:lnTo>
                    <a:pt x="469" y="107"/>
                  </a:lnTo>
                  <a:close/>
                  <a:moveTo>
                    <a:pt x="914" y="0"/>
                  </a:moveTo>
                  <a:lnTo>
                    <a:pt x="962" y="0"/>
                  </a:lnTo>
                  <a:lnTo>
                    <a:pt x="956" y="58"/>
                  </a:lnTo>
                  <a:lnTo>
                    <a:pt x="975" y="68"/>
                  </a:lnTo>
                  <a:lnTo>
                    <a:pt x="991" y="82"/>
                  </a:lnTo>
                  <a:lnTo>
                    <a:pt x="1002" y="99"/>
                  </a:lnTo>
                  <a:lnTo>
                    <a:pt x="1011" y="119"/>
                  </a:lnTo>
                  <a:lnTo>
                    <a:pt x="1013" y="142"/>
                  </a:lnTo>
                  <a:lnTo>
                    <a:pt x="1010" y="166"/>
                  </a:lnTo>
                  <a:lnTo>
                    <a:pt x="1001" y="187"/>
                  </a:lnTo>
                  <a:lnTo>
                    <a:pt x="987" y="206"/>
                  </a:lnTo>
                  <a:lnTo>
                    <a:pt x="969" y="220"/>
                  </a:lnTo>
                  <a:lnTo>
                    <a:pt x="946" y="229"/>
                  </a:lnTo>
                  <a:lnTo>
                    <a:pt x="922" y="232"/>
                  </a:lnTo>
                  <a:lnTo>
                    <a:pt x="903" y="230"/>
                  </a:lnTo>
                  <a:lnTo>
                    <a:pt x="885" y="224"/>
                  </a:lnTo>
                  <a:lnTo>
                    <a:pt x="869" y="214"/>
                  </a:lnTo>
                  <a:lnTo>
                    <a:pt x="856" y="203"/>
                  </a:lnTo>
                  <a:lnTo>
                    <a:pt x="389" y="436"/>
                  </a:lnTo>
                  <a:lnTo>
                    <a:pt x="391" y="454"/>
                  </a:lnTo>
                  <a:lnTo>
                    <a:pt x="390" y="472"/>
                  </a:lnTo>
                  <a:lnTo>
                    <a:pt x="385" y="488"/>
                  </a:lnTo>
                  <a:lnTo>
                    <a:pt x="377" y="503"/>
                  </a:lnTo>
                  <a:lnTo>
                    <a:pt x="451" y="581"/>
                  </a:lnTo>
                  <a:lnTo>
                    <a:pt x="467" y="574"/>
                  </a:lnTo>
                  <a:lnTo>
                    <a:pt x="484" y="568"/>
                  </a:lnTo>
                  <a:lnTo>
                    <a:pt x="502" y="567"/>
                  </a:lnTo>
                  <a:lnTo>
                    <a:pt x="525" y="569"/>
                  </a:lnTo>
                  <a:lnTo>
                    <a:pt x="546" y="577"/>
                  </a:lnTo>
                  <a:lnTo>
                    <a:pt x="564" y="588"/>
                  </a:lnTo>
                  <a:lnTo>
                    <a:pt x="580" y="604"/>
                  </a:lnTo>
                  <a:lnTo>
                    <a:pt x="592" y="622"/>
                  </a:lnTo>
                  <a:lnTo>
                    <a:pt x="599" y="643"/>
                  </a:lnTo>
                  <a:lnTo>
                    <a:pt x="601" y="666"/>
                  </a:lnTo>
                  <a:lnTo>
                    <a:pt x="599" y="688"/>
                  </a:lnTo>
                  <a:lnTo>
                    <a:pt x="592" y="709"/>
                  </a:lnTo>
                  <a:lnTo>
                    <a:pt x="581" y="727"/>
                  </a:lnTo>
                  <a:lnTo>
                    <a:pt x="566" y="742"/>
                  </a:lnTo>
                  <a:lnTo>
                    <a:pt x="548" y="753"/>
                  </a:lnTo>
                  <a:lnTo>
                    <a:pt x="528" y="761"/>
                  </a:lnTo>
                  <a:lnTo>
                    <a:pt x="536" y="843"/>
                  </a:lnTo>
                  <a:lnTo>
                    <a:pt x="487" y="843"/>
                  </a:lnTo>
                  <a:lnTo>
                    <a:pt x="480" y="762"/>
                  </a:lnTo>
                  <a:lnTo>
                    <a:pt x="458" y="754"/>
                  </a:lnTo>
                  <a:lnTo>
                    <a:pt x="440" y="743"/>
                  </a:lnTo>
                  <a:lnTo>
                    <a:pt x="425" y="728"/>
                  </a:lnTo>
                  <a:lnTo>
                    <a:pt x="413" y="709"/>
                  </a:lnTo>
                  <a:lnTo>
                    <a:pt x="406" y="689"/>
                  </a:lnTo>
                  <a:lnTo>
                    <a:pt x="402" y="666"/>
                  </a:lnTo>
                  <a:lnTo>
                    <a:pt x="405" y="648"/>
                  </a:lnTo>
                  <a:lnTo>
                    <a:pt x="410" y="631"/>
                  </a:lnTo>
                  <a:lnTo>
                    <a:pt x="417" y="616"/>
                  </a:lnTo>
                  <a:lnTo>
                    <a:pt x="342" y="536"/>
                  </a:lnTo>
                  <a:lnTo>
                    <a:pt x="321" y="543"/>
                  </a:lnTo>
                  <a:lnTo>
                    <a:pt x="299" y="546"/>
                  </a:lnTo>
                  <a:lnTo>
                    <a:pt x="297" y="546"/>
                  </a:lnTo>
                  <a:lnTo>
                    <a:pt x="295" y="546"/>
                  </a:lnTo>
                  <a:lnTo>
                    <a:pt x="199" y="843"/>
                  </a:lnTo>
                  <a:lnTo>
                    <a:pt x="148" y="843"/>
                  </a:lnTo>
                  <a:lnTo>
                    <a:pt x="248" y="531"/>
                  </a:lnTo>
                  <a:lnTo>
                    <a:pt x="231" y="517"/>
                  </a:lnTo>
                  <a:lnTo>
                    <a:pt x="219" y="499"/>
                  </a:lnTo>
                  <a:lnTo>
                    <a:pt x="210" y="477"/>
                  </a:lnTo>
                  <a:lnTo>
                    <a:pt x="207" y="454"/>
                  </a:lnTo>
                  <a:lnTo>
                    <a:pt x="207" y="448"/>
                  </a:lnTo>
                  <a:lnTo>
                    <a:pt x="208" y="442"/>
                  </a:lnTo>
                  <a:lnTo>
                    <a:pt x="0" y="351"/>
                  </a:lnTo>
                  <a:lnTo>
                    <a:pt x="0" y="299"/>
                  </a:lnTo>
                  <a:lnTo>
                    <a:pt x="227" y="397"/>
                  </a:lnTo>
                  <a:lnTo>
                    <a:pt x="242" y="383"/>
                  </a:lnTo>
                  <a:lnTo>
                    <a:pt x="259" y="372"/>
                  </a:lnTo>
                  <a:lnTo>
                    <a:pt x="278" y="366"/>
                  </a:lnTo>
                  <a:lnTo>
                    <a:pt x="299" y="362"/>
                  </a:lnTo>
                  <a:lnTo>
                    <a:pt x="319" y="364"/>
                  </a:lnTo>
                  <a:lnTo>
                    <a:pt x="337" y="371"/>
                  </a:lnTo>
                  <a:lnTo>
                    <a:pt x="353" y="380"/>
                  </a:lnTo>
                  <a:lnTo>
                    <a:pt x="368" y="393"/>
                  </a:lnTo>
                  <a:lnTo>
                    <a:pt x="833" y="160"/>
                  </a:lnTo>
                  <a:lnTo>
                    <a:pt x="831" y="142"/>
                  </a:lnTo>
                  <a:lnTo>
                    <a:pt x="835" y="120"/>
                  </a:lnTo>
                  <a:lnTo>
                    <a:pt x="842" y="100"/>
                  </a:lnTo>
                  <a:lnTo>
                    <a:pt x="854" y="82"/>
                  </a:lnTo>
                  <a:lnTo>
                    <a:pt x="869" y="69"/>
                  </a:lnTo>
                  <a:lnTo>
                    <a:pt x="887" y="58"/>
                  </a:lnTo>
                  <a:lnTo>
                    <a:pt x="908" y="53"/>
                  </a:lnTo>
                  <a:lnTo>
                    <a:pt x="914"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15" name="Freeform 43"/>
            <p:cNvSpPr>
              <a:spLocks noEditPoints="1"/>
            </p:cNvSpPr>
            <p:nvPr/>
          </p:nvSpPr>
          <p:spPr bwMode="auto">
            <a:xfrm>
              <a:off x="2687" y="1436"/>
              <a:ext cx="103" cy="87"/>
            </a:xfrm>
            <a:custGeom>
              <a:avLst/>
              <a:gdLst>
                <a:gd name="T0" fmla="*/ 263 w 721"/>
                <a:gd name="T1" fmla="*/ 527 h 615"/>
                <a:gd name="T2" fmla="*/ 285 w 721"/>
                <a:gd name="T3" fmla="*/ 543 h 615"/>
                <a:gd name="T4" fmla="*/ 294 w 721"/>
                <a:gd name="T5" fmla="*/ 570 h 615"/>
                <a:gd name="T6" fmla="*/ 285 w 721"/>
                <a:gd name="T7" fmla="*/ 597 h 615"/>
                <a:gd name="T8" fmla="*/ 263 w 721"/>
                <a:gd name="T9" fmla="*/ 613 h 615"/>
                <a:gd name="T10" fmla="*/ 234 w 721"/>
                <a:gd name="T11" fmla="*/ 613 h 615"/>
                <a:gd name="T12" fmla="*/ 212 w 721"/>
                <a:gd name="T13" fmla="*/ 597 h 615"/>
                <a:gd name="T14" fmla="*/ 202 w 721"/>
                <a:gd name="T15" fmla="*/ 570 h 615"/>
                <a:gd name="T16" fmla="*/ 212 w 721"/>
                <a:gd name="T17" fmla="*/ 543 h 615"/>
                <a:gd name="T18" fmla="*/ 234 w 721"/>
                <a:gd name="T19" fmla="*/ 527 h 615"/>
                <a:gd name="T20" fmla="*/ 676 w 721"/>
                <a:gd name="T21" fmla="*/ 439 h 615"/>
                <a:gd name="T22" fmla="*/ 703 w 721"/>
                <a:gd name="T23" fmla="*/ 447 h 615"/>
                <a:gd name="T24" fmla="*/ 719 w 721"/>
                <a:gd name="T25" fmla="*/ 469 h 615"/>
                <a:gd name="T26" fmla="*/ 719 w 721"/>
                <a:gd name="T27" fmla="*/ 498 h 615"/>
                <a:gd name="T28" fmla="*/ 703 w 721"/>
                <a:gd name="T29" fmla="*/ 520 h 615"/>
                <a:gd name="T30" fmla="*/ 676 w 721"/>
                <a:gd name="T31" fmla="*/ 529 h 615"/>
                <a:gd name="T32" fmla="*/ 648 w 721"/>
                <a:gd name="T33" fmla="*/ 520 h 615"/>
                <a:gd name="T34" fmla="*/ 632 w 721"/>
                <a:gd name="T35" fmla="*/ 498 h 615"/>
                <a:gd name="T36" fmla="*/ 632 w 721"/>
                <a:gd name="T37" fmla="*/ 469 h 615"/>
                <a:gd name="T38" fmla="*/ 648 w 721"/>
                <a:gd name="T39" fmla="*/ 447 h 615"/>
                <a:gd name="T40" fmla="*/ 676 w 721"/>
                <a:gd name="T41" fmla="*/ 439 h 615"/>
                <a:gd name="T42" fmla="*/ 60 w 721"/>
                <a:gd name="T43" fmla="*/ 315 h 615"/>
                <a:gd name="T44" fmla="*/ 82 w 721"/>
                <a:gd name="T45" fmla="*/ 332 h 615"/>
                <a:gd name="T46" fmla="*/ 90 w 721"/>
                <a:gd name="T47" fmla="*/ 358 h 615"/>
                <a:gd name="T48" fmla="*/ 82 w 721"/>
                <a:gd name="T49" fmla="*/ 386 h 615"/>
                <a:gd name="T50" fmla="*/ 60 w 721"/>
                <a:gd name="T51" fmla="*/ 402 h 615"/>
                <a:gd name="T52" fmla="*/ 30 w 721"/>
                <a:gd name="T53" fmla="*/ 402 h 615"/>
                <a:gd name="T54" fmla="*/ 8 w 721"/>
                <a:gd name="T55" fmla="*/ 386 h 615"/>
                <a:gd name="T56" fmla="*/ 0 w 721"/>
                <a:gd name="T57" fmla="*/ 358 h 615"/>
                <a:gd name="T58" fmla="*/ 8 w 721"/>
                <a:gd name="T59" fmla="*/ 332 h 615"/>
                <a:gd name="T60" fmla="*/ 30 w 721"/>
                <a:gd name="T61" fmla="*/ 315 h 615"/>
                <a:gd name="T62" fmla="*/ 668 w 721"/>
                <a:gd name="T63" fmla="*/ 0 h 615"/>
                <a:gd name="T64" fmla="*/ 696 w 721"/>
                <a:gd name="T65" fmla="*/ 9 h 615"/>
                <a:gd name="T66" fmla="*/ 712 w 721"/>
                <a:gd name="T67" fmla="*/ 32 h 615"/>
                <a:gd name="T68" fmla="*/ 712 w 721"/>
                <a:gd name="T69" fmla="*/ 60 h 615"/>
                <a:gd name="T70" fmla="*/ 696 w 721"/>
                <a:gd name="T71" fmla="*/ 83 h 615"/>
                <a:gd name="T72" fmla="*/ 668 w 721"/>
                <a:gd name="T73" fmla="*/ 91 h 615"/>
                <a:gd name="T74" fmla="*/ 642 w 721"/>
                <a:gd name="T75" fmla="*/ 83 h 615"/>
                <a:gd name="T76" fmla="*/ 625 w 721"/>
                <a:gd name="T77" fmla="*/ 60 h 615"/>
                <a:gd name="T78" fmla="*/ 625 w 721"/>
                <a:gd name="T79" fmla="*/ 32 h 615"/>
                <a:gd name="T80" fmla="*/ 642 w 721"/>
                <a:gd name="T81" fmla="*/ 9 h 615"/>
                <a:gd name="T82" fmla="*/ 668 w 721"/>
                <a:gd name="T83" fmla="*/ 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21" h="615">
                  <a:moveTo>
                    <a:pt x="248" y="524"/>
                  </a:moveTo>
                  <a:lnTo>
                    <a:pt x="263" y="527"/>
                  </a:lnTo>
                  <a:lnTo>
                    <a:pt x="275" y="534"/>
                  </a:lnTo>
                  <a:lnTo>
                    <a:pt x="285" y="543"/>
                  </a:lnTo>
                  <a:lnTo>
                    <a:pt x="291" y="556"/>
                  </a:lnTo>
                  <a:lnTo>
                    <a:pt x="294" y="570"/>
                  </a:lnTo>
                  <a:lnTo>
                    <a:pt x="291" y="584"/>
                  </a:lnTo>
                  <a:lnTo>
                    <a:pt x="285" y="597"/>
                  </a:lnTo>
                  <a:lnTo>
                    <a:pt x="275" y="606"/>
                  </a:lnTo>
                  <a:lnTo>
                    <a:pt x="263" y="613"/>
                  </a:lnTo>
                  <a:lnTo>
                    <a:pt x="248" y="615"/>
                  </a:lnTo>
                  <a:lnTo>
                    <a:pt x="234" y="613"/>
                  </a:lnTo>
                  <a:lnTo>
                    <a:pt x="221" y="606"/>
                  </a:lnTo>
                  <a:lnTo>
                    <a:pt x="212" y="597"/>
                  </a:lnTo>
                  <a:lnTo>
                    <a:pt x="204" y="584"/>
                  </a:lnTo>
                  <a:lnTo>
                    <a:pt x="202" y="570"/>
                  </a:lnTo>
                  <a:lnTo>
                    <a:pt x="204" y="556"/>
                  </a:lnTo>
                  <a:lnTo>
                    <a:pt x="212" y="543"/>
                  </a:lnTo>
                  <a:lnTo>
                    <a:pt x="221" y="534"/>
                  </a:lnTo>
                  <a:lnTo>
                    <a:pt x="234" y="527"/>
                  </a:lnTo>
                  <a:lnTo>
                    <a:pt x="248" y="524"/>
                  </a:lnTo>
                  <a:close/>
                  <a:moveTo>
                    <a:pt x="676" y="439"/>
                  </a:moveTo>
                  <a:lnTo>
                    <a:pt x="690" y="441"/>
                  </a:lnTo>
                  <a:lnTo>
                    <a:pt x="703" y="447"/>
                  </a:lnTo>
                  <a:lnTo>
                    <a:pt x="713" y="456"/>
                  </a:lnTo>
                  <a:lnTo>
                    <a:pt x="719" y="469"/>
                  </a:lnTo>
                  <a:lnTo>
                    <a:pt x="721" y="484"/>
                  </a:lnTo>
                  <a:lnTo>
                    <a:pt x="719" y="498"/>
                  </a:lnTo>
                  <a:lnTo>
                    <a:pt x="713" y="510"/>
                  </a:lnTo>
                  <a:lnTo>
                    <a:pt x="703" y="520"/>
                  </a:lnTo>
                  <a:lnTo>
                    <a:pt x="690" y="527"/>
                  </a:lnTo>
                  <a:lnTo>
                    <a:pt x="676" y="529"/>
                  </a:lnTo>
                  <a:lnTo>
                    <a:pt x="661" y="527"/>
                  </a:lnTo>
                  <a:lnTo>
                    <a:pt x="648" y="520"/>
                  </a:lnTo>
                  <a:lnTo>
                    <a:pt x="639" y="510"/>
                  </a:lnTo>
                  <a:lnTo>
                    <a:pt x="632" y="498"/>
                  </a:lnTo>
                  <a:lnTo>
                    <a:pt x="630" y="484"/>
                  </a:lnTo>
                  <a:lnTo>
                    <a:pt x="632" y="469"/>
                  </a:lnTo>
                  <a:lnTo>
                    <a:pt x="639" y="456"/>
                  </a:lnTo>
                  <a:lnTo>
                    <a:pt x="648" y="447"/>
                  </a:lnTo>
                  <a:lnTo>
                    <a:pt x="661" y="441"/>
                  </a:lnTo>
                  <a:lnTo>
                    <a:pt x="676" y="439"/>
                  </a:lnTo>
                  <a:close/>
                  <a:moveTo>
                    <a:pt x="45" y="313"/>
                  </a:moveTo>
                  <a:lnTo>
                    <a:pt x="60" y="315"/>
                  </a:lnTo>
                  <a:lnTo>
                    <a:pt x="71" y="322"/>
                  </a:lnTo>
                  <a:lnTo>
                    <a:pt x="82" y="332"/>
                  </a:lnTo>
                  <a:lnTo>
                    <a:pt x="88" y="345"/>
                  </a:lnTo>
                  <a:lnTo>
                    <a:pt x="90" y="358"/>
                  </a:lnTo>
                  <a:lnTo>
                    <a:pt x="88" y="373"/>
                  </a:lnTo>
                  <a:lnTo>
                    <a:pt x="82" y="386"/>
                  </a:lnTo>
                  <a:lnTo>
                    <a:pt x="71" y="395"/>
                  </a:lnTo>
                  <a:lnTo>
                    <a:pt x="60" y="402"/>
                  </a:lnTo>
                  <a:lnTo>
                    <a:pt x="45" y="404"/>
                  </a:lnTo>
                  <a:lnTo>
                    <a:pt x="30" y="402"/>
                  </a:lnTo>
                  <a:lnTo>
                    <a:pt x="17" y="395"/>
                  </a:lnTo>
                  <a:lnTo>
                    <a:pt x="8" y="386"/>
                  </a:lnTo>
                  <a:lnTo>
                    <a:pt x="2" y="373"/>
                  </a:lnTo>
                  <a:lnTo>
                    <a:pt x="0" y="358"/>
                  </a:lnTo>
                  <a:lnTo>
                    <a:pt x="2" y="345"/>
                  </a:lnTo>
                  <a:lnTo>
                    <a:pt x="8" y="332"/>
                  </a:lnTo>
                  <a:lnTo>
                    <a:pt x="17" y="322"/>
                  </a:lnTo>
                  <a:lnTo>
                    <a:pt x="30" y="315"/>
                  </a:lnTo>
                  <a:lnTo>
                    <a:pt x="45" y="313"/>
                  </a:lnTo>
                  <a:close/>
                  <a:moveTo>
                    <a:pt x="668" y="0"/>
                  </a:moveTo>
                  <a:lnTo>
                    <a:pt x="683" y="2"/>
                  </a:lnTo>
                  <a:lnTo>
                    <a:pt x="696" y="9"/>
                  </a:lnTo>
                  <a:lnTo>
                    <a:pt x="705" y="19"/>
                  </a:lnTo>
                  <a:lnTo>
                    <a:pt x="712" y="32"/>
                  </a:lnTo>
                  <a:lnTo>
                    <a:pt x="714" y="46"/>
                  </a:lnTo>
                  <a:lnTo>
                    <a:pt x="712" y="60"/>
                  </a:lnTo>
                  <a:lnTo>
                    <a:pt x="705" y="73"/>
                  </a:lnTo>
                  <a:lnTo>
                    <a:pt x="696" y="83"/>
                  </a:lnTo>
                  <a:lnTo>
                    <a:pt x="683" y="89"/>
                  </a:lnTo>
                  <a:lnTo>
                    <a:pt x="668" y="91"/>
                  </a:lnTo>
                  <a:lnTo>
                    <a:pt x="654" y="89"/>
                  </a:lnTo>
                  <a:lnTo>
                    <a:pt x="642" y="83"/>
                  </a:lnTo>
                  <a:lnTo>
                    <a:pt x="631" y="73"/>
                  </a:lnTo>
                  <a:lnTo>
                    <a:pt x="625" y="60"/>
                  </a:lnTo>
                  <a:lnTo>
                    <a:pt x="623" y="46"/>
                  </a:lnTo>
                  <a:lnTo>
                    <a:pt x="625" y="32"/>
                  </a:lnTo>
                  <a:lnTo>
                    <a:pt x="631" y="19"/>
                  </a:lnTo>
                  <a:lnTo>
                    <a:pt x="642" y="9"/>
                  </a:lnTo>
                  <a:lnTo>
                    <a:pt x="654" y="2"/>
                  </a:lnTo>
                  <a:lnTo>
                    <a:pt x="668"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16" name="Freeform 44"/>
            <p:cNvSpPr>
              <a:spLocks noEditPoints="1"/>
            </p:cNvSpPr>
            <p:nvPr/>
          </p:nvSpPr>
          <p:spPr bwMode="auto">
            <a:xfrm>
              <a:off x="2562" y="1342"/>
              <a:ext cx="306" cy="232"/>
            </a:xfrm>
            <a:custGeom>
              <a:avLst/>
              <a:gdLst>
                <a:gd name="T0" fmla="*/ 225 w 2136"/>
                <a:gd name="T1" fmla="*/ 562 h 1630"/>
                <a:gd name="T2" fmla="*/ 506 w 2136"/>
                <a:gd name="T3" fmla="*/ 562 h 1630"/>
                <a:gd name="T4" fmla="*/ 506 w 2136"/>
                <a:gd name="T5" fmla="*/ 1405 h 1630"/>
                <a:gd name="T6" fmla="*/ 225 w 2136"/>
                <a:gd name="T7" fmla="*/ 1405 h 1630"/>
                <a:gd name="T8" fmla="*/ 225 w 2136"/>
                <a:gd name="T9" fmla="*/ 562 h 1630"/>
                <a:gd name="T10" fmla="*/ 112 w 2136"/>
                <a:gd name="T11" fmla="*/ 112 h 1630"/>
                <a:gd name="T12" fmla="*/ 112 w 2136"/>
                <a:gd name="T13" fmla="*/ 1518 h 1630"/>
                <a:gd name="T14" fmla="*/ 2024 w 2136"/>
                <a:gd name="T15" fmla="*/ 1518 h 1630"/>
                <a:gd name="T16" fmla="*/ 2024 w 2136"/>
                <a:gd name="T17" fmla="*/ 112 h 1630"/>
                <a:gd name="T18" fmla="*/ 112 w 2136"/>
                <a:gd name="T19" fmla="*/ 112 h 1630"/>
                <a:gd name="T20" fmla="*/ 0 w 2136"/>
                <a:gd name="T21" fmla="*/ 0 h 1630"/>
                <a:gd name="T22" fmla="*/ 2136 w 2136"/>
                <a:gd name="T23" fmla="*/ 0 h 1630"/>
                <a:gd name="T24" fmla="*/ 2136 w 2136"/>
                <a:gd name="T25" fmla="*/ 1630 h 1630"/>
                <a:gd name="T26" fmla="*/ 0 w 2136"/>
                <a:gd name="T27" fmla="*/ 1630 h 1630"/>
                <a:gd name="T28" fmla="*/ 0 w 2136"/>
                <a:gd name="T29"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36" h="1630">
                  <a:moveTo>
                    <a:pt x="225" y="562"/>
                  </a:moveTo>
                  <a:lnTo>
                    <a:pt x="506" y="562"/>
                  </a:lnTo>
                  <a:lnTo>
                    <a:pt x="506" y="1405"/>
                  </a:lnTo>
                  <a:lnTo>
                    <a:pt x="225" y="1405"/>
                  </a:lnTo>
                  <a:lnTo>
                    <a:pt x="225" y="562"/>
                  </a:lnTo>
                  <a:close/>
                  <a:moveTo>
                    <a:pt x="112" y="112"/>
                  </a:moveTo>
                  <a:lnTo>
                    <a:pt x="112" y="1518"/>
                  </a:lnTo>
                  <a:lnTo>
                    <a:pt x="2024" y="1518"/>
                  </a:lnTo>
                  <a:lnTo>
                    <a:pt x="2024" y="112"/>
                  </a:lnTo>
                  <a:lnTo>
                    <a:pt x="112" y="112"/>
                  </a:lnTo>
                  <a:close/>
                  <a:moveTo>
                    <a:pt x="0" y="0"/>
                  </a:moveTo>
                  <a:lnTo>
                    <a:pt x="2136" y="0"/>
                  </a:lnTo>
                  <a:lnTo>
                    <a:pt x="2136" y="1630"/>
                  </a:lnTo>
                  <a:lnTo>
                    <a:pt x="0" y="163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17" name="Rectangle 45"/>
            <p:cNvSpPr>
              <a:spLocks noChangeArrowheads="1"/>
            </p:cNvSpPr>
            <p:nvPr/>
          </p:nvSpPr>
          <p:spPr bwMode="auto">
            <a:xfrm>
              <a:off x="2595" y="1374"/>
              <a:ext cx="240" cy="32"/>
            </a:xfrm>
            <a:prstGeom prst="rect">
              <a:avLst/>
            </a:prstGeom>
            <a:solidFill>
              <a:srgbClr val="7DD2F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285" name="Group 106"/>
          <p:cNvGrpSpPr>
            <a:grpSpLocks noChangeAspect="1"/>
          </p:cNvGrpSpPr>
          <p:nvPr/>
        </p:nvGrpSpPr>
        <p:grpSpPr bwMode="auto">
          <a:xfrm>
            <a:off x="6863304" y="1709580"/>
            <a:ext cx="580953" cy="457200"/>
            <a:chOff x="5208" y="1297"/>
            <a:chExt cx="338" cy="266"/>
          </a:xfrm>
        </p:grpSpPr>
        <p:sp useBgFill="1">
          <p:nvSpPr>
            <p:cNvPr id="320" name="Freeform 108"/>
            <p:cNvSpPr>
              <a:spLocks/>
            </p:cNvSpPr>
            <p:nvPr/>
          </p:nvSpPr>
          <p:spPr bwMode="auto">
            <a:xfrm>
              <a:off x="5208" y="1297"/>
              <a:ext cx="338" cy="266"/>
            </a:xfrm>
            <a:custGeom>
              <a:avLst/>
              <a:gdLst>
                <a:gd name="T0" fmla="*/ 113 w 2362"/>
                <a:gd name="T1" fmla="*/ 0 h 1856"/>
                <a:gd name="T2" fmla="*/ 2249 w 2362"/>
                <a:gd name="T3" fmla="*/ 0 h 1856"/>
                <a:gd name="T4" fmla="*/ 2275 w 2362"/>
                <a:gd name="T5" fmla="*/ 3 h 1856"/>
                <a:gd name="T6" fmla="*/ 2299 w 2362"/>
                <a:gd name="T7" fmla="*/ 12 h 1856"/>
                <a:gd name="T8" fmla="*/ 2320 w 2362"/>
                <a:gd name="T9" fmla="*/ 25 h 1856"/>
                <a:gd name="T10" fmla="*/ 2337 w 2362"/>
                <a:gd name="T11" fmla="*/ 42 h 1856"/>
                <a:gd name="T12" fmla="*/ 2350 w 2362"/>
                <a:gd name="T13" fmla="*/ 63 h 1856"/>
                <a:gd name="T14" fmla="*/ 2359 w 2362"/>
                <a:gd name="T15" fmla="*/ 87 h 1856"/>
                <a:gd name="T16" fmla="*/ 2362 w 2362"/>
                <a:gd name="T17" fmla="*/ 113 h 1856"/>
                <a:gd name="T18" fmla="*/ 2362 w 2362"/>
                <a:gd name="T19" fmla="*/ 1743 h 1856"/>
                <a:gd name="T20" fmla="*/ 2359 w 2362"/>
                <a:gd name="T21" fmla="*/ 1769 h 1856"/>
                <a:gd name="T22" fmla="*/ 2350 w 2362"/>
                <a:gd name="T23" fmla="*/ 1793 h 1856"/>
                <a:gd name="T24" fmla="*/ 2337 w 2362"/>
                <a:gd name="T25" fmla="*/ 1814 h 1856"/>
                <a:gd name="T26" fmla="*/ 2320 w 2362"/>
                <a:gd name="T27" fmla="*/ 1831 h 1856"/>
                <a:gd name="T28" fmla="*/ 2299 w 2362"/>
                <a:gd name="T29" fmla="*/ 1844 h 1856"/>
                <a:gd name="T30" fmla="*/ 2275 w 2362"/>
                <a:gd name="T31" fmla="*/ 1853 h 1856"/>
                <a:gd name="T32" fmla="*/ 2249 w 2362"/>
                <a:gd name="T33" fmla="*/ 1856 h 1856"/>
                <a:gd name="T34" fmla="*/ 113 w 2362"/>
                <a:gd name="T35" fmla="*/ 1856 h 1856"/>
                <a:gd name="T36" fmla="*/ 87 w 2362"/>
                <a:gd name="T37" fmla="*/ 1853 h 1856"/>
                <a:gd name="T38" fmla="*/ 63 w 2362"/>
                <a:gd name="T39" fmla="*/ 1844 h 1856"/>
                <a:gd name="T40" fmla="*/ 42 w 2362"/>
                <a:gd name="T41" fmla="*/ 1831 h 1856"/>
                <a:gd name="T42" fmla="*/ 25 w 2362"/>
                <a:gd name="T43" fmla="*/ 1814 h 1856"/>
                <a:gd name="T44" fmla="*/ 12 w 2362"/>
                <a:gd name="T45" fmla="*/ 1793 h 1856"/>
                <a:gd name="T46" fmla="*/ 3 w 2362"/>
                <a:gd name="T47" fmla="*/ 1769 h 1856"/>
                <a:gd name="T48" fmla="*/ 0 w 2362"/>
                <a:gd name="T49" fmla="*/ 1743 h 1856"/>
                <a:gd name="T50" fmla="*/ 0 w 2362"/>
                <a:gd name="T51" fmla="*/ 113 h 1856"/>
                <a:gd name="T52" fmla="*/ 3 w 2362"/>
                <a:gd name="T53" fmla="*/ 87 h 1856"/>
                <a:gd name="T54" fmla="*/ 12 w 2362"/>
                <a:gd name="T55" fmla="*/ 63 h 1856"/>
                <a:gd name="T56" fmla="*/ 25 w 2362"/>
                <a:gd name="T57" fmla="*/ 42 h 1856"/>
                <a:gd name="T58" fmla="*/ 42 w 2362"/>
                <a:gd name="T59" fmla="*/ 25 h 1856"/>
                <a:gd name="T60" fmla="*/ 63 w 2362"/>
                <a:gd name="T61" fmla="*/ 12 h 1856"/>
                <a:gd name="T62" fmla="*/ 87 w 2362"/>
                <a:gd name="T63" fmla="*/ 3 h 1856"/>
                <a:gd name="T64" fmla="*/ 113 w 2362"/>
                <a:gd name="T65" fmla="*/ 0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56">
                  <a:moveTo>
                    <a:pt x="113" y="0"/>
                  </a:moveTo>
                  <a:lnTo>
                    <a:pt x="2249" y="0"/>
                  </a:lnTo>
                  <a:lnTo>
                    <a:pt x="2275" y="3"/>
                  </a:lnTo>
                  <a:lnTo>
                    <a:pt x="2299" y="12"/>
                  </a:lnTo>
                  <a:lnTo>
                    <a:pt x="2320" y="25"/>
                  </a:lnTo>
                  <a:lnTo>
                    <a:pt x="2337" y="42"/>
                  </a:lnTo>
                  <a:lnTo>
                    <a:pt x="2350" y="63"/>
                  </a:lnTo>
                  <a:lnTo>
                    <a:pt x="2359" y="87"/>
                  </a:lnTo>
                  <a:lnTo>
                    <a:pt x="2362" y="113"/>
                  </a:lnTo>
                  <a:lnTo>
                    <a:pt x="2362" y="1743"/>
                  </a:lnTo>
                  <a:lnTo>
                    <a:pt x="2359" y="1769"/>
                  </a:lnTo>
                  <a:lnTo>
                    <a:pt x="2350" y="1793"/>
                  </a:lnTo>
                  <a:lnTo>
                    <a:pt x="2337" y="1814"/>
                  </a:lnTo>
                  <a:lnTo>
                    <a:pt x="2320" y="1831"/>
                  </a:lnTo>
                  <a:lnTo>
                    <a:pt x="2299" y="1844"/>
                  </a:lnTo>
                  <a:lnTo>
                    <a:pt x="2275" y="1853"/>
                  </a:lnTo>
                  <a:lnTo>
                    <a:pt x="2249" y="1856"/>
                  </a:lnTo>
                  <a:lnTo>
                    <a:pt x="113" y="1856"/>
                  </a:lnTo>
                  <a:lnTo>
                    <a:pt x="87" y="1853"/>
                  </a:lnTo>
                  <a:lnTo>
                    <a:pt x="63" y="1844"/>
                  </a:lnTo>
                  <a:lnTo>
                    <a:pt x="42" y="1831"/>
                  </a:lnTo>
                  <a:lnTo>
                    <a:pt x="25" y="1814"/>
                  </a:lnTo>
                  <a:lnTo>
                    <a:pt x="12" y="1793"/>
                  </a:lnTo>
                  <a:lnTo>
                    <a:pt x="3" y="1769"/>
                  </a:lnTo>
                  <a:lnTo>
                    <a:pt x="0" y="1743"/>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21" name="Rectangle 109"/>
            <p:cNvSpPr>
              <a:spLocks noChangeArrowheads="1"/>
            </p:cNvSpPr>
            <p:nvPr/>
          </p:nvSpPr>
          <p:spPr bwMode="auto">
            <a:xfrm>
              <a:off x="5313" y="1394"/>
              <a:ext cx="184" cy="120"/>
            </a:xfrm>
            <a:prstGeom prst="rect">
              <a:avLst/>
            </a:prstGeom>
            <a:solidFill>
              <a:srgbClr val="F8CF5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22" name="Freeform 110"/>
            <p:cNvSpPr>
              <a:spLocks/>
            </p:cNvSpPr>
            <p:nvPr/>
          </p:nvSpPr>
          <p:spPr bwMode="auto">
            <a:xfrm>
              <a:off x="5392" y="1394"/>
              <a:ext cx="105" cy="46"/>
            </a:xfrm>
            <a:custGeom>
              <a:avLst/>
              <a:gdLst>
                <a:gd name="T0" fmla="*/ 1 w 737"/>
                <a:gd name="T1" fmla="*/ 0 h 326"/>
                <a:gd name="T2" fmla="*/ 737 w 737"/>
                <a:gd name="T3" fmla="*/ 0 h 326"/>
                <a:gd name="T4" fmla="*/ 737 w 737"/>
                <a:gd name="T5" fmla="*/ 210 h 326"/>
                <a:gd name="T6" fmla="*/ 718 w 737"/>
                <a:gd name="T7" fmla="*/ 209 h 326"/>
                <a:gd name="T8" fmla="*/ 696 w 737"/>
                <a:gd name="T9" fmla="*/ 211 h 326"/>
                <a:gd name="T10" fmla="*/ 673 w 737"/>
                <a:gd name="T11" fmla="*/ 214 h 326"/>
                <a:gd name="T12" fmla="*/ 650 w 737"/>
                <a:gd name="T13" fmla="*/ 219 h 326"/>
                <a:gd name="T14" fmla="*/ 629 w 737"/>
                <a:gd name="T15" fmla="*/ 224 h 326"/>
                <a:gd name="T16" fmla="*/ 611 w 737"/>
                <a:gd name="T17" fmla="*/ 229 h 326"/>
                <a:gd name="T18" fmla="*/ 596 w 737"/>
                <a:gd name="T19" fmla="*/ 233 h 326"/>
                <a:gd name="T20" fmla="*/ 587 w 737"/>
                <a:gd name="T21" fmla="*/ 238 h 326"/>
                <a:gd name="T22" fmla="*/ 561 w 737"/>
                <a:gd name="T23" fmla="*/ 256 h 326"/>
                <a:gd name="T24" fmla="*/ 537 w 737"/>
                <a:gd name="T25" fmla="*/ 275 h 326"/>
                <a:gd name="T26" fmla="*/ 516 w 737"/>
                <a:gd name="T27" fmla="*/ 292 h 326"/>
                <a:gd name="T28" fmla="*/ 498 w 737"/>
                <a:gd name="T29" fmla="*/ 306 h 326"/>
                <a:gd name="T30" fmla="*/ 482 w 737"/>
                <a:gd name="T31" fmla="*/ 318 h 326"/>
                <a:gd name="T32" fmla="*/ 469 w 737"/>
                <a:gd name="T33" fmla="*/ 324 h 326"/>
                <a:gd name="T34" fmla="*/ 446 w 737"/>
                <a:gd name="T35" fmla="*/ 326 h 326"/>
                <a:gd name="T36" fmla="*/ 425 w 737"/>
                <a:gd name="T37" fmla="*/ 324 h 326"/>
                <a:gd name="T38" fmla="*/ 405 w 737"/>
                <a:gd name="T39" fmla="*/ 319 h 326"/>
                <a:gd name="T40" fmla="*/ 385 w 737"/>
                <a:gd name="T41" fmla="*/ 310 h 326"/>
                <a:gd name="T42" fmla="*/ 365 w 737"/>
                <a:gd name="T43" fmla="*/ 300 h 326"/>
                <a:gd name="T44" fmla="*/ 345 w 737"/>
                <a:gd name="T45" fmla="*/ 288 h 326"/>
                <a:gd name="T46" fmla="*/ 324 w 737"/>
                <a:gd name="T47" fmla="*/ 277 h 326"/>
                <a:gd name="T48" fmla="*/ 302 w 737"/>
                <a:gd name="T49" fmla="*/ 266 h 326"/>
                <a:gd name="T50" fmla="*/ 276 w 737"/>
                <a:gd name="T51" fmla="*/ 258 h 326"/>
                <a:gd name="T52" fmla="*/ 255 w 737"/>
                <a:gd name="T53" fmla="*/ 252 h 326"/>
                <a:gd name="T54" fmla="*/ 237 w 737"/>
                <a:gd name="T55" fmla="*/ 251 h 326"/>
                <a:gd name="T56" fmla="*/ 221 w 737"/>
                <a:gd name="T57" fmla="*/ 252 h 326"/>
                <a:gd name="T58" fmla="*/ 208 w 737"/>
                <a:gd name="T59" fmla="*/ 257 h 326"/>
                <a:gd name="T60" fmla="*/ 194 w 737"/>
                <a:gd name="T61" fmla="*/ 261 h 326"/>
                <a:gd name="T62" fmla="*/ 180 w 737"/>
                <a:gd name="T63" fmla="*/ 266 h 326"/>
                <a:gd name="T64" fmla="*/ 165 w 737"/>
                <a:gd name="T65" fmla="*/ 271 h 326"/>
                <a:gd name="T66" fmla="*/ 149 w 737"/>
                <a:gd name="T67" fmla="*/ 277 h 326"/>
                <a:gd name="T68" fmla="*/ 130 w 737"/>
                <a:gd name="T69" fmla="*/ 280 h 326"/>
                <a:gd name="T70" fmla="*/ 106 w 737"/>
                <a:gd name="T71" fmla="*/ 280 h 326"/>
                <a:gd name="T72" fmla="*/ 82 w 737"/>
                <a:gd name="T73" fmla="*/ 279 h 326"/>
                <a:gd name="T74" fmla="*/ 61 w 737"/>
                <a:gd name="T75" fmla="*/ 274 h 326"/>
                <a:gd name="T76" fmla="*/ 44 w 737"/>
                <a:gd name="T77" fmla="*/ 265 h 326"/>
                <a:gd name="T78" fmla="*/ 30 w 737"/>
                <a:gd name="T79" fmla="*/ 255 h 326"/>
                <a:gd name="T80" fmla="*/ 20 w 737"/>
                <a:gd name="T81" fmla="*/ 241 h 326"/>
                <a:gd name="T82" fmla="*/ 12 w 737"/>
                <a:gd name="T83" fmla="*/ 226 h 326"/>
                <a:gd name="T84" fmla="*/ 6 w 737"/>
                <a:gd name="T85" fmla="*/ 208 h 326"/>
                <a:gd name="T86" fmla="*/ 2 w 737"/>
                <a:gd name="T87" fmla="*/ 190 h 326"/>
                <a:gd name="T88" fmla="*/ 0 w 737"/>
                <a:gd name="T89" fmla="*/ 170 h 326"/>
                <a:gd name="T90" fmla="*/ 0 w 737"/>
                <a:gd name="T91" fmla="*/ 150 h 326"/>
                <a:gd name="T92" fmla="*/ 0 w 737"/>
                <a:gd name="T93" fmla="*/ 129 h 326"/>
                <a:gd name="T94" fmla="*/ 0 w 737"/>
                <a:gd name="T95" fmla="*/ 108 h 326"/>
                <a:gd name="T96" fmla="*/ 1 w 737"/>
                <a:gd name="T97" fmla="*/ 88 h 326"/>
                <a:gd name="T98" fmla="*/ 2 w 737"/>
                <a:gd name="T99" fmla="*/ 68 h 326"/>
                <a:gd name="T100" fmla="*/ 3 w 737"/>
                <a:gd name="T101" fmla="*/ 49 h 326"/>
                <a:gd name="T102" fmla="*/ 3 w 737"/>
                <a:gd name="T103" fmla="*/ 31 h 326"/>
                <a:gd name="T104" fmla="*/ 3 w 737"/>
                <a:gd name="T105" fmla="*/ 14 h 326"/>
                <a:gd name="T106" fmla="*/ 1 w 737"/>
                <a:gd name="T107" fmla="*/ 0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37" h="326">
                  <a:moveTo>
                    <a:pt x="1" y="0"/>
                  </a:moveTo>
                  <a:lnTo>
                    <a:pt x="737" y="0"/>
                  </a:lnTo>
                  <a:lnTo>
                    <a:pt x="737" y="210"/>
                  </a:lnTo>
                  <a:lnTo>
                    <a:pt x="718" y="209"/>
                  </a:lnTo>
                  <a:lnTo>
                    <a:pt x="696" y="211"/>
                  </a:lnTo>
                  <a:lnTo>
                    <a:pt x="673" y="214"/>
                  </a:lnTo>
                  <a:lnTo>
                    <a:pt x="650" y="219"/>
                  </a:lnTo>
                  <a:lnTo>
                    <a:pt x="629" y="224"/>
                  </a:lnTo>
                  <a:lnTo>
                    <a:pt x="611" y="229"/>
                  </a:lnTo>
                  <a:lnTo>
                    <a:pt x="596" y="233"/>
                  </a:lnTo>
                  <a:lnTo>
                    <a:pt x="587" y="238"/>
                  </a:lnTo>
                  <a:lnTo>
                    <a:pt x="561" y="256"/>
                  </a:lnTo>
                  <a:lnTo>
                    <a:pt x="537" y="275"/>
                  </a:lnTo>
                  <a:lnTo>
                    <a:pt x="516" y="292"/>
                  </a:lnTo>
                  <a:lnTo>
                    <a:pt x="498" y="306"/>
                  </a:lnTo>
                  <a:lnTo>
                    <a:pt x="482" y="318"/>
                  </a:lnTo>
                  <a:lnTo>
                    <a:pt x="469" y="324"/>
                  </a:lnTo>
                  <a:lnTo>
                    <a:pt x="446" y="326"/>
                  </a:lnTo>
                  <a:lnTo>
                    <a:pt x="425" y="324"/>
                  </a:lnTo>
                  <a:lnTo>
                    <a:pt x="405" y="319"/>
                  </a:lnTo>
                  <a:lnTo>
                    <a:pt x="385" y="310"/>
                  </a:lnTo>
                  <a:lnTo>
                    <a:pt x="365" y="300"/>
                  </a:lnTo>
                  <a:lnTo>
                    <a:pt x="345" y="288"/>
                  </a:lnTo>
                  <a:lnTo>
                    <a:pt x="324" y="277"/>
                  </a:lnTo>
                  <a:lnTo>
                    <a:pt x="302" y="266"/>
                  </a:lnTo>
                  <a:lnTo>
                    <a:pt x="276" y="258"/>
                  </a:lnTo>
                  <a:lnTo>
                    <a:pt x="255" y="252"/>
                  </a:lnTo>
                  <a:lnTo>
                    <a:pt x="237" y="251"/>
                  </a:lnTo>
                  <a:lnTo>
                    <a:pt x="221" y="252"/>
                  </a:lnTo>
                  <a:lnTo>
                    <a:pt x="208" y="257"/>
                  </a:lnTo>
                  <a:lnTo>
                    <a:pt x="194" y="261"/>
                  </a:lnTo>
                  <a:lnTo>
                    <a:pt x="180" y="266"/>
                  </a:lnTo>
                  <a:lnTo>
                    <a:pt x="165" y="271"/>
                  </a:lnTo>
                  <a:lnTo>
                    <a:pt x="149" y="277"/>
                  </a:lnTo>
                  <a:lnTo>
                    <a:pt x="130" y="280"/>
                  </a:lnTo>
                  <a:lnTo>
                    <a:pt x="106" y="280"/>
                  </a:lnTo>
                  <a:lnTo>
                    <a:pt x="82" y="279"/>
                  </a:lnTo>
                  <a:lnTo>
                    <a:pt x="61" y="274"/>
                  </a:lnTo>
                  <a:lnTo>
                    <a:pt x="44" y="265"/>
                  </a:lnTo>
                  <a:lnTo>
                    <a:pt x="30" y="255"/>
                  </a:lnTo>
                  <a:lnTo>
                    <a:pt x="20" y="241"/>
                  </a:lnTo>
                  <a:lnTo>
                    <a:pt x="12" y="226"/>
                  </a:lnTo>
                  <a:lnTo>
                    <a:pt x="6" y="208"/>
                  </a:lnTo>
                  <a:lnTo>
                    <a:pt x="2" y="190"/>
                  </a:lnTo>
                  <a:lnTo>
                    <a:pt x="0" y="170"/>
                  </a:lnTo>
                  <a:lnTo>
                    <a:pt x="0" y="150"/>
                  </a:lnTo>
                  <a:lnTo>
                    <a:pt x="0" y="129"/>
                  </a:lnTo>
                  <a:lnTo>
                    <a:pt x="0" y="108"/>
                  </a:lnTo>
                  <a:lnTo>
                    <a:pt x="1" y="88"/>
                  </a:lnTo>
                  <a:lnTo>
                    <a:pt x="2" y="68"/>
                  </a:lnTo>
                  <a:lnTo>
                    <a:pt x="3" y="49"/>
                  </a:lnTo>
                  <a:lnTo>
                    <a:pt x="3" y="31"/>
                  </a:lnTo>
                  <a:lnTo>
                    <a:pt x="3" y="14"/>
                  </a:lnTo>
                  <a:lnTo>
                    <a:pt x="1"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23" name="Freeform 111"/>
            <p:cNvSpPr>
              <a:spLocks/>
            </p:cNvSpPr>
            <p:nvPr/>
          </p:nvSpPr>
          <p:spPr bwMode="auto">
            <a:xfrm>
              <a:off x="5313" y="1447"/>
              <a:ext cx="92" cy="67"/>
            </a:xfrm>
            <a:custGeom>
              <a:avLst/>
              <a:gdLst>
                <a:gd name="T0" fmla="*/ 164 w 646"/>
                <a:gd name="T1" fmla="*/ 0 h 468"/>
                <a:gd name="T2" fmla="*/ 186 w 646"/>
                <a:gd name="T3" fmla="*/ 2 h 468"/>
                <a:gd name="T4" fmla="*/ 208 w 646"/>
                <a:gd name="T5" fmla="*/ 8 h 468"/>
                <a:gd name="T6" fmla="*/ 229 w 646"/>
                <a:gd name="T7" fmla="*/ 21 h 468"/>
                <a:gd name="T8" fmla="*/ 250 w 646"/>
                <a:gd name="T9" fmla="*/ 38 h 468"/>
                <a:gd name="T10" fmla="*/ 273 w 646"/>
                <a:gd name="T11" fmla="*/ 60 h 468"/>
                <a:gd name="T12" fmla="*/ 295 w 646"/>
                <a:gd name="T13" fmla="*/ 89 h 468"/>
                <a:gd name="T14" fmla="*/ 303 w 646"/>
                <a:gd name="T15" fmla="*/ 101 h 468"/>
                <a:gd name="T16" fmla="*/ 310 w 646"/>
                <a:gd name="T17" fmla="*/ 114 h 468"/>
                <a:gd name="T18" fmla="*/ 315 w 646"/>
                <a:gd name="T19" fmla="*/ 126 h 468"/>
                <a:gd name="T20" fmla="*/ 320 w 646"/>
                <a:gd name="T21" fmla="*/ 137 h 468"/>
                <a:gd name="T22" fmla="*/ 325 w 646"/>
                <a:gd name="T23" fmla="*/ 147 h 468"/>
                <a:gd name="T24" fmla="*/ 333 w 646"/>
                <a:gd name="T25" fmla="*/ 156 h 468"/>
                <a:gd name="T26" fmla="*/ 344 w 646"/>
                <a:gd name="T27" fmla="*/ 164 h 468"/>
                <a:gd name="T28" fmla="*/ 359 w 646"/>
                <a:gd name="T29" fmla="*/ 170 h 468"/>
                <a:gd name="T30" fmla="*/ 377 w 646"/>
                <a:gd name="T31" fmla="*/ 173 h 468"/>
                <a:gd name="T32" fmla="*/ 396 w 646"/>
                <a:gd name="T33" fmla="*/ 171 h 468"/>
                <a:gd name="T34" fmla="*/ 417 w 646"/>
                <a:gd name="T35" fmla="*/ 168 h 468"/>
                <a:gd name="T36" fmla="*/ 438 w 646"/>
                <a:gd name="T37" fmla="*/ 163 h 468"/>
                <a:gd name="T38" fmla="*/ 460 w 646"/>
                <a:gd name="T39" fmla="*/ 160 h 468"/>
                <a:gd name="T40" fmla="*/ 482 w 646"/>
                <a:gd name="T41" fmla="*/ 160 h 468"/>
                <a:gd name="T42" fmla="*/ 505 w 646"/>
                <a:gd name="T43" fmla="*/ 164 h 468"/>
                <a:gd name="T44" fmla="*/ 524 w 646"/>
                <a:gd name="T45" fmla="*/ 174 h 468"/>
                <a:gd name="T46" fmla="*/ 542 w 646"/>
                <a:gd name="T47" fmla="*/ 189 h 468"/>
                <a:gd name="T48" fmla="*/ 557 w 646"/>
                <a:gd name="T49" fmla="*/ 209 h 468"/>
                <a:gd name="T50" fmla="*/ 570 w 646"/>
                <a:gd name="T51" fmla="*/ 231 h 468"/>
                <a:gd name="T52" fmla="*/ 583 w 646"/>
                <a:gd name="T53" fmla="*/ 258 h 468"/>
                <a:gd name="T54" fmla="*/ 594 w 646"/>
                <a:gd name="T55" fmla="*/ 286 h 468"/>
                <a:gd name="T56" fmla="*/ 604 w 646"/>
                <a:gd name="T57" fmla="*/ 316 h 468"/>
                <a:gd name="T58" fmla="*/ 614 w 646"/>
                <a:gd name="T59" fmla="*/ 347 h 468"/>
                <a:gd name="T60" fmla="*/ 622 w 646"/>
                <a:gd name="T61" fmla="*/ 378 h 468"/>
                <a:gd name="T62" fmla="*/ 631 w 646"/>
                <a:gd name="T63" fmla="*/ 409 h 468"/>
                <a:gd name="T64" fmla="*/ 638 w 646"/>
                <a:gd name="T65" fmla="*/ 439 h 468"/>
                <a:gd name="T66" fmla="*/ 646 w 646"/>
                <a:gd name="T67" fmla="*/ 468 h 468"/>
                <a:gd name="T68" fmla="*/ 0 w 646"/>
                <a:gd name="T69" fmla="*/ 468 h 468"/>
                <a:gd name="T70" fmla="*/ 0 w 646"/>
                <a:gd name="T71" fmla="*/ 40 h 468"/>
                <a:gd name="T72" fmla="*/ 18 w 646"/>
                <a:gd name="T73" fmla="*/ 33 h 468"/>
                <a:gd name="T74" fmla="*/ 38 w 646"/>
                <a:gd name="T75" fmla="*/ 26 h 468"/>
                <a:gd name="T76" fmla="*/ 59 w 646"/>
                <a:gd name="T77" fmla="*/ 21 h 468"/>
                <a:gd name="T78" fmla="*/ 79 w 646"/>
                <a:gd name="T79" fmla="*/ 16 h 468"/>
                <a:gd name="T80" fmla="*/ 98 w 646"/>
                <a:gd name="T81" fmla="*/ 12 h 468"/>
                <a:gd name="T82" fmla="*/ 115 w 646"/>
                <a:gd name="T83" fmla="*/ 8 h 468"/>
                <a:gd name="T84" fmla="*/ 129 w 646"/>
                <a:gd name="T85" fmla="*/ 5 h 468"/>
                <a:gd name="T86" fmla="*/ 138 w 646"/>
                <a:gd name="T87" fmla="*/ 4 h 468"/>
                <a:gd name="T88" fmla="*/ 142 w 646"/>
                <a:gd name="T89" fmla="*/ 3 h 468"/>
                <a:gd name="T90" fmla="*/ 164 w 646"/>
                <a:gd name="T91"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46" h="468">
                  <a:moveTo>
                    <a:pt x="164" y="0"/>
                  </a:moveTo>
                  <a:lnTo>
                    <a:pt x="186" y="2"/>
                  </a:lnTo>
                  <a:lnTo>
                    <a:pt x="208" y="8"/>
                  </a:lnTo>
                  <a:lnTo>
                    <a:pt x="229" y="21"/>
                  </a:lnTo>
                  <a:lnTo>
                    <a:pt x="250" y="38"/>
                  </a:lnTo>
                  <a:lnTo>
                    <a:pt x="273" y="60"/>
                  </a:lnTo>
                  <a:lnTo>
                    <a:pt x="295" y="89"/>
                  </a:lnTo>
                  <a:lnTo>
                    <a:pt x="303" y="101"/>
                  </a:lnTo>
                  <a:lnTo>
                    <a:pt x="310" y="114"/>
                  </a:lnTo>
                  <a:lnTo>
                    <a:pt x="315" y="126"/>
                  </a:lnTo>
                  <a:lnTo>
                    <a:pt x="320" y="137"/>
                  </a:lnTo>
                  <a:lnTo>
                    <a:pt x="325" y="147"/>
                  </a:lnTo>
                  <a:lnTo>
                    <a:pt x="333" y="156"/>
                  </a:lnTo>
                  <a:lnTo>
                    <a:pt x="344" y="164"/>
                  </a:lnTo>
                  <a:lnTo>
                    <a:pt x="359" y="170"/>
                  </a:lnTo>
                  <a:lnTo>
                    <a:pt x="377" y="173"/>
                  </a:lnTo>
                  <a:lnTo>
                    <a:pt x="396" y="171"/>
                  </a:lnTo>
                  <a:lnTo>
                    <a:pt x="417" y="168"/>
                  </a:lnTo>
                  <a:lnTo>
                    <a:pt x="438" y="163"/>
                  </a:lnTo>
                  <a:lnTo>
                    <a:pt x="460" y="160"/>
                  </a:lnTo>
                  <a:lnTo>
                    <a:pt x="482" y="160"/>
                  </a:lnTo>
                  <a:lnTo>
                    <a:pt x="505" y="164"/>
                  </a:lnTo>
                  <a:lnTo>
                    <a:pt x="524" y="174"/>
                  </a:lnTo>
                  <a:lnTo>
                    <a:pt x="542" y="189"/>
                  </a:lnTo>
                  <a:lnTo>
                    <a:pt x="557" y="209"/>
                  </a:lnTo>
                  <a:lnTo>
                    <a:pt x="570" y="231"/>
                  </a:lnTo>
                  <a:lnTo>
                    <a:pt x="583" y="258"/>
                  </a:lnTo>
                  <a:lnTo>
                    <a:pt x="594" y="286"/>
                  </a:lnTo>
                  <a:lnTo>
                    <a:pt x="604" y="316"/>
                  </a:lnTo>
                  <a:lnTo>
                    <a:pt x="614" y="347"/>
                  </a:lnTo>
                  <a:lnTo>
                    <a:pt x="622" y="378"/>
                  </a:lnTo>
                  <a:lnTo>
                    <a:pt x="631" y="409"/>
                  </a:lnTo>
                  <a:lnTo>
                    <a:pt x="638" y="439"/>
                  </a:lnTo>
                  <a:lnTo>
                    <a:pt x="646" y="468"/>
                  </a:lnTo>
                  <a:lnTo>
                    <a:pt x="0" y="468"/>
                  </a:lnTo>
                  <a:lnTo>
                    <a:pt x="0" y="40"/>
                  </a:lnTo>
                  <a:lnTo>
                    <a:pt x="18" y="33"/>
                  </a:lnTo>
                  <a:lnTo>
                    <a:pt x="38" y="26"/>
                  </a:lnTo>
                  <a:lnTo>
                    <a:pt x="59" y="21"/>
                  </a:lnTo>
                  <a:lnTo>
                    <a:pt x="79" y="16"/>
                  </a:lnTo>
                  <a:lnTo>
                    <a:pt x="98" y="12"/>
                  </a:lnTo>
                  <a:lnTo>
                    <a:pt x="115" y="8"/>
                  </a:lnTo>
                  <a:lnTo>
                    <a:pt x="129" y="5"/>
                  </a:lnTo>
                  <a:lnTo>
                    <a:pt x="138" y="4"/>
                  </a:lnTo>
                  <a:lnTo>
                    <a:pt x="142" y="3"/>
                  </a:lnTo>
                  <a:lnTo>
                    <a:pt x="164"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24" name="Freeform 112"/>
            <p:cNvSpPr>
              <a:spLocks noEditPoints="1"/>
            </p:cNvSpPr>
            <p:nvPr/>
          </p:nvSpPr>
          <p:spPr bwMode="auto">
            <a:xfrm>
              <a:off x="5224" y="1314"/>
              <a:ext cx="306" cy="232"/>
            </a:xfrm>
            <a:custGeom>
              <a:avLst/>
              <a:gdLst>
                <a:gd name="T0" fmla="*/ 225 w 2136"/>
                <a:gd name="T1" fmla="*/ 562 h 1630"/>
                <a:gd name="T2" fmla="*/ 506 w 2136"/>
                <a:gd name="T3" fmla="*/ 562 h 1630"/>
                <a:gd name="T4" fmla="*/ 506 w 2136"/>
                <a:gd name="T5" fmla="*/ 1405 h 1630"/>
                <a:gd name="T6" fmla="*/ 225 w 2136"/>
                <a:gd name="T7" fmla="*/ 1405 h 1630"/>
                <a:gd name="T8" fmla="*/ 225 w 2136"/>
                <a:gd name="T9" fmla="*/ 562 h 1630"/>
                <a:gd name="T10" fmla="*/ 112 w 2136"/>
                <a:gd name="T11" fmla="*/ 112 h 1630"/>
                <a:gd name="T12" fmla="*/ 112 w 2136"/>
                <a:gd name="T13" fmla="*/ 1518 h 1630"/>
                <a:gd name="T14" fmla="*/ 2024 w 2136"/>
                <a:gd name="T15" fmla="*/ 1518 h 1630"/>
                <a:gd name="T16" fmla="*/ 2024 w 2136"/>
                <a:gd name="T17" fmla="*/ 112 h 1630"/>
                <a:gd name="T18" fmla="*/ 112 w 2136"/>
                <a:gd name="T19" fmla="*/ 112 h 1630"/>
                <a:gd name="T20" fmla="*/ 0 w 2136"/>
                <a:gd name="T21" fmla="*/ 0 h 1630"/>
                <a:gd name="T22" fmla="*/ 2136 w 2136"/>
                <a:gd name="T23" fmla="*/ 0 h 1630"/>
                <a:gd name="T24" fmla="*/ 2136 w 2136"/>
                <a:gd name="T25" fmla="*/ 1630 h 1630"/>
                <a:gd name="T26" fmla="*/ 0 w 2136"/>
                <a:gd name="T27" fmla="*/ 1630 h 1630"/>
                <a:gd name="T28" fmla="*/ 0 w 2136"/>
                <a:gd name="T29"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36" h="1630">
                  <a:moveTo>
                    <a:pt x="225" y="562"/>
                  </a:moveTo>
                  <a:lnTo>
                    <a:pt x="506" y="562"/>
                  </a:lnTo>
                  <a:lnTo>
                    <a:pt x="506" y="1405"/>
                  </a:lnTo>
                  <a:lnTo>
                    <a:pt x="225" y="1405"/>
                  </a:lnTo>
                  <a:lnTo>
                    <a:pt x="225" y="562"/>
                  </a:lnTo>
                  <a:close/>
                  <a:moveTo>
                    <a:pt x="112" y="112"/>
                  </a:moveTo>
                  <a:lnTo>
                    <a:pt x="112" y="1518"/>
                  </a:lnTo>
                  <a:lnTo>
                    <a:pt x="2024" y="1518"/>
                  </a:lnTo>
                  <a:lnTo>
                    <a:pt x="2024" y="112"/>
                  </a:lnTo>
                  <a:lnTo>
                    <a:pt x="112" y="112"/>
                  </a:lnTo>
                  <a:close/>
                  <a:moveTo>
                    <a:pt x="0" y="0"/>
                  </a:moveTo>
                  <a:lnTo>
                    <a:pt x="2136" y="0"/>
                  </a:lnTo>
                  <a:lnTo>
                    <a:pt x="2136" y="1630"/>
                  </a:lnTo>
                  <a:lnTo>
                    <a:pt x="0" y="163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25" name="Rectangle 113"/>
            <p:cNvSpPr>
              <a:spLocks noChangeArrowheads="1"/>
            </p:cNvSpPr>
            <p:nvPr/>
          </p:nvSpPr>
          <p:spPr bwMode="auto">
            <a:xfrm>
              <a:off x="5257" y="1346"/>
              <a:ext cx="240" cy="32"/>
            </a:xfrm>
            <a:prstGeom prst="rect">
              <a:avLst/>
            </a:prstGeom>
            <a:solidFill>
              <a:srgbClr val="7DD2F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326" name="Group 116"/>
          <p:cNvGrpSpPr>
            <a:grpSpLocks noChangeAspect="1"/>
          </p:cNvGrpSpPr>
          <p:nvPr/>
        </p:nvGrpSpPr>
        <p:grpSpPr bwMode="auto">
          <a:xfrm>
            <a:off x="7869144" y="1709580"/>
            <a:ext cx="580953" cy="457200"/>
            <a:chOff x="5795" y="1273"/>
            <a:chExt cx="338" cy="266"/>
          </a:xfrm>
        </p:grpSpPr>
        <p:sp>
          <p:nvSpPr>
            <p:cNvPr id="329" name="Freeform 118"/>
            <p:cNvSpPr>
              <a:spLocks/>
            </p:cNvSpPr>
            <p:nvPr/>
          </p:nvSpPr>
          <p:spPr bwMode="auto">
            <a:xfrm>
              <a:off x="5795" y="1273"/>
              <a:ext cx="338" cy="266"/>
            </a:xfrm>
            <a:custGeom>
              <a:avLst/>
              <a:gdLst>
                <a:gd name="T0" fmla="*/ 113 w 2362"/>
                <a:gd name="T1" fmla="*/ 0 h 1856"/>
                <a:gd name="T2" fmla="*/ 2249 w 2362"/>
                <a:gd name="T3" fmla="*/ 0 h 1856"/>
                <a:gd name="T4" fmla="*/ 2275 w 2362"/>
                <a:gd name="T5" fmla="*/ 3 h 1856"/>
                <a:gd name="T6" fmla="*/ 2299 w 2362"/>
                <a:gd name="T7" fmla="*/ 12 h 1856"/>
                <a:gd name="T8" fmla="*/ 2320 w 2362"/>
                <a:gd name="T9" fmla="*/ 25 h 1856"/>
                <a:gd name="T10" fmla="*/ 2337 w 2362"/>
                <a:gd name="T11" fmla="*/ 42 h 1856"/>
                <a:gd name="T12" fmla="*/ 2350 w 2362"/>
                <a:gd name="T13" fmla="*/ 63 h 1856"/>
                <a:gd name="T14" fmla="*/ 2359 w 2362"/>
                <a:gd name="T15" fmla="*/ 87 h 1856"/>
                <a:gd name="T16" fmla="*/ 2362 w 2362"/>
                <a:gd name="T17" fmla="*/ 113 h 1856"/>
                <a:gd name="T18" fmla="*/ 2362 w 2362"/>
                <a:gd name="T19" fmla="*/ 1743 h 1856"/>
                <a:gd name="T20" fmla="*/ 2359 w 2362"/>
                <a:gd name="T21" fmla="*/ 1769 h 1856"/>
                <a:gd name="T22" fmla="*/ 2350 w 2362"/>
                <a:gd name="T23" fmla="*/ 1793 h 1856"/>
                <a:gd name="T24" fmla="*/ 2337 w 2362"/>
                <a:gd name="T25" fmla="*/ 1814 h 1856"/>
                <a:gd name="T26" fmla="*/ 2320 w 2362"/>
                <a:gd name="T27" fmla="*/ 1831 h 1856"/>
                <a:gd name="T28" fmla="*/ 2299 w 2362"/>
                <a:gd name="T29" fmla="*/ 1844 h 1856"/>
                <a:gd name="T30" fmla="*/ 2275 w 2362"/>
                <a:gd name="T31" fmla="*/ 1853 h 1856"/>
                <a:gd name="T32" fmla="*/ 2249 w 2362"/>
                <a:gd name="T33" fmla="*/ 1856 h 1856"/>
                <a:gd name="T34" fmla="*/ 113 w 2362"/>
                <a:gd name="T35" fmla="*/ 1856 h 1856"/>
                <a:gd name="T36" fmla="*/ 87 w 2362"/>
                <a:gd name="T37" fmla="*/ 1853 h 1856"/>
                <a:gd name="T38" fmla="*/ 63 w 2362"/>
                <a:gd name="T39" fmla="*/ 1844 h 1856"/>
                <a:gd name="T40" fmla="*/ 42 w 2362"/>
                <a:gd name="T41" fmla="*/ 1831 h 1856"/>
                <a:gd name="T42" fmla="*/ 25 w 2362"/>
                <a:gd name="T43" fmla="*/ 1814 h 1856"/>
                <a:gd name="T44" fmla="*/ 12 w 2362"/>
                <a:gd name="T45" fmla="*/ 1793 h 1856"/>
                <a:gd name="T46" fmla="*/ 3 w 2362"/>
                <a:gd name="T47" fmla="*/ 1769 h 1856"/>
                <a:gd name="T48" fmla="*/ 0 w 2362"/>
                <a:gd name="T49" fmla="*/ 1743 h 1856"/>
                <a:gd name="T50" fmla="*/ 0 w 2362"/>
                <a:gd name="T51" fmla="*/ 113 h 1856"/>
                <a:gd name="T52" fmla="*/ 3 w 2362"/>
                <a:gd name="T53" fmla="*/ 87 h 1856"/>
                <a:gd name="T54" fmla="*/ 12 w 2362"/>
                <a:gd name="T55" fmla="*/ 63 h 1856"/>
                <a:gd name="T56" fmla="*/ 25 w 2362"/>
                <a:gd name="T57" fmla="*/ 42 h 1856"/>
                <a:gd name="T58" fmla="*/ 42 w 2362"/>
                <a:gd name="T59" fmla="*/ 25 h 1856"/>
                <a:gd name="T60" fmla="*/ 63 w 2362"/>
                <a:gd name="T61" fmla="*/ 12 h 1856"/>
                <a:gd name="T62" fmla="*/ 87 w 2362"/>
                <a:gd name="T63" fmla="*/ 3 h 1856"/>
                <a:gd name="T64" fmla="*/ 113 w 2362"/>
                <a:gd name="T65" fmla="*/ 0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56">
                  <a:moveTo>
                    <a:pt x="113" y="0"/>
                  </a:moveTo>
                  <a:lnTo>
                    <a:pt x="2249" y="0"/>
                  </a:lnTo>
                  <a:lnTo>
                    <a:pt x="2275" y="3"/>
                  </a:lnTo>
                  <a:lnTo>
                    <a:pt x="2299" y="12"/>
                  </a:lnTo>
                  <a:lnTo>
                    <a:pt x="2320" y="25"/>
                  </a:lnTo>
                  <a:lnTo>
                    <a:pt x="2337" y="42"/>
                  </a:lnTo>
                  <a:lnTo>
                    <a:pt x="2350" y="63"/>
                  </a:lnTo>
                  <a:lnTo>
                    <a:pt x="2359" y="87"/>
                  </a:lnTo>
                  <a:lnTo>
                    <a:pt x="2362" y="113"/>
                  </a:lnTo>
                  <a:lnTo>
                    <a:pt x="2362" y="1743"/>
                  </a:lnTo>
                  <a:lnTo>
                    <a:pt x="2359" y="1769"/>
                  </a:lnTo>
                  <a:lnTo>
                    <a:pt x="2350" y="1793"/>
                  </a:lnTo>
                  <a:lnTo>
                    <a:pt x="2337" y="1814"/>
                  </a:lnTo>
                  <a:lnTo>
                    <a:pt x="2320" y="1831"/>
                  </a:lnTo>
                  <a:lnTo>
                    <a:pt x="2299" y="1844"/>
                  </a:lnTo>
                  <a:lnTo>
                    <a:pt x="2275" y="1853"/>
                  </a:lnTo>
                  <a:lnTo>
                    <a:pt x="2249" y="1856"/>
                  </a:lnTo>
                  <a:lnTo>
                    <a:pt x="113" y="1856"/>
                  </a:lnTo>
                  <a:lnTo>
                    <a:pt x="87" y="1853"/>
                  </a:lnTo>
                  <a:lnTo>
                    <a:pt x="63" y="1844"/>
                  </a:lnTo>
                  <a:lnTo>
                    <a:pt x="42" y="1831"/>
                  </a:lnTo>
                  <a:lnTo>
                    <a:pt x="25" y="1814"/>
                  </a:lnTo>
                  <a:lnTo>
                    <a:pt x="12" y="1793"/>
                  </a:lnTo>
                  <a:lnTo>
                    <a:pt x="3" y="1769"/>
                  </a:lnTo>
                  <a:lnTo>
                    <a:pt x="0" y="1743"/>
                  </a:lnTo>
                  <a:lnTo>
                    <a:pt x="0" y="113"/>
                  </a:lnTo>
                  <a:lnTo>
                    <a:pt x="3" y="87"/>
                  </a:lnTo>
                  <a:lnTo>
                    <a:pt x="12" y="63"/>
                  </a:lnTo>
                  <a:lnTo>
                    <a:pt x="25" y="42"/>
                  </a:lnTo>
                  <a:lnTo>
                    <a:pt x="42" y="25"/>
                  </a:lnTo>
                  <a:lnTo>
                    <a:pt x="63" y="12"/>
                  </a:lnTo>
                  <a:lnTo>
                    <a:pt x="87" y="3"/>
                  </a:lnTo>
                  <a:lnTo>
                    <a:pt x="113" y="0"/>
                  </a:lnTo>
                  <a:close/>
                </a:path>
              </a:pathLst>
            </a:custGeom>
            <a:solidFill>
              <a:srgbClr val="1E48F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30" name="Freeform 119"/>
            <p:cNvSpPr>
              <a:spLocks noEditPoints="1"/>
            </p:cNvSpPr>
            <p:nvPr/>
          </p:nvSpPr>
          <p:spPr bwMode="auto">
            <a:xfrm>
              <a:off x="5811" y="1290"/>
              <a:ext cx="306" cy="232"/>
            </a:xfrm>
            <a:custGeom>
              <a:avLst/>
              <a:gdLst>
                <a:gd name="T0" fmla="*/ 225 w 2136"/>
                <a:gd name="T1" fmla="*/ 562 h 1630"/>
                <a:gd name="T2" fmla="*/ 506 w 2136"/>
                <a:gd name="T3" fmla="*/ 562 h 1630"/>
                <a:gd name="T4" fmla="*/ 506 w 2136"/>
                <a:gd name="T5" fmla="*/ 1405 h 1630"/>
                <a:gd name="T6" fmla="*/ 225 w 2136"/>
                <a:gd name="T7" fmla="*/ 1405 h 1630"/>
                <a:gd name="T8" fmla="*/ 225 w 2136"/>
                <a:gd name="T9" fmla="*/ 562 h 1630"/>
                <a:gd name="T10" fmla="*/ 112 w 2136"/>
                <a:gd name="T11" fmla="*/ 112 h 1630"/>
                <a:gd name="T12" fmla="*/ 112 w 2136"/>
                <a:gd name="T13" fmla="*/ 1518 h 1630"/>
                <a:gd name="T14" fmla="*/ 2024 w 2136"/>
                <a:gd name="T15" fmla="*/ 1518 h 1630"/>
                <a:gd name="T16" fmla="*/ 2024 w 2136"/>
                <a:gd name="T17" fmla="*/ 112 h 1630"/>
                <a:gd name="T18" fmla="*/ 112 w 2136"/>
                <a:gd name="T19" fmla="*/ 112 h 1630"/>
                <a:gd name="T20" fmla="*/ 0 w 2136"/>
                <a:gd name="T21" fmla="*/ 0 h 1630"/>
                <a:gd name="T22" fmla="*/ 2136 w 2136"/>
                <a:gd name="T23" fmla="*/ 0 h 1630"/>
                <a:gd name="T24" fmla="*/ 2136 w 2136"/>
                <a:gd name="T25" fmla="*/ 1630 h 1630"/>
                <a:gd name="T26" fmla="*/ 0 w 2136"/>
                <a:gd name="T27" fmla="*/ 1630 h 1630"/>
                <a:gd name="T28" fmla="*/ 0 w 2136"/>
                <a:gd name="T29"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36" h="1630">
                  <a:moveTo>
                    <a:pt x="225" y="562"/>
                  </a:moveTo>
                  <a:lnTo>
                    <a:pt x="506" y="562"/>
                  </a:lnTo>
                  <a:lnTo>
                    <a:pt x="506" y="1405"/>
                  </a:lnTo>
                  <a:lnTo>
                    <a:pt x="225" y="1405"/>
                  </a:lnTo>
                  <a:lnTo>
                    <a:pt x="225" y="562"/>
                  </a:lnTo>
                  <a:close/>
                  <a:moveTo>
                    <a:pt x="112" y="112"/>
                  </a:moveTo>
                  <a:lnTo>
                    <a:pt x="112" y="1518"/>
                  </a:lnTo>
                  <a:lnTo>
                    <a:pt x="2024" y="1518"/>
                  </a:lnTo>
                  <a:lnTo>
                    <a:pt x="2024" y="112"/>
                  </a:lnTo>
                  <a:lnTo>
                    <a:pt x="112" y="112"/>
                  </a:lnTo>
                  <a:close/>
                  <a:moveTo>
                    <a:pt x="0" y="0"/>
                  </a:moveTo>
                  <a:lnTo>
                    <a:pt x="2136" y="0"/>
                  </a:lnTo>
                  <a:lnTo>
                    <a:pt x="2136" y="1630"/>
                  </a:lnTo>
                  <a:lnTo>
                    <a:pt x="0" y="163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31" name="Rectangle 120"/>
            <p:cNvSpPr>
              <a:spLocks noChangeArrowheads="1"/>
            </p:cNvSpPr>
            <p:nvPr/>
          </p:nvSpPr>
          <p:spPr bwMode="auto">
            <a:xfrm>
              <a:off x="5844" y="1322"/>
              <a:ext cx="240" cy="32"/>
            </a:xfrm>
            <a:prstGeom prst="rect">
              <a:avLst/>
            </a:prstGeom>
            <a:solidFill>
              <a:srgbClr val="EB47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useBgFill="1">
          <p:nvSpPr>
            <p:cNvPr id="332" name="Freeform 121"/>
            <p:cNvSpPr>
              <a:spLocks/>
            </p:cNvSpPr>
            <p:nvPr/>
          </p:nvSpPr>
          <p:spPr bwMode="auto">
            <a:xfrm>
              <a:off x="5795" y="1273"/>
              <a:ext cx="338" cy="266"/>
            </a:xfrm>
            <a:custGeom>
              <a:avLst/>
              <a:gdLst>
                <a:gd name="T0" fmla="*/ 113 w 2362"/>
                <a:gd name="T1" fmla="*/ 0 h 1856"/>
                <a:gd name="T2" fmla="*/ 2249 w 2362"/>
                <a:gd name="T3" fmla="*/ 0 h 1856"/>
                <a:gd name="T4" fmla="*/ 2275 w 2362"/>
                <a:gd name="T5" fmla="*/ 3 h 1856"/>
                <a:gd name="T6" fmla="*/ 2299 w 2362"/>
                <a:gd name="T7" fmla="*/ 12 h 1856"/>
                <a:gd name="T8" fmla="*/ 2320 w 2362"/>
                <a:gd name="T9" fmla="*/ 25 h 1856"/>
                <a:gd name="T10" fmla="*/ 2337 w 2362"/>
                <a:gd name="T11" fmla="*/ 42 h 1856"/>
                <a:gd name="T12" fmla="*/ 2350 w 2362"/>
                <a:gd name="T13" fmla="*/ 63 h 1856"/>
                <a:gd name="T14" fmla="*/ 2359 w 2362"/>
                <a:gd name="T15" fmla="*/ 87 h 1856"/>
                <a:gd name="T16" fmla="*/ 2362 w 2362"/>
                <a:gd name="T17" fmla="*/ 113 h 1856"/>
                <a:gd name="T18" fmla="*/ 2362 w 2362"/>
                <a:gd name="T19" fmla="*/ 1743 h 1856"/>
                <a:gd name="T20" fmla="*/ 2359 w 2362"/>
                <a:gd name="T21" fmla="*/ 1769 h 1856"/>
                <a:gd name="T22" fmla="*/ 2350 w 2362"/>
                <a:gd name="T23" fmla="*/ 1793 h 1856"/>
                <a:gd name="T24" fmla="*/ 2337 w 2362"/>
                <a:gd name="T25" fmla="*/ 1814 h 1856"/>
                <a:gd name="T26" fmla="*/ 2320 w 2362"/>
                <a:gd name="T27" fmla="*/ 1831 h 1856"/>
                <a:gd name="T28" fmla="*/ 2299 w 2362"/>
                <a:gd name="T29" fmla="*/ 1844 h 1856"/>
                <a:gd name="T30" fmla="*/ 2275 w 2362"/>
                <a:gd name="T31" fmla="*/ 1853 h 1856"/>
                <a:gd name="T32" fmla="*/ 2249 w 2362"/>
                <a:gd name="T33" fmla="*/ 1856 h 1856"/>
                <a:gd name="T34" fmla="*/ 113 w 2362"/>
                <a:gd name="T35" fmla="*/ 1856 h 1856"/>
                <a:gd name="T36" fmla="*/ 87 w 2362"/>
                <a:gd name="T37" fmla="*/ 1853 h 1856"/>
                <a:gd name="T38" fmla="*/ 63 w 2362"/>
                <a:gd name="T39" fmla="*/ 1844 h 1856"/>
                <a:gd name="T40" fmla="*/ 42 w 2362"/>
                <a:gd name="T41" fmla="*/ 1831 h 1856"/>
                <a:gd name="T42" fmla="*/ 25 w 2362"/>
                <a:gd name="T43" fmla="*/ 1814 h 1856"/>
                <a:gd name="T44" fmla="*/ 12 w 2362"/>
                <a:gd name="T45" fmla="*/ 1793 h 1856"/>
                <a:gd name="T46" fmla="*/ 3 w 2362"/>
                <a:gd name="T47" fmla="*/ 1769 h 1856"/>
                <a:gd name="T48" fmla="*/ 0 w 2362"/>
                <a:gd name="T49" fmla="*/ 1743 h 1856"/>
                <a:gd name="T50" fmla="*/ 0 w 2362"/>
                <a:gd name="T51" fmla="*/ 113 h 1856"/>
                <a:gd name="T52" fmla="*/ 3 w 2362"/>
                <a:gd name="T53" fmla="*/ 87 h 1856"/>
                <a:gd name="T54" fmla="*/ 12 w 2362"/>
                <a:gd name="T55" fmla="*/ 63 h 1856"/>
                <a:gd name="T56" fmla="*/ 25 w 2362"/>
                <a:gd name="T57" fmla="*/ 42 h 1856"/>
                <a:gd name="T58" fmla="*/ 42 w 2362"/>
                <a:gd name="T59" fmla="*/ 25 h 1856"/>
                <a:gd name="T60" fmla="*/ 63 w 2362"/>
                <a:gd name="T61" fmla="*/ 12 h 1856"/>
                <a:gd name="T62" fmla="*/ 87 w 2362"/>
                <a:gd name="T63" fmla="*/ 3 h 1856"/>
                <a:gd name="T64" fmla="*/ 113 w 2362"/>
                <a:gd name="T65" fmla="*/ 0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56">
                  <a:moveTo>
                    <a:pt x="113" y="0"/>
                  </a:moveTo>
                  <a:lnTo>
                    <a:pt x="2249" y="0"/>
                  </a:lnTo>
                  <a:lnTo>
                    <a:pt x="2275" y="3"/>
                  </a:lnTo>
                  <a:lnTo>
                    <a:pt x="2299" y="12"/>
                  </a:lnTo>
                  <a:lnTo>
                    <a:pt x="2320" y="25"/>
                  </a:lnTo>
                  <a:lnTo>
                    <a:pt x="2337" y="42"/>
                  </a:lnTo>
                  <a:lnTo>
                    <a:pt x="2350" y="63"/>
                  </a:lnTo>
                  <a:lnTo>
                    <a:pt x="2359" y="87"/>
                  </a:lnTo>
                  <a:lnTo>
                    <a:pt x="2362" y="113"/>
                  </a:lnTo>
                  <a:lnTo>
                    <a:pt x="2362" y="1743"/>
                  </a:lnTo>
                  <a:lnTo>
                    <a:pt x="2359" y="1769"/>
                  </a:lnTo>
                  <a:lnTo>
                    <a:pt x="2350" y="1793"/>
                  </a:lnTo>
                  <a:lnTo>
                    <a:pt x="2337" y="1814"/>
                  </a:lnTo>
                  <a:lnTo>
                    <a:pt x="2320" y="1831"/>
                  </a:lnTo>
                  <a:lnTo>
                    <a:pt x="2299" y="1844"/>
                  </a:lnTo>
                  <a:lnTo>
                    <a:pt x="2275" y="1853"/>
                  </a:lnTo>
                  <a:lnTo>
                    <a:pt x="2249" y="1856"/>
                  </a:lnTo>
                  <a:lnTo>
                    <a:pt x="113" y="1856"/>
                  </a:lnTo>
                  <a:lnTo>
                    <a:pt x="87" y="1853"/>
                  </a:lnTo>
                  <a:lnTo>
                    <a:pt x="63" y="1844"/>
                  </a:lnTo>
                  <a:lnTo>
                    <a:pt x="42" y="1831"/>
                  </a:lnTo>
                  <a:lnTo>
                    <a:pt x="25" y="1814"/>
                  </a:lnTo>
                  <a:lnTo>
                    <a:pt x="12" y="1793"/>
                  </a:lnTo>
                  <a:lnTo>
                    <a:pt x="3" y="1769"/>
                  </a:lnTo>
                  <a:lnTo>
                    <a:pt x="0" y="1743"/>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33" name="Rectangle 122"/>
            <p:cNvSpPr>
              <a:spLocks noChangeArrowheads="1"/>
            </p:cNvSpPr>
            <p:nvPr/>
          </p:nvSpPr>
          <p:spPr bwMode="auto">
            <a:xfrm>
              <a:off x="5900" y="1370"/>
              <a:ext cx="184" cy="120"/>
            </a:xfrm>
            <a:prstGeom prst="rect">
              <a:avLst/>
            </a:prstGeom>
            <a:solidFill>
              <a:srgbClr val="94E6EB"/>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34" name="Freeform 123"/>
            <p:cNvSpPr>
              <a:spLocks/>
            </p:cNvSpPr>
            <p:nvPr/>
          </p:nvSpPr>
          <p:spPr bwMode="auto">
            <a:xfrm>
              <a:off x="5900" y="1370"/>
              <a:ext cx="184" cy="102"/>
            </a:xfrm>
            <a:custGeom>
              <a:avLst/>
              <a:gdLst>
                <a:gd name="T0" fmla="*/ 1293 w 1293"/>
                <a:gd name="T1" fmla="*/ 0 h 713"/>
                <a:gd name="T2" fmla="*/ 1263 w 1293"/>
                <a:gd name="T3" fmla="*/ 699 h 713"/>
                <a:gd name="T4" fmla="*/ 1192 w 1293"/>
                <a:gd name="T5" fmla="*/ 711 h 713"/>
                <a:gd name="T6" fmla="*/ 1101 w 1293"/>
                <a:gd name="T7" fmla="*/ 710 h 713"/>
                <a:gd name="T8" fmla="*/ 1005 w 1293"/>
                <a:gd name="T9" fmla="*/ 692 h 713"/>
                <a:gd name="T10" fmla="*/ 930 w 1293"/>
                <a:gd name="T11" fmla="*/ 661 h 713"/>
                <a:gd name="T12" fmla="*/ 882 w 1293"/>
                <a:gd name="T13" fmla="*/ 622 h 713"/>
                <a:gd name="T14" fmla="*/ 845 w 1293"/>
                <a:gd name="T15" fmla="*/ 576 h 713"/>
                <a:gd name="T16" fmla="*/ 821 w 1293"/>
                <a:gd name="T17" fmla="*/ 535 h 713"/>
                <a:gd name="T18" fmla="*/ 806 w 1293"/>
                <a:gd name="T19" fmla="*/ 503 h 713"/>
                <a:gd name="T20" fmla="*/ 789 w 1293"/>
                <a:gd name="T21" fmla="*/ 479 h 713"/>
                <a:gd name="T22" fmla="*/ 776 w 1293"/>
                <a:gd name="T23" fmla="*/ 475 h 713"/>
                <a:gd name="T24" fmla="*/ 762 w 1293"/>
                <a:gd name="T25" fmla="*/ 472 h 713"/>
                <a:gd name="T26" fmla="*/ 732 w 1293"/>
                <a:gd name="T27" fmla="*/ 464 h 713"/>
                <a:gd name="T28" fmla="*/ 693 w 1293"/>
                <a:gd name="T29" fmla="*/ 447 h 713"/>
                <a:gd name="T30" fmla="*/ 651 w 1293"/>
                <a:gd name="T31" fmla="*/ 423 h 713"/>
                <a:gd name="T32" fmla="*/ 613 w 1293"/>
                <a:gd name="T33" fmla="*/ 389 h 713"/>
                <a:gd name="T34" fmla="*/ 585 w 1293"/>
                <a:gd name="T35" fmla="*/ 346 h 713"/>
                <a:gd name="T36" fmla="*/ 577 w 1293"/>
                <a:gd name="T37" fmla="*/ 321 h 713"/>
                <a:gd name="T38" fmla="*/ 576 w 1293"/>
                <a:gd name="T39" fmla="*/ 317 h 713"/>
                <a:gd name="T40" fmla="*/ 575 w 1293"/>
                <a:gd name="T41" fmla="*/ 311 h 713"/>
                <a:gd name="T42" fmla="*/ 575 w 1293"/>
                <a:gd name="T43" fmla="*/ 307 h 713"/>
                <a:gd name="T44" fmla="*/ 557 w 1293"/>
                <a:gd name="T45" fmla="*/ 306 h 713"/>
                <a:gd name="T46" fmla="*/ 504 w 1293"/>
                <a:gd name="T47" fmla="*/ 313 h 713"/>
                <a:gd name="T48" fmla="*/ 445 w 1293"/>
                <a:gd name="T49" fmla="*/ 329 h 713"/>
                <a:gd name="T50" fmla="*/ 404 w 1293"/>
                <a:gd name="T51" fmla="*/ 341 h 713"/>
                <a:gd name="T52" fmla="*/ 351 w 1293"/>
                <a:gd name="T53" fmla="*/ 362 h 713"/>
                <a:gd name="T54" fmla="*/ 320 w 1293"/>
                <a:gd name="T55" fmla="*/ 370 h 713"/>
                <a:gd name="T56" fmla="*/ 283 w 1293"/>
                <a:gd name="T57" fmla="*/ 373 h 713"/>
                <a:gd name="T58" fmla="*/ 243 w 1293"/>
                <a:gd name="T59" fmla="*/ 373 h 713"/>
                <a:gd name="T60" fmla="*/ 186 w 1293"/>
                <a:gd name="T61" fmla="*/ 366 h 713"/>
                <a:gd name="T62" fmla="*/ 126 w 1293"/>
                <a:gd name="T63" fmla="*/ 346 h 713"/>
                <a:gd name="T64" fmla="*/ 94 w 1293"/>
                <a:gd name="T65" fmla="*/ 336 h 713"/>
                <a:gd name="T66" fmla="*/ 51 w 1293"/>
                <a:gd name="T67" fmla="*/ 310 h 713"/>
                <a:gd name="T68" fmla="*/ 0 w 1293"/>
                <a:gd name="T69" fmla="*/ 262 h 7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93" h="713">
                  <a:moveTo>
                    <a:pt x="0" y="0"/>
                  </a:moveTo>
                  <a:lnTo>
                    <a:pt x="1293" y="0"/>
                  </a:lnTo>
                  <a:lnTo>
                    <a:pt x="1293" y="692"/>
                  </a:lnTo>
                  <a:lnTo>
                    <a:pt x="1263" y="699"/>
                  </a:lnTo>
                  <a:lnTo>
                    <a:pt x="1230" y="707"/>
                  </a:lnTo>
                  <a:lnTo>
                    <a:pt x="1192" y="711"/>
                  </a:lnTo>
                  <a:lnTo>
                    <a:pt x="1149" y="713"/>
                  </a:lnTo>
                  <a:lnTo>
                    <a:pt x="1101" y="710"/>
                  </a:lnTo>
                  <a:lnTo>
                    <a:pt x="1052" y="704"/>
                  </a:lnTo>
                  <a:lnTo>
                    <a:pt x="1005" y="692"/>
                  </a:lnTo>
                  <a:lnTo>
                    <a:pt x="957" y="675"/>
                  </a:lnTo>
                  <a:lnTo>
                    <a:pt x="930" y="661"/>
                  </a:lnTo>
                  <a:lnTo>
                    <a:pt x="904" y="643"/>
                  </a:lnTo>
                  <a:lnTo>
                    <a:pt x="882" y="622"/>
                  </a:lnTo>
                  <a:lnTo>
                    <a:pt x="862" y="599"/>
                  </a:lnTo>
                  <a:lnTo>
                    <a:pt x="845" y="576"/>
                  </a:lnTo>
                  <a:lnTo>
                    <a:pt x="831" y="554"/>
                  </a:lnTo>
                  <a:lnTo>
                    <a:pt x="821" y="535"/>
                  </a:lnTo>
                  <a:lnTo>
                    <a:pt x="814" y="518"/>
                  </a:lnTo>
                  <a:lnTo>
                    <a:pt x="806" y="503"/>
                  </a:lnTo>
                  <a:lnTo>
                    <a:pt x="798" y="489"/>
                  </a:lnTo>
                  <a:lnTo>
                    <a:pt x="789" y="479"/>
                  </a:lnTo>
                  <a:lnTo>
                    <a:pt x="784" y="477"/>
                  </a:lnTo>
                  <a:lnTo>
                    <a:pt x="776" y="475"/>
                  </a:lnTo>
                  <a:lnTo>
                    <a:pt x="769" y="473"/>
                  </a:lnTo>
                  <a:lnTo>
                    <a:pt x="762" y="472"/>
                  </a:lnTo>
                  <a:lnTo>
                    <a:pt x="749" y="469"/>
                  </a:lnTo>
                  <a:lnTo>
                    <a:pt x="732" y="464"/>
                  </a:lnTo>
                  <a:lnTo>
                    <a:pt x="713" y="456"/>
                  </a:lnTo>
                  <a:lnTo>
                    <a:pt x="693" y="447"/>
                  </a:lnTo>
                  <a:lnTo>
                    <a:pt x="672" y="436"/>
                  </a:lnTo>
                  <a:lnTo>
                    <a:pt x="651" y="423"/>
                  </a:lnTo>
                  <a:lnTo>
                    <a:pt x="632" y="407"/>
                  </a:lnTo>
                  <a:lnTo>
                    <a:pt x="613" y="389"/>
                  </a:lnTo>
                  <a:lnTo>
                    <a:pt x="597" y="369"/>
                  </a:lnTo>
                  <a:lnTo>
                    <a:pt x="585" y="346"/>
                  </a:lnTo>
                  <a:lnTo>
                    <a:pt x="577" y="322"/>
                  </a:lnTo>
                  <a:lnTo>
                    <a:pt x="577" y="321"/>
                  </a:lnTo>
                  <a:lnTo>
                    <a:pt x="577" y="319"/>
                  </a:lnTo>
                  <a:lnTo>
                    <a:pt x="576" y="317"/>
                  </a:lnTo>
                  <a:lnTo>
                    <a:pt x="576" y="314"/>
                  </a:lnTo>
                  <a:lnTo>
                    <a:pt x="575" y="311"/>
                  </a:lnTo>
                  <a:lnTo>
                    <a:pt x="575" y="308"/>
                  </a:lnTo>
                  <a:lnTo>
                    <a:pt x="575" y="307"/>
                  </a:lnTo>
                  <a:lnTo>
                    <a:pt x="567" y="306"/>
                  </a:lnTo>
                  <a:lnTo>
                    <a:pt x="557" y="306"/>
                  </a:lnTo>
                  <a:lnTo>
                    <a:pt x="532" y="308"/>
                  </a:lnTo>
                  <a:lnTo>
                    <a:pt x="504" y="313"/>
                  </a:lnTo>
                  <a:lnTo>
                    <a:pt x="475" y="320"/>
                  </a:lnTo>
                  <a:lnTo>
                    <a:pt x="445" y="329"/>
                  </a:lnTo>
                  <a:lnTo>
                    <a:pt x="415" y="338"/>
                  </a:lnTo>
                  <a:lnTo>
                    <a:pt x="404" y="341"/>
                  </a:lnTo>
                  <a:lnTo>
                    <a:pt x="375" y="352"/>
                  </a:lnTo>
                  <a:lnTo>
                    <a:pt x="351" y="362"/>
                  </a:lnTo>
                  <a:lnTo>
                    <a:pt x="337" y="367"/>
                  </a:lnTo>
                  <a:lnTo>
                    <a:pt x="320" y="370"/>
                  </a:lnTo>
                  <a:lnTo>
                    <a:pt x="302" y="372"/>
                  </a:lnTo>
                  <a:lnTo>
                    <a:pt x="283" y="373"/>
                  </a:lnTo>
                  <a:lnTo>
                    <a:pt x="268" y="373"/>
                  </a:lnTo>
                  <a:lnTo>
                    <a:pt x="243" y="373"/>
                  </a:lnTo>
                  <a:lnTo>
                    <a:pt x="215" y="370"/>
                  </a:lnTo>
                  <a:lnTo>
                    <a:pt x="186" y="366"/>
                  </a:lnTo>
                  <a:lnTo>
                    <a:pt x="155" y="358"/>
                  </a:lnTo>
                  <a:lnTo>
                    <a:pt x="126" y="346"/>
                  </a:lnTo>
                  <a:lnTo>
                    <a:pt x="112" y="342"/>
                  </a:lnTo>
                  <a:lnTo>
                    <a:pt x="94" y="336"/>
                  </a:lnTo>
                  <a:lnTo>
                    <a:pt x="74" y="325"/>
                  </a:lnTo>
                  <a:lnTo>
                    <a:pt x="51" y="310"/>
                  </a:lnTo>
                  <a:lnTo>
                    <a:pt x="25" y="289"/>
                  </a:lnTo>
                  <a:lnTo>
                    <a:pt x="0" y="262"/>
                  </a:lnTo>
                  <a:lnTo>
                    <a:pt x="0"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35" name="Freeform 124"/>
            <p:cNvSpPr>
              <a:spLocks/>
            </p:cNvSpPr>
            <p:nvPr/>
          </p:nvSpPr>
          <p:spPr bwMode="auto">
            <a:xfrm>
              <a:off x="5900" y="1370"/>
              <a:ext cx="184" cy="94"/>
            </a:xfrm>
            <a:custGeom>
              <a:avLst/>
              <a:gdLst>
                <a:gd name="T0" fmla="*/ 1293 w 1293"/>
                <a:gd name="T1" fmla="*/ 0 h 656"/>
                <a:gd name="T2" fmla="*/ 1270 w 1293"/>
                <a:gd name="T3" fmla="*/ 640 h 656"/>
                <a:gd name="T4" fmla="*/ 1214 w 1293"/>
                <a:gd name="T5" fmla="*/ 652 h 656"/>
                <a:gd name="T6" fmla="*/ 1145 w 1293"/>
                <a:gd name="T7" fmla="*/ 656 h 656"/>
                <a:gd name="T8" fmla="*/ 1066 w 1293"/>
                <a:gd name="T9" fmla="*/ 649 h 656"/>
                <a:gd name="T10" fmla="*/ 977 w 1293"/>
                <a:gd name="T11" fmla="*/ 622 h 656"/>
                <a:gd name="T12" fmla="*/ 935 w 1293"/>
                <a:gd name="T13" fmla="*/ 595 h 656"/>
                <a:gd name="T14" fmla="*/ 898 w 1293"/>
                <a:gd name="T15" fmla="*/ 554 h 656"/>
                <a:gd name="T16" fmla="*/ 874 w 1293"/>
                <a:gd name="T17" fmla="*/ 511 h 656"/>
                <a:gd name="T18" fmla="*/ 852 w 1293"/>
                <a:gd name="T19" fmla="*/ 469 h 656"/>
                <a:gd name="T20" fmla="*/ 824 w 1293"/>
                <a:gd name="T21" fmla="*/ 434 h 656"/>
                <a:gd name="T22" fmla="*/ 793 w 1293"/>
                <a:gd name="T23" fmla="*/ 421 h 656"/>
                <a:gd name="T24" fmla="*/ 765 w 1293"/>
                <a:gd name="T25" fmla="*/ 414 h 656"/>
                <a:gd name="T26" fmla="*/ 736 w 1293"/>
                <a:gd name="T27" fmla="*/ 404 h 656"/>
                <a:gd name="T28" fmla="*/ 700 w 1293"/>
                <a:gd name="T29" fmla="*/ 387 h 656"/>
                <a:gd name="T30" fmla="*/ 665 w 1293"/>
                <a:gd name="T31" fmla="*/ 361 h 656"/>
                <a:gd name="T32" fmla="*/ 639 w 1293"/>
                <a:gd name="T33" fmla="*/ 330 h 656"/>
                <a:gd name="T34" fmla="*/ 630 w 1293"/>
                <a:gd name="T35" fmla="*/ 295 h 656"/>
                <a:gd name="T36" fmla="*/ 624 w 1293"/>
                <a:gd name="T37" fmla="*/ 277 h 656"/>
                <a:gd name="T38" fmla="*/ 615 w 1293"/>
                <a:gd name="T39" fmla="*/ 265 h 656"/>
                <a:gd name="T40" fmla="*/ 581 w 1293"/>
                <a:gd name="T41" fmla="*/ 251 h 656"/>
                <a:gd name="T42" fmla="*/ 538 w 1293"/>
                <a:gd name="T43" fmla="*/ 250 h 656"/>
                <a:gd name="T44" fmla="*/ 488 w 1293"/>
                <a:gd name="T45" fmla="*/ 259 h 656"/>
                <a:gd name="T46" fmla="*/ 436 w 1293"/>
                <a:gd name="T47" fmla="*/ 273 h 656"/>
                <a:gd name="T48" fmla="*/ 387 w 1293"/>
                <a:gd name="T49" fmla="*/ 287 h 656"/>
                <a:gd name="T50" fmla="*/ 325 w 1293"/>
                <a:gd name="T51" fmla="*/ 312 h 656"/>
                <a:gd name="T52" fmla="*/ 308 w 1293"/>
                <a:gd name="T53" fmla="*/ 315 h 656"/>
                <a:gd name="T54" fmla="*/ 271 w 1293"/>
                <a:gd name="T55" fmla="*/ 317 h 656"/>
                <a:gd name="T56" fmla="*/ 222 w 1293"/>
                <a:gd name="T57" fmla="*/ 314 h 656"/>
                <a:gd name="T58" fmla="*/ 169 w 1293"/>
                <a:gd name="T59" fmla="*/ 302 h 656"/>
                <a:gd name="T60" fmla="*/ 140 w 1293"/>
                <a:gd name="T61" fmla="*/ 293 h 656"/>
                <a:gd name="T62" fmla="*/ 125 w 1293"/>
                <a:gd name="T63" fmla="*/ 287 h 656"/>
                <a:gd name="T64" fmla="*/ 96 w 1293"/>
                <a:gd name="T65" fmla="*/ 273 h 656"/>
                <a:gd name="T66" fmla="*/ 59 w 1293"/>
                <a:gd name="T67" fmla="*/ 243 h 656"/>
                <a:gd name="T68" fmla="*/ 20 w 1293"/>
                <a:gd name="T69" fmla="*/ 194 h 656"/>
                <a:gd name="T70" fmla="*/ 0 w 1293"/>
                <a:gd name="T71" fmla="*/ 0 h 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93" h="656">
                  <a:moveTo>
                    <a:pt x="0" y="0"/>
                  </a:moveTo>
                  <a:lnTo>
                    <a:pt x="1293" y="0"/>
                  </a:lnTo>
                  <a:lnTo>
                    <a:pt x="1293" y="633"/>
                  </a:lnTo>
                  <a:lnTo>
                    <a:pt x="1270" y="640"/>
                  </a:lnTo>
                  <a:lnTo>
                    <a:pt x="1243" y="647"/>
                  </a:lnTo>
                  <a:lnTo>
                    <a:pt x="1214" y="652"/>
                  </a:lnTo>
                  <a:lnTo>
                    <a:pt x="1181" y="655"/>
                  </a:lnTo>
                  <a:lnTo>
                    <a:pt x="1145" y="656"/>
                  </a:lnTo>
                  <a:lnTo>
                    <a:pt x="1107" y="654"/>
                  </a:lnTo>
                  <a:lnTo>
                    <a:pt x="1066" y="649"/>
                  </a:lnTo>
                  <a:lnTo>
                    <a:pt x="1023" y="638"/>
                  </a:lnTo>
                  <a:lnTo>
                    <a:pt x="977" y="622"/>
                  </a:lnTo>
                  <a:lnTo>
                    <a:pt x="956" y="611"/>
                  </a:lnTo>
                  <a:lnTo>
                    <a:pt x="935" y="595"/>
                  </a:lnTo>
                  <a:lnTo>
                    <a:pt x="915" y="575"/>
                  </a:lnTo>
                  <a:lnTo>
                    <a:pt x="898" y="554"/>
                  </a:lnTo>
                  <a:lnTo>
                    <a:pt x="883" y="531"/>
                  </a:lnTo>
                  <a:lnTo>
                    <a:pt x="874" y="511"/>
                  </a:lnTo>
                  <a:lnTo>
                    <a:pt x="864" y="490"/>
                  </a:lnTo>
                  <a:lnTo>
                    <a:pt x="852" y="469"/>
                  </a:lnTo>
                  <a:lnTo>
                    <a:pt x="840" y="451"/>
                  </a:lnTo>
                  <a:lnTo>
                    <a:pt x="824" y="434"/>
                  </a:lnTo>
                  <a:lnTo>
                    <a:pt x="810" y="427"/>
                  </a:lnTo>
                  <a:lnTo>
                    <a:pt x="793" y="421"/>
                  </a:lnTo>
                  <a:lnTo>
                    <a:pt x="773" y="416"/>
                  </a:lnTo>
                  <a:lnTo>
                    <a:pt x="765" y="414"/>
                  </a:lnTo>
                  <a:lnTo>
                    <a:pt x="751" y="410"/>
                  </a:lnTo>
                  <a:lnTo>
                    <a:pt x="736" y="404"/>
                  </a:lnTo>
                  <a:lnTo>
                    <a:pt x="718" y="396"/>
                  </a:lnTo>
                  <a:lnTo>
                    <a:pt x="700" y="387"/>
                  </a:lnTo>
                  <a:lnTo>
                    <a:pt x="681" y="375"/>
                  </a:lnTo>
                  <a:lnTo>
                    <a:pt x="665" y="361"/>
                  </a:lnTo>
                  <a:lnTo>
                    <a:pt x="651" y="346"/>
                  </a:lnTo>
                  <a:lnTo>
                    <a:pt x="639" y="330"/>
                  </a:lnTo>
                  <a:lnTo>
                    <a:pt x="633" y="311"/>
                  </a:lnTo>
                  <a:lnTo>
                    <a:pt x="630" y="295"/>
                  </a:lnTo>
                  <a:lnTo>
                    <a:pt x="627" y="284"/>
                  </a:lnTo>
                  <a:lnTo>
                    <a:pt x="624" y="277"/>
                  </a:lnTo>
                  <a:lnTo>
                    <a:pt x="621" y="270"/>
                  </a:lnTo>
                  <a:lnTo>
                    <a:pt x="615" y="265"/>
                  </a:lnTo>
                  <a:lnTo>
                    <a:pt x="599" y="257"/>
                  </a:lnTo>
                  <a:lnTo>
                    <a:pt x="581" y="251"/>
                  </a:lnTo>
                  <a:lnTo>
                    <a:pt x="560" y="249"/>
                  </a:lnTo>
                  <a:lnTo>
                    <a:pt x="538" y="250"/>
                  </a:lnTo>
                  <a:lnTo>
                    <a:pt x="513" y="254"/>
                  </a:lnTo>
                  <a:lnTo>
                    <a:pt x="488" y="259"/>
                  </a:lnTo>
                  <a:lnTo>
                    <a:pt x="463" y="265"/>
                  </a:lnTo>
                  <a:lnTo>
                    <a:pt x="436" y="273"/>
                  </a:lnTo>
                  <a:lnTo>
                    <a:pt x="411" y="280"/>
                  </a:lnTo>
                  <a:lnTo>
                    <a:pt x="387" y="287"/>
                  </a:lnTo>
                  <a:lnTo>
                    <a:pt x="354" y="299"/>
                  </a:lnTo>
                  <a:lnTo>
                    <a:pt x="325" y="312"/>
                  </a:lnTo>
                  <a:lnTo>
                    <a:pt x="320" y="313"/>
                  </a:lnTo>
                  <a:lnTo>
                    <a:pt x="308" y="315"/>
                  </a:lnTo>
                  <a:lnTo>
                    <a:pt x="292" y="316"/>
                  </a:lnTo>
                  <a:lnTo>
                    <a:pt x="271" y="317"/>
                  </a:lnTo>
                  <a:lnTo>
                    <a:pt x="247" y="316"/>
                  </a:lnTo>
                  <a:lnTo>
                    <a:pt x="222" y="314"/>
                  </a:lnTo>
                  <a:lnTo>
                    <a:pt x="195" y="310"/>
                  </a:lnTo>
                  <a:lnTo>
                    <a:pt x="169" y="302"/>
                  </a:lnTo>
                  <a:lnTo>
                    <a:pt x="144" y="293"/>
                  </a:lnTo>
                  <a:lnTo>
                    <a:pt x="140" y="293"/>
                  </a:lnTo>
                  <a:lnTo>
                    <a:pt x="134" y="291"/>
                  </a:lnTo>
                  <a:lnTo>
                    <a:pt x="125" y="287"/>
                  </a:lnTo>
                  <a:lnTo>
                    <a:pt x="112" y="282"/>
                  </a:lnTo>
                  <a:lnTo>
                    <a:pt x="96" y="273"/>
                  </a:lnTo>
                  <a:lnTo>
                    <a:pt x="78" y="260"/>
                  </a:lnTo>
                  <a:lnTo>
                    <a:pt x="59" y="243"/>
                  </a:lnTo>
                  <a:lnTo>
                    <a:pt x="40" y="222"/>
                  </a:lnTo>
                  <a:lnTo>
                    <a:pt x="20" y="194"/>
                  </a:lnTo>
                  <a:lnTo>
                    <a:pt x="0" y="161"/>
                  </a:lnTo>
                  <a:lnTo>
                    <a:pt x="0"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50" name="Freeform 125"/>
            <p:cNvSpPr>
              <a:spLocks/>
            </p:cNvSpPr>
            <p:nvPr/>
          </p:nvSpPr>
          <p:spPr bwMode="auto">
            <a:xfrm>
              <a:off x="5900" y="1424"/>
              <a:ext cx="184" cy="66"/>
            </a:xfrm>
            <a:custGeom>
              <a:avLst/>
              <a:gdLst>
                <a:gd name="T0" fmla="*/ 27 w 1293"/>
                <a:gd name="T1" fmla="*/ 18 h 465"/>
                <a:gd name="T2" fmla="*/ 75 w 1293"/>
                <a:gd name="T3" fmla="*/ 41 h 465"/>
                <a:gd name="T4" fmla="*/ 98 w 1293"/>
                <a:gd name="T5" fmla="*/ 49 h 465"/>
                <a:gd name="T6" fmla="*/ 137 w 1293"/>
                <a:gd name="T7" fmla="*/ 63 h 465"/>
                <a:gd name="T8" fmla="*/ 208 w 1293"/>
                <a:gd name="T9" fmla="*/ 76 h 465"/>
                <a:gd name="T10" fmla="*/ 268 w 1293"/>
                <a:gd name="T11" fmla="*/ 79 h 465"/>
                <a:gd name="T12" fmla="*/ 325 w 1293"/>
                <a:gd name="T13" fmla="*/ 77 h 465"/>
                <a:gd name="T14" fmla="*/ 362 w 1293"/>
                <a:gd name="T15" fmla="*/ 70 h 465"/>
                <a:gd name="T16" fmla="*/ 383 w 1293"/>
                <a:gd name="T17" fmla="*/ 63 h 465"/>
                <a:gd name="T18" fmla="*/ 408 w 1293"/>
                <a:gd name="T19" fmla="*/ 52 h 465"/>
                <a:gd name="T20" fmla="*/ 509 w 1293"/>
                <a:gd name="T21" fmla="*/ 20 h 465"/>
                <a:gd name="T22" fmla="*/ 569 w 1293"/>
                <a:gd name="T23" fmla="*/ 87 h 465"/>
                <a:gd name="T24" fmla="*/ 620 w 1293"/>
                <a:gd name="T25" fmla="*/ 125 h 465"/>
                <a:gd name="T26" fmla="*/ 669 w 1293"/>
                <a:gd name="T27" fmla="*/ 151 h 465"/>
                <a:gd name="T28" fmla="*/ 704 w 1293"/>
                <a:gd name="T29" fmla="*/ 165 h 465"/>
                <a:gd name="T30" fmla="*/ 751 w 1293"/>
                <a:gd name="T31" fmla="*/ 207 h 465"/>
                <a:gd name="T32" fmla="*/ 785 w 1293"/>
                <a:gd name="T33" fmla="*/ 261 h 465"/>
                <a:gd name="T34" fmla="*/ 832 w 1293"/>
                <a:gd name="T35" fmla="*/ 315 h 465"/>
                <a:gd name="T36" fmla="*/ 892 w 1293"/>
                <a:gd name="T37" fmla="*/ 359 h 465"/>
                <a:gd name="T38" fmla="*/ 980 w 1293"/>
                <a:gd name="T39" fmla="*/ 395 h 465"/>
                <a:gd name="T40" fmla="*/ 1093 w 1293"/>
                <a:gd name="T41" fmla="*/ 416 h 465"/>
                <a:gd name="T42" fmla="*/ 1191 w 1293"/>
                <a:gd name="T43" fmla="*/ 417 h 465"/>
                <a:gd name="T44" fmla="*/ 1262 w 1293"/>
                <a:gd name="T45" fmla="*/ 408 h 465"/>
                <a:gd name="T46" fmla="*/ 1293 w 1293"/>
                <a:gd name="T47" fmla="*/ 465 h 465"/>
                <a:gd name="T48" fmla="*/ 895 w 1293"/>
                <a:gd name="T49" fmla="*/ 455 h 465"/>
                <a:gd name="T50" fmla="*/ 822 w 1293"/>
                <a:gd name="T51" fmla="*/ 415 h 465"/>
                <a:gd name="T52" fmla="*/ 761 w 1293"/>
                <a:gd name="T53" fmla="*/ 364 h 465"/>
                <a:gd name="T54" fmla="*/ 711 w 1293"/>
                <a:gd name="T55" fmla="*/ 304 h 465"/>
                <a:gd name="T56" fmla="*/ 675 w 1293"/>
                <a:gd name="T57" fmla="*/ 245 h 465"/>
                <a:gd name="T58" fmla="*/ 610 w 1293"/>
                <a:gd name="T59" fmla="*/ 217 h 465"/>
                <a:gd name="T60" fmla="*/ 542 w 1293"/>
                <a:gd name="T61" fmla="*/ 174 h 465"/>
                <a:gd name="T62" fmla="*/ 481 w 1293"/>
                <a:gd name="T63" fmla="*/ 117 h 465"/>
                <a:gd name="T64" fmla="*/ 469 w 1293"/>
                <a:gd name="T65" fmla="*/ 121 h 465"/>
                <a:gd name="T66" fmla="*/ 456 w 1293"/>
                <a:gd name="T67" fmla="*/ 125 h 465"/>
                <a:gd name="T68" fmla="*/ 442 w 1293"/>
                <a:gd name="T69" fmla="*/ 130 h 465"/>
                <a:gd name="T70" fmla="*/ 427 w 1293"/>
                <a:gd name="T71" fmla="*/ 135 h 465"/>
                <a:gd name="T72" fmla="*/ 399 w 1293"/>
                <a:gd name="T73" fmla="*/ 147 h 465"/>
                <a:gd name="T74" fmla="*/ 359 w 1293"/>
                <a:gd name="T75" fmla="*/ 158 h 465"/>
                <a:gd name="T76" fmla="*/ 303 w 1293"/>
                <a:gd name="T77" fmla="*/ 164 h 465"/>
                <a:gd name="T78" fmla="*/ 235 w 1293"/>
                <a:gd name="T79" fmla="*/ 164 h 465"/>
                <a:gd name="T80" fmla="*/ 156 w 1293"/>
                <a:gd name="T81" fmla="*/ 154 h 465"/>
                <a:gd name="T82" fmla="*/ 70 w 1293"/>
                <a:gd name="T83" fmla="*/ 129 h 465"/>
                <a:gd name="T84" fmla="*/ 26 w 1293"/>
                <a:gd name="T85" fmla="*/ 113 h 465"/>
                <a:gd name="T86" fmla="*/ 0 w 1293"/>
                <a:gd name="T87" fmla="*/ 0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93" h="465">
                  <a:moveTo>
                    <a:pt x="0" y="0"/>
                  </a:moveTo>
                  <a:lnTo>
                    <a:pt x="27" y="18"/>
                  </a:lnTo>
                  <a:lnTo>
                    <a:pt x="52" y="32"/>
                  </a:lnTo>
                  <a:lnTo>
                    <a:pt x="75" y="41"/>
                  </a:lnTo>
                  <a:lnTo>
                    <a:pt x="94" y="48"/>
                  </a:lnTo>
                  <a:lnTo>
                    <a:pt x="98" y="49"/>
                  </a:lnTo>
                  <a:lnTo>
                    <a:pt x="101" y="51"/>
                  </a:lnTo>
                  <a:lnTo>
                    <a:pt x="137" y="63"/>
                  </a:lnTo>
                  <a:lnTo>
                    <a:pt x="174" y="71"/>
                  </a:lnTo>
                  <a:lnTo>
                    <a:pt x="208" y="76"/>
                  </a:lnTo>
                  <a:lnTo>
                    <a:pt x="240" y="79"/>
                  </a:lnTo>
                  <a:lnTo>
                    <a:pt x="268" y="79"/>
                  </a:lnTo>
                  <a:lnTo>
                    <a:pt x="300" y="79"/>
                  </a:lnTo>
                  <a:lnTo>
                    <a:pt x="325" y="77"/>
                  </a:lnTo>
                  <a:lnTo>
                    <a:pt x="346" y="74"/>
                  </a:lnTo>
                  <a:lnTo>
                    <a:pt x="362" y="70"/>
                  </a:lnTo>
                  <a:lnTo>
                    <a:pt x="375" y="66"/>
                  </a:lnTo>
                  <a:lnTo>
                    <a:pt x="383" y="63"/>
                  </a:lnTo>
                  <a:lnTo>
                    <a:pt x="390" y="59"/>
                  </a:lnTo>
                  <a:lnTo>
                    <a:pt x="408" y="52"/>
                  </a:lnTo>
                  <a:lnTo>
                    <a:pt x="429" y="45"/>
                  </a:lnTo>
                  <a:lnTo>
                    <a:pt x="509" y="20"/>
                  </a:lnTo>
                  <a:lnTo>
                    <a:pt x="545" y="63"/>
                  </a:lnTo>
                  <a:lnTo>
                    <a:pt x="569" y="87"/>
                  </a:lnTo>
                  <a:lnTo>
                    <a:pt x="595" y="108"/>
                  </a:lnTo>
                  <a:lnTo>
                    <a:pt x="620" y="125"/>
                  </a:lnTo>
                  <a:lnTo>
                    <a:pt x="645" y="140"/>
                  </a:lnTo>
                  <a:lnTo>
                    <a:pt x="669" y="151"/>
                  </a:lnTo>
                  <a:lnTo>
                    <a:pt x="688" y="160"/>
                  </a:lnTo>
                  <a:lnTo>
                    <a:pt x="704" y="165"/>
                  </a:lnTo>
                  <a:lnTo>
                    <a:pt x="735" y="177"/>
                  </a:lnTo>
                  <a:lnTo>
                    <a:pt x="751" y="207"/>
                  </a:lnTo>
                  <a:lnTo>
                    <a:pt x="766" y="234"/>
                  </a:lnTo>
                  <a:lnTo>
                    <a:pt x="785" y="261"/>
                  </a:lnTo>
                  <a:lnTo>
                    <a:pt x="807" y="289"/>
                  </a:lnTo>
                  <a:lnTo>
                    <a:pt x="832" y="315"/>
                  </a:lnTo>
                  <a:lnTo>
                    <a:pt x="861" y="339"/>
                  </a:lnTo>
                  <a:lnTo>
                    <a:pt x="892" y="359"/>
                  </a:lnTo>
                  <a:lnTo>
                    <a:pt x="925" y="376"/>
                  </a:lnTo>
                  <a:lnTo>
                    <a:pt x="980" y="395"/>
                  </a:lnTo>
                  <a:lnTo>
                    <a:pt x="1036" y="408"/>
                  </a:lnTo>
                  <a:lnTo>
                    <a:pt x="1093" y="416"/>
                  </a:lnTo>
                  <a:lnTo>
                    <a:pt x="1149" y="420"/>
                  </a:lnTo>
                  <a:lnTo>
                    <a:pt x="1191" y="417"/>
                  </a:lnTo>
                  <a:lnTo>
                    <a:pt x="1227" y="414"/>
                  </a:lnTo>
                  <a:lnTo>
                    <a:pt x="1262" y="408"/>
                  </a:lnTo>
                  <a:lnTo>
                    <a:pt x="1293" y="402"/>
                  </a:lnTo>
                  <a:lnTo>
                    <a:pt x="1293" y="465"/>
                  </a:lnTo>
                  <a:lnTo>
                    <a:pt x="924" y="465"/>
                  </a:lnTo>
                  <a:lnTo>
                    <a:pt x="895" y="455"/>
                  </a:lnTo>
                  <a:lnTo>
                    <a:pt x="857" y="438"/>
                  </a:lnTo>
                  <a:lnTo>
                    <a:pt x="822" y="415"/>
                  </a:lnTo>
                  <a:lnTo>
                    <a:pt x="789" y="390"/>
                  </a:lnTo>
                  <a:lnTo>
                    <a:pt x="761" y="364"/>
                  </a:lnTo>
                  <a:lnTo>
                    <a:pt x="734" y="334"/>
                  </a:lnTo>
                  <a:lnTo>
                    <a:pt x="711" y="304"/>
                  </a:lnTo>
                  <a:lnTo>
                    <a:pt x="692" y="274"/>
                  </a:lnTo>
                  <a:lnTo>
                    <a:pt x="675" y="245"/>
                  </a:lnTo>
                  <a:lnTo>
                    <a:pt x="643" y="233"/>
                  </a:lnTo>
                  <a:lnTo>
                    <a:pt x="610" y="217"/>
                  </a:lnTo>
                  <a:lnTo>
                    <a:pt x="576" y="198"/>
                  </a:lnTo>
                  <a:lnTo>
                    <a:pt x="542" y="174"/>
                  </a:lnTo>
                  <a:lnTo>
                    <a:pt x="510" y="148"/>
                  </a:lnTo>
                  <a:lnTo>
                    <a:pt x="481" y="117"/>
                  </a:lnTo>
                  <a:lnTo>
                    <a:pt x="475" y="118"/>
                  </a:lnTo>
                  <a:lnTo>
                    <a:pt x="469" y="121"/>
                  </a:lnTo>
                  <a:lnTo>
                    <a:pt x="462" y="123"/>
                  </a:lnTo>
                  <a:lnTo>
                    <a:pt x="456" y="125"/>
                  </a:lnTo>
                  <a:lnTo>
                    <a:pt x="454" y="126"/>
                  </a:lnTo>
                  <a:lnTo>
                    <a:pt x="442" y="130"/>
                  </a:lnTo>
                  <a:lnTo>
                    <a:pt x="432" y="133"/>
                  </a:lnTo>
                  <a:lnTo>
                    <a:pt x="427" y="135"/>
                  </a:lnTo>
                  <a:lnTo>
                    <a:pt x="414" y="142"/>
                  </a:lnTo>
                  <a:lnTo>
                    <a:pt x="399" y="147"/>
                  </a:lnTo>
                  <a:lnTo>
                    <a:pt x="381" y="153"/>
                  </a:lnTo>
                  <a:lnTo>
                    <a:pt x="359" y="158"/>
                  </a:lnTo>
                  <a:lnTo>
                    <a:pt x="334" y="161"/>
                  </a:lnTo>
                  <a:lnTo>
                    <a:pt x="303" y="164"/>
                  </a:lnTo>
                  <a:lnTo>
                    <a:pt x="268" y="165"/>
                  </a:lnTo>
                  <a:lnTo>
                    <a:pt x="235" y="164"/>
                  </a:lnTo>
                  <a:lnTo>
                    <a:pt x="196" y="161"/>
                  </a:lnTo>
                  <a:lnTo>
                    <a:pt x="156" y="154"/>
                  </a:lnTo>
                  <a:lnTo>
                    <a:pt x="113" y="144"/>
                  </a:lnTo>
                  <a:lnTo>
                    <a:pt x="70" y="129"/>
                  </a:lnTo>
                  <a:lnTo>
                    <a:pt x="50" y="123"/>
                  </a:lnTo>
                  <a:lnTo>
                    <a:pt x="26" y="113"/>
                  </a:lnTo>
                  <a:lnTo>
                    <a:pt x="0" y="101"/>
                  </a:lnTo>
                  <a:lnTo>
                    <a:pt x="0" y="0"/>
                  </a:lnTo>
                  <a:close/>
                </a:path>
              </a:pathLst>
            </a:custGeom>
            <a:solidFill>
              <a:srgbClr val="00B9F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51" name="Freeform 126"/>
            <p:cNvSpPr>
              <a:spLocks/>
            </p:cNvSpPr>
            <p:nvPr/>
          </p:nvSpPr>
          <p:spPr bwMode="auto">
            <a:xfrm>
              <a:off x="6027" y="1404"/>
              <a:ext cx="23" cy="24"/>
            </a:xfrm>
            <a:custGeom>
              <a:avLst/>
              <a:gdLst>
                <a:gd name="T0" fmla="*/ 83 w 165"/>
                <a:gd name="T1" fmla="*/ 0 h 164"/>
                <a:gd name="T2" fmla="*/ 105 w 165"/>
                <a:gd name="T3" fmla="*/ 3 h 164"/>
                <a:gd name="T4" fmla="*/ 125 w 165"/>
                <a:gd name="T5" fmla="*/ 12 h 164"/>
                <a:gd name="T6" fmla="*/ 141 w 165"/>
                <a:gd name="T7" fmla="*/ 24 h 164"/>
                <a:gd name="T8" fmla="*/ 155 w 165"/>
                <a:gd name="T9" fmla="*/ 40 h 164"/>
                <a:gd name="T10" fmla="*/ 162 w 165"/>
                <a:gd name="T11" fmla="*/ 60 h 164"/>
                <a:gd name="T12" fmla="*/ 165 w 165"/>
                <a:gd name="T13" fmla="*/ 82 h 164"/>
                <a:gd name="T14" fmla="*/ 162 w 165"/>
                <a:gd name="T15" fmla="*/ 103 h 164"/>
                <a:gd name="T16" fmla="*/ 155 w 165"/>
                <a:gd name="T17" fmla="*/ 124 h 164"/>
                <a:gd name="T18" fmla="*/ 141 w 165"/>
                <a:gd name="T19" fmla="*/ 139 h 164"/>
                <a:gd name="T20" fmla="*/ 125 w 165"/>
                <a:gd name="T21" fmla="*/ 152 h 164"/>
                <a:gd name="T22" fmla="*/ 105 w 165"/>
                <a:gd name="T23" fmla="*/ 160 h 164"/>
                <a:gd name="T24" fmla="*/ 83 w 165"/>
                <a:gd name="T25" fmla="*/ 164 h 164"/>
                <a:gd name="T26" fmla="*/ 62 w 165"/>
                <a:gd name="T27" fmla="*/ 160 h 164"/>
                <a:gd name="T28" fmla="*/ 42 w 165"/>
                <a:gd name="T29" fmla="*/ 152 h 164"/>
                <a:gd name="T30" fmla="*/ 25 w 165"/>
                <a:gd name="T31" fmla="*/ 139 h 164"/>
                <a:gd name="T32" fmla="*/ 12 w 165"/>
                <a:gd name="T33" fmla="*/ 124 h 164"/>
                <a:gd name="T34" fmla="*/ 4 w 165"/>
                <a:gd name="T35" fmla="*/ 103 h 164"/>
                <a:gd name="T36" fmla="*/ 0 w 165"/>
                <a:gd name="T37" fmla="*/ 82 h 164"/>
                <a:gd name="T38" fmla="*/ 4 w 165"/>
                <a:gd name="T39" fmla="*/ 60 h 164"/>
                <a:gd name="T40" fmla="*/ 12 w 165"/>
                <a:gd name="T41" fmla="*/ 40 h 164"/>
                <a:gd name="T42" fmla="*/ 25 w 165"/>
                <a:gd name="T43" fmla="*/ 24 h 164"/>
                <a:gd name="T44" fmla="*/ 42 w 165"/>
                <a:gd name="T45" fmla="*/ 12 h 164"/>
                <a:gd name="T46" fmla="*/ 62 w 165"/>
                <a:gd name="T47" fmla="*/ 3 h 164"/>
                <a:gd name="T48" fmla="*/ 83 w 165"/>
                <a:gd name="T49"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5" h="164">
                  <a:moveTo>
                    <a:pt x="83" y="0"/>
                  </a:moveTo>
                  <a:lnTo>
                    <a:pt x="105" y="3"/>
                  </a:lnTo>
                  <a:lnTo>
                    <a:pt x="125" y="12"/>
                  </a:lnTo>
                  <a:lnTo>
                    <a:pt x="141" y="24"/>
                  </a:lnTo>
                  <a:lnTo>
                    <a:pt x="155" y="40"/>
                  </a:lnTo>
                  <a:lnTo>
                    <a:pt x="162" y="60"/>
                  </a:lnTo>
                  <a:lnTo>
                    <a:pt x="165" y="82"/>
                  </a:lnTo>
                  <a:lnTo>
                    <a:pt x="162" y="103"/>
                  </a:lnTo>
                  <a:lnTo>
                    <a:pt x="155" y="124"/>
                  </a:lnTo>
                  <a:lnTo>
                    <a:pt x="141" y="139"/>
                  </a:lnTo>
                  <a:lnTo>
                    <a:pt x="125" y="152"/>
                  </a:lnTo>
                  <a:lnTo>
                    <a:pt x="105" y="160"/>
                  </a:lnTo>
                  <a:lnTo>
                    <a:pt x="83" y="164"/>
                  </a:lnTo>
                  <a:lnTo>
                    <a:pt x="62" y="160"/>
                  </a:lnTo>
                  <a:lnTo>
                    <a:pt x="42" y="152"/>
                  </a:lnTo>
                  <a:lnTo>
                    <a:pt x="25" y="139"/>
                  </a:lnTo>
                  <a:lnTo>
                    <a:pt x="12" y="124"/>
                  </a:lnTo>
                  <a:lnTo>
                    <a:pt x="4" y="103"/>
                  </a:lnTo>
                  <a:lnTo>
                    <a:pt x="0" y="82"/>
                  </a:lnTo>
                  <a:lnTo>
                    <a:pt x="4" y="60"/>
                  </a:lnTo>
                  <a:lnTo>
                    <a:pt x="12" y="40"/>
                  </a:lnTo>
                  <a:lnTo>
                    <a:pt x="25" y="24"/>
                  </a:lnTo>
                  <a:lnTo>
                    <a:pt x="42" y="12"/>
                  </a:lnTo>
                  <a:lnTo>
                    <a:pt x="62" y="3"/>
                  </a:lnTo>
                  <a:lnTo>
                    <a:pt x="83"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52" name="Freeform 127"/>
            <p:cNvSpPr>
              <a:spLocks/>
            </p:cNvSpPr>
            <p:nvPr/>
          </p:nvSpPr>
          <p:spPr bwMode="auto">
            <a:xfrm>
              <a:off x="6002" y="1384"/>
              <a:ext cx="19" cy="19"/>
            </a:xfrm>
            <a:custGeom>
              <a:avLst/>
              <a:gdLst>
                <a:gd name="T0" fmla="*/ 67 w 133"/>
                <a:gd name="T1" fmla="*/ 0 h 132"/>
                <a:gd name="T2" fmla="*/ 83 w 133"/>
                <a:gd name="T3" fmla="*/ 2 h 132"/>
                <a:gd name="T4" fmla="*/ 99 w 133"/>
                <a:gd name="T5" fmla="*/ 9 h 132"/>
                <a:gd name="T6" fmla="*/ 113 w 133"/>
                <a:gd name="T7" fmla="*/ 19 h 132"/>
                <a:gd name="T8" fmla="*/ 124 w 133"/>
                <a:gd name="T9" fmla="*/ 33 h 132"/>
                <a:gd name="T10" fmla="*/ 130 w 133"/>
                <a:gd name="T11" fmla="*/ 49 h 132"/>
                <a:gd name="T12" fmla="*/ 133 w 133"/>
                <a:gd name="T13" fmla="*/ 66 h 132"/>
                <a:gd name="T14" fmla="*/ 130 w 133"/>
                <a:gd name="T15" fmla="*/ 84 h 132"/>
                <a:gd name="T16" fmla="*/ 124 w 133"/>
                <a:gd name="T17" fmla="*/ 100 h 132"/>
                <a:gd name="T18" fmla="*/ 113 w 133"/>
                <a:gd name="T19" fmla="*/ 113 h 132"/>
                <a:gd name="T20" fmla="*/ 99 w 133"/>
                <a:gd name="T21" fmla="*/ 124 h 132"/>
                <a:gd name="T22" fmla="*/ 83 w 133"/>
                <a:gd name="T23" fmla="*/ 130 h 132"/>
                <a:gd name="T24" fmla="*/ 67 w 133"/>
                <a:gd name="T25" fmla="*/ 132 h 132"/>
                <a:gd name="T26" fmla="*/ 49 w 133"/>
                <a:gd name="T27" fmla="*/ 130 h 132"/>
                <a:gd name="T28" fmla="*/ 33 w 133"/>
                <a:gd name="T29" fmla="*/ 124 h 132"/>
                <a:gd name="T30" fmla="*/ 19 w 133"/>
                <a:gd name="T31" fmla="*/ 113 h 132"/>
                <a:gd name="T32" fmla="*/ 8 w 133"/>
                <a:gd name="T33" fmla="*/ 100 h 132"/>
                <a:gd name="T34" fmla="*/ 2 w 133"/>
                <a:gd name="T35" fmla="*/ 84 h 132"/>
                <a:gd name="T36" fmla="*/ 0 w 133"/>
                <a:gd name="T37" fmla="*/ 66 h 132"/>
                <a:gd name="T38" fmla="*/ 2 w 133"/>
                <a:gd name="T39" fmla="*/ 49 h 132"/>
                <a:gd name="T40" fmla="*/ 8 w 133"/>
                <a:gd name="T41" fmla="*/ 33 h 132"/>
                <a:gd name="T42" fmla="*/ 19 w 133"/>
                <a:gd name="T43" fmla="*/ 19 h 132"/>
                <a:gd name="T44" fmla="*/ 33 w 133"/>
                <a:gd name="T45" fmla="*/ 9 h 132"/>
                <a:gd name="T46" fmla="*/ 49 w 133"/>
                <a:gd name="T47" fmla="*/ 2 h 132"/>
                <a:gd name="T48" fmla="*/ 67 w 133"/>
                <a:gd name="T49"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3" h="132">
                  <a:moveTo>
                    <a:pt x="67" y="0"/>
                  </a:moveTo>
                  <a:lnTo>
                    <a:pt x="83" y="2"/>
                  </a:lnTo>
                  <a:lnTo>
                    <a:pt x="99" y="9"/>
                  </a:lnTo>
                  <a:lnTo>
                    <a:pt x="113" y="19"/>
                  </a:lnTo>
                  <a:lnTo>
                    <a:pt x="124" y="33"/>
                  </a:lnTo>
                  <a:lnTo>
                    <a:pt x="130" y="49"/>
                  </a:lnTo>
                  <a:lnTo>
                    <a:pt x="133" y="66"/>
                  </a:lnTo>
                  <a:lnTo>
                    <a:pt x="130" y="84"/>
                  </a:lnTo>
                  <a:lnTo>
                    <a:pt x="124" y="100"/>
                  </a:lnTo>
                  <a:lnTo>
                    <a:pt x="113" y="113"/>
                  </a:lnTo>
                  <a:lnTo>
                    <a:pt x="99" y="124"/>
                  </a:lnTo>
                  <a:lnTo>
                    <a:pt x="83" y="130"/>
                  </a:lnTo>
                  <a:lnTo>
                    <a:pt x="67" y="132"/>
                  </a:lnTo>
                  <a:lnTo>
                    <a:pt x="49" y="130"/>
                  </a:lnTo>
                  <a:lnTo>
                    <a:pt x="33" y="124"/>
                  </a:lnTo>
                  <a:lnTo>
                    <a:pt x="19" y="113"/>
                  </a:lnTo>
                  <a:lnTo>
                    <a:pt x="8" y="100"/>
                  </a:lnTo>
                  <a:lnTo>
                    <a:pt x="2" y="84"/>
                  </a:lnTo>
                  <a:lnTo>
                    <a:pt x="0" y="66"/>
                  </a:lnTo>
                  <a:lnTo>
                    <a:pt x="2" y="49"/>
                  </a:lnTo>
                  <a:lnTo>
                    <a:pt x="8" y="33"/>
                  </a:lnTo>
                  <a:lnTo>
                    <a:pt x="19" y="19"/>
                  </a:lnTo>
                  <a:lnTo>
                    <a:pt x="33" y="9"/>
                  </a:lnTo>
                  <a:lnTo>
                    <a:pt x="49" y="2"/>
                  </a:lnTo>
                  <a:lnTo>
                    <a:pt x="67"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53" name="Freeform 128"/>
            <p:cNvSpPr>
              <a:spLocks/>
            </p:cNvSpPr>
            <p:nvPr/>
          </p:nvSpPr>
          <p:spPr bwMode="auto">
            <a:xfrm>
              <a:off x="5947" y="1383"/>
              <a:ext cx="15" cy="15"/>
            </a:xfrm>
            <a:custGeom>
              <a:avLst/>
              <a:gdLst>
                <a:gd name="T0" fmla="*/ 52 w 102"/>
                <a:gd name="T1" fmla="*/ 0 h 102"/>
                <a:gd name="T2" fmla="*/ 67 w 102"/>
                <a:gd name="T3" fmla="*/ 2 h 102"/>
                <a:gd name="T4" fmla="*/ 81 w 102"/>
                <a:gd name="T5" fmla="*/ 9 h 102"/>
                <a:gd name="T6" fmla="*/ 93 w 102"/>
                <a:gd name="T7" fmla="*/ 21 h 102"/>
                <a:gd name="T8" fmla="*/ 100 w 102"/>
                <a:gd name="T9" fmla="*/ 35 h 102"/>
                <a:gd name="T10" fmla="*/ 102 w 102"/>
                <a:gd name="T11" fmla="*/ 51 h 102"/>
                <a:gd name="T12" fmla="*/ 100 w 102"/>
                <a:gd name="T13" fmla="*/ 68 h 102"/>
                <a:gd name="T14" fmla="*/ 93 w 102"/>
                <a:gd name="T15" fmla="*/ 81 h 102"/>
                <a:gd name="T16" fmla="*/ 81 w 102"/>
                <a:gd name="T17" fmla="*/ 93 h 102"/>
                <a:gd name="T18" fmla="*/ 67 w 102"/>
                <a:gd name="T19" fmla="*/ 99 h 102"/>
                <a:gd name="T20" fmla="*/ 52 w 102"/>
                <a:gd name="T21" fmla="*/ 102 h 102"/>
                <a:gd name="T22" fmla="*/ 35 w 102"/>
                <a:gd name="T23" fmla="*/ 99 h 102"/>
                <a:gd name="T24" fmla="*/ 21 w 102"/>
                <a:gd name="T25" fmla="*/ 93 h 102"/>
                <a:gd name="T26" fmla="*/ 9 w 102"/>
                <a:gd name="T27" fmla="*/ 81 h 102"/>
                <a:gd name="T28" fmla="*/ 3 w 102"/>
                <a:gd name="T29" fmla="*/ 68 h 102"/>
                <a:gd name="T30" fmla="*/ 0 w 102"/>
                <a:gd name="T31" fmla="*/ 51 h 102"/>
                <a:gd name="T32" fmla="*/ 3 w 102"/>
                <a:gd name="T33" fmla="*/ 35 h 102"/>
                <a:gd name="T34" fmla="*/ 9 w 102"/>
                <a:gd name="T35" fmla="*/ 21 h 102"/>
                <a:gd name="T36" fmla="*/ 21 w 102"/>
                <a:gd name="T37" fmla="*/ 9 h 102"/>
                <a:gd name="T38" fmla="*/ 35 w 102"/>
                <a:gd name="T39" fmla="*/ 2 h 102"/>
                <a:gd name="T40" fmla="*/ 52 w 102"/>
                <a:gd name="T4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2" h="102">
                  <a:moveTo>
                    <a:pt x="52" y="0"/>
                  </a:moveTo>
                  <a:lnTo>
                    <a:pt x="67" y="2"/>
                  </a:lnTo>
                  <a:lnTo>
                    <a:pt x="81" y="9"/>
                  </a:lnTo>
                  <a:lnTo>
                    <a:pt x="93" y="21"/>
                  </a:lnTo>
                  <a:lnTo>
                    <a:pt x="100" y="35"/>
                  </a:lnTo>
                  <a:lnTo>
                    <a:pt x="102" y="51"/>
                  </a:lnTo>
                  <a:lnTo>
                    <a:pt x="100" y="68"/>
                  </a:lnTo>
                  <a:lnTo>
                    <a:pt x="93" y="81"/>
                  </a:lnTo>
                  <a:lnTo>
                    <a:pt x="81" y="93"/>
                  </a:lnTo>
                  <a:lnTo>
                    <a:pt x="67" y="99"/>
                  </a:lnTo>
                  <a:lnTo>
                    <a:pt x="52" y="102"/>
                  </a:lnTo>
                  <a:lnTo>
                    <a:pt x="35" y="99"/>
                  </a:lnTo>
                  <a:lnTo>
                    <a:pt x="21" y="93"/>
                  </a:lnTo>
                  <a:lnTo>
                    <a:pt x="9" y="81"/>
                  </a:lnTo>
                  <a:lnTo>
                    <a:pt x="3" y="68"/>
                  </a:lnTo>
                  <a:lnTo>
                    <a:pt x="0" y="51"/>
                  </a:lnTo>
                  <a:lnTo>
                    <a:pt x="3" y="35"/>
                  </a:lnTo>
                  <a:lnTo>
                    <a:pt x="9" y="21"/>
                  </a:lnTo>
                  <a:lnTo>
                    <a:pt x="21" y="9"/>
                  </a:lnTo>
                  <a:lnTo>
                    <a:pt x="35" y="2"/>
                  </a:lnTo>
                  <a:lnTo>
                    <a:pt x="52"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54" name="Freeform 129"/>
            <p:cNvSpPr>
              <a:spLocks noEditPoints="1"/>
            </p:cNvSpPr>
            <p:nvPr/>
          </p:nvSpPr>
          <p:spPr bwMode="auto">
            <a:xfrm>
              <a:off x="5811" y="1290"/>
              <a:ext cx="306" cy="232"/>
            </a:xfrm>
            <a:custGeom>
              <a:avLst/>
              <a:gdLst>
                <a:gd name="T0" fmla="*/ 225 w 2136"/>
                <a:gd name="T1" fmla="*/ 562 h 1630"/>
                <a:gd name="T2" fmla="*/ 506 w 2136"/>
                <a:gd name="T3" fmla="*/ 562 h 1630"/>
                <a:gd name="T4" fmla="*/ 506 w 2136"/>
                <a:gd name="T5" fmla="*/ 1405 h 1630"/>
                <a:gd name="T6" fmla="*/ 225 w 2136"/>
                <a:gd name="T7" fmla="*/ 1405 h 1630"/>
                <a:gd name="T8" fmla="*/ 225 w 2136"/>
                <a:gd name="T9" fmla="*/ 562 h 1630"/>
                <a:gd name="T10" fmla="*/ 112 w 2136"/>
                <a:gd name="T11" fmla="*/ 112 h 1630"/>
                <a:gd name="T12" fmla="*/ 112 w 2136"/>
                <a:gd name="T13" fmla="*/ 1518 h 1630"/>
                <a:gd name="T14" fmla="*/ 2024 w 2136"/>
                <a:gd name="T15" fmla="*/ 1518 h 1630"/>
                <a:gd name="T16" fmla="*/ 2024 w 2136"/>
                <a:gd name="T17" fmla="*/ 112 h 1630"/>
                <a:gd name="T18" fmla="*/ 112 w 2136"/>
                <a:gd name="T19" fmla="*/ 112 h 1630"/>
                <a:gd name="T20" fmla="*/ 0 w 2136"/>
                <a:gd name="T21" fmla="*/ 0 h 1630"/>
                <a:gd name="T22" fmla="*/ 2136 w 2136"/>
                <a:gd name="T23" fmla="*/ 0 h 1630"/>
                <a:gd name="T24" fmla="*/ 2136 w 2136"/>
                <a:gd name="T25" fmla="*/ 1630 h 1630"/>
                <a:gd name="T26" fmla="*/ 0 w 2136"/>
                <a:gd name="T27" fmla="*/ 1630 h 1630"/>
                <a:gd name="T28" fmla="*/ 0 w 2136"/>
                <a:gd name="T29"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36" h="1630">
                  <a:moveTo>
                    <a:pt x="225" y="562"/>
                  </a:moveTo>
                  <a:lnTo>
                    <a:pt x="506" y="562"/>
                  </a:lnTo>
                  <a:lnTo>
                    <a:pt x="506" y="1405"/>
                  </a:lnTo>
                  <a:lnTo>
                    <a:pt x="225" y="1405"/>
                  </a:lnTo>
                  <a:lnTo>
                    <a:pt x="225" y="562"/>
                  </a:lnTo>
                  <a:close/>
                  <a:moveTo>
                    <a:pt x="112" y="112"/>
                  </a:moveTo>
                  <a:lnTo>
                    <a:pt x="112" y="1518"/>
                  </a:lnTo>
                  <a:lnTo>
                    <a:pt x="2024" y="1518"/>
                  </a:lnTo>
                  <a:lnTo>
                    <a:pt x="2024" y="112"/>
                  </a:lnTo>
                  <a:lnTo>
                    <a:pt x="112" y="112"/>
                  </a:lnTo>
                  <a:close/>
                  <a:moveTo>
                    <a:pt x="0" y="0"/>
                  </a:moveTo>
                  <a:lnTo>
                    <a:pt x="2136" y="0"/>
                  </a:lnTo>
                  <a:lnTo>
                    <a:pt x="2136" y="1630"/>
                  </a:lnTo>
                  <a:lnTo>
                    <a:pt x="0" y="163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55" name="Rectangle 130"/>
            <p:cNvSpPr>
              <a:spLocks noChangeArrowheads="1"/>
            </p:cNvSpPr>
            <p:nvPr/>
          </p:nvSpPr>
          <p:spPr bwMode="auto">
            <a:xfrm>
              <a:off x="5844" y="1322"/>
              <a:ext cx="240" cy="32"/>
            </a:xfrm>
            <a:prstGeom prst="rect">
              <a:avLst/>
            </a:prstGeom>
            <a:solidFill>
              <a:srgbClr val="7DD2F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738" name="Group 261"/>
          <p:cNvGrpSpPr>
            <a:grpSpLocks noChangeAspect="1"/>
          </p:cNvGrpSpPr>
          <p:nvPr/>
        </p:nvGrpSpPr>
        <p:grpSpPr bwMode="auto">
          <a:xfrm>
            <a:off x="1781221" y="3318216"/>
            <a:ext cx="607345" cy="411480"/>
            <a:chOff x="1260" y="2492"/>
            <a:chExt cx="369" cy="250"/>
          </a:xfrm>
        </p:grpSpPr>
        <p:sp useBgFill="1">
          <p:nvSpPr>
            <p:cNvPr id="741" name="Freeform 263"/>
            <p:cNvSpPr>
              <a:spLocks/>
            </p:cNvSpPr>
            <p:nvPr/>
          </p:nvSpPr>
          <p:spPr bwMode="auto">
            <a:xfrm>
              <a:off x="1260" y="2492"/>
              <a:ext cx="369" cy="250"/>
            </a:xfrm>
            <a:custGeom>
              <a:avLst/>
              <a:gdLst>
                <a:gd name="T0" fmla="*/ 1283 w 2584"/>
                <a:gd name="T1" fmla="*/ 0 h 1749"/>
                <a:gd name="T2" fmla="*/ 1312 w 2584"/>
                <a:gd name="T3" fmla="*/ 2 h 1749"/>
                <a:gd name="T4" fmla="*/ 1343 w 2584"/>
                <a:gd name="T5" fmla="*/ 8 h 1749"/>
                <a:gd name="T6" fmla="*/ 1371 w 2584"/>
                <a:gd name="T7" fmla="*/ 19 h 1749"/>
                <a:gd name="T8" fmla="*/ 1399 w 2584"/>
                <a:gd name="T9" fmla="*/ 32 h 1749"/>
                <a:gd name="T10" fmla="*/ 2476 w 2584"/>
                <a:gd name="T11" fmla="*/ 684 h 1749"/>
                <a:gd name="T12" fmla="*/ 2503 w 2584"/>
                <a:gd name="T13" fmla="*/ 704 h 1749"/>
                <a:gd name="T14" fmla="*/ 2527 w 2584"/>
                <a:gd name="T15" fmla="*/ 726 h 1749"/>
                <a:gd name="T16" fmla="*/ 2547 w 2584"/>
                <a:gd name="T17" fmla="*/ 753 h 1749"/>
                <a:gd name="T18" fmla="*/ 2563 w 2584"/>
                <a:gd name="T19" fmla="*/ 781 h 1749"/>
                <a:gd name="T20" fmla="*/ 2574 w 2584"/>
                <a:gd name="T21" fmla="*/ 812 h 1749"/>
                <a:gd name="T22" fmla="*/ 2582 w 2584"/>
                <a:gd name="T23" fmla="*/ 844 h 1749"/>
                <a:gd name="T24" fmla="*/ 2584 w 2584"/>
                <a:gd name="T25" fmla="*/ 876 h 1749"/>
                <a:gd name="T26" fmla="*/ 2582 w 2584"/>
                <a:gd name="T27" fmla="*/ 910 h 1749"/>
                <a:gd name="T28" fmla="*/ 2574 w 2584"/>
                <a:gd name="T29" fmla="*/ 942 h 1749"/>
                <a:gd name="T30" fmla="*/ 2563 w 2584"/>
                <a:gd name="T31" fmla="*/ 973 h 1749"/>
                <a:gd name="T32" fmla="*/ 2547 w 2584"/>
                <a:gd name="T33" fmla="*/ 1001 h 1749"/>
                <a:gd name="T34" fmla="*/ 2527 w 2584"/>
                <a:gd name="T35" fmla="*/ 1028 h 1749"/>
                <a:gd name="T36" fmla="*/ 2503 w 2584"/>
                <a:gd name="T37" fmla="*/ 1050 h 1749"/>
                <a:gd name="T38" fmla="*/ 2476 w 2584"/>
                <a:gd name="T39" fmla="*/ 1070 h 1749"/>
                <a:gd name="T40" fmla="*/ 1559 w 2584"/>
                <a:gd name="T41" fmla="*/ 1624 h 1749"/>
                <a:gd name="T42" fmla="*/ 1406 w 2584"/>
                <a:gd name="T43" fmla="*/ 1717 h 1749"/>
                <a:gd name="T44" fmla="*/ 1379 w 2584"/>
                <a:gd name="T45" fmla="*/ 1731 h 1749"/>
                <a:gd name="T46" fmla="*/ 1350 w 2584"/>
                <a:gd name="T47" fmla="*/ 1741 h 1749"/>
                <a:gd name="T48" fmla="*/ 1321 w 2584"/>
                <a:gd name="T49" fmla="*/ 1747 h 1749"/>
                <a:gd name="T50" fmla="*/ 1290 w 2584"/>
                <a:gd name="T51" fmla="*/ 1749 h 1749"/>
                <a:gd name="T52" fmla="*/ 1259 w 2584"/>
                <a:gd name="T53" fmla="*/ 1747 h 1749"/>
                <a:gd name="T54" fmla="*/ 1230 w 2584"/>
                <a:gd name="T55" fmla="*/ 1741 h 1749"/>
                <a:gd name="T56" fmla="*/ 1200 w 2584"/>
                <a:gd name="T57" fmla="*/ 1731 h 1749"/>
                <a:gd name="T58" fmla="*/ 1174 w 2584"/>
                <a:gd name="T59" fmla="*/ 1716 h 1749"/>
                <a:gd name="T60" fmla="*/ 109 w 2584"/>
                <a:gd name="T61" fmla="*/ 1071 h 1749"/>
                <a:gd name="T62" fmla="*/ 81 w 2584"/>
                <a:gd name="T63" fmla="*/ 1052 h 1749"/>
                <a:gd name="T64" fmla="*/ 58 w 2584"/>
                <a:gd name="T65" fmla="*/ 1029 h 1749"/>
                <a:gd name="T66" fmla="*/ 38 w 2584"/>
                <a:gd name="T67" fmla="*/ 1003 h 1749"/>
                <a:gd name="T68" fmla="*/ 22 w 2584"/>
                <a:gd name="T69" fmla="*/ 975 h 1749"/>
                <a:gd name="T70" fmla="*/ 11 w 2584"/>
                <a:gd name="T71" fmla="*/ 944 h 1749"/>
                <a:gd name="T72" fmla="*/ 3 w 2584"/>
                <a:gd name="T73" fmla="*/ 912 h 1749"/>
                <a:gd name="T74" fmla="*/ 0 w 2584"/>
                <a:gd name="T75" fmla="*/ 880 h 1749"/>
                <a:gd name="T76" fmla="*/ 2 w 2584"/>
                <a:gd name="T77" fmla="*/ 847 h 1749"/>
                <a:gd name="T78" fmla="*/ 10 w 2584"/>
                <a:gd name="T79" fmla="*/ 814 h 1749"/>
                <a:gd name="T80" fmla="*/ 21 w 2584"/>
                <a:gd name="T81" fmla="*/ 784 h 1749"/>
                <a:gd name="T82" fmla="*/ 37 w 2584"/>
                <a:gd name="T83" fmla="*/ 756 h 1749"/>
                <a:gd name="T84" fmla="*/ 57 w 2584"/>
                <a:gd name="T85" fmla="*/ 730 h 1749"/>
                <a:gd name="T86" fmla="*/ 80 w 2584"/>
                <a:gd name="T87" fmla="*/ 706 h 1749"/>
                <a:gd name="T88" fmla="*/ 107 w 2584"/>
                <a:gd name="T89" fmla="*/ 687 h 1749"/>
                <a:gd name="T90" fmla="*/ 1164 w 2584"/>
                <a:gd name="T91" fmla="*/ 33 h 1749"/>
                <a:gd name="T92" fmla="*/ 1192 w 2584"/>
                <a:gd name="T93" fmla="*/ 19 h 1749"/>
                <a:gd name="T94" fmla="*/ 1220 w 2584"/>
                <a:gd name="T95" fmla="*/ 8 h 1749"/>
                <a:gd name="T96" fmla="*/ 1251 w 2584"/>
                <a:gd name="T97" fmla="*/ 2 h 1749"/>
                <a:gd name="T98" fmla="*/ 1283 w 2584"/>
                <a:gd name="T99" fmla="*/ 0 h 1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84" h="1749">
                  <a:moveTo>
                    <a:pt x="1283" y="0"/>
                  </a:moveTo>
                  <a:lnTo>
                    <a:pt x="1312" y="2"/>
                  </a:lnTo>
                  <a:lnTo>
                    <a:pt x="1343" y="8"/>
                  </a:lnTo>
                  <a:lnTo>
                    <a:pt x="1371" y="19"/>
                  </a:lnTo>
                  <a:lnTo>
                    <a:pt x="1399" y="32"/>
                  </a:lnTo>
                  <a:lnTo>
                    <a:pt x="2476" y="684"/>
                  </a:lnTo>
                  <a:lnTo>
                    <a:pt x="2503" y="704"/>
                  </a:lnTo>
                  <a:lnTo>
                    <a:pt x="2527" y="726"/>
                  </a:lnTo>
                  <a:lnTo>
                    <a:pt x="2547" y="753"/>
                  </a:lnTo>
                  <a:lnTo>
                    <a:pt x="2563" y="781"/>
                  </a:lnTo>
                  <a:lnTo>
                    <a:pt x="2574" y="812"/>
                  </a:lnTo>
                  <a:lnTo>
                    <a:pt x="2582" y="844"/>
                  </a:lnTo>
                  <a:lnTo>
                    <a:pt x="2584" y="876"/>
                  </a:lnTo>
                  <a:lnTo>
                    <a:pt x="2582" y="910"/>
                  </a:lnTo>
                  <a:lnTo>
                    <a:pt x="2574" y="942"/>
                  </a:lnTo>
                  <a:lnTo>
                    <a:pt x="2563" y="973"/>
                  </a:lnTo>
                  <a:lnTo>
                    <a:pt x="2547" y="1001"/>
                  </a:lnTo>
                  <a:lnTo>
                    <a:pt x="2527" y="1028"/>
                  </a:lnTo>
                  <a:lnTo>
                    <a:pt x="2503" y="1050"/>
                  </a:lnTo>
                  <a:lnTo>
                    <a:pt x="2476" y="1070"/>
                  </a:lnTo>
                  <a:lnTo>
                    <a:pt x="1559" y="1624"/>
                  </a:lnTo>
                  <a:lnTo>
                    <a:pt x="1406" y="1717"/>
                  </a:lnTo>
                  <a:lnTo>
                    <a:pt x="1379" y="1731"/>
                  </a:lnTo>
                  <a:lnTo>
                    <a:pt x="1350" y="1741"/>
                  </a:lnTo>
                  <a:lnTo>
                    <a:pt x="1321" y="1747"/>
                  </a:lnTo>
                  <a:lnTo>
                    <a:pt x="1290" y="1749"/>
                  </a:lnTo>
                  <a:lnTo>
                    <a:pt x="1259" y="1747"/>
                  </a:lnTo>
                  <a:lnTo>
                    <a:pt x="1230" y="1741"/>
                  </a:lnTo>
                  <a:lnTo>
                    <a:pt x="1200" y="1731"/>
                  </a:lnTo>
                  <a:lnTo>
                    <a:pt x="1174" y="1716"/>
                  </a:lnTo>
                  <a:lnTo>
                    <a:pt x="109" y="1071"/>
                  </a:lnTo>
                  <a:lnTo>
                    <a:pt x="81" y="1052"/>
                  </a:lnTo>
                  <a:lnTo>
                    <a:pt x="58" y="1029"/>
                  </a:lnTo>
                  <a:lnTo>
                    <a:pt x="38" y="1003"/>
                  </a:lnTo>
                  <a:lnTo>
                    <a:pt x="22" y="975"/>
                  </a:lnTo>
                  <a:lnTo>
                    <a:pt x="11" y="944"/>
                  </a:lnTo>
                  <a:lnTo>
                    <a:pt x="3" y="912"/>
                  </a:lnTo>
                  <a:lnTo>
                    <a:pt x="0" y="880"/>
                  </a:lnTo>
                  <a:lnTo>
                    <a:pt x="2" y="847"/>
                  </a:lnTo>
                  <a:lnTo>
                    <a:pt x="10" y="814"/>
                  </a:lnTo>
                  <a:lnTo>
                    <a:pt x="21" y="784"/>
                  </a:lnTo>
                  <a:lnTo>
                    <a:pt x="37" y="756"/>
                  </a:lnTo>
                  <a:lnTo>
                    <a:pt x="57" y="730"/>
                  </a:lnTo>
                  <a:lnTo>
                    <a:pt x="80" y="706"/>
                  </a:lnTo>
                  <a:lnTo>
                    <a:pt x="107" y="687"/>
                  </a:lnTo>
                  <a:lnTo>
                    <a:pt x="1164" y="33"/>
                  </a:lnTo>
                  <a:lnTo>
                    <a:pt x="1192" y="19"/>
                  </a:lnTo>
                  <a:lnTo>
                    <a:pt x="1220" y="8"/>
                  </a:lnTo>
                  <a:lnTo>
                    <a:pt x="1251" y="2"/>
                  </a:lnTo>
                  <a:lnTo>
                    <a:pt x="128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42" name="Freeform 264"/>
            <p:cNvSpPr>
              <a:spLocks/>
            </p:cNvSpPr>
            <p:nvPr/>
          </p:nvSpPr>
          <p:spPr bwMode="auto">
            <a:xfrm>
              <a:off x="1276" y="2508"/>
              <a:ext cx="337" cy="218"/>
            </a:xfrm>
            <a:custGeom>
              <a:avLst/>
              <a:gdLst>
                <a:gd name="T0" fmla="*/ 1170 w 2359"/>
                <a:gd name="T1" fmla="*/ 0 h 1524"/>
                <a:gd name="T2" fmla="*/ 1190 w 2359"/>
                <a:gd name="T3" fmla="*/ 2 h 1524"/>
                <a:gd name="T4" fmla="*/ 1209 w 2359"/>
                <a:gd name="T5" fmla="*/ 7 h 1524"/>
                <a:gd name="T6" fmla="*/ 1228 w 2359"/>
                <a:gd name="T7" fmla="*/ 16 h 1524"/>
                <a:gd name="T8" fmla="*/ 2304 w 2359"/>
                <a:gd name="T9" fmla="*/ 667 h 1524"/>
                <a:gd name="T10" fmla="*/ 2323 w 2359"/>
                <a:gd name="T11" fmla="*/ 682 h 1524"/>
                <a:gd name="T12" fmla="*/ 2338 w 2359"/>
                <a:gd name="T13" fmla="*/ 699 h 1524"/>
                <a:gd name="T14" fmla="*/ 2350 w 2359"/>
                <a:gd name="T15" fmla="*/ 719 h 1524"/>
                <a:gd name="T16" fmla="*/ 2356 w 2359"/>
                <a:gd name="T17" fmla="*/ 741 h 1524"/>
                <a:gd name="T18" fmla="*/ 2359 w 2359"/>
                <a:gd name="T19" fmla="*/ 763 h 1524"/>
                <a:gd name="T20" fmla="*/ 2356 w 2359"/>
                <a:gd name="T21" fmla="*/ 787 h 1524"/>
                <a:gd name="T22" fmla="*/ 2350 w 2359"/>
                <a:gd name="T23" fmla="*/ 809 h 1524"/>
                <a:gd name="T24" fmla="*/ 2338 w 2359"/>
                <a:gd name="T25" fmla="*/ 829 h 1524"/>
                <a:gd name="T26" fmla="*/ 2323 w 2359"/>
                <a:gd name="T27" fmla="*/ 846 h 1524"/>
                <a:gd name="T28" fmla="*/ 2304 w 2359"/>
                <a:gd name="T29" fmla="*/ 860 h 1524"/>
                <a:gd name="T30" fmla="*/ 1388 w 2359"/>
                <a:gd name="T31" fmla="*/ 1415 h 1524"/>
                <a:gd name="T32" fmla="*/ 1235 w 2359"/>
                <a:gd name="T33" fmla="*/ 1507 h 1524"/>
                <a:gd name="T34" fmla="*/ 1216 w 2359"/>
                <a:gd name="T35" fmla="*/ 1517 h 1524"/>
                <a:gd name="T36" fmla="*/ 1197 w 2359"/>
                <a:gd name="T37" fmla="*/ 1522 h 1524"/>
                <a:gd name="T38" fmla="*/ 1177 w 2359"/>
                <a:gd name="T39" fmla="*/ 1524 h 1524"/>
                <a:gd name="T40" fmla="*/ 1157 w 2359"/>
                <a:gd name="T41" fmla="*/ 1522 h 1524"/>
                <a:gd name="T42" fmla="*/ 1137 w 2359"/>
                <a:gd name="T43" fmla="*/ 1517 h 1524"/>
                <a:gd name="T44" fmla="*/ 1119 w 2359"/>
                <a:gd name="T45" fmla="*/ 1507 h 1524"/>
                <a:gd name="T46" fmla="*/ 54 w 2359"/>
                <a:gd name="T47" fmla="*/ 862 h 1524"/>
                <a:gd name="T48" fmla="*/ 35 w 2359"/>
                <a:gd name="T49" fmla="*/ 848 h 1524"/>
                <a:gd name="T50" fmla="*/ 20 w 2359"/>
                <a:gd name="T51" fmla="*/ 830 h 1524"/>
                <a:gd name="T52" fmla="*/ 10 w 2359"/>
                <a:gd name="T53" fmla="*/ 811 h 1524"/>
                <a:gd name="T54" fmla="*/ 2 w 2359"/>
                <a:gd name="T55" fmla="*/ 789 h 1524"/>
                <a:gd name="T56" fmla="*/ 0 w 2359"/>
                <a:gd name="T57" fmla="*/ 766 h 1524"/>
                <a:gd name="T58" fmla="*/ 2 w 2359"/>
                <a:gd name="T59" fmla="*/ 743 h 1524"/>
                <a:gd name="T60" fmla="*/ 9 w 2359"/>
                <a:gd name="T61" fmla="*/ 721 h 1524"/>
                <a:gd name="T62" fmla="*/ 20 w 2359"/>
                <a:gd name="T63" fmla="*/ 701 h 1524"/>
                <a:gd name="T64" fmla="*/ 35 w 2359"/>
                <a:gd name="T65" fmla="*/ 684 h 1524"/>
                <a:gd name="T66" fmla="*/ 53 w 2359"/>
                <a:gd name="T67" fmla="*/ 669 h 1524"/>
                <a:gd name="T68" fmla="*/ 1110 w 2359"/>
                <a:gd name="T69" fmla="*/ 17 h 1524"/>
                <a:gd name="T70" fmla="*/ 1128 w 2359"/>
                <a:gd name="T71" fmla="*/ 7 h 1524"/>
                <a:gd name="T72" fmla="*/ 1148 w 2359"/>
                <a:gd name="T73" fmla="*/ 2 h 1524"/>
                <a:gd name="T74" fmla="*/ 1170 w 2359"/>
                <a:gd name="T7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59" h="1524">
                  <a:moveTo>
                    <a:pt x="1170" y="0"/>
                  </a:moveTo>
                  <a:lnTo>
                    <a:pt x="1190" y="2"/>
                  </a:lnTo>
                  <a:lnTo>
                    <a:pt x="1209" y="7"/>
                  </a:lnTo>
                  <a:lnTo>
                    <a:pt x="1228" y="16"/>
                  </a:lnTo>
                  <a:lnTo>
                    <a:pt x="2304" y="667"/>
                  </a:lnTo>
                  <a:lnTo>
                    <a:pt x="2323" y="682"/>
                  </a:lnTo>
                  <a:lnTo>
                    <a:pt x="2338" y="699"/>
                  </a:lnTo>
                  <a:lnTo>
                    <a:pt x="2350" y="719"/>
                  </a:lnTo>
                  <a:lnTo>
                    <a:pt x="2356" y="741"/>
                  </a:lnTo>
                  <a:lnTo>
                    <a:pt x="2359" y="763"/>
                  </a:lnTo>
                  <a:lnTo>
                    <a:pt x="2356" y="787"/>
                  </a:lnTo>
                  <a:lnTo>
                    <a:pt x="2350" y="809"/>
                  </a:lnTo>
                  <a:lnTo>
                    <a:pt x="2338" y="829"/>
                  </a:lnTo>
                  <a:lnTo>
                    <a:pt x="2323" y="846"/>
                  </a:lnTo>
                  <a:lnTo>
                    <a:pt x="2304" y="860"/>
                  </a:lnTo>
                  <a:lnTo>
                    <a:pt x="1388" y="1415"/>
                  </a:lnTo>
                  <a:lnTo>
                    <a:pt x="1235" y="1507"/>
                  </a:lnTo>
                  <a:lnTo>
                    <a:pt x="1216" y="1517"/>
                  </a:lnTo>
                  <a:lnTo>
                    <a:pt x="1197" y="1522"/>
                  </a:lnTo>
                  <a:lnTo>
                    <a:pt x="1177" y="1524"/>
                  </a:lnTo>
                  <a:lnTo>
                    <a:pt x="1157" y="1522"/>
                  </a:lnTo>
                  <a:lnTo>
                    <a:pt x="1137" y="1517"/>
                  </a:lnTo>
                  <a:lnTo>
                    <a:pt x="1119" y="1507"/>
                  </a:lnTo>
                  <a:lnTo>
                    <a:pt x="54" y="862"/>
                  </a:lnTo>
                  <a:lnTo>
                    <a:pt x="35" y="848"/>
                  </a:lnTo>
                  <a:lnTo>
                    <a:pt x="20" y="830"/>
                  </a:lnTo>
                  <a:lnTo>
                    <a:pt x="10" y="811"/>
                  </a:lnTo>
                  <a:lnTo>
                    <a:pt x="2" y="789"/>
                  </a:lnTo>
                  <a:lnTo>
                    <a:pt x="0" y="766"/>
                  </a:lnTo>
                  <a:lnTo>
                    <a:pt x="2" y="743"/>
                  </a:lnTo>
                  <a:lnTo>
                    <a:pt x="9" y="721"/>
                  </a:lnTo>
                  <a:lnTo>
                    <a:pt x="20" y="701"/>
                  </a:lnTo>
                  <a:lnTo>
                    <a:pt x="35" y="684"/>
                  </a:lnTo>
                  <a:lnTo>
                    <a:pt x="53" y="669"/>
                  </a:lnTo>
                  <a:lnTo>
                    <a:pt x="1110" y="17"/>
                  </a:lnTo>
                  <a:lnTo>
                    <a:pt x="1128" y="7"/>
                  </a:lnTo>
                  <a:lnTo>
                    <a:pt x="1148" y="2"/>
                  </a:lnTo>
                  <a:lnTo>
                    <a:pt x="117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43" name="Freeform 265"/>
            <p:cNvSpPr>
              <a:spLocks/>
            </p:cNvSpPr>
            <p:nvPr/>
          </p:nvSpPr>
          <p:spPr bwMode="auto">
            <a:xfrm>
              <a:off x="1292" y="2524"/>
              <a:ext cx="305" cy="185"/>
            </a:xfrm>
            <a:custGeom>
              <a:avLst/>
              <a:gdLst>
                <a:gd name="T0" fmla="*/ 1058 w 2134"/>
                <a:gd name="T1" fmla="*/ 0 h 1299"/>
                <a:gd name="T2" fmla="*/ 2134 w 2134"/>
                <a:gd name="T3" fmla="*/ 651 h 1299"/>
                <a:gd name="T4" fmla="*/ 1314 w 2134"/>
                <a:gd name="T5" fmla="*/ 1149 h 1299"/>
                <a:gd name="T6" fmla="*/ 1218 w 2134"/>
                <a:gd name="T7" fmla="*/ 1207 h 1299"/>
                <a:gd name="T8" fmla="*/ 1065 w 2134"/>
                <a:gd name="T9" fmla="*/ 1299 h 1299"/>
                <a:gd name="T10" fmla="*/ 1043 w 2134"/>
                <a:gd name="T11" fmla="*/ 1285 h 1299"/>
                <a:gd name="T12" fmla="*/ 1017 w 2134"/>
                <a:gd name="T13" fmla="*/ 1270 h 1299"/>
                <a:gd name="T14" fmla="*/ 988 w 2134"/>
                <a:gd name="T15" fmla="*/ 1253 h 1299"/>
                <a:gd name="T16" fmla="*/ 955 w 2134"/>
                <a:gd name="T17" fmla="*/ 1232 h 1299"/>
                <a:gd name="T18" fmla="*/ 918 w 2134"/>
                <a:gd name="T19" fmla="*/ 1210 h 1299"/>
                <a:gd name="T20" fmla="*/ 878 w 2134"/>
                <a:gd name="T21" fmla="*/ 1186 h 1299"/>
                <a:gd name="T22" fmla="*/ 834 w 2134"/>
                <a:gd name="T23" fmla="*/ 1159 h 1299"/>
                <a:gd name="T24" fmla="*/ 785 w 2134"/>
                <a:gd name="T25" fmla="*/ 1129 h 1299"/>
                <a:gd name="T26" fmla="*/ 732 w 2134"/>
                <a:gd name="T27" fmla="*/ 1097 h 1299"/>
                <a:gd name="T28" fmla="*/ 674 w 2134"/>
                <a:gd name="T29" fmla="*/ 1062 h 1299"/>
                <a:gd name="T30" fmla="*/ 612 w 2134"/>
                <a:gd name="T31" fmla="*/ 1024 h 1299"/>
                <a:gd name="T32" fmla="*/ 544 w 2134"/>
                <a:gd name="T33" fmla="*/ 983 h 1299"/>
                <a:gd name="T34" fmla="*/ 472 w 2134"/>
                <a:gd name="T35" fmla="*/ 940 h 1299"/>
                <a:gd name="T36" fmla="*/ 0 w 2134"/>
                <a:gd name="T37" fmla="*/ 654 h 1299"/>
                <a:gd name="T38" fmla="*/ 1058 w 2134"/>
                <a:gd name="T39" fmla="*/ 0 h 1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34" h="1299">
                  <a:moveTo>
                    <a:pt x="1058" y="0"/>
                  </a:moveTo>
                  <a:lnTo>
                    <a:pt x="2134" y="651"/>
                  </a:lnTo>
                  <a:lnTo>
                    <a:pt x="1314" y="1149"/>
                  </a:lnTo>
                  <a:lnTo>
                    <a:pt x="1218" y="1207"/>
                  </a:lnTo>
                  <a:lnTo>
                    <a:pt x="1065" y="1299"/>
                  </a:lnTo>
                  <a:lnTo>
                    <a:pt x="1043" y="1285"/>
                  </a:lnTo>
                  <a:lnTo>
                    <a:pt x="1017" y="1270"/>
                  </a:lnTo>
                  <a:lnTo>
                    <a:pt x="988" y="1253"/>
                  </a:lnTo>
                  <a:lnTo>
                    <a:pt x="955" y="1232"/>
                  </a:lnTo>
                  <a:lnTo>
                    <a:pt x="918" y="1210"/>
                  </a:lnTo>
                  <a:lnTo>
                    <a:pt x="878" y="1186"/>
                  </a:lnTo>
                  <a:lnTo>
                    <a:pt x="834" y="1159"/>
                  </a:lnTo>
                  <a:lnTo>
                    <a:pt x="785" y="1129"/>
                  </a:lnTo>
                  <a:lnTo>
                    <a:pt x="732" y="1097"/>
                  </a:lnTo>
                  <a:lnTo>
                    <a:pt x="674" y="1062"/>
                  </a:lnTo>
                  <a:lnTo>
                    <a:pt x="612" y="1024"/>
                  </a:lnTo>
                  <a:lnTo>
                    <a:pt x="544" y="983"/>
                  </a:lnTo>
                  <a:lnTo>
                    <a:pt x="472" y="940"/>
                  </a:lnTo>
                  <a:lnTo>
                    <a:pt x="0" y="654"/>
                  </a:lnTo>
                  <a:lnTo>
                    <a:pt x="1058"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44" name="Freeform 266"/>
            <p:cNvSpPr>
              <a:spLocks/>
            </p:cNvSpPr>
            <p:nvPr/>
          </p:nvSpPr>
          <p:spPr bwMode="auto">
            <a:xfrm>
              <a:off x="1402" y="2591"/>
              <a:ext cx="195" cy="118"/>
            </a:xfrm>
            <a:custGeom>
              <a:avLst/>
              <a:gdLst>
                <a:gd name="T0" fmla="*/ 1069 w 1365"/>
                <a:gd name="T1" fmla="*/ 0 h 826"/>
                <a:gd name="T2" fmla="*/ 1365 w 1365"/>
                <a:gd name="T3" fmla="*/ 178 h 826"/>
                <a:gd name="T4" fmla="*/ 545 w 1365"/>
                <a:gd name="T5" fmla="*/ 676 h 826"/>
                <a:gd name="T6" fmla="*/ 449 w 1365"/>
                <a:gd name="T7" fmla="*/ 734 h 826"/>
                <a:gd name="T8" fmla="*/ 296 w 1365"/>
                <a:gd name="T9" fmla="*/ 826 h 826"/>
                <a:gd name="T10" fmla="*/ 0 w 1365"/>
                <a:gd name="T11" fmla="*/ 646 h 826"/>
                <a:gd name="T12" fmla="*/ 5 w 1365"/>
                <a:gd name="T13" fmla="*/ 625 h 826"/>
                <a:gd name="T14" fmla="*/ 13 w 1365"/>
                <a:gd name="T15" fmla="*/ 602 h 826"/>
                <a:gd name="T16" fmla="*/ 21 w 1365"/>
                <a:gd name="T17" fmla="*/ 579 h 826"/>
                <a:gd name="T18" fmla="*/ 32 w 1365"/>
                <a:gd name="T19" fmla="*/ 557 h 826"/>
                <a:gd name="T20" fmla="*/ 43 w 1365"/>
                <a:gd name="T21" fmla="*/ 534 h 826"/>
                <a:gd name="T22" fmla="*/ 56 w 1365"/>
                <a:gd name="T23" fmla="*/ 514 h 826"/>
                <a:gd name="T24" fmla="*/ 72 w 1365"/>
                <a:gd name="T25" fmla="*/ 496 h 826"/>
                <a:gd name="T26" fmla="*/ 89 w 1365"/>
                <a:gd name="T27" fmla="*/ 483 h 826"/>
                <a:gd name="T28" fmla="*/ 108 w 1365"/>
                <a:gd name="T29" fmla="*/ 472 h 826"/>
                <a:gd name="T30" fmla="*/ 129 w 1365"/>
                <a:gd name="T31" fmla="*/ 468 h 826"/>
                <a:gd name="T32" fmla="*/ 167 w 1365"/>
                <a:gd name="T33" fmla="*/ 465 h 826"/>
                <a:gd name="T34" fmla="*/ 208 w 1365"/>
                <a:gd name="T35" fmla="*/ 465 h 826"/>
                <a:gd name="T36" fmla="*/ 251 w 1365"/>
                <a:gd name="T37" fmla="*/ 465 h 826"/>
                <a:gd name="T38" fmla="*/ 294 w 1365"/>
                <a:gd name="T39" fmla="*/ 466 h 826"/>
                <a:gd name="T40" fmla="*/ 339 w 1365"/>
                <a:gd name="T41" fmla="*/ 465 h 826"/>
                <a:gd name="T42" fmla="*/ 384 w 1365"/>
                <a:gd name="T43" fmla="*/ 463 h 826"/>
                <a:gd name="T44" fmla="*/ 429 w 1365"/>
                <a:gd name="T45" fmla="*/ 456 h 826"/>
                <a:gd name="T46" fmla="*/ 473 w 1365"/>
                <a:gd name="T47" fmla="*/ 447 h 826"/>
                <a:gd name="T48" fmla="*/ 517 w 1365"/>
                <a:gd name="T49" fmla="*/ 432 h 826"/>
                <a:gd name="T50" fmla="*/ 545 w 1365"/>
                <a:gd name="T51" fmla="*/ 418 h 826"/>
                <a:gd name="T52" fmla="*/ 570 w 1365"/>
                <a:gd name="T53" fmla="*/ 401 h 826"/>
                <a:gd name="T54" fmla="*/ 591 w 1365"/>
                <a:gd name="T55" fmla="*/ 382 h 826"/>
                <a:gd name="T56" fmla="*/ 610 w 1365"/>
                <a:gd name="T57" fmla="*/ 361 h 826"/>
                <a:gd name="T58" fmla="*/ 627 w 1365"/>
                <a:gd name="T59" fmla="*/ 339 h 826"/>
                <a:gd name="T60" fmla="*/ 642 w 1365"/>
                <a:gd name="T61" fmla="*/ 316 h 826"/>
                <a:gd name="T62" fmla="*/ 656 w 1365"/>
                <a:gd name="T63" fmla="*/ 293 h 826"/>
                <a:gd name="T64" fmla="*/ 670 w 1365"/>
                <a:gd name="T65" fmla="*/ 270 h 826"/>
                <a:gd name="T66" fmla="*/ 684 w 1365"/>
                <a:gd name="T67" fmla="*/ 249 h 826"/>
                <a:gd name="T68" fmla="*/ 697 w 1365"/>
                <a:gd name="T69" fmla="*/ 229 h 826"/>
                <a:gd name="T70" fmla="*/ 712 w 1365"/>
                <a:gd name="T71" fmla="*/ 211 h 826"/>
                <a:gd name="T72" fmla="*/ 729 w 1365"/>
                <a:gd name="T73" fmla="*/ 196 h 826"/>
                <a:gd name="T74" fmla="*/ 747 w 1365"/>
                <a:gd name="T75" fmla="*/ 185 h 826"/>
                <a:gd name="T76" fmla="*/ 761 w 1365"/>
                <a:gd name="T77" fmla="*/ 177 h 826"/>
                <a:gd name="T78" fmla="*/ 780 w 1365"/>
                <a:gd name="T79" fmla="*/ 168 h 826"/>
                <a:gd name="T80" fmla="*/ 801 w 1365"/>
                <a:gd name="T81" fmla="*/ 155 h 826"/>
                <a:gd name="T82" fmla="*/ 826 w 1365"/>
                <a:gd name="T83" fmla="*/ 141 h 826"/>
                <a:gd name="T84" fmla="*/ 853 w 1365"/>
                <a:gd name="T85" fmla="*/ 126 h 826"/>
                <a:gd name="T86" fmla="*/ 882 w 1365"/>
                <a:gd name="T87" fmla="*/ 110 h 826"/>
                <a:gd name="T88" fmla="*/ 913 w 1365"/>
                <a:gd name="T89" fmla="*/ 92 h 826"/>
                <a:gd name="T90" fmla="*/ 943 w 1365"/>
                <a:gd name="T91" fmla="*/ 73 h 826"/>
                <a:gd name="T92" fmla="*/ 975 w 1365"/>
                <a:gd name="T93" fmla="*/ 55 h 826"/>
                <a:gd name="T94" fmla="*/ 1008 w 1365"/>
                <a:gd name="T95" fmla="*/ 36 h 826"/>
                <a:gd name="T96" fmla="*/ 1039 w 1365"/>
                <a:gd name="T97" fmla="*/ 17 h 826"/>
                <a:gd name="T98" fmla="*/ 1069 w 1365"/>
                <a:gd name="T99" fmla="*/ 0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365" h="826">
                  <a:moveTo>
                    <a:pt x="1069" y="0"/>
                  </a:moveTo>
                  <a:lnTo>
                    <a:pt x="1365" y="178"/>
                  </a:lnTo>
                  <a:lnTo>
                    <a:pt x="545" y="676"/>
                  </a:lnTo>
                  <a:lnTo>
                    <a:pt x="449" y="734"/>
                  </a:lnTo>
                  <a:lnTo>
                    <a:pt x="296" y="826"/>
                  </a:lnTo>
                  <a:lnTo>
                    <a:pt x="0" y="646"/>
                  </a:lnTo>
                  <a:lnTo>
                    <a:pt x="5" y="625"/>
                  </a:lnTo>
                  <a:lnTo>
                    <a:pt x="13" y="602"/>
                  </a:lnTo>
                  <a:lnTo>
                    <a:pt x="21" y="579"/>
                  </a:lnTo>
                  <a:lnTo>
                    <a:pt x="32" y="557"/>
                  </a:lnTo>
                  <a:lnTo>
                    <a:pt x="43" y="534"/>
                  </a:lnTo>
                  <a:lnTo>
                    <a:pt x="56" y="514"/>
                  </a:lnTo>
                  <a:lnTo>
                    <a:pt x="72" y="496"/>
                  </a:lnTo>
                  <a:lnTo>
                    <a:pt x="89" y="483"/>
                  </a:lnTo>
                  <a:lnTo>
                    <a:pt x="108" y="472"/>
                  </a:lnTo>
                  <a:lnTo>
                    <a:pt x="129" y="468"/>
                  </a:lnTo>
                  <a:lnTo>
                    <a:pt x="167" y="465"/>
                  </a:lnTo>
                  <a:lnTo>
                    <a:pt x="208" y="465"/>
                  </a:lnTo>
                  <a:lnTo>
                    <a:pt x="251" y="465"/>
                  </a:lnTo>
                  <a:lnTo>
                    <a:pt x="294" y="466"/>
                  </a:lnTo>
                  <a:lnTo>
                    <a:pt x="339" y="465"/>
                  </a:lnTo>
                  <a:lnTo>
                    <a:pt x="384" y="463"/>
                  </a:lnTo>
                  <a:lnTo>
                    <a:pt x="429" y="456"/>
                  </a:lnTo>
                  <a:lnTo>
                    <a:pt x="473" y="447"/>
                  </a:lnTo>
                  <a:lnTo>
                    <a:pt x="517" y="432"/>
                  </a:lnTo>
                  <a:lnTo>
                    <a:pt x="545" y="418"/>
                  </a:lnTo>
                  <a:lnTo>
                    <a:pt x="570" y="401"/>
                  </a:lnTo>
                  <a:lnTo>
                    <a:pt x="591" y="382"/>
                  </a:lnTo>
                  <a:lnTo>
                    <a:pt x="610" y="361"/>
                  </a:lnTo>
                  <a:lnTo>
                    <a:pt x="627" y="339"/>
                  </a:lnTo>
                  <a:lnTo>
                    <a:pt x="642" y="316"/>
                  </a:lnTo>
                  <a:lnTo>
                    <a:pt x="656" y="293"/>
                  </a:lnTo>
                  <a:lnTo>
                    <a:pt x="670" y="270"/>
                  </a:lnTo>
                  <a:lnTo>
                    <a:pt x="684" y="249"/>
                  </a:lnTo>
                  <a:lnTo>
                    <a:pt x="697" y="229"/>
                  </a:lnTo>
                  <a:lnTo>
                    <a:pt x="712" y="211"/>
                  </a:lnTo>
                  <a:lnTo>
                    <a:pt x="729" y="196"/>
                  </a:lnTo>
                  <a:lnTo>
                    <a:pt x="747" y="185"/>
                  </a:lnTo>
                  <a:lnTo>
                    <a:pt x="761" y="177"/>
                  </a:lnTo>
                  <a:lnTo>
                    <a:pt x="780" y="168"/>
                  </a:lnTo>
                  <a:lnTo>
                    <a:pt x="801" y="155"/>
                  </a:lnTo>
                  <a:lnTo>
                    <a:pt x="826" y="141"/>
                  </a:lnTo>
                  <a:lnTo>
                    <a:pt x="853" y="126"/>
                  </a:lnTo>
                  <a:lnTo>
                    <a:pt x="882" y="110"/>
                  </a:lnTo>
                  <a:lnTo>
                    <a:pt x="913" y="92"/>
                  </a:lnTo>
                  <a:lnTo>
                    <a:pt x="943" y="73"/>
                  </a:lnTo>
                  <a:lnTo>
                    <a:pt x="975" y="55"/>
                  </a:lnTo>
                  <a:lnTo>
                    <a:pt x="1008" y="36"/>
                  </a:lnTo>
                  <a:lnTo>
                    <a:pt x="1039" y="17"/>
                  </a:lnTo>
                  <a:lnTo>
                    <a:pt x="1069"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45" name="Freeform 267"/>
            <p:cNvSpPr>
              <a:spLocks/>
            </p:cNvSpPr>
            <p:nvPr/>
          </p:nvSpPr>
          <p:spPr bwMode="auto">
            <a:xfrm>
              <a:off x="1494" y="2577"/>
              <a:ext cx="103" cy="102"/>
            </a:xfrm>
            <a:custGeom>
              <a:avLst/>
              <a:gdLst>
                <a:gd name="T0" fmla="*/ 253 w 720"/>
                <a:gd name="T1" fmla="*/ 0 h 720"/>
                <a:gd name="T2" fmla="*/ 720 w 720"/>
                <a:gd name="T3" fmla="*/ 282 h 720"/>
                <a:gd name="T4" fmla="*/ 0 w 720"/>
                <a:gd name="T5" fmla="*/ 720 h 720"/>
                <a:gd name="T6" fmla="*/ 13 w 720"/>
                <a:gd name="T7" fmla="*/ 692 h 720"/>
                <a:gd name="T8" fmla="*/ 27 w 720"/>
                <a:gd name="T9" fmla="*/ 665 h 720"/>
                <a:gd name="T10" fmla="*/ 38 w 720"/>
                <a:gd name="T11" fmla="*/ 636 h 720"/>
                <a:gd name="T12" fmla="*/ 47 w 720"/>
                <a:gd name="T13" fmla="*/ 608 h 720"/>
                <a:gd name="T14" fmla="*/ 52 w 720"/>
                <a:gd name="T15" fmla="*/ 580 h 720"/>
                <a:gd name="T16" fmla="*/ 54 w 720"/>
                <a:gd name="T17" fmla="*/ 554 h 720"/>
                <a:gd name="T18" fmla="*/ 53 w 720"/>
                <a:gd name="T19" fmla="*/ 524 h 720"/>
                <a:gd name="T20" fmla="*/ 49 w 720"/>
                <a:gd name="T21" fmla="*/ 496 h 720"/>
                <a:gd name="T22" fmla="*/ 45 w 720"/>
                <a:gd name="T23" fmla="*/ 467 h 720"/>
                <a:gd name="T24" fmla="*/ 39 w 720"/>
                <a:gd name="T25" fmla="*/ 440 h 720"/>
                <a:gd name="T26" fmla="*/ 33 w 720"/>
                <a:gd name="T27" fmla="*/ 412 h 720"/>
                <a:gd name="T28" fmla="*/ 28 w 720"/>
                <a:gd name="T29" fmla="*/ 386 h 720"/>
                <a:gd name="T30" fmla="*/ 25 w 720"/>
                <a:gd name="T31" fmla="*/ 361 h 720"/>
                <a:gd name="T32" fmla="*/ 23 w 720"/>
                <a:gd name="T33" fmla="*/ 337 h 720"/>
                <a:gd name="T34" fmla="*/ 25 w 720"/>
                <a:gd name="T35" fmla="*/ 314 h 720"/>
                <a:gd name="T36" fmla="*/ 30 w 720"/>
                <a:gd name="T37" fmla="*/ 292 h 720"/>
                <a:gd name="T38" fmla="*/ 40 w 720"/>
                <a:gd name="T39" fmla="*/ 272 h 720"/>
                <a:gd name="T40" fmla="*/ 54 w 720"/>
                <a:gd name="T41" fmla="*/ 254 h 720"/>
                <a:gd name="T42" fmla="*/ 72 w 720"/>
                <a:gd name="T43" fmla="*/ 236 h 720"/>
                <a:gd name="T44" fmla="*/ 89 w 720"/>
                <a:gd name="T45" fmla="*/ 216 h 720"/>
                <a:gd name="T46" fmla="*/ 106 w 720"/>
                <a:gd name="T47" fmla="*/ 197 h 720"/>
                <a:gd name="T48" fmla="*/ 122 w 720"/>
                <a:gd name="T49" fmla="*/ 177 h 720"/>
                <a:gd name="T50" fmla="*/ 138 w 720"/>
                <a:gd name="T51" fmla="*/ 158 h 720"/>
                <a:gd name="T52" fmla="*/ 152 w 720"/>
                <a:gd name="T53" fmla="*/ 139 h 720"/>
                <a:gd name="T54" fmla="*/ 164 w 720"/>
                <a:gd name="T55" fmla="*/ 122 h 720"/>
                <a:gd name="T56" fmla="*/ 175 w 720"/>
                <a:gd name="T57" fmla="*/ 107 h 720"/>
                <a:gd name="T58" fmla="*/ 183 w 720"/>
                <a:gd name="T59" fmla="*/ 95 h 720"/>
                <a:gd name="T60" fmla="*/ 190 w 720"/>
                <a:gd name="T61" fmla="*/ 86 h 720"/>
                <a:gd name="T62" fmla="*/ 194 w 720"/>
                <a:gd name="T63" fmla="*/ 80 h 720"/>
                <a:gd name="T64" fmla="*/ 196 w 720"/>
                <a:gd name="T65" fmla="*/ 78 h 720"/>
                <a:gd name="T66" fmla="*/ 253 w 720"/>
                <a:gd name="T67" fmla="*/ 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20" h="720">
                  <a:moveTo>
                    <a:pt x="253" y="0"/>
                  </a:moveTo>
                  <a:lnTo>
                    <a:pt x="720" y="282"/>
                  </a:lnTo>
                  <a:lnTo>
                    <a:pt x="0" y="720"/>
                  </a:lnTo>
                  <a:lnTo>
                    <a:pt x="13" y="692"/>
                  </a:lnTo>
                  <a:lnTo>
                    <a:pt x="27" y="665"/>
                  </a:lnTo>
                  <a:lnTo>
                    <a:pt x="38" y="636"/>
                  </a:lnTo>
                  <a:lnTo>
                    <a:pt x="47" y="608"/>
                  </a:lnTo>
                  <a:lnTo>
                    <a:pt x="52" y="580"/>
                  </a:lnTo>
                  <a:lnTo>
                    <a:pt x="54" y="554"/>
                  </a:lnTo>
                  <a:lnTo>
                    <a:pt x="53" y="524"/>
                  </a:lnTo>
                  <a:lnTo>
                    <a:pt x="49" y="496"/>
                  </a:lnTo>
                  <a:lnTo>
                    <a:pt x="45" y="467"/>
                  </a:lnTo>
                  <a:lnTo>
                    <a:pt x="39" y="440"/>
                  </a:lnTo>
                  <a:lnTo>
                    <a:pt x="33" y="412"/>
                  </a:lnTo>
                  <a:lnTo>
                    <a:pt x="28" y="386"/>
                  </a:lnTo>
                  <a:lnTo>
                    <a:pt x="25" y="361"/>
                  </a:lnTo>
                  <a:lnTo>
                    <a:pt x="23" y="337"/>
                  </a:lnTo>
                  <a:lnTo>
                    <a:pt x="25" y="314"/>
                  </a:lnTo>
                  <a:lnTo>
                    <a:pt x="30" y="292"/>
                  </a:lnTo>
                  <a:lnTo>
                    <a:pt x="40" y="272"/>
                  </a:lnTo>
                  <a:lnTo>
                    <a:pt x="54" y="254"/>
                  </a:lnTo>
                  <a:lnTo>
                    <a:pt x="72" y="236"/>
                  </a:lnTo>
                  <a:lnTo>
                    <a:pt x="89" y="216"/>
                  </a:lnTo>
                  <a:lnTo>
                    <a:pt x="106" y="197"/>
                  </a:lnTo>
                  <a:lnTo>
                    <a:pt x="122" y="177"/>
                  </a:lnTo>
                  <a:lnTo>
                    <a:pt x="138" y="158"/>
                  </a:lnTo>
                  <a:lnTo>
                    <a:pt x="152" y="139"/>
                  </a:lnTo>
                  <a:lnTo>
                    <a:pt x="164" y="122"/>
                  </a:lnTo>
                  <a:lnTo>
                    <a:pt x="175" y="107"/>
                  </a:lnTo>
                  <a:lnTo>
                    <a:pt x="183" y="95"/>
                  </a:lnTo>
                  <a:lnTo>
                    <a:pt x="190" y="86"/>
                  </a:lnTo>
                  <a:lnTo>
                    <a:pt x="194" y="80"/>
                  </a:lnTo>
                  <a:lnTo>
                    <a:pt x="196" y="78"/>
                  </a:lnTo>
                  <a:lnTo>
                    <a:pt x="253"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46" name="Freeform 268"/>
            <p:cNvSpPr>
              <a:spLocks/>
            </p:cNvSpPr>
            <p:nvPr/>
          </p:nvSpPr>
          <p:spPr bwMode="auto">
            <a:xfrm>
              <a:off x="1350" y="2524"/>
              <a:ext cx="140" cy="68"/>
            </a:xfrm>
            <a:custGeom>
              <a:avLst/>
              <a:gdLst>
                <a:gd name="T0" fmla="*/ 652 w 981"/>
                <a:gd name="T1" fmla="*/ 0 h 475"/>
                <a:gd name="T2" fmla="*/ 981 w 981"/>
                <a:gd name="T3" fmla="*/ 199 h 475"/>
                <a:gd name="T4" fmla="*/ 953 w 981"/>
                <a:gd name="T5" fmla="*/ 204 h 475"/>
                <a:gd name="T6" fmla="*/ 923 w 981"/>
                <a:gd name="T7" fmla="*/ 209 h 475"/>
                <a:gd name="T8" fmla="*/ 893 w 981"/>
                <a:gd name="T9" fmla="*/ 213 h 475"/>
                <a:gd name="T10" fmla="*/ 864 w 981"/>
                <a:gd name="T11" fmla="*/ 219 h 475"/>
                <a:gd name="T12" fmla="*/ 836 w 981"/>
                <a:gd name="T13" fmla="*/ 226 h 475"/>
                <a:gd name="T14" fmla="*/ 811 w 981"/>
                <a:gd name="T15" fmla="*/ 232 h 475"/>
                <a:gd name="T16" fmla="*/ 789 w 981"/>
                <a:gd name="T17" fmla="*/ 239 h 475"/>
                <a:gd name="T18" fmla="*/ 771 w 981"/>
                <a:gd name="T19" fmla="*/ 248 h 475"/>
                <a:gd name="T20" fmla="*/ 758 w 981"/>
                <a:gd name="T21" fmla="*/ 256 h 475"/>
                <a:gd name="T22" fmla="*/ 750 w 981"/>
                <a:gd name="T23" fmla="*/ 265 h 475"/>
                <a:gd name="T24" fmla="*/ 745 w 981"/>
                <a:gd name="T25" fmla="*/ 278 h 475"/>
                <a:gd name="T26" fmla="*/ 736 w 981"/>
                <a:gd name="T27" fmla="*/ 293 h 475"/>
                <a:gd name="T28" fmla="*/ 728 w 981"/>
                <a:gd name="T29" fmla="*/ 311 h 475"/>
                <a:gd name="T30" fmla="*/ 716 w 981"/>
                <a:gd name="T31" fmla="*/ 331 h 475"/>
                <a:gd name="T32" fmla="*/ 703 w 981"/>
                <a:gd name="T33" fmla="*/ 353 h 475"/>
                <a:gd name="T34" fmla="*/ 690 w 981"/>
                <a:gd name="T35" fmla="*/ 375 h 475"/>
                <a:gd name="T36" fmla="*/ 675 w 981"/>
                <a:gd name="T37" fmla="*/ 396 h 475"/>
                <a:gd name="T38" fmla="*/ 658 w 981"/>
                <a:gd name="T39" fmla="*/ 416 h 475"/>
                <a:gd name="T40" fmla="*/ 640 w 981"/>
                <a:gd name="T41" fmla="*/ 435 h 475"/>
                <a:gd name="T42" fmla="*/ 620 w 981"/>
                <a:gd name="T43" fmla="*/ 451 h 475"/>
                <a:gd name="T44" fmla="*/ 600 w 981"/>
                <a:gd name="T45" fmla="*/ 463 h 475"/>
                <a:gd name="T46" fmla="*/ 578 w 981"/>
                <a:gd name="T47" fmla="*/ 472 h 475"/>
                <a:gd name="T48" fmla="*/ 554 w 981"/>
                <a:gd name="T49" fmla="*/ 475 h 475"/>
                <a:gd name="T50" fmla="*/ 530 w 981"/>
                <a:gd name="T51" fmla="*/ 473 h 475"/>
                <a:gd name="T52" fmla="*/ 505 w 981"/>
                <a:gd name="T53" fmla="*/ 464 h 475"/>
                <a:gd name="T54" fmla="*/ 462 w 981"/>
                <a:gd name="T55" fmla="*/ 447 h 475"/>
                <a:gd name="T56" fmla="*/ 421 w 981"/>
                <a:gd name="T57" fmla="*/ 429 h 475"/>
                <a:gd name="T58" fmla="*/ 380 w 981"/>
                <a:gd name="T59" fmla="*/ 413 h 475"/>
                <a:gd name="T60" fmla="*/ 340 w 981"/>
                <a:gd name="T61" fmla="*/ 399 h 475"/>
                <a:gd name="T62" fmla="*/ 300 w 981"/>
                <a:gd name="T63" fmla="*/ 388 h 475"/>
                <a:gd name="T64" fmla="*/ 261 w 981"/>
                <a:gd name="T65" fmla="*/ 382 h 475"/>
                <a:gd name="T66" fmla="*/ 222 w 981"/>
                <a:gd name="T67" fmla="*/ 381 h 475"/>
                <a:gd name="T68" fmla="*/ 183 w 981"/>
                <a:gd name="T69" fmla="*/ 384 h 475"/>
                <a:gd name="T70" fmla="*/ 144 w 981"/>
                <a:gd name="T71" fmla="*/ 394 h 475"/>
                <a:gd name="T72" fmla="*/ 121 w 981"/>
                <a:gd name="T73" fmla="*/ 400 h 475"/>
                <a:gd name="T74" fmla="*/ 95 w 981"/>
                <a:gd name="T75" fmla="*/ 403 h 475"/>
                <a:gd name="T76" fmla="*/ 66 w 981"/>
                <a:gd name="T77" fmla="*/ 404 h 475"/>
                <a:gd name="T78" fmla="*/ 34 w 981"/>
                <a:gd name="T79" fmla="*/ 404 h 475"/>
                <a:gd name="T80" fmla="*/ 0 w 981"/>
                <a:gd name="T81" fmla="*/ 402 h 475"/>
                <a:gd name="T82" fmla="*/ 652 w 981"/>
                <a:gd name="T83" fmla="*/ 0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1" h="475">
                  <a:moveTo>
                    <a:pt x="652" y="0"/>
                  </a:moveTo>
                  <a:lnTo>
                    <a:pt x="981" y="199"/>
                  </a:lnTo>
                  <a:lnTo>
                    <a:pt x="953" y="204"/>
                  </a:lnTo>
                  <a:lnTo>
                    <a:pt x="923" y="209"/>
                  </a:lnTo>
                  <a:lnTo>
                    <a:pt x="893" y="213"/>
                  </a:lnTo>
                  <a:lnTo>
                    <a:pt x="864" y="219"/>
                  </a:lnTo>
                  <a:lnTo>
                    <a:pt x="836" y="226"/>
                  </a:lnTo>
                  <a:lnTo>
                    <a:pt x="811" y="232"/>
                  </a:lnTo>
                  <a:lnTo>
                    <a:pt x="789" y="239"/>
                  </a:lnTo>
                  <a:lnTo>
                    <a:pt x="771" y="248"/>
                  </a:lnTo>
                  <a:lnTo>
                    <a:pt x="758" y="256"/>
                  </a:lnTo>
                  <a:lnTo>
                    <a:pt x="750" y="265"/>
                  </a:lnTo>
                  <a:lnTo>
                    <a:pt x="745" y="278"/>
                  </a:lnTo>
                  <a:lnTo>
                    <a:pt x="736" y="293"/>
                  </a:lnTo>
                  <a:lnTo>
                    <a:pt x="728" y="311"/>
                  </a:lnTo>
                  <a:lnTo>
                    <a:pt x="716" y="331"/>
                  </a:lnTo>
                  <a:lnTo>
                    <a:pt x="703" y="353"/>
                  </a:lnTo>
                  <a:lnTo>
                    <a:pt x="690" y="375"/>
                  </a:lnTo>
                  <a:lnTo>
                    <a:pt x="675" y="396"/>
                  </a:lnTo>
                  <a:lnTo>
                    <a:pt x="658" y="416"/>
                  </a:lnTo>
                  <a:lnTo>
                    <a:pt x="640" y="435"/>
                  </a:lnTo>
                  <a:lnTo>
                    <a:pt x="620" y="451"/>
                  </a:lnTo>
                  <a:lnTo>
                    <a:pt x="600" y="463"/>
                  </a:lnTo>
                  <a:lnTo>
                    <a:pt x="578" y="472"/>
                  </a:lnTo>
                  <a:lnTo>
                    <a:pt x="554" y="475"/>
                  </a:lnTo>
                  <a:lnTo>
                    <a:pt x="530" y="473"/>
                  </a:lnTo>
                  <a:lnTo>
                    <a:pt x="505" y="464"/>
                  </a:lnTo>
                  <a:lnTo>
                    <a:pt x="462" y="447"/>
                  </a:lnTo>
                  <a:lnTo>
                    <a:pt x="421" y="429"/>
                  </a:lnTo>
                  <a:lnTo>
                    <a:pt x="380" y="413"/>
                  </a:lnTo>
                  <a:lnTo>
                    <a:pt x="340" y="399"/>
                  </a:lnTo>
                  <a:lnTo>
                    <a:pt x="300" y="388"/>
                  </a:lnTo>
                  <a:lnTo>
                    <a:pt x="261" y="382"/>
                  </a:lnTo>
                  <a:lnTo>
                    <a:pt x="222" y="381"/>
                  </a:lnTo>
                  <a:lnTo>
                    <a:pt x="183" y="384"/>
                  </a:lnTo>
                  <a:lnTo>
                    <a:pt x="144" y="394"/>
                  </a:lnTo>
                  <a:lnTo>
                    <a:pt x="121" y="400"/>
                  </a:lnTo>
                  <a:lnTo>
                    <a:pt x="95" y="403"/>
                  </a:lnTo>
                  <a:lnTo>
                    <a:pt x="66" y="404"/>
                  </a:lnTo>
                  <a:lnTo>
                    <a:pt x="34" y="404"/>
                  </a:lnTo>
                  <a:lnTo>
                    <a:pt x="0" y="402"/>
                  </a:lnTo>
                  <a:lnTo>
                    <a:pt x="652"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47" name="Freeform 269"/>
            <p:cNvSpPr>
              <a:spLocks/>
            </p:cNvSpPr>
            <p:nvPr/>
          </p:nvSpPr>
          <p:spPr bwMode="auto">
            <a:xfrm>
              <a:off x="1327" y="2572"/>
              <a:ext cx="214" cy="101"/>
            </a:xfrm>
            <a:custGeom>
              <a:avLst/>
              <a:gdLst>
                <a:gd name="T0" fmla="*/ 1496 w 1498"/>
                <a:gd name="T1" fmla="*/ 78 h 710"/>
                <a:gd name="T2" fmla="*/ 1498 w 1498"/>
                <a:gd name="T3" fmla="*/ 110 h 710"/>
                <a:gd name="T4" fmla="*/ 1489 w 1498"/>
                <a:gd name="T5" fmla="*/ 139 h 710"/>
                <a:gd name="T6" fmla="*/ 1460 w 1498"/>
                <a:gd name="T7" fmla="*/ 161 h 710"/>
                <a:gd name="T8" fmla="*/ 1417 w 1498"/>
                <a:gd name="T9" fmla="*/ 176 h 710"/>
                <a:gd name="T10" fmla="*/ 1364 w 1498"/>
                <a:gd name="T11" fmla="*/ 183 h 710"/>
                <a:gd name="T12" fmla="*/ 1308 w 1498"/>
                <a:gd name="T13" fmla="*/ 183 h 710"/>
                <a:gd name="T14" fmla="*/ 1254 w 1498"/>
                <a:gd name="T15" fmla="*/ 177 h 710"/>
                <a:gd name="T16" fmla="*/ 1212 w 1498"/>
                <a:gd name="T17" fmla="*/ 169 h 710"/>
                <a:gd name="T18" fmla="*/ 1183 w 1498"/>
                <a:gd name="T19" fmla="*/ 176 h 710"/>
                <a:gd name="T20" fmla="*/ 1158 w 1498"/>
                <a:gd name="T21" fmla="*/ 196 h 710"/>
                <a:gd name="T22" fmla="*/ 1137 w 1498"/>
                <a:gd name="T23" fmla="*/ 228 h 710"/>
                <a:gd name="T24" fmla="*/ 1116 w 1498"/>
                <a:gd name="T25" fmla="*/ 267 h 710"/>
                <a:gd name="T26" fmla="*/ 1094 w 1498"/>
                <a:gd name="T27" fmla="*/ 309 h 710"/>
                <a:gd name="T28" fmla="*/ 1068 w 1498"/>
                <a:gd name="T29" fmla="*/ 352 h 710"/>
                <a:gd name="T30" fmla="*/ 1037 w 1498"/>
                <a:gd name="T31" fmla="*/ 395 h 710"/>
                <a:gd name="T32" fmla="*/ 999 w 1498"/>
                <a:gd name="T33" fmla="*/ 431 h 710"/>
                <a:gd name="T34" fmla="*/ 951 w 1498"/>
                <a:gd name="T35" fmla="*/ 458 h 710"/>
                <a:gd name="T36" fmla="*/ 893 w 1498"/>
                <a:gd name="T37" fmla="*/ 474 h 710"/>
                <a:gd name="T38" fmla="*/ 820 w 1498"/>
                <a:gd name="T39" fmla="*/ 474 h 710"/>
                <a:gd name="T40" fmla="*/ 775 w 1498"/>
                <a:gd name="T41" fmla="*/ 472 h 710"/>
                <a:gd name="T42" fmla="*/ 718 w 1498"/>
                <a:gd name="T43" fmla="*/ 473 h 710"/>
                <a:gd name="T44" fmla="*/ 656 w 1498"/>
                <a:gd name="T45" fmla="*/ 477 h 710"/>
                <a:gd name="T46" fmla="*/ 596 w 1498"/>
                <a:gd name="T47" fmla="*/ 486 h 710"/>
                <a:gd name="T48" fmla="*/ 544 w 1498"/>
                <a:gd name="T49" fmla="*/ 498 h 710"/>
                <a:gd name="T50" fmla="*/ 508 w 1498"/>
                <a:gd name="T51" fmla="*/ 514 h 710"/>
                <a:gd name="T52" fmla="*/ 493 w 1498"/>
                <a:gd name="T53" fmla="*/ 532 h 710"/>
                <a:gd name="T54" fmla="*/ 476 w 1498"/>
                <a:gd name="T55" fmla="*/ 563 h 710"/>
                <a:gd name="T56" fmla="*/ 453 w 1498"/>
                <a:gd name="T57" fmla="*/ 604 h 710"/>
                <a:gd name="T58" fmla="*/ 431 w 1498"/>
                <a:gd name="T59" fmla="*/ 649 h 710"/>
                <a:gd name="T60" fmla="*/ 410 w 1498"/>
                <a:gd name="T61" fmla="*/ 692 h 710"/>
                <a:gd name="T62" fmla="*/ 226 w 1498"/>
                <a:gd name="T63" fmla="*/ 603 h 710"/>
                <a:gd name="T64" fmla="*/ 25 w 1498"/>
                <a:gd name="T65" fmla="*/ 442 h 710"/>
                <a:gd name="T66" fmla="*/ 86 w 1498"/>
                <a:gd name="T67" fmla="*/ 405 h 710"/>
                <a:gd name="T68" fmla="*/ 163 w 1498"/>
                <a:gd name="T69" fmla="*/ 379 h 710"/>
                <a:gd name="T70" fmla="*/ 256 w 1498"/>
                <a:gd name="T71" fmla="*/ 361 h 710"/>
                <a:gd name="T72" fmla="*/ 365 w 1498"/>
                <a:gd name="T73" fmla="*/ 347 h 710"/>
                <a:gd name="T74" fmla="*/ 489 w 1498"/>
                <a:gd name="T75" fmla="*/ 338 h 710"/>
                <a:gd name="T76" fmla="*/ 596 w 1498"/>
                <a:gd name="T77" fmla="*/ 329 h 710"/>
                <a:gd name="T78" fmla="*/ 669 w 1498"/>
                <a:gd name="T79" fmla="*/ 319 h 710"/>
                <a:gd name="T80" fmla="*/ 738 w 1498"/>
                <a:gd name="T81" fmla="*/ 302 h 710"/>
                <a:gd name="T82" fmla="*/ 798 w 1498"/>
                <a:gd name="T83" fmla="*/ 277 h 710"/>
                <a:gd name="T84" fmla="*/ 846 w 1498"/>
                <a:gd name="T85" fmla="*/ 242 h 710"/>
                <a:gd name="T86" fmla="*/ 882 w 1498"/>
                <a:gd name="T87" fmla="*/ 196 h 710"/>
                <a:gd name="T88" fmla="*/ 915 w 1498"/>
                <a:gd name="T89" fmla="*/ 158 h 710"/>
                <a:gd name="T90" fmla="*/ 965 w 1498"/>
                <a:gd name="T91" fmla="*/ 126 h 710"/>
                <a:gd name="T92" fmla="*/ 1027 w 1498"/>
                <a:gd name="T93" fmla="*/ 101 h 710"/>
                <a:gd name="T94" fmla="*/ 1096 w 1498"/>
                <a:gd name="T95" fmla="*/ 80 h 710"/>
                <a:gd name="T96" fmla="*/ 1166 w 1498"/>
                <a:gd name="T97" fmla="*/ 62 h 710"/>
                <a:gd name="T98" fmla="*/ 1233 w 1498"/>
                <a:gd name="T99" fmla="*/ 48 h 710"/>
                <a:gd name="T100" fmla="*/ 1291 w 1498"/>
                <a:gd name="T101" fmla="*/ 38 h 710"/>
                <a:gd name="T102" fmla="*/ 1337 w 1498"/>
                <a:gd name="T103" fmla="*/ 23 h 710"/>
                <a:gd name="T104" fmla="*/ 1367 w 1498"/>
                <a:gd name="T105" fmla="*/ 0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98" h="710">
                  <a:moveTo>
                    <a:pt x="1367" y="0"/>
                  </a:moveTo>
                  <a:lnTo>
                    <a:pt x="1496" y="78"/>
                  </a:lnTo>
                  <a:lnTo>
                    <a:pt x="1496" y="93"/>
                  </a:lnTo>
                  <a:lnTo>
                    <a:pt x="1498" y="110"/>
                  </a:lnTo>
                  <a:lnTo>
                    <a:pt x="1496" y="125"/>
                  </a:lnTo>
                  <a:lnTo>
                    <a:pt x="1489" y="139"/>
                  </a:lnTo>
                  <a:lnTo>
                    <a:pt x="1477" y="152"/>
                  </a:lnTo>
                  <a:lnTo>
                    <a:pt x="1460" y="161"/>
                  </a:lnTo>
                  <a:lnTo>
                    <a:pt x="1440" y="170"/>
                  </a:lnTo>
                  <a:lnTo>
                    <a:pt x="1417" y="176"/>
                  </a:lnTo>
                  <a:lnTo>
                    <a:pt x="1390" y="181"/>
                  </a:lnTo>
                  <a:lnTo>
                    <a:pt x="1364" y="183"/>
                  </a:lnTo>
                  <a:lnTo>
                    <a:pt x="1336" y="185"/>
                  </a:lnTo>
                  <a:lnTo>
                    <a:pt x="1308" y="183"/>
                  </a:lnTo>
                  <a:lnTo>
                    <a:pt x="1281" y="181"/>
                  </a:lnTo>
                  <a:lnTo>
                    <a:pt x="1254" y="177"/>
                  </a:lnTo>
                  <a:lnTo>
                    <a:pt x="1230" y="172"/>
                  </a:lnTo>
                  <a:lnTo>
                    <a:pt x="1212" y="169"/>
                  </a:lnTo>
                  <a:lnTo>
                    <a:pt x="1197" y="171"/>
                  </a:lnTo>
                  <a:lnTo>
                    <a:pt x="1183" y="176"/>
                  </a:lnTo>
                  <a:lnTo>
                    <a:pt x="1170" y="185"/>
                  </a:lnTo>
                  <a:lnTo>
                    <a:pt x="1158" y="196"/>
                  </a:lnTo>
                  <a:lnTo>
                    <a:pt x="1147" y="211"/>
                  </a:lnTo>
                  <a:lnTo>
                    <a:pt x="1137" y="228"/>
                  </a:lnTo>
                  <a:lnTo>
                    <a:pt x="1126" y="247"/>
                  </a:lnTo>
                  <a:lnTo>
                    <a:pt x="1116" y="267"/>
                  </a:lnTo>
                  <a:lnTo>
                    <a:pt x="1105" y="287"/>
                  </a:lnTo>
                  <a:lnTo>
                    <a:pt x="1094" y="309"/>
                  </a:lnTo>
                  <a:lnTo>
                    <a:pt x="1081" y="331"/>
                  </a:lnTo>
                  <a:lnTo>
                    <a:pt x="1068" y="352"/>
                  </a:lnTo>
                  <a:lnTo>
                    <a:pt x="1053" y="375"/>
                  </a:lnTo>
                  <a:lnTo>
                    <a:pt x="1037" y="395"/>
                  </a:lnTo>
                  <a:lnTo>
                    <a:pt x="1019" y="414"/>
                  </a:lnTo>
                  <a:lnTo>
                    <a:pt x="999" y="431"/>
                  </a:lnTo>
                  <a:lnTo>
                    <a:pt x="976" y="445"/>
                  </a:lnTo>
                  <a:lnTo>
                    <a:pt x="951" y="458"/>
                  </a:lnTo>
                  <a:lnTo>
                    <a:pt x="924" y="468"/>
                  </a:lnTo>
                  <a:lnTo>
                    <a:pt x="893" y="474"/>
                  </a:lnTo>
                  <a:lnTo>
                    <a:pt x="858" y="476"/>
                  </a:lnTo>
                  <a:lnTo>
                    <a:pt x="820" y="474"/>
                  </a:lnTo>
                  <a:lnTo>
                    <a:pt x="799" y="473"/>
                  </a:lnTo>
                  <a:lnTo>
                    <a:pt x="775" y="472"/>
                  </a:lnTo>
                  <a:lnTo>
                    <a:pt x="747" y="472"/>
                  </a:lnTo>
                  <a:lnTo>
                    <a:pt x="718" y="473"/>
                  </a:lnTo>
                  <a:lnTo>
                    <a:pt x="687" y="475"/>
                  </a:lnTo>
                  <a:lnTo>
                    <a:pt x="656" y="477"/>
                  </a:lnTo>
                  <a:lnTo>
                    <a:pt x="626" y="481"/>
                  </a:lnTo>
                  <a:lnTo>
                    <a:pt x="596" y="486"/>
                  </a:lnTo>
                  <a:lnTo>
                    <a:pt x="569" y="492"/>
                  </a:lnTo>
                  <a:lnTo>
                    <a:pt x="544" y="498"/>
                  </a:lnTo>
                  <a:lnTo>
                    <a:pt x="524" y="506"/>
                  </a:lnTo>
                  <a:lnTo>
                    <a:pt x="508" y="514"/>
                  </a:lnTo>
                  <a:lnTo>
                    <a:pt x="498" y="524"/>
                  </a:lnTo>
                  <a:lnTo>
                    <a:pt x="493" y="532"/>
                  </a:lnTo>
                  <a:lnTo>
                    <a:pt x="485" y="546"/>
                  </a:lnTo>
                  <a:lnTo>
                    <a:pt x="476" y="563"/>
                  </a:lnTo>
                  <a:lnTo>
                    <a:pt x="465" y="582"/>
                  </a:lnTo>
                  <a:lnTo>
                    <a:pt x="453" y="604"/>
                  </a:lnTo>
                  <a:lnTo>
                    <a:pt x="443" y="626"/>
                  </a:lnTo>
                  <a:lnTo>
                    <a:pt x="431" y="649"/>
                  </a:lnTo>
                  <a:lnTo>
                    <a:pt x="420" y="670"/>
                  </a:lnTo>
                  <a:lnTo>
                    <a:pt x="410" y="692"/>
                  </a:lnTo>
                  <a:lnTo>
                    <a:pt x="402" y="710"/>
                  </a:lnTo>
                  <a:lnTo>
                    <a:pt x="226" y="603"/>
                  </a:lnTo>
                  <a:lnTo>
                    <a:pt x="0" y="466"/>
                  </a:lnTo>
                  <a:lnTo>
                    <a:pt x="25" y="442"/>
                  </a:lnTo>
                  <a:lnTo>
                    <a:pt x="54" y="422"/>
                  </a:lnTo>
                  <a:lnTo>
                    <a:pt x="86" y="405"/>
                  </a:lnTo>
                  <a:lnTo>
                    <a:pt x="123" y="392"/>
                  </a:lnTo>
                  <a:lnTo>
                    <a:pt x="163" y="379"/>
                  </a:lnTo>
                  <a:lnTo>
                    <a:pt x="208" y="369"/>
                  </a:lnTo>
                  <a:lnTo>
                    <a:pt x="256" y="361"/>
                  </a:lnTo>
                  <a:lnTo>
                    <a:pt x="309" y="354"/>
                  </a:lnTo>
                  <a:lnTo>
                    <a:pt x="365" y="347"/>
                  </a:lnTo>
                  <a:lnTo>
                    <a:pt x="426" y="342"/>
                  </a:lnTo>
                  <a:lnTo>
                    <a:pt x="489" y="338"/>
                  </a:lnTo>
                  <a:lnTo>
                    <a:pt x="558" y="332"/>
                  </a:lnTo>
                  <a:lnTo>
                    <a:pt x="596" y="329"/>
                  </a:lnTo>
                  <a:lnTo>
                    <a:pt x="633" y="325"/>
                  </a:lnTo>
                  <a:lnTo>
                    <a:pt x="669" y="319"/>
                  </a:lnTo>
                  <a:lnTo>
                    <a:pt x="704" y="311"/>
                  </a:lnTo>
                  <a:lnTo>
                    <a:pt x="738" y="302"/>
                  </a:lnTo>
                  <a:lnTo>
                    <a:pt x="768" y="291"/>
                  </a:lnTo>
                  <a:lnTo>
                    <a:pt x="798" y="277"/>
                  </a:lnTo>
                  <a:lnTo>
                    <a:pt x="823" y="261"/>
                  </a:lnTo>
                  <a:lnTo>
                    <a:pt x="846" y="242"/>
                  </a:lnTo>
                  <a:lnTo>
                    <a:pt x="866" y="220"/>
                  </a:lnTo>
                  <a:lnTo>
                    <a:pt x="882" y="196"/>
                  </a:lnTo>
                  <a:lnTo>
                    <a:pt x="896" y="176"/>
                  </a:lnTo>
                  <a:lnTo>
                    <a:pt x="915" y="158"/>
                  </a:lnTo>
                  <a:lnTo>
                    <a:pt x="937" y="141"/>
                  </a:lnTo>
                  <a:lnTo>
                    <a:pt x="965" y="126"/>
                  </a:lnTo>
                  <a:lnTo>
                    <a:pt x="994" y="113"/>
                  </a:lnTo>
                  <a:lnTo>
                    <a:pt x="1027" y="101"/>
                  </a:lnTo>
                  <a:lnTo>
                    <a:pt x="1061" y="89"/>
                  </a:lnTo>
                  <a:lnTo>
                    <a:pt x="1096" y="80"/>
                  </a:lnTo>
                  <a:lnTo>
                    <a:pt x="1132" y="70"/>
                  </a:lnTo>
                  <a:lnTo>
                    <a:pt x="1166" y="62"/>
                  </a:lnTo>
                  <a:lnTo>
                    <a:pt x="1200" y="56"/>
                  </a:lnTo>
                  <a:lnTo>
                    <a:pt x="1233" y="48"/>
                  </a:lnTo>
                  <a:lnTo>
                    <a:pt x="1264" y="43"/>
                  </a:lnTo>
                  <a:lnTo>
                    <a:pt x="1291" y="38"/>
                  </a:lnTo>
                  <a:lnTo>
                    <a:pt x="1315" y="31"/>
                  </a:lnTo>
                  <a:lnTo>
                    <a:pt x="1337" y="23"/>
                  </a:lnTo>
                  <a:lnTo>
                    <a:pt x="1353" y="12"/>
                  </a:lnTo>
                  <a:lnTo>
                    <a:pt x="1367"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48" name="Freeform 270"/>
            <p:cNvSpPr>
              <a:spLocks noEditPoints="1"/>
            </p:cNvSpPr>
            <p:nvPr/>
          </p:nvSpPr>
          <p:spPr bwMode="auto">
            <a:xfrm>
              <a:off x="1329" y="2593"/>
              <a:ext cx="92" cy="25"/>
            </a:xfrm>
            <a:custGeom>
              <a:avLst/>
              <a:gdLst>
                <a:gd name="T0" fmla="*/ 63 w 642"/>
                <a:gd name="T1" fmla="*/ 106 h 181"/>
                <a:gd name="T2" fmla="*/ 81 w 642"/>
                <a:gd name="T3" fmla="*/ 107 h 181"/>
                <a:gd name="T4" fmla="*/ 98 w 642"/>
                <a:gd name="T5" fmla="*/ 112 h 181"/>
                <a:gd name="T6" fmla="*/ 113 w 642"/>
                <a:gd name="T7" fmla="*/ 121 h 181"/>
                <a:gd name="T8" fmla="*/ 122 w 642"/>
                <a:gd name="T9" fmla="*/ 131 h 181"/>
                <a:gd name="T10" fmla="*/ 125 w 642"/>
                <a:gd name="T11" fmla="*/ 144 h 181"/>
                <a:gd name="T12" fmla="*/ 122 w 642"/>
                <a:gd name="T13" fmla="*/ 156 h 181"/>
                <a:gd name="T14" fmla="*/ 113 w 642"/>
                <a:gd name="T15" fmla="*/ 166 h 181"/>
                <a:gd name="T16" fmla="*/ 100 w 642"/>
                <a:gd name="T17" fmla="*/ 174 h 181"/>
                <a:gd name="T18" fmla="*/ 83 w 642"/>
                <a:gd name="T19" fmla="*/ 179 h 181"/>
                <a:gd name="T20" fmla="*/ 63 w 642"/>
                <a:gd name="T21" fmla="*/ 181 h 181"/>
                <a:gd name="T22" fmla="*/ 41 w 642"/>
                <a:gd name="T23" fmla="*/ 179 h 181"/>
                <a:gd name="T24" fmla="*/ 25 w 642"/>
                <a:gd name="T25" fmla="*/ 174 h 181"/>
                <a:gd name="T26" fmla="*/ 12 w 642"/>
                <a:gd name="T27" fmla="*/ 165 h 181"/>
                <a:gd name="T28" fmla="*/ 3 w 642"/>
                <a:gd name="T29" fmla="*/ 156 h 181"/>
                <a:gd name="T30" fmla="*/ 0 w 642"/>
                <a:gd name="T31" fmla="*/ 144 h 181"/>
                <a:gd name="T32" fmla="*/ 3 w 642"/>
                <a:gd name="T33" fmla="*/ 131 h 181"/>
                <a:gd name="T34" fmla="*/ 13 w 642"/>
                <a:gd name="T35" fmla="*/ 122 h 181"/>
                <a:gd name="T36" fmla="*/ 26 w 642"/>
                <a:gd name="T37" fmla="*/ 113 h 181"/>
                <a:gd name="T38" fmla="*/ 44 w 642"/>
                <a:gd name="T39" fmla="*/ 108 h 181"/>
                <a:gd name="T40" fmla="*/ 63 w 642"/>
                <a:gd name="T41" fmla="*/ 106 h 181"/>
                <a:gd name="T42" fmla="*/ 550 w 642"/>
                <a:gd name="T43" fmla="*/ 0 h 181"/>
                <a:gd name="T44" fmla="*/ 574 w 642"/>
                <a:gd name="T45" fmla="*/ 3 h 181"/>
                <a:gd name="T46" fmla="*/ 596 w 642"/>
                <a:gd name="T47" fmla="*/ 8 h 181"/>
                <a:gd name="T48" fmla="*/ 615 w 642"/>
                <a:gd name="T49" fmla="*/ 16 h 181"/>
                <a:gd name="T50" fmla="*/ 630 w 642"/>
                <a:gd name="T51" fmla="*/ 28 h 181"/>
                <a:gd name="T52" fmla="*/ 638 w 642"/>
                <a:gd name="T53" fmla="*/ 42 h 181"/>
                <a:gd name="T54" fmla="*/ 642 w 642"/>
                <a:gd name="T55" fmla="*/ 56 h 181"/>
                <a:gd name="T56" fmla="*/ 638 w 642"/>
                <a:gd name="T57" fmla="*/ 71 h 181"/>
                <a:gd name="T58" fmla="*/ 630 w 642"/>
                <a:gd name="T59" fmla="*/ 84 h 181"/>
                <a:gd name="T60" fmla="*/ 615 w 642"/>
                <a:gd name="T61" fmla="*/ 95 h 181"/>
                <a:gd name="T62" fmla="*/ 596 w 642"/>
                <a:gd name="T63" fmla="*/ 104 h 181"/>
                <a:gd name="T64" fmla="*/ 574 w 642"/>
                <a:gd name="T65" fmla="*/ 110 h 181"/>
                <a:gd name="T66" fmla="*/ 550 w 642"/>
                <a:gd name="T67" fmla="*/ 112 h 181"/>
                <a:gd name="T68" fmla="*/ 524 w 642"/>
                <a:gd name="T69" fmla="*/ 110 h 181"/>
                <a:gd name="T70" fmla="*/ 502 w 642"/>
                <a:gd name="T71" fmla="*/ 104 h 181"/>
                <a:gd name="T72" fmla="*/ 484 w 642"/>
                <a:gd name="T73" fmla="*/ 95 h 181"/>
                <a:gd name="T74" fmla="*/ 469 w 642"/>
                <a:gd name="T75" fmla="*/ 84 h 181"/>
                <a:gd name="T76" fmla="*/ 460 w 642"/>
                <a:gd name="T77" fmla="*/ 71 h 181"/>
                <a:gd name="T78" fmla="*/ 457 w 642"/>
                <a:gd name="T79" fmla="*/ 56 h 181"/>
                <a:gd name="T80" fmla="*/ 460 w 642"/>
                <a:gd name="T81" fmla="*/ 42 h 181"/>
                <a:gd name="T82" fmla="*/ 469 w 642"/>
                <a:gd name="T83" fmla="*/ 28 h 181"/>
                <a:gd name="T84" fmla="*/ 484 w 642"/>
                <a:gd name="T85" fmla="*/ 16 h 181"/>
                <a:gd name="T86" fmla="*/ 502 w 642"/>
                <a:gd name="T87" fmla="*/ 8 h 181"/>
                <a:gd name="T88" fmla="*/ 524 w 642"/>
                <a:gd name="T89" fmla="*/ 3 h 181"/>
                <a:gd name="T90" fmla="*/ 550 w 642"/>
                <a:gd name="T91"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42" h="181">
                  <a:moveTo>
                    <a:pt x="63" y="106"/>
                  </a:moveTo>
                  <a:lnTo>
                    <a:pt x="81" y="107"/>
                  </a:lnTo>
                  <a:lnTo>
                    <a:pt x="98" y="112"/>
                  </a:lnTo>
                  <a:lnTo>
                    <a:pt x="113" y="121"/>
                  </a:lnTo>
                  <a:lnTo>
                    <a:pt x="122" y="131"/>
                  </a:lnTo>
                  <a:lnTo>
                    <a:pt x="125" y="144"/>
                  </a:lnTo>
                  <a:lnTo>
                    <a:pt x="122" y="156"/>
                  </a:lnTo>
                  <a:lnTo>
                    <a:pt x="113" y="166"/>
                  </a:lnTo>
                  <a:lnTo>
                    <a:pt x="100" y="174"/>
                  </a:lnTo>
                  <a:lnTo>
                    <a:pt x="83" y="179"/>
                  </a:lnTo>
                  <a:lnTo>
                    <a:pt x="63" y="181"/>
                  </a:lnTo>
                  <a:lnTo>
                    <a:pt x="41" y="179"/>
                  </a:lnTo>
                  <a:lnTo>
                    <a:pt x="25" y="174"/>
                  </a:lnTo>
                  <a:lnTo>
                    <a:pt x="12" y="165"/>
                  </a:lnTo>
                  <a:lnTo>
                    <a:pt x="3" y="156"/>
                  </a:lnTo>
                  <a:lnTo>
                    <a:pt x="0" y="144"/>
                  </a:lnTo>
                  <a:lnTo>
                    <a:pt x="3" y="131"/>
                  </a:lnTo>
                  <a:lnTo>
                    <a:pt x="13" y="122"/>
                  </a:lnTo>
                  <a:lnTo>
                    <a:pt x="26" y="113"/>
                  </a:lnTo>
                  <a:lnTo>
                    <a:pt x="44" y="108"/>
                  </a:lnTo>
                  <a:lnTo>
                    <a:pt x="63" y="106"/>
                  </a:lnTo>
                  <a:close/>
                  <a:moveTo>
                    <a:pt x="550" y="0"/>
                  </a:moveTo>
                  <a:lnTo>
                    <a:pt x="574" y="3"/>
                  </a:lnTo>
                  <a:lnTo>
                    <a:pt x="596" y="8"/>
                  </a:lnTo>
                  <a:lnTo>
                    <a:pt x="615" y="16"/>
                  </a:lnTo>
                  <a:lnTo>
                    <a:pt x="630" y="28"/>
                  </a:lnTo>
                  <a:lnTo>
                    <a:pt x="638" y="42"/>
                  </a:lnTo>
                  <a:lnTo>
                    <a:pt x="642" y="56"/>
                  </a:lnTo>
                  <a:lnTo>
                    <a:pt x="638" y="71"/>
                  </a:lnTo>
                  <a:lnTo>
                    <a:pt x="630" y="84"/>
                  </a:lnTo>
                  <a:lnTo>
                    <a:pt x="615" y="95"/>
                  </a:lnTo>
                  <a:lnTo>
                    <a:pt x="596" y="104"/>
                  </a:lnTo>
                  <a:lnTo>
                    <a:pt x="574" y="110"/>
                  </a:lnTo>
                  <a:lnTo>
                    <a:pt x="550" y="112"/>
                  </a:lnTo>
                  <a:lnTo>
                    <a:pt x="524" y="110"/>
                  </a:lnTo>
                  <a:lnTo>
                    <a:pt x="502" y="104"/>
                  </a:lnTo>
                  <a:lnTo>
                    <a:pt x="484" y="95"/>
                  </a:lnTo>
                  <a:lnTo>
                    <a:pt x="469" y="84"/>
                  </a:lnTo>
                  <a:lnTo>
                    <a:pt x="460" y="71"/>
                  </a:lnTo>
                  <a:lnTo>
                    <a:pt x="457" y="56"/>
                  </a:lnTo>
                  <a:lnTo>
                    <a:pt x="460" y="42"/>
                  </a:lnTo>
                  <a:lnTo>
                    <a:pt x="469" y="28"/>
                  </a:lnTo>
                  <a:lnTo>
                    <a:pt x="484" y="16"/>
                  </a:lnTo>
                  <a:lnTo>
                    <a:pt x="502" y="8"/>
                  </a:lnTo>
                  <a:lnTo>
                    <a:pt x="524" y="3"/>
                  </a:lnTo>
                  <a:lnTo>
                    <a:pt x="550"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49" name="Freeform 271"/>
            <p:cNvSpPr>
              <a:spLocks noEditPoints="1"/>
            </p:cNvSpPr>
            <p:nvPr/>
          </p:nvSpPr>
          <p:spPr bwMode="auto">
            <a:xfrm>
              <a:off x="1409" y="2558"/>
              <a:ext cx="143" cy="82"/>
            </a:xfrm>
            <a:custGeom>
              <a:avLst/>
              <a:gdLst>
                <a:gd name="T0" fmla="*/ 846 w 998"/>
                <a:gd name="T1" fmla="*/ 495 h 571"/>
                <a:gd name="T2" fmla="*/ 864 w 998"/>
                <a:gd name="T3" fmla="*/ 496 h 571"/>
                <a:gd name="T4" fmla="*/ 883 w 998"/>
                <a:gd name="T5" fmla="*/ 501 h 571"/>
                <a:gd name="T6" fmla="*/ 897 w 998"/>
                <a:gd name="T7" fmla="*/ 510 h 571"/>
                <a:gd name="T8" fmla="*/ 906 w 998"/>
                <a:gd name="T9" fmla="*/ 520 h 571"/>
                <a:gd name="T10" fmla="*/ 910 w 998"/>
                <a:gd name="T11" fmla="*/ 533 h 571"/>
                <a:gd name="T12" fmla="*/ 906 w 998"/>
                <a:gd name="T13" fmla="*/ 545 h 571"/>
                <a:gd name="T14" fmla="*/ 897 w 998"/>
                <a:gd name="T15" fmla="*/ 555 h 571"/>
                <a:gd name="T16" fmla="*/ 883 w 998"/>
                <a:gd name="T17" fmla="*/ 564 h 571"/>
                <a:gd name="T18" fmla="*/ 866 w 998"/>
                <a:gd name="T19" fmla="*/ 569 h 571"/>
                <a:gd name="T20" fmla="*/ 846 w 998"/>
                <a:gd name="T21" fmla="*/ 571 h 571"/>
                <a:gd name="T22" fmla="*/ 824 w 998"/>
                <a:gd name="T23" fmla="*/ 569 h 571"/>
                <a:gd name="T24" fmla="*/ 807 w 998"/>
                <a:gd name="T25" fmla="*/ 564 h 571"/>
                <a:gd name="T26" fmla="*/ 794 w 998"/>
                <a:gd name="T27" fmla="*/ 555 h 571"/>
                <a:gd name="T28" fmla="*/ 786 w 998"/>
                <a:gd name="T29" fmla="*/ 545 h 571"/>
                <a:gd name="T30" fmla="*/ 783 w 998"/>
                <a:gd name="T31" fmla="*/ 533 h 571"/>
                <a:gd name="T32" fmla="*/ 786 w 998"/>
                <a:gd name="T33" fmla="*/ 520 h 571"/>
                <a:gd name="T34" fmla="*/ 794 w 998"/>
                <a:gd name="T35" fmla="*/ 510 h 571"/>
                <a:gd name="T36" fmla="*/ 808 w 998"/>
                <a:gd name="T37" fmla="*/ 502 h 571"/>
                <a:gd name="T38" fmla="*/ 826 w 998"/>
                <a:gd name="T39" fmla="*/ 496 h 571"/>
                <a:gd name="T40" fmla="*/ 846 w 998"/>
                <a:gd name="T41" fmla="*/ 495 h 571"/>
                <a:gd name="T42" fmla="*/ 934 w 998"/>
                <a:gd name="T43" fmla="*/ 342 h 571"/>
                <a:gd name="T44" fmla="*/ 953 w 998"/>
                <a:gd name="T45" fmla="*/ 343 h 571"/>
                <a:gd name="T46" fmla="*/ 971 w 998"/>
                <a:gd name="T47" fmla="*/ 348 h 571"/>
                <a:gd name="T48" fmla="*/ 986 w 998"/>
                <a:gd name="T49" fmla="*/ 356 h 571"/>
                <a:gd name="T50" fmla="*/ 994 w 998"/>
                <a:gd name="T51" fmla="*/ 367 h 571"/>
                <a:gd name="T52" fmla="*/ 998 w 998"/>
                <a:gd name="T53" fmla="*/ 380 h 571"/>
                <a:gd name="T54" fmla="*/ 995 w 998"/>
                <a:gd name="T55" fmla="*/ 391 h 571"/>
                <a:gd name="T56" fmla="*/ 986 w 998"/>
                <a:gd name="T57" fmla="*/ 402 h 571"/>
                <a:gd name="T58" fmla="*/ 972 w 998"/>
                <a:gd name="T59" fmla="*/ 410 h 571"/>
                <a:gd name="T60" fmla="*/ 954 w 998"/>
                <a:gd name="T61" fmla="*/ 416 h 571"/>
                <a:gd name="T62" fmla="*/ 934 w 998"/>
                <a:gd name="T63" fmla="*/ 418 h 571"/>
                <a:gd name="T64" fmla="*/ 913 w 998"/>
                <a:gd name="T65" fmla="*/ 416 h 571"/>
                <a:gd name="T66" fmla="*/ 896 w 998"/>
                <a:gd name="T67" fmla="*/ 410 h 571"/>
                <a:gd name="T68" fmla="*/ 882 w 998"/>
                <a:gd name="T69" fmla="*/ 402 h 571"/>
                <a:gd name="T70" fmla="*/ 874 w 998"/>
                <a:gd name="T71" fmla="*/ 391 h 571"/>
                <a:gd name="T72" fmla="*/ 870 w 998"/>
                <a:gd name="T73" fmla="*/ 380 h 571"/>
                <a:gd name="T74" fmla="*/ 874 w 998"/>
                <a:gd name="T75" fmla="*/ 368 h 571"/>
                <a:gd name="T76" fmla="*/ 883 w 998"/>
                <a:gd name="T77" fmla="*/ 358 h 571"/>
                <a:gd name="T78" fmla="*/ 897 w 998"/>
                <a:gd name="T79" fmla="*/ 349 h 571"/>
                <a:gd name="T80" fmla="*/ 914 w 998"/>
                <a:gd name="T81" fmla="*/ 344 h 571"/>
                <a:gd name="T82" fmla="*/ 934 w 998"/>
                <a:gd name="T83" fmla="*/ 342 h 571"/>
                <a:gd name="T84" fmla="*/ 63 w 998"/>
                <a:gd name="T85" fmla="*/ 0 h 571"/>
                <a:gd name="T86" fmla="*/ 82 w 998"/>
                <a:gd name="T87" fmla="*/ 2 h 571"/>
                <a:gd name="T88" fmla="*/ 100 w 998"/>
                <a:gd name="T89" fmla="*/ 7 h 571"/>
                <a:gd name="T90" fmla="*/ 115 w 998"/>
                <a:gd name="T91" fmla="*/ 15 h 571"/>
                <a:gd name="T92" fmla="*/ 124 w 998"/>
                <a:gd name="T93" fmla="*/ 26 h 571"/>
                <a:gd name="T94" fmla="*/ 128 w 998"/>
                <a:gd name="T95" fmla="*/ 39 h 571"/>
                <a:gd name="T96" fmla="*/ 125 w 998"/>
                <a:gd name="T97" fmla="*/ 50 h 571"/>
                <a:gd name="T98" fmla="*/ 115 w 998"/>
                <a:gd name="T99" fmla="*/ 61 h 571"/>
                <a:gd name="T100" fmla="*/ 101 w 998"/>
                <a:gd name="T101" fmla="*/ 69 h 571"/>
                <a:gd name="T102" fmla="*/ 83 w 998"/>
                <a:gd name="T103" fmla="*/ 74 h 571"/>
                <a:gd name="T104" fmla="*/ 63 w 998"/>
                <a:gd name="T105" fmla="*/ 77 h 571"/>
                <a:gd name="T106" fmla="*/ 42 w 998"/>
                <a:gd name="T107" fmla="*/ 74 h 571"/>
                <a:gd name="T108" fmla="*/ 25 w 998"/>
                <a:gd name="T109" fmla="*/ 69 h 571"/>
                <a:gd name="T110" fmla="*/ 12 w 998"/>
                <a:gd name="T111" fmla="*/ 61 h 571"/>
                <a:gd name="T112" fmla="*/ 3 w 998"/>
                <a:gd name="T113" fmla="*/ 50 h 571"/>
                <a:gd name="T114" fmla="*/ 0 w 998"/>
                <a:gd name="T115" fmla="*/ 39 h 571"/>
                <a:gd name="T116" fmla="*/ 3 w 998"/>
                <a:gd name="T117" fmla="*/ 27 h 571"/>
                <a:gd name="T118" fmla="*/ 13 w 998"/>
                <a:gd name="T119" fmla="*/ 16 h 571"/>
                <a:gd name="T120" fmla="*/ 26 w 998"/>
                <a:gd name="T121" fmla="*/ 8 h 571"/>
                <a:gd name="T122" fmla="*/ 43 w 998"/>
                <a:gd name="T123" fmla="*/ 3 h 571"/>
                <a:gd name="T124" fmla="*/ 63 w 998"/>
                <a:gd name="T125" fmla="*/ 0 h 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98" h="571">
                  <a:moveTo>
                    <a:pt x="846" y="495"/>
                  </a:moveTo>
                  <a:lnTo>
                    <a:pt x="864" y="496"/>
                  </a:lnTo>
                  <a:lnTo>
                    <a:pt x="883" y="501"/>
                  </a:lnTo>
                  <a:lnTo>
                    <a:pt x="897" y="510"/>
                  </a:lnTo>
                  <a:lnTo>
                    <a:pt x="906" y="520"/>
                  </a:lnTo>
                  <a:lnTo>
                    <a:pt x="910" y="533"/>
                  </a:lnTo>
                  <a:lnTo>
                    <a:pt x="906" y="545"/>
                  </a:lnTo>
                  <a:lnTo>
                    <a:pt x="897" y="555"/>
                  </a:lnTo>
                  <a:lnTo>
                    <a:pt x="883" y="564"/>
                  </a:lnTo>
                  <a:lnTo>
                    <a:pt x="866" y="569"/>
                  </a:lnTo>
                  <a:lnTo>
                    <a:pt x="846" y="571"/>
                  </a:lnTo>
                  <a:lnTo>
                    <a:pt x="824" y="569"/>
                  </a:lnTo>
                  <a:lnTo>
                    <a:pt x="807" y="564"/>
                  </a:lnTo>
                  <a:lnTo>
                    <a:pt x="794" y="555"/>
                  </a:lnTo>
                  <a:lnTo>
                    <a:pt x="786" y="545"/>
                  </a:lnTo>
                  <a:lnTo>
                    <a:pt x="783" y="533"/>
                  </a:lnTo>
                  <a:lnTo>
                    <a:pt x="786" y="520"/>
                  </a:lnTo>
                  <a:lnTo>
                    <a:pt x="794" y="510"/>
                  </a:lnTo>
                  <a:lnTo>
                    <a:pt x="808" y="502"/>
                  </a:lnTo>
                  <a:lnTo>
                    <a:pt x="826" y="496"/>
                  </a:lnTo>
                  <a:lnTo>
                    <a:pt x="846" y="495"/>
                  </a:lnTo>
                  <a:close/>
                  <a:moveTo>
                    <a:pt x="934" y="342"/>
                  </a:moveTo>
                  <a:lnTo>
                    <a:pt x="953" y="343"/>
                  </a:lnTo>
                  <a:lnTo>
                    <a:pt x="971" y="348"/>
                  </a:lnTo>
                  <a:lnTo>
                    <a:pt x="986" y="356"/>
                  </a:lnTo>
                  <a:lnTo>
                    <a:pt x="994" y="367"/>
                  </a:lnTo>
                  <a:lnTo>
                    <a:pt x="998" y="380"/>
                  </a:lnTo>
                  <a:lnTo>
                    <a:pt x="995" y="391"/>
                  </a:lnTo>
                  <a:lnTo>
                    <a:pt x="986" y="402"/>
                  </a:lnTo>
                  <a:lnTo>
                    <a:pt x="972" y="410"/>
                  </a:lnTo>
                  <a:lnTo>
                    <a:pt x="954" y="416"/>
                  </a:lnTo>
                  <a:lnTo>
                    <a:pt x="934" y="418"/>
                  </a:lnTo>
                  <a:lnTo>
                    <a:pt x="913" y="416"/>
                  </a:lnTo>
                  <a:lnTo>
                    <a:pt x="896" y="410"/>
                  </a:lnTo>
                  <a:lnTo>
                    <a:pt x="882" y="402"/>
                  </a:lnTo>
                  <a:lnTo>
                    <a:pt x="874" y="391"/>
                  </a:lnTo>
                  <a:lnTo>
                    <a:pt x="870" y="380"/>
                  </a:lnTo>
                  <a:lnTo>
                    <a:pt x="874" y="368"/>
                  </a:lnTo>
                  <a:lnTo>
                    <a:pt x="883" y="358"/>
                  </a:lnTo>
                  <a:lnTo>
                    <a:pt x="897" y="349"/>
                  </a:lnTo>
                  <a:lnTo>
                    <a:pt x="914" y="344"/>
                  </a:lnTo>
                  <a:lnTo>
                    <a:pt x="934" y="342"/>
                  </a:lnTo>
                  <a:close/>
                  <a:moveTo>
                    <a:pt x="63" y="0"/>
                  </a:moveTo>
                  <a:lnTo>
                    <a:pt x="82" y="2"/>
                  </a:lnTo>
                  <a:lnTo>
                    <a:pt x="100" y="7"/>
                  </a:lnTo>
                  <a:lnTo>
                    <a:pt x="115" y="15"/>
                  </a:lnTo>
                  <a:lnTo>
                    <a:pt x="124" y="26"/>
                  </a:lnTo>
                  <a:lnTo>
                    <a:pt x="128" y="39"/>
                  </a:lnTo>
                  <a:lnTo>
                    <a:pt x="125" y="50"/>
                  </a:lnTo>
                  <a:lnTo>
                    <a:pt x="115" y="61"/>
                  </a:lnTo>
                  <a:lnTo>
                    <a:pt x="101" y="69"/>
                  </a:lnTo>
                  <a:lnTo>
                    <a:pt x="83" y="74"/>
                  </a:lnTo>
                  <a:lnTo>
                    <a:pt x="63" y="77"/>
                  </a:lnTo>
                  <a:lnTo>
                    <a:pt x="42" y="74"/>
                  </a:lnTo>
                  <a:lnTo>
                    <a:pt x="25" y="69"/>
                  </a:lnTo>
                  <a:lnTo>
                    <a:pt x="12" y="61"/>
                  </a:lnTo>
                  <a:lnTo>
                    <a:pt x="3" y="50"/>
                  </a:lnTo>
                  <a:lnTo>
                    <a:pt x="0" y="39"/>
                  </a:lnTo>
                  <a:lnTo>
                    <a:pt x="3" y="27"/>
                  </a:lnTo>
                  <a:lnTo>
                    <a:pt x="13" y="16"/>
                  </a:lnTo>
                  <a:lnTo>
                    <a:pt x="26" y="8"/>
                  </a:lnTo>
                  <a:lnTo>
                    <a:pt x="43" y="3"/>
                  </a:lnTo>
                  <a:lnTo>
                    <a:pt x="63"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50" name="Freeform 272"/>
            <p:cNvSpPr>
              <a:spLocks noEditPoints="1"/>
            </p:cNvSpPr>
            <p:nvPr/>
          </p:nvSpPr>
          <p:spPr bwMode="auto">
            <a:xfrm>
              <a:off x="1350" y="2562"/>
              <a:ext cx="143" cy="112"/>
            </a:xfrm>
            <a:custGeom>
              <a:avLst/>
              <a:gdLst>
                <a:gd name="T0" fmla="*/ 940 w 995"/>
                <a:gd name="T1" fmla="*/ 679 h 783"/>
                <a:gd name="T2" fmla="*/ 973 w 995"/>
                <a:gd name="T3" fmla="*/ 692 h 783"/>
                <a:gd name="T4" fmla="*/ 992 w 995"/>
                <a:gd name="T5" fmla="*/ 711 h 783"/>
                <a:gd name="T6" fmla="*/ 992 w 995"/>
                <a:gd name="T7" fmla="*/ 735 h 783"/>
                <a:gd name="T8" fmla="*/ 973 w 995"/>
                <a:gd name="T9" fmla="*/ 755 h 783"/>
                <a:gd name="T10" fmla="*/ 940 w 995"/>
                <a:gd name="T11" fmla="*/ 767 h 783"/>
                <a:gd name="T12" fmla="*/ 900 w 995"/>
                <a:gd name="T13" fmla="*/ 767 h 783"/>
                <a:gd name="T14" fmla="*/ 866 w 995"/>
                <a:gd name="T15" fmla="*/ 755 h 783"/>
                <a:gd name="T16" fmla="*/ 847 w 995"/>
                <a:gd name="T17" fmla="*/ 735 h 783"/>
                <a:gd name="T18" fmla="*/ 847 w 995"/>
                <a:gd name="T19" fmla="*/ 711 h 783"/>
                <a:gd name="T20" fmla="*/ 866 w 995"/>
                <a:gd name="T21" fmla="*/ 692 h 783"/>
                <a:gd name="T22" fmla="*/ 900 w 995"/>
                <a:gd name="T23" fmla="*/ 679 h 783"/>
                <a:gd name="T24" fmla="*/ 606 w 995"/>
                <a:gd name="T25" fmla="*/ 634 h 783"/>
                <a:gd name="T26" fmla="*/ 643 w 995"/>
                <a:gd name="T27" fmla="*/ 637 h 783"/>
                <a:gd name="T28" fmla="*/ 689 w 995"/>
                <a:gd name="T29" fmla="*/ 652 h 783"/>
                <a:gd name="T30" fmla="*/ 719 w 995"/>
                <a:gd name="T31" fmla="*/ 677 h 783"/>
                <a:gd name="T32" fmla="*/ 731 w 995"/>
                <a:gd name="T33" fmla="*/ 709 h 783"/>
                <a:gd name="T34" fmla="*/ 718 w 995"/>
                <a:gd name="T35" fmla="*/ 741 h 783"/>
                <a:gd name="T36" fmla="*/ 685 w 995"/>
                <a:gd name="T37" fmla="*/ 767 h 783"/>
                <a:gd name="T38" fmla="*/ 635 w 995"/>
                <a:gd name="T39" fmla="*/ 782 h 783"/>
                <a:gd name="T40" fmla="*/ 585 w 995"/>
                <a:gd name="T41" fmla="*/ 782 h 783"/>
                <a:gd name="T42" fmla="*/ 542 w 995"/>
                <a:gd name="T43" fmla="*/ 772 h 783"/>
                <a:gd name="T44" fmla="*/ 506 w 995"/>
                <a:gd name="T45" fmla="*/ 752 h 783"/>
                <a:gd name="T46" fmla="*/ 486 w 995"/>
                <a:gd name="T47" fmla="*/ 725 h 783"/>
                <a:gd name="T48" fmla="*/ 486 w 995"/>
                <a:gd name="T49" fmla="*/ 692 h 783"/>
                <a:gd name="T50" fmla="*/ 510 w 995"/>
                <a:gd name="T51" fmla="*/ 662 h 783"/>
                <a:gd name="T52" fmla="*/ 553 w 995"/>
                <a:gd name="T53" fmla="*/ 641 h 783"/>
                <a:gd name="T54" fmla="*/ 606 w 995"/>
                <a:gd name="T55" fmla="*/ 634 h 783"/>
                <a:gd name="T56" fmla="*/ 119 w 995"/>
                <a:gd name="T57" fmla="*/ 207 h 783"/>
                <a:gd name="T58" fmla="*/ 159 w 995"/>
                <a:gd name="T59" fmla="*/ 222 h 783"/>
                <a:gd name="T60" fmla="*/ 181 w 995"/>
                <a:gd name="T61" fmla="*/ 245 h 783"/>
                <a:gd name="T62" fmla="*/ 181 w 995"/>
                <a:gd name="T63" fmla="*/ 274 h 783"/>
                <a:gd name="T64" fmla="*/ 157 w 995"/>
                <a:gd name="T65" fmla="*/ 299 h 783"/>
                <a:gd name="T66" fmla="*/ 116 w 995"/>
                <a:gd name="T67" fmla="*/ 313 h 783"/>
                <a:gd name="T68" fmla="*/ 76 w 995"/>
                <a:gd name="T69" fmla="*/ 314 h 783"/>
                <a:gd name="T70" fmla="*/ 41 w 995"/>
                <a:gd name="T71" fmla="*/ 305 h 783"/>
                <a:gd name="T72" fmla="*/ 12 w 995"/>
                <a:gd name="T73" fmla="*/ 286 h 783"/>
                <a:gd name="T74" fmla="*/ 0 w 995"/>
                <a:gd name="T75" fmla="*/ 260 h 783"/>
                <a:gd name="T76" fmla="*/ 13 w 995"/>
                <a:gd name="T77" fmla="*/ 231 h 783"/>
                <a:gd name="T78" fmla="*/ 45 w 995"/>
                <a:gd name="T79" fmla="*/ 212 h 783"/>
                <a:gd name="T80" fmla="*/ 92 w 995"/>
                <a:gd name="T81" fmla="*/ 205 h 783"/>
                <a:gd name="T82" fmla="*/ 874 w 995"/>
                <a:gd name="T83" fmla="*/ 0 h 783"/>
                <a:gd name="T84" fmla="*/ 897 w 995"/>
                <a:gd name="T85" fmla="*/ 5 h 783"/>
                <a:gd name="T86" fmla="*/ 917 w 995"/>
                <a:gd name="T87" fmla="*/ 22 h 783"/>
                <a:gd name="T88" fmla="*/ 917 w 995"/>
                <a:gd name="T89" fmla="*/ 42 h 783"/>
                <a:gd name="T90" fmla="*/ 897 w 995"/>
                <a:gd name="T91" fmla="*/ 58 h 783"/>
                <a:gd name="T92" fmla="*/ 865 w 995"/>
                <a:gd name="T93" fmla="*/ 64 h 783"/>
                <a:gd name="T94" fmla="*/ 834 w 995"/>
                <a:gd name="T95" fmla="*/ 58 h 783"/>
                <a:gd name="T96" fmla="*/ 815 w 995"/>
                <a:gd name="T97" fmla="*/ 42 h 783"/>
                <a:gd name="T98" fmla="*/ 815 w 995"/>
                <a:gd name="T99" fmla="*/ 22 h 783"/>
                <a:gd name="T100" fmla="*/ 835 w 995"/>
                <a:gd name="T101" fmla="*/ 6 h 783"/>
                <a:gd name="T102" fmla="*/ 865 w 995"/>
                <a:gd name="T103" fmla="*/ 0 h 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95" h="783">
                  <a:moveTo>
                    <a:pt x="920" y="678"/>
                  </a:moveTo>
                  <a:lnTo>
                    <a:pt x="940" y="679"/>
                  </a:lnTo>
                  <a:lnTo>
                    <a:pt x="958" y="684"/>
                  </a:lnTo>
                  <a:lnTo>
                    <a:pt x="973" y="692"/>
                  </a:lnTo>
                  <a:lnTo>
                    <a:pt x="985" y="700"/>
                  </a:lnTo>
                  <a:lnTo>
                    <a:pt x="992" y="711"/>
                  </a:lnTo>
                  <a:lnTo>
                    <a:pt x="995" y="723"/>
                  </a:lnTo>
                  <a:lnTo>
                    <a:pt x="992" y="735"/>
                  </a:lnTo>
                  <a:lnTo>
                    <a:pt x="985" y="746"/>
                  </a:lnTo>
                  <a:lnTo>
                    <a:pt x="973" y="755"/>
                  </a:lnTo>
                  <a:lnTo>
                    <a:pt x="958" y="763"/>
                  </a:lnTo>
                  <a:lnTo>
                    <a:pt x="940" y="767"/>
                  </a:lnTo>
                  <a:lnTo>
                    <a:pt x="920" y="769"/>
                  </a:lnTo>
                  <a:lnTo>
                    <a:pt x="900" y="767"/>
                  </a:lnTo>
                  <a:lnTo>
                    <a:pt x="882" y="763"/>
                  </a:lnTo>
                  <a:lnTo>
                    <a:pt x="866" y="755"/>
                  </a:lnTo>
                  <a:lnTo>
                    <a:pt x="855" y="746"/>
                  </a:lnTo>
                  <a:lnTo>
                    <a:pt x="847" y="735"/>
                  </a:lnTo>
                  <a:lnTo>
                    <a:pt x="845" y="723"/>
                  </a:lnTo>
                  <a:lnTo>
                    <a:pt x="847" y="711"/>
                  </a:lnTo>
                  <a:lnTo>
                    <a:pt x="855" y="700"/>
                  </a:lnTo>
                  <a:lnTo>
                    <a:pt x="866" y="692"/>
                  </a:lnTo>
                  <a:lnTo>
                    <a:pt x="882" y="684"/>
                  </a:lnTo>
                  <a:lnTo>
                    <a:pt x="900" y="679"/>
                  </a:lnTo>
                  <a:lnTo>
                    <a:pt x="920" y="678"/>
                  </a:lnTo>
                  <a:close/>
                  <a:moveTo>
                    <a:pt x="606" y="634"/>
                  </a:moveTo>
                  <a:lnTo>
                    <a:pt x="625" y="635"/>
                  </a:lnTo>
                  <a:lnTo>
                    <a:pt x="643" y="637"/>
                  </a:lnTo>
                  <a:lnTo>
                    <a:pt x="668" y="643"/>
                  </a:lnTo>
                  <a:lnTo>
                    <a:pt x="689" y="652"/>
                  </a:lnTo>
                  <a:lnTo>
                    <a:pt x="706" y="663"/>
                  </a:lnTo>
                  <a:lnTo>
                    <a:pt x="719" y="677"/>
                  </a:lnTo>
                  <a:lnTo>
                    <a:pt x="728" y="692"/>
                  </a:lnTo>
                  <a:lnTo>
                    <a:pt x="731" y="709"/>
                  </a:lnTo>
                  <a:lnTo>
                    <a:pt x="728" y="726"/>
                  </a:lnTo>
                  <a:lnTo>
                    <a:pt x="718" y="741"/>
                  </a:lnTo>
                  <a:lnTo>
                    <a:pt x="704" y="755"/>
                  </a:lnTo>
                  <a:lnTo>
                    <a:pt x="685" y="767"/>
                  </a:lnTo>
                  <a:lnTo>
                    <a:pt x="661" y="775"/>
                  </a:lnTo>
                  <a:lnTo>
                    <a:pt x="635" y="782"/>
                  </a:lnTo>
                  <a:lnTo>
                    <a:pt x="606" y="783"/>
                  </a:lnTo>
                  <a:lnTo>
                    <a:pt x="585" y="782"/>
                  </a:lnTo>
                  <a:lnTo>
                    <a:pt x="564" y="778"/>
                  </a:lnTo>
                  <a:lnTo>
                    <a:pt x="542" y="772"/>
                  </a:lnTo>
                  <a:lnTo>
                    <a:pt x="522" y="763"/>
                  </a:lnTo>
                  <a:lnTo>
                    <a:pt x="506" y="752"/>
                  </a:lnTo>
                  <a:lnTo>
                    <a:pt x="493" y="738"/>
                  </a:lnTo>
                  <a:lnTo>
                    <a:pt x="486" y="725"/>
                  </a:lnTo>
                  <a:lnTo>
                    <a:pt x="483" y="709"/>
                  </a:lnTo>
                  <a:lnTo>
                    <a:pt x="486" y="692"/>
                  </a:lnTo>
                  <a:lnTo>
                    <a:pt x="495" y="676"/>
                  </a:lnTo>
                  <a:lnTo>
                    <a:pt x="510" y="662"/>
                  </a:lnTo>
                  <a:lnTo>
                    <a:pt x="529" y="651"/>
                  </a:lnTo>
                  <a:lnTo>
                    <a:pt x="553" y="641"/>
                  </a:lnTo>
                  <a:lnTo>
                    <a:pt x="578" y="636"/>
                  </a:lnTo>
                  <a:lnTo>
                    <a:pt x="606" y="634"/>
                  </a:lnTo>
                  <a:close/>
                  <a:moveTo>
                    <a:pt x="92" y="205"/>
                  </a:moveTo>
                  <a:lnTo>
                    <a:pt x="119" y="207"/>
                  </a:lnTo>
                  <a:lnTo>
                    <a:pt x="141" y="212"/>
                  </a:lnTo>
                  <a:lnTo>
                    <a:pt x="159" y="222"/>
                  </a:lnTo>
                  <a:lnTo>
                    <a:pt x="172" y="232"/>
                  </a:lnTo>
                  <a:lnTo>
                    <a:pt x="181" y="245"/>
                  </a:lnTo>
                  <a:lnTo>
                    <a:pt x="184" y="260"/>
                  </a:lnTo>
                  <a:lnTo>
                    <a:pt x="181" y="274"/>
                  </a:lnTo>
                  <a:lnTo>
                    <a:pt x="171" y="287"/>
                  </a:lnTo>
                  <a:lnTo>
                    <a:pt x="157" y="299"/>
                  </a:lnTo>
                  <a:lnTo>
                    <a:pt x="138" y="307"/>
                  </a:lnTo>
                  <a:lnTo>
                    <a:pt x="116" y="313"/>
                  </a:lnTo>
                  <a:lnTo>
                    <a:pt x="92" y="315"/>
                  </a:lnTo>
                  <a:lnTo>
                    <a:pt x="76" y="314"/>
                  </a:lnTo>
                  <a:lnTo>
                    <a:pt x="60" y="311"/>
                  </a:lnTo>
                  <a:lnTo>
                    <a:pt x="41" y="305"/>
                  </a:lnTo>
                  <a:lnTo>
                    <a:pt x="24" y="297"/>
                  </a:lnTo>
                  <a:lnTo>
                    <a:pt x="12" y="286"/>
                  </a:lnTo>
                  <a:lnTo>
                    <a:pt x="3" y="273"/>
                  </a:lnTo>
                  <a:lnTo>
                    <a:pt x="0" y="260"/>
                  </a:lnTo>
                  <a:lnTo>
                    <a:pt x="4" y="245"/>
                  </a:lnTo>
                  <a:lnTo>
                    <a:pt x="13" y="231"/>
                  </a:lnTo>
                  <a:lnTo>
                    <a:pt x="28" y="221"/>
                  </a:lnTo>
                  <a:lnTo>
                    <a:pt x="45" y="212"/>
                  </a:lnTo>
                  <a:lnTo>
                    <a:pt x="68" y="206"/>
                  </a:lnTo>
                  <a:lnTo>
                    <a:pt x="92" y="205"/>
                  </a:lnTo>
                  <a:close/>
                  <a:moveTo>
                    <a:pt x="865" y="0"/>
                  </a:moveTo>
                  <a:lnTo>
                    <a:pt x="874" y="0"/>
                  </a:lnTo>
                  <a:lnTo>
                    <a:pt x="881" y="1"/>
                  </a:lnTo>
                  <a:lnTo>
                    <a:pt x="897" y="5"/>
                  </a:lnTo>
                  <a:lnTo>
                    <a:pt x="909" y="13"/>
                  </a:lnTo>
                  <a:lnTo>
                    <a:pt x="917" y="22"/>
                  </a:lnTo>
                  <a:lnTo>
                    <a:pt x="919" y="32"/>
                  </a:lnTo>
                  <a:lnTo>
                    <a:pt x="917" y="42"/>
                  </a:lnTo>
                  <a:lnTo>
                    <a:pt x="909" y="51"/>
                  </a:lnTo>
                  <a:lnTo>
                    <a:pt x="897" y="58"/>
                  </a:lnTo>
                  <a:lnTo>
                    <a:pt x="883" y="62"/>
                  </a:lnTo>
                  <a:lnTo>
                    <a:pt x="865" y="64"/>
                  </a:lnTo>
                  <a:lnTo>
                    <a:pt x="847" y="62"/>
                  </a:lnTo>
                  <a:lnTo>
                    <a:pt x="834" y="58"/>
                  </a:lnTo>
                  <a:lnTo>
                    <a:pt x="822" y="51"/>
                  </a:lnTo>
                  <a:lnTo>
                    <a:pt x="815" y="42"/>
                  </a:lnTo>
                  <a:lnTo>
                    <a:pt x="812" y="32"/>
                  </a:lnTo>
                  <a:lnTo>
                    <a:pt x="815" y="22"/>
                  </a:lnTo>
                  <a:lnTo>
                    <a:pt x="823" y="13"/>
                  </a:lnTo>
                  <a:lnTo>
                    <a:pt x="835" y="6"/>
                  </a:lnTo>
                  <a:lnTo>
                    <a:pt x="848" y="1"/>
                  </a:lnTo>
                  <a:lnTo>
                    <a:pt x="865"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906" name="Group 336"/>
          <p:cNvGrpSpPr>
            <a:grpSpLocks noChangeAspect="1"/>
          </p:cNvGrpSpPr>
          <p:nvPr/>
        </p:nvGrpSpPr>
        <p:grpSpPr bwMode="auto">
          <a:xfrm>
            <a:off x="6845016" y="3318216"/>
            <a:ext cx="611435" cy="411480"/>
            <a:chOff x="5207" y="2474"/>
            <a:chExt cx="370" cy="249"/>
          </a:xfrm>
        </p:grpSpPr>
        <p:sp useBgFill="1">
          <p:nvSpPr>
            <p:cNvPr id="909" name="Freeform 338"/>
            <p:cNvSpPr>
              <a:spLocks/>
            </p:cNvSpPr>
            <p:nvPr/>
          </p:nvSpPr>
          <p:spPr bwMode="auto">
            <a:xfrm>
              <a:off x="5207" y="2474"/>
              <a:ext cx="370" cy="249"/>
            </a:xfrm>
            <a:custGeom>
              <a:avLst/>
              <a:gdLst>
                <a:gd name="T0" fmla="*/ 1293 w 2586"/>
                <a:gd name="T1" fmla="*/ 0 h 1743"/>
                <a:gd name="T2" fmla="*/ 1324 w 2586"/>
                <a:gd name="T3" fmla="*/ 2 h 1743"/>
                <a:gd name="T4" fmla="*/ 1353 w 2586"/>
                <a:gd name="T5" fmla="*/ 7 h 1743"/>
                <a:gd name="T6" fmla="*/ 1382 w 2586"/>
                <a:gd name="T7" fmla="*/ 18 h 1743"/>
                <a:gd name="T8" fmla="*/ 1409 w 2586"/>
                <a:gd name="T9" fmla="*/ 32 h 1743"/>
                <a:gd name="T10" fmla="*/ 2477 w 2586"/>
                <a:gd name="T11" fmla="*/ 679 h 1743"/>
                <a:gd name="T12" fmla="*/ 2505 w 2586"/>
                <a:gd name="T13" fmla="*/ 698 h 1743"/>
                <a:gd name="T14" fmla="*/ 2528 w 2586"/>
                <a:gd name="T15" fmla="*/ 722 h 1743"/>
                <a:gd name="T16" fmla="*/ 2548 w 2586"/>
                <a:gd name="T17" fmla="*/ 747 h 1743"/>
                <a:gd name="T18" fmla="*/ 2564 w 2586"/>
                <a:gd name="T19" fmla="*/ 775 h 1743"/>
                <a:gd name="T20" fmla="*/ 2576 w 2586"/>
                <a:gd name="T21" fmla="*/ 806 h 1743"/>
                <a:gd name="T22" fmla="*/ 2583 w 2586"/>
                <a:gd name="T23" fmla="*/ 838 h 1743"/>
                <a:gd name="T24" fmla="*/ 2586 w 2586"/>
                <a:gd name="T25" fmla="*/ 872 h 1743"/>
                <a:gd name="T26" fmla="*/ 2583 w 2586"/>
                <a:gd name="T27" fmla="*/ 904 h 1743"/>
                <a:gd name="T28" fmla="*/ 2576 w 2586"/>
                <a:gd name="T29" fmla="*/ 937 h 1743"/>
                <a:gd name="T30" fmla="*/ 2564 w 2586"/>
                <a:gd name="T31" fmla="*/ 967 h 1743"/>
                <a:gd name="T32" fmla="*/ 2548 w 2586"/>
                <a:gd name="T33" fmla="*/ 995 h 1743"/>
                <a:gd name="T34" fmla="*/ 2528 w 2586"/>
                <a:gd name="T35" fmla="*/ 1022 h 1743"/>
                <a:gd name="T36" fmla="*/ 2505 w 2586"/>
                <a:gd name="T37" fmla="*/ 1045 h 1743"/>
                <a:gd name="T38" fmla="*/ 2477 w 2586"/>
                <a:gd name="T39" fmla="*/ 1064 h 1743"/>
                <a:gd name="T40" fmla="*/ 1410 w 2586"/>
                <a:gd name="T41" fmla="*/ 1710 h 1743"/>
                <a:gd name="T42" fmla="*/ 1383 w 2586"/>
                <a:gd name="T43" fmla="*/ 1725 h 1743"/>
                <a:gd name="T44" fmla="*/ 1354 w 2586"/>
                <a:gd name="T45" fmla="*/ 1735 h 1743"/>
                <a:gd name="T46" fmla="*/ 1324 w 2586"/>
                <a:gd name="T47" fmla="*/ 1741 h 1743"/>
                <a:gd name="T48" fmla="*/ 1293 w 2586"/>
                <a:gd name="T49" fmla="*/ 1743 h 1743"/>
                <a:gd name="T50" fmla="*/ 1263 w 2586"/>
                <a:gd name="T51" fmla="*/ 1741 h 1743"/>
                <a:gd name="T52" fmla="*/ 1234 w 2586"/>
                <a:gd name="T53" fmla="*/ 1736 h 1743"/>
                <a:gd name="T54" fmla="*/ 1205 w 2586"/>
                <a:gd name="T55" fmla="*/ 1725 h 1743"/>
                <a:gd name="T56" fmla="*/ 1178 w 2586"/>
                <a:gd name="T57" fmla="*/ 1711 h 1743"/>
                <a:gd name="T58" fmla="*/ 1120 w 2586"/>
                <a:gd name="T59" fmla="*/ 1676 h 1743"/>
                <a:gd name="T60" fmla="*/ 109 w 2586"/>
                <a:gd name="T61" fmla="*/ 1064 h 1743"/>
                <a:gd name="T62" fmla="*/ 81 w 2586"/>
                <a:gd name="T63" fmla="*/ 1045 h 1743"/>
                <a:gd name="T64" fmla="*/ 58 w 2586"/>
                <a:gd name="T65" fmla="*/ 1022 h 1743"/>
                <a:gd name="T66" fmla="*/ 38 w 2586"/>
                <a:gd name="T67" fmla="*/ 995 h 1743"/>
                <a:gd name="T68" fmla="*/ 22 w 2586"/>
                <a:gd name="T69" fmla="*/ 967 h 1743"/>
                <a:gd name="T70" fmla="*/ 10 w 2586"/>
                <a:gd name="T71" fmla="*/ 937 h 1743"/>
                <a:gd name="T72" fmla="*/ 3 w 2586"/>
                <a:gd name="T73" fmla="*/ 904 h 1743"/>
                <a:gd name="T74" fmla="*/ 0 w 2586"/>
                <a:gd name="T75" fmla="*/ 872 h 1743"/>
                <a:gd name="T76" fmla="*/ 3 w 2586"/>
                <a:gd name="T77" fmla="*/ 838 h 1743"/>
                <a:gd name="T78" fmla="*/ 10 w 2586"/>
                <a:gd name="T79" fmla="*/ 806 h 1743"/>
                <a:gd name="T80" fmla="*/ 22 w 2586"/>
                <a:gd name="T81" fmla="*/ 775 h 1743"/>
                <a:gd name="T82" fmla="*/ 38 w 2586"/>
                <a:gd name="T83" fmla="*/ 747 h 1743"/>
                <a:gd name="T84" fmla="*/ 58 w 2586"/>
                <a:gd name="T85" fmla="*/ 722 h 1743"/>
                <a:gd name="T86" fmla="*/ 81 w 2586"/>
                <a:gd name="T87" fmla="*/ 698 h 1743"/>
                <a:gd name="T88" fmla="*/ 109 w 2586"/>
                <a:gd name="T89" fmla="*/ 679 h 1743"/>
                <a:gd name="T90" fmla="*/ 1177 w 2586"/>
                <a:gd name="T91" fmla="*/ 32 h 1743"/>
                <a:gd name="T92" fmla="*/ 1204 w 2586"/>
                <a:gd name="T93" fmla="*/ 18 h 1743"/>
                <a:gd name="T94" fmla="*/ 1233 w 2586"/>
                <a:gd name="T95" fmla="*/ 7 h 1743"/>
                <a:gd name="T96" fmla="*/ 1262 w 2586"/>
                <a:gd name="T97" fmla="*/ 2 h 1743"/>
                <a:gd name="T98" fmla="*/ 1293 w 2586"/>
                <a:gd name="T99" fmla="*/ 0 h 1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86" h="1743">
                  <a:moveTo>
                    <a:pt x="1293" y="0"/>
                  </a:moveTo>
                  <a:lnTo>
                    <a:pt x="1324" y="2"/>
                  </a:lnTo>
                  <a:lnTo>
                    <a:pt x="1353" y="7"/>
                  </a:lnTo>
                  <a:lnTo>
                    <a:pt x="1382" y="18"/>
                  </a:lnTo>
                  <a:lnTo>
                    <a:pt x="1409" y="32"/>
                  </a:lnTo>
                  <a:lnTo>
                    <a:pt x="2477" y="679"/>
                  </a:lnTo>
                  <a:lnTo>
                    <a:pt x="2505" y="698"/>
                  </a:lnTo>
                  <a:lnTo>
                    <a:pt x="2528" y="722"/>
                  </a:lnTo>
                  <a:lnTo>
                    <a:pt x="2548" y="747"/>
                  </a:lnTo>
                  <a:lnTo>
                    <a:pt x="2564" y="775"/>
                  </a:lnTo>
                  <a:lnTo>
                    <a:pt x="2576" y="806"/>
                  </a:lnTo>
                  <a:lnTo>
                    <a:pt x="2583" y="838"/>
                  </a:lnTo>
                  <a:lnTo>
                    <a:pt x="2586" y="872"/>
                  </a:lnTo>
                  <a:lnTo>
                    <a:pt x="2583" y="904"/>
                  </a:lnTo>
                  <a:lnTo>
                    <a:pt x="2576" y="937"/>
                  </a:lnTo>
                  <a:lnTo>
                    <a:pt x="2564" y="967"/>
                  </a:lnTo>
                  <a:lnTo>
                    <a:pt x="2548" y="995"/>
                  </a:lnTo>
                  <a:lnTo>
                    <a:pt x="2528" y="1022"/>
                  </a:lnTo>
                  <a:lnTo>
                    <a:pt x="2505" y="1045"/>
                  </a:lnTo>
                  <a:lnTo>
                    <a:pt x="2477" y="1064"/>
                  </a:lnTo>
                  <a:lnTo>
                    <a:pt x="1410" y="1710"/>
                  </a:lnTo>
                  <a:lnTo>
                    <a:pt x="1383" y="1725"/>
                  </a:lnTo>
                  <a:lnTo>
                    <a:pt x="1354" y="1735"/>
                  </a:lnTo>
                  <a:lnTo>
                    <a:pt x="1324" y="1741"/>
                  </a:lnTo>
                  <a:lnTo>
                    <a:pt x="1293" y="1743"/>
                  </a:lnTo>
                  <a:lnTo>
                    <a:pt x="1263" y="1741"/>
                  </a:lnTo>
                  <a:lnTo>
                    <a:pt x="1234" y="1736"/>
                  </a:lnTo>
                  <a:lnTo>
                    <a:pt x="1205" y="1725"/>
                  </a:lnTo>
                  <a:lnTo>
                    <a:pt x="1178" y="1711"/>
                  </a:lnTo>
                  <a:lnTo>
                    <a:pt x="1120" y="1676"/>
                  </a:lnTo>
                  <a:lnTo>
                    <a:pt x="109" y="1064"/>
                  </a:lnTo>
                  <a:lnTo>
                    <a:pt x="81" y="1045"/>
                  </a:lnTo>
                  <a:lnTo>
                    <a:pt x="58" y="1022"/>
                  </a:lnTo>
                  <a:lnTo>
                    <a:pt x="38" y="995"/>
                  </a:lnTo>
                  <a:lnTo>
                    <a:pt x="22" y="967"/>
                  </a:lnTo>
                  <a:lnTo>
                    <a:pt x="10" y="937"/>
                  </a:lnTo>
                  <a:lnTo>
                    <a:pt x="3" y="904"/>
                  </a:lnTo>
                  <a:lnTo>
                    <a:pt x="0" y="872"/>
                  </a:lnTo>
                  <a:lnTo>
                    <a:pt x="3" y="838"/>
                  </a:lnTo>
                  <a:lnTo>
                    <a:pt x="10" y="806"/>
                  </a:lnTo>
                  <a:lnTo>
                    <a:pt x="22" y="775"/>
                  </a:lnTo>
                  <a:lnTo>
                    <a:pt x="38" y="747"/>
                  </a:lnTo>
                  <a:lnTo>
                    <a:pt x="58" y="722"/>
                  </a:lnTo>
                  <a:lnTo>
                    <a:pt x="81" y="698"/>
                  </a:lnTo>
                  <a:lnTo>
                    <a:pt x="109" y="679"/>
                  </a:lnTo>
                  <a:lnTo>
                    <a:pt x="1177" y="32"/>
                  </a:lnTo>
                  <a:lnTo>
                    <a:pt x="1204" y="18"/>
                  </a:lnTo>
                  <a:lnTo>
                    <a:pt x="1233" y="7"/>
                  </a:lnTo>
                  <a:lnTo>
                    <a:pt x="1262" y="2"/>
                  </a:lnTo>
                  <a:lnTo>
                    <a:pt x="129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10" name="Freeform 339"/>
            <p:cNvSpPr>
              <a:spLocks/>
            </p:cNvSpPr>
            <p:nvPr/>
          </p:nvSpPr>
          <p:spPr bwMode="auto">
            <a:xfrm>
              <a:off x="5223" y="2490"/>
              <a:ext cx="338" cy="217"/>
            </a:xfrm>
            <a:custGeom>
              <a:avLst/>
              <a:gdLst>
                <a:gd name="T0" fmla="*/ 1180 w 2360"/>
                <a:gd name="T1" fmla="*/ 0 h 1519"/>
                <a:gd name="T2" fmla="*/ 1200 w 2360"/>
                <a:gd name="T3" fmla="*/ 2 h 1519"/>
                <a:gd name="T4" fmla="*/ 1220 w 2360"/>
                <a:gd name="T5" fmla="*/ 7 h 1519"/>
                <a:gd name="T6" fmla="*/ 1238 w 2360"/>
                <a:gd name="T7" fmla="*/ 16 h 1519"/>
                <a:gd name="T8" fmla="*/ 2306 w 2360"/>
                <a:gd name="T9" fmla="*/ 663 h 1519"/>
                <a:gd name="T10" fmla="*/ 2325 w 2360"/>
                <a:gd name="T11" fmla="*/ 677 h 1519"/>
                <a:gd name="T12" fmla="*/ 2340 w 2360"/>
                <a:gd name="T13" fmla="*/ 694 h 1519"/>
                <a:gd name="T14" fmla="*/ 2350 w 2360"/>
                <a:gd name="T15" fmla="*/ 714 h 1519"/>
                <a:gd name="T16" fmla="*/ 2358 w 2360"/>
                <a:gd name="T17" fmla="*/ 736 h 1519"/>
                <a:gd name="T18" fmla="*/ 2360 w 2360"/>
                <a:gd name="T19" fmla="*/ 760 h 1519"/>
                <a:gd name="T20" fmla="*/ 2358 w 2360"/>
                <a:gd name="T21" fmla="*/ 783 h 1519"/>
                <a:gd name="T22" fmla="*/ 2350 w 2360"/>
                <a:gd name="T23" fmla="*/ 804 h 1519"/>
                <a:gd name="T24" fmla="*/ 2340 w 2360"/>
                <a:gd name="T25" fmla="*/ 824 h 1519"/>
                <a:gd name="T26" fmla="*/ 2325 w 2360"/>
                <a:gd name="T27" fmla="*/ 842 h 1519"/>
                <a:gd name="T28" fmla="*/ 2306 w 2360"/>
                <a:gd name="T29" fmla="*/ 856 h 1519"/>
                <a:gd name="T30" fmla="*/ 1239 w 2360"/>
                <a:gd name="T31" fmla="*/ 1502 h 1519"/>
                <a:gd name="T32" fmla="*/ 1220 w 2360"/>
                <a:gd name="T33" fmla="*/ 1512 h 1519"/>
                <a:gd name="T34" fmla="*/ 1200 w 2360"/>
                <a:gd name="T35" fmla="*/ 1517 h 1519"/>
                <a:gd name="T36" fmla="*/ 1180 w 2360"/>
                <a:gd name="T37" fmla="*/ 1519 h 1519"/>
                <a:gd name="T38" fmla="*/ 1161 w 2360"/>
                <a:gd name="T39" fmla="*/ 1517 h 1519"/>
                <a:gd name="T40" fmla="*/ 1141 w 2360"/>
                <a:gd name="T41" fmla="*/ 1512 h 1519"/>
                <a:gd name="T42" fmla="*/ 1123 w 2360"/>
                <a:gd name="T43" fmla="*/ 1503 h 1519"/>
                <a:gd name="T44" fmla="*/ 1065 w 2360"/>
                <a:gd name="T45" fmla="*/ 1468 h 1519"/>
                <a:gd name="T46" fmla="*/ 54 w 2360"/>
                <a:gd name="T47" fmla="*/ 856 h 1519"/>
                <a:gd name="T48" fmla="*/ 35 w 2360"/>
                <a:gd name="T49" fmla="*/ 842 h 1519"/>
                <a:gd name="T50" fmla="*/ 20 w 2360"/>
                <a:gd name="T51" fmla="*/ 824 h 1519"/>
                <a:gd name="T52" fmla="*/ 10 w 2360"/>
                <a:gd name="T53" fmla="*/ 804 h 1519"/>
                <a:gd name="T54" fmla="*/ 2 w 2360"/>
                <a:gd name="T55" fmla="*/ 783 h 1519"/>
                <a:gd name="T56" fmla="*/ 0 w 2360"/>
                <a:gd name="T57" fmla="*/ 760 h 1519"/>
                <a:gd name="T58" fmla="*/ 2 w 2360"/>
                <a:gd name="T59" fmla="*/ 736 h 1519"/>
                <a:gd name="T60" fmla="*/ 10 w 2360"/>
                <a:gd name="T61" fmla="*/ 714 h 1519"/>
                <a:gd name="T62" fmla="*/ 20 w 2360"/>
                <a:gd name="T63" fmla="*/ 694 h 1519"/>
                <a:gd name="T64" fmla="*/ 35 w 2360"/>
                <a:gd name="T65" fmla="*/ 677 h 1519"/>
                <a:gd name="T66" fmla="*/ 54 w 2360"/>
                <a:gd name="T67" fmla="*/ 663 h 1519"/>
                <a:gd name="T68" fmla="*/ 1122 w 2360"/>
                <a:gd name="T69" fmla="*/ 16 h 1519"/>
                <a:gd name="T70" fmla="*/ 1140 w 2360"/>
                <a:gd name="T71" fmla="*/ 7 h 1519"/>
                <a:gd name="T72" fmla="*/ 1160 w 2360"/>
                <a:gd name="T73" fmla="*/ 2 h 1519"/>
                <a:gd name="T74" fmla="*/ 1180 w 2360"/>
                <a:gd name="T75"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60" h="1519">
                  <a:moveTo>
                    <a:pt x="1180" y="0"/>
                  </a:moveTo>
                  <a:lnTo>
                    <a:pt x="1200" y="2"/>
                  </a:lnTo>
                  <a:lnTo>
                    <a:pt x="1220" y="7"/>
                  </a:lnTo>
                  <a:lnTo>
                    <a:pt x="1238" y="16"/>
                  </a:lnTo>
                  <a:lnTo>
                    <a:pt x="2306" y="663"/>
                  </a:lnTo>
                  <a:lnTo>
                    <a:pt x="2325" y="677"/>
                  </a:lnTo>
                  <a:lnTo>
                    <a:pt x="2340" y="694"/>
                  </a:lnTo>
                  <a:lnTo>
                    <a:pt x="2350" y="714"/>
                  </a:lnTo>
                  <a:lnTo>
                    <a:pt x="2358" y="736"/>
                  </a:lnTo>
                  <a:lnTo>
                    <a:pt x="2360" y="760"/>
                  </a:lnTo>
                  <a:lnTo>
                    <a:pt x="2358" y="783"/>
                  </a:lnTo>
                  <a:lnTo>
                    <a:pt x="2350" y="804"/>
                  </a:lnTo>
                  <a:lnTo>
                    <a:pt x="2340" y="824"/>
                  </a:lnTo>
                  <a:lnTo>
                    <a:pt x="2325" y="842"/>
                  </a:lnTo>
                  <a:lnTo>
                    <a:pt x="2306" y="856"/>
                  </a:lnTo>
                  <a:lnTo>
                    <a:pt x="1239" y="1502"/>
                  </a:lnTo>
                  <a:lnTo>
                    <a:pt x="1220" y="1512"/>
                  </a:lnTo>
                  <a:lnTo>
                    <a:pt x="1200" y="1517"/>
                  </a:lnTo>
                  <a:lnTo>
                    <a:pt x="1180" y="1519"/>
                  </a:lnTo>
                  <a:lnTo>
                    <a:pt x="1161" y="1517"/>
                  </a:lnTo>
                  <a:lnTo>
                    <a:pt x="1141" y="1512"/>
                  </a:lnTo>
                  <a:lnTo>
                    <a:pt x="1123" y="1503"/>
                  </a:lnTo>
                  <a:lnTo>
                    <a:pt x="1065" y="1468"/>
                  </a:lnTo>
                  <a:lnTo>
                    <a:pt x="54" y="856"/>
                  </a:lnTo>
                  <a:lnTo>
                    <a:pt x="35" y="842"/>
                  </a:lnTo>
                  <a:lnTo>
                    <a:pt x="20" y="824"/>
                  </a:lnTo>
                  <a:lnTo>
                    <a:pt x="10" y="804"/>
                  </a:lnTo>
                  <a:lnTo>
                    <a:pt x="2" y="783"/>
                  </a:lnTo>
                  <a:lnTo>
                    <a:pt x="0" y="760"/>
                  </a:lnTo>
                  <a:lnTo>
                    <a:pt x="2" y="736"/>
                  </a:lnTo>
                  <a:lnTo>
                    <a:pt x="10" y="714"/>
                  </a:lnTo>
                  <a:lnTo>
                    <a:pt x="20" y="694"/>
                  </a:lnTo>
                  <a:lnTo>
                    <a:pt x="35" y="677"/>
                  </a:lnTo>
                  <a:lnTo>
                    <a:pt x="54" y="663"/>
                  </a:lnTo>
                  <a:lnTo>
                    <a:pt x="1122" y="16"/>
                  </a:lnTo>
                  <a:lnTo>
                    <a:pt x="1140" y="7"/>
                  </a:lnTo>
                  <a:lnTo>
                    <a:pt x="1160" y="2"/>
                  </a:lnTo>
                  <a:lnTo>
                    <a:pt x="118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11" name="Freeform 340"/>
            <p:cNvSpPr>
              <a:spLocks/>
            </p:cNvSpPr>
            <p:nvPr/>
          </p:nvSpPr>
          <p:spPr bwMode="auto">
            <a:xfrm>
              <a:off x="5239" y="2506"/>
              <a:ext cx="306" cy="184"/>
            </a:xfrm>
            <a:custGeom>
              <a:avLst/>
              <a:gdLst>
                <a:gd name="T0" fmla="*/ 1068 w 2136"/>
                <a:gd name="T1" fmla="*/ 0 h 1293"/>
                <a:gd name="T2" fmla="*/ 1242 w 2136"/>
                <a:gd name="T3" fmla="*/ 105 h 1293"/>
                <a:gd name="T4" fmla="*/ 2136 w 2136"/>
                <a:gd name="T5" fmla="*/ 647 h 1293"/>
                <a:gd name="T6" fmla="*/ 1068 w 2136"/>
                <a:gd name="T7" fmla="*/ 1293 h 1293"/>
                <a:gd name="T8" fmla="*/ 1010 w 2136"/>
                <a:gd name="T9" fmla="*/ 1259 h 1293"/>
                <a:gd name="T10" fmla="*/ 801 w 2136"/>
                <a:gd name="T11" fmla="*/ 1131 h 1293"/>
                <a:gd name="T12" fmla="*/ 0 w 2136"/>
                <a:gd name="T13" fmla="*/ 647 h 1293"/>
                <a:gd name="T14" fmla="*/ 1068 w 2136"/>
                <a:gd name="T15" fmla="*/ 0 h 12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6" h="1293">
                  <a:moveTo>
                    <a:pt x="1068" y="0"/>
                  </a:moveTo>
                  <a:lnTo>
                    <a:pt x="1242" y="105"/>
                  </a:lnTo>
                  <a:lnTo>
                    <a:pt x="2136" y="647"/>
                  </a:lnTo>
                  <a:lnTo>
                    <a:pt x="1068" y="1293"/>
                  </a:lnTo>
                  <a:lnTo>
                    <a:pt x="1010" y="1259"/>
                  </a:lnTo>
                  <a:lnTo>
                    <a:pt x="801" y="1131"/>
                  </a:lnTo>
                  <a:lnTo>
                    <a:pt x="0" y="647"/>
                  </a:lnTo>
                  <a:lnTo>
                    <a:pt x="1068"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12" name="Freeform 341"/>
            <p:cNvSpPr>
              <a:spLocks noEditPoints="1"/>
            </p:cNvSpPr>
            <p:nvPr/>
          </p:nvSpPr>
          <p:spPr bwMode="auto">
            <a:xfrm>
              <a:off x="5240" y="2528"/>
              <a:ext cx="304" cy="136"/>
            </a:xfrm>
            <a:custGeom>
              <a:avLst/>
              <a:gdLst>
                <a:gd name="T0" fmla="*/ 571 w 2134"/>
                <a:gd name="T1" fmla="*/ 168 h 953"/>
                <a:gd name="T2" fmla="*/ 606 w 2134"/>
                <a:gd name="T3" fmla="*/ 200 h 953"/>
                <a:gd name="T4" fmla="*/ 632 w 2134"/>
                <a:gd name="T5" fmla="*/ 247 h 953"/>
                <a:gd name="T6" fmla="*/ 646 w 2134"/>
                <a:gd name="T7" fmla="*/ 312 h 953"/>
                <a:gd name="T8" fmla="*/ 650 w 2134"/>
                <a:gd name="T9" fmla="*/ 371 h 953"/>
                <a:gd name="T10" fmla="*/ 646 w 2134"/>
                <a:gd name="T11" fmla="*/ 404 h 953"/>
                <a:gd name="T12" fmla="*/ 642 w 2134"/>
                <a:gd name="T13" fmla="*/ 434 h 953"/>
                <a:gd name="T14" fmla="*/ 650 w 2134"/>
                <a:gd name="T15" fmla="*/ 463 h 953"/>
                <a:gd name="T16" fmla="*/ 674 w 2134"/>
                <a:gd name="T17" fmla="*/ 493 h 953"/>
                <a:gd name="T18" fmla="*/ 707 w 2134"/>
                <a:gd name="T19" fmla="*/ 511 h 953"/>
                <a:gd name="T20" fmla="*/ 745 w 2134"/>
                <a:gd name="T21" fmla="*/ 525 h 953"/>
                <a:gd name="T22" fmla="*/ 783 w 2134"/>
                <a:gd name="T23" fmla="*/ 543 h 953"/>
                <a:gd name="T24" fmla="*/ 816 w 2134"/>
                <a:gd name="T25" fmla="*/ 572 h 953"/>
                <a:gd name="T26" fmla="*/ 837 w 2134"/>
                <a:gd name="T27" fmla="*/ 617 h 953"/>
                <a:gd name="T28" fmla="*/ 841 w 2134"/>
                <a:gd name="T29" fmla="*/ 669 h 953"/>
                <a:gd name="T30" fmla="*/ 832 w 2134"/>
                <a:gd name="T31" fmla="*/ 728 h 953"/>
                <a:gd name="T32" fmla="*/ 816 w 2134"/>
                <a:gd name="T33" fmla="*/ 791 h 953"/>
                <a:gd name="T34" fmla="*/ 794 w 2134"/>
                <a:gd name="T35" fmla="*/ 855 h 953"/>
                <a:gd name="T36" fmla="*/ 773 w 2134"/>
                <a:gd name="T37" fmla="*/ 921 h 953"/>
                <a:gd name="T38" fmla="*/ 0 w 2134"/>
                <a:gd name="T39" fmla="*/ 490 h 953"/>
                <a:gd name="T40" fmla="*/ 1328 w 2134"/>
                <a:gd name="T41" fmla="*/ 0 h 953"/>
                <a:gd name="T42" fmla="*/ 2134 w 2134"/>
                <a:gd name="T43" fmla="*/ 490 h 953"/>
                <a:gd name="T44" fmla="*/ 1799 w 2134"/>
                <a:gd name="T45" fmla="*/ 663 h 953"/>
                <a:gd name="T46" fmla="*/ 1731 w 2134"/>
                <a:gd name="T47" fmla="*/ 656 h 953"/>
                <a:gd name="T48" fmla="*/ 1671 w 2134"/>
                <a:gd name="T49" fmla="*/ 661 h 953"/>
                <a:gd name="T50" fmla="*/ 1619 w 2134"/>
                <a:gd name="T51" fmla="*/ 667 h 953"/>
                <a:gd name="T52" fmla="*/ 1579 w 2134"/>
                <a:gd name="T53" fmla="*/ 668 h 953"/>
                <a:gd name="T54" fmla="*/ 1542 w 2134"/>
                <a:gd name="T55" fmla="*/ 654 h 953"/>
                <a:gd name="T56" fmla="*/ 1508 w 2134"/>
                <a:gd name="T57" fmla="*/ 623 h 953"/>
                <a:gd name="T58" fmla="*/ 1481 w 2134"/>
                <a:gd name="T59" fmla="*/ 582 h 953"/>
                <a:gd name="T60" fmla="*/ 1458 w 2134"/>
                <a:gd name="T61" fmla="*/ 537 h 953"/>
                <a:gd name="T62" fmla="*/ 1429 w 2134"/>
                <a:gd name="T63" fmla="*/ 490 h 953"/>
                <a:gd name="T64" fmla="*/ 1394 w 2134"/>
                <a:gd name="T65" fmla="*/ 448 h 953"/>
                <a:gd name="T66" fmla="*/ 1362 w 2134"/>
                <a:gd name="T67" fmla="*/ 426 h 953"/>
                <a:gd name="T68" fmla="*/ 1331 w 2134"/>
                <a:gd name="T69" fmla="*/ 416 h 953"/>
                <a:gd name="T70" fmla="*/ 1299 w 2134"/>
                <a:gd name="T71" fmla="*/ 408 h 953"/>
                <a:gd name="T72" fmla="*/ 1262 w 2134"/>
                <a:gd name="T73" fmla="*/ 398 h 953"/>
                <a:gd name="T74" fmla="*/ 1219 w 2134"/>
                <a:gd name="T75" fmla="*/ 375 h 953"/>
                <a:gd name="T76" fmla="*/ 1179 w 2134"/>
                <a:gd name="T77" fmla="*/ 338 h 953"/>
                <a:gd name="T78" fmla="*/ 1162 w 2134"/>
                <a:gd name="T79" fmla="*/ 299 h 953"/>
                <a:gd name="T80" fmla="*/ 1163 w 2134"/>
                <a:gd name="T81" fmla="*/ 259 h 953"/>
                <a:gd name="T82" fmla="*/ 1180 w 2134"/>
                <a:gd name="T83" fmla="*/ 218 h 953"/>
                <a:gd name="T84" fmla="*/ 1206 w 2134"/>
                <a:gd name="T85" fmla="*/ 177 h 953"/>
                <a:gd name="T86" fmla="*/ 1238 w 2134"/>
                <a:gd name="T87" fmla="*/ 136 h 953"/>
                <a:gd name="T88" fmla="*/ 1271 w 2134"/>
                <a:gd name="T89" fmla="*/ 98 h 953"/>
                <a:gd name="T90" fmla="*/ 1299 w 2134"/>
                <a:gd name="T91" fmla="*/ 62 h 953"/>
                <a:gd name="T92" fmla="*/ 1319 w 2134"/>
                <a:gd name="T93" fmla="*/ 29 h 953"/>
                <a:gd name="T94" fmla="*/ 1328 w 2134"/>
                <a:gd name="T95" fmla="*/ 0 h 9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34" h="953">
                  <a:moveTo>
                    <a:pt x="547" y="158"/>
                  </a:moveTo>
                  <a:lnTo>
                    <a:pt x="571" y="168"/>
                  </a:lnTo>
                  <a:lnTo>
                    <a:pt x="591" y="183"/>
                  </a:lnTo>
                  <a:lnTo>
                    <a:pt x="606" y="200"/>
                  </a:lnTo>
                  <a:lnTo>
                    <a:pt x="620" y="221"/>
                  </a:lnTo>
                  <a:lnTo>
                    <a:pt x="632" y="247"/>
                  </a:lnTo>
                  <a:lnTo>
                    <a:pt x="640" y="277"/>
                  </a:lnTo>
                  <a:lnTo>
                    <a:pt x="646" y="312"/>
                  </a:lnTo>
                  <a:lnTo>
                    <a:pt x="650" y="351"/>
                  </a:lnTo>
                  <a:lnTo>
                    <a:pt x="650" y="371"/>
                  </a:lnTo>
                  <a:lnTo>
                    <a:pt x="648" y="388"/>
                  </a:lnTo>
                  <a:lnTo>
                    <a:pt x="646" y="404"/>
                  </a:lnTo>
                  <a:lnTo>
                    <a:pt x="642" y="419"/>
                  </a:lnTo>
                  <a:lnTo>
                    <a:pt x="642" y="434"/>
                  </a:lnTo>
                  <a:lnTo>
                    <a:pt x="644" y="448"/>
                  </a:lnTo>
                  <a:lnTo>
                    <a:pt x="650" y="463"/>
                  </a:lnTo>
                  <a:lnTo>
                    <a:pt x="661" y="480"/>
                  </a:lnTo>
                  <a:lnTo>
                    <a:pt x="674" y="493"/>
                  </a:lnTo>
                  <a:lnTo>
                    <a:pt x="689" y="502"/>
                  </a:lnTo>
                  <a:lnTo>
                    <a:pt x="707" y="511"/>
                  </a:lnTo>
                  <a:lnTo>
                    <a:pt x="726" y="518"/>
                  </a:lnTo>
                  <a:lnTo>
                    <a:pt x="745" y="525"/>
                  </a:lnTo>
                  <a:lnTo>
                    <a:pt x="765" y="533"/>
                  </a:lnTo>
                  <a:lnTo>
                    <a:pt x="783" y="543"/>
                  </a:lnTo>
                  <a:lnTo>
                    <a:pt x="801" y="556"/>
                  </a:lnTo>
                  <a:lnTo>
                    <a:pt x="816" y="572"/>
                  </a:lnTo>
                  <a:lnTo>
                    <a:pt x="828" y="594"/>
                  </a:lnTo>
                  <a:lnTo>
                    <a:pt x="837" y="617"/>
                  </a:lnTo>
                  <a:lnTo>
                    <a:pt x="840" y="643"/>
                  </a:lnTo>
                  <a:lnTo>
                    <a:pt x="841" y="669"/>
                  </a:lnTo>
                  <a:lnTo>
                    <a:pt x="838" y="698"/>
                  </a:lnTo>
                  <a:lnTo>
                    <a:pt x="832" y="728"/>
                  </a:lnTo>
                  <a:lnTo>
                    <a:pt x="825" y="759"/>
                  </a:lnTo>
                  <a:lnTo>
                    <a:pt x="816" y="791"/>
                  </a:lnTo>
                  <a:lnTo>
                    <a:pt x="806" y="822"/>
                  </a:lnTo>
                  <a:lnTo>
                    <a:pt x="794" y="855"/>
                  </a:lnTo>
                  <a:lnTo>
                    <a:pt x="784" y="888"/>
                  </a:lnTo>
                  <a:lnTo>
                    <a:pt x="773" y="921"/>
                  </a:lnTo>
                  <a:lnTo>
                    <a:pt x="764" y="953"/>
                  </a:lnTo>
                  <a:lnTo>
                    <a:pt x="0" y="490"/>
                  </a:lnTo>
                  <a:lnTo>
                    <a:pt x="547" y="158"/>
                  </a:lnTo>
                  <a:close/>
                  <a:moveTo>
                    <a:pt x="1328" y="0"/>
                  </a:moveTo>
                  <a:lnTo>
                    <a:pt x="2091" y="462"/>
                  </a:lnTo>
                  <a:lnTo>
                    <a:pt x="2134" y="490"/>
                  </a:lnTo>
                  <a:lnTo>
                    <a:pt x="1835" y="671"/>
                  </a:lnTo>
                  <a:lnTo>
                    <a:pt x="1799" y="663"/>
                  </a:lnTo>
                  <a:lnTo>
                    <a:pt x="1765" y="657"/>
                  </a:lnTo>
                  <a:lnTo>
                    <a:pt x="1731" y="656"/>
                  </a:lnTo>
                  <a:lnTo>
                    <a:pt x="1701" y="657"/>
                  </a:lnTo>
                  <a:lnTo>
                    <a:pt x="1671" y="661"/>
                  </a:lnTo>
                  <a:lnTo>
                    <a:pt x="1644" y="664"/>
                  </a:lnTo>
                  <a:lnTo>
                    <a:pt x="1619" y="667"/>
                  </a:lnTo>
                  <a:lnTo>
                    <a:pt x="1598" y="668"/>
                  </a:lnTo>
                  <a:lnTo>
                    <a:pt x="1579" y="668"/>
                  </a:lnTo>
                  <a:lnTo>
                    <a:pt x="1566" y="666"/>
                  </a:lnTo>
                  <a:lnTo>
                    <a:pt x="1542" y="654"/>
                  </a:lnTo>
                  <a:lnTo>
                    <a:pt x="1523" y="641"/>
                  </a:lnTo>
                  <a:lnTo>
                    <a:pt x="1508" y="623"/>
                  </a:lnTo>
                  <a:lnTo>
                    <a:pt x="1494" y="604"/>
                  </a:lnTo>
                  <a:lnTo>
                    <a:pt x="1481" y="582"/>
                  </a:lnTo>
                  <a:lnTo>
                    <a:pt x="1469" y="560"/>
                  </a:lnTo>
                  <a:lnTo>
                    <a:pt x="1458" y="537"/>
                  </a:lnTo>
                  <a:lnTo>
                    <a:pt x="1444" y="513"/>
                  </a:lnTo>
                  <a:lnTo>
                    <a:pt x="1429" y="490"/>
                  </a:lnTo>
                  <a:lnTo>
                    <a:pt x="1411" y="466"/>
                  </a:lnTo>
                  <a:lnTo>
                    <a:pt x="1394" y="448"/>
                  </a:lnTo>
                  <a:lnTo>
                    <a:pt x="1378" y="435"/>
                  </a:lnTo>
                  <a:lnTo>
                    <a:pt x="1362" y="426"/>
                  </a:lnTo>
                  <a:lnTo>
                    <a:pt x="1347" y="420"/>
                  </a:lnTo>
                  <a:lnTo>
                    <a:pt x="1331" y="416"/>
                  </a:lnTo>
                  <a:lnTo>
                    <a:pt x="1315" y="411"/>
                  </a:lnTo>
                  <a:lnTo>
                    <a:pt x="1299" y="408"/>
                  </a:lnTo>
                  <a:lnTo>
                    <a:pt x="1281" y="404"/>
                  </a:lnTo>
                  <a:lnTo>
                    <a:pt x="1262" y="398"/>
                  </a:lnTo>
                  <a:lnTo>
                    <a:pt x="1241" y="388"/>
                  </a:lnTo>
                  <a:lnTo>
                    <a:pt x="1219" y="375"/>
                  </a:lnTo>
                  <a:lnTo>
                    <a:pt x="1196" y="357"/>
                  </a:lnTo>
                  <a:lnTo>
                    <a:pt x="1179" y="338"/>
                  </a:lnTo>
                  <a:lnTo>
                    <a:pt x="1167" y="319"/>
                  </a:lnTo>
                  <a:lnTo>
                    <a:pt x="1162" y="299"/>
                  </a:lnTo>
                  <a:lnTo>
                    <a:pt x="1160" y="279"/>
                  </a:lnTo>
                  <a:lnTo>
                    <a:pt x="1163" y="259"/>
                  </a:lnTo>
                  <a:lnTo>
                    <a:pt x="1171" y="238"/>
                  </a:lnTo>
                  <a:lnTo>
                    <a:pt x="1180" y="218"/>
                  </a:lnTo>
                  <a:lnTo>
                    <a:pt x="1192" y="197"/>
                  </a:lnTo>
                  <a:lnTo>
                    <a:pt x="1206" y="177"/>
                  </a:lnTo>
                  <a:lnTo>
                    <a:pt x="1221" y="156"/>
                  </a:lnTo>
                  <a:lnTo>
                    <a:pt x="1238" y="136"/>
                  </a:lnTo>
                  <a:lnTo>
                    <a:pt x="1254" y="117"/>
                  </a:lnTo>
                  <a:lnTo>
                    <a:pt x="1271" y="98"/>
                  </a:lnTo>
                  <a:lnTo>
                    <a:pt x="1286" y="80"/>
                  </a:lnTo>
                  <a:lnTo>
                    <a:pt x="1299" y="62"/>
                  </a:lnTo>
                  <a:lnTo>
                    <a:pt x="1311" y="45"/>
                  </a:lnTo>
                  <a:lnTo>
                    <a:pt x="1319" y="29"/>
                  </a:lnTo>
                  <a:lnTo>
                    <a:pt x="1326" y="14"/>
                  </a:lnTo>
                  <a:lnTo>
                    <a:pt x="1328"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913" name="Group 344"/>
          <p:cNvGrpSpPr>
            <a:grpSpLocks noChangeAspect="1"/>
          </p:cNvGrpSpPr>
          <p:nvPr/>
        </p:nvGrpSpPr>
        <p:grpSpPr bwMode="auto">
          <a:xfrm>
            <a:off x="7850856" y="3318216"/>
            <a:ext cx="611435" cy="411480"/>
            <a:chOff x="5780" y="2476"/>
            <a:chExt cx="370" cy="249"/>
          </a:xfrm>
        </p:grpSpPr>
        <p:sp useBgFill="1">
          <p:nvSpPr>
            <p:cNvPr id="916" name="Freeform 346"/>
            <p:cNvSpPr>
              <a:spLocks/>
            </p:cNvSpPr>
            <p:nvPr/>
          </p:nvSpPr>
          <p:spPr bwMode="auto">
            <a:xfrm>
              <a:off x="5780" y="2476"/>
              <a:ext cx="370" cy="249"/>
            </a:xfrm>
            <a:custGeom>
              <a:avLst/>
              <a:gdLst>
                <a:gd name="T0" fmla="*/ 1293 w 2586"/>
                <a:gd name="T1" fmla="*/ 0 h 1743"/>
                <a:gd name="T2" fmla="*/ 1324 w 2586"/>
                <a:gd name="T3" fmla="*/ 2 h 1743"/>
                <a:gd name="T4" fmla="*/ 1353 w 2586"/>
                <a:gd name="T5" fmla="*/ 7 h 1743"/>
                <a:gd name="T6" fmla="*/ 1382 w 2586"/>
                <a:gd name="T7" fmla="*/ 18 h 1743"/>
                <a:gd name="T8" fmla="*/ 1409 w 2586"/>
                <a:gd name="T9" fmla="*/ 32 h 1743"/>
                <a:gd name="T10" fmla="*/ 2477 w 2586"/>
                <a:gd name="T11" fmla="*/ 678 h 1743"/>
                <a:gd name="T12" fmla="*/ 2505 w 2586"/>
                <a:gd name="T13" fmla="*/ 698 h 1743"/>
                <a:gd name="T14" fmla="*/ 2529 w 2586"/>
                <a:gd name="T15" fmla="*/ 720 h 1743"/>
                <a:gd name="T16" fmla="*/ 2549 w 2586"/>
                <a:gd name="T17" fmla="*/ 747 h 1743"/>
                <a:gd name="T18" fmla="*/ 2565 w 2586"/>
                <a:gd name="T19" fmla="*/ 775 h 1743"/>
                <a:gd name="T20" fmla="*/ 2576 w 2586"/>
                <a:gd name="T21" fmla="*/ 806 h 1743"/>
                <a:gd name="T22" fmla="*/ 2584 w 2586"/>
                <a:gd name="T23" fmla="*/ 838 h 1743"/>
                <a:gd name="T24" fmla="*/ 2586 w 2586"/>
                <a:gd name="T25" fmla="*/ 872 h 1743"/>
                <a:gd name="T26" fmla="*/ 2584 w 2586"/>
                <a:gd name="T27" fmla="*/ 904 h 1743"/>
                <a:gd name="T28" fmla="*/ 2576 w 2586"/>
                <a:gd name="T29" fmla="*/ 936 h 1743"/>
                <a:gd name="T30" fmla="*/ 2565 w 2586"/>
                <a:gd name="T31" fmla="*/ 967 h 1743"/>
                <a:gd name="T32" fmla="*/ 2549 w 2586"/>
                <a:gd name="T33" fmla="*/ 995 h 1743"/>
                <a:gd name="T34" fmla="*/ 2529 w 2586"/>
                <a:gd name="T35" fmla="*/ 1022 h 1743"/>
                <a:gd name="T36" fmla="*/ 2505 w 2586"/>
                <a:gd name="T37" fmla="*/ 1044 h 1743"/>
                <a:gd name="T38" fmla="*/ 2478 w 2586"/>
                <a:gd name="T39" fmla="*/ 1064 h 1743"/>
                <a:gd name="T40" fmla="*/ 1410 w 2586"/>
                <a:gd name="T41" fmla="*/ 1710 h 1743"/>
                <a:gd name="T42" fmla="*/ 1383 w 2586"/>
                <a:gd name="T43" fmla="*/ 1725 h 1743"/>
                <a:gd name="T44" fmla="*/ 1354 w 2586"/>
                <a:gd name="T45" fmla="*/ 1735 h 1743"/>
                <a:gd name="T46" fmla="*/ 1324 w 2586"/>
                <a:gd name="T47" fmla="*/ 1741 h 1743"/>
                <a:gd name="T48" fmla="*/ 1293 w 2586"/>
                <a:gd name="T49" fmla="*/ 1743 h 1743"/>
                <a:gd name="T50" fmla="*/ 1263 w 2586"/>
                <a:gd name="T51" fmla="*/ 1741 h 1743"/>
                <a:gd name="T52" fmla="*/ 1234 w 2586"/>
                <a:gd name="T53" fmla="*/ 1736 h 1743"/>
                <a:gd name="T54" fmla="*/ 1205 w 2586"/>
                <a:gd name="T55" fmla="*/ 1725 h 1743"/>
                <a:gd name="T56" fmla="*/ 1178 w 2586"/>
                <a:gd name="T57" fmla="*/ 1711 h 1743"/>
                <a:gd name="T58" fmla="*/ 1120 w 2586"/>
                <a:gd name="T59" fmla="*/ 1676 h 1743"/>
                <a:gd name="T60" fmla="*/ 108 w 2586"/>
                <a:gd name="T61" fmla="*/ 1064 h 1743"/>
                <a:gd name="T62" fmla="*/ 81 w 2586"/>
                <a:gd name="T63" fmla="*/ 1044 h 1743"/>
                <a:gd name="T64" fmla="*/ 57 w 2586"/>
                <a:gd name="T65" fmla="*/ 1022 h 1743"/>
                <a:gd name="T66" fmla="*/ 37 w 2586"/>
                <a:gd name="T67" fmla="*/ 995 h 1743"/>
                <a:gd name="T68" fmla="*/ 21 w 2586"/>
                <a:gd name="T69" fmla="*/ 967 h 1743"/>
                <a:gd name="T70" fmla="*/ 10 w 2586"/>
                <a:gd name="T71" fmla="*/ 936 h 1743"/>
                <a:gd name="T72" fmla="*/ 2 w 2586"/>
                <a:gd name="T73" fmla="*/ 904 h 1743"/>
                <a:gd name="T74" fmla="*/ 0 w 2586"/>
                <a:gd name="T75" fmla="*/ 872 h 1743"/>
                <a:gd name="T76" fmla="*/ 2 w 2586"/>
                <a:gd name="T77" fmla="*/ 838 h 1743"/>
                <a:gd name="T78" fmla="*/ 10 w 2586"/>
                <a:gd name="T79" fmla="*/ 806 h 1743"/>
                <a:gd name="T80" fmla="*/ 21 w 2586"/>
                <a:gd name="T81" fmla="*/ 775 h 1743"/>
                <a:gd name="T82" fmla="*/ 37 w 2586"/>
                <a:gd name="T83" fmla="*/ 747 h 1743"/>
                <a:gd name="T84" fmla="*/ 57 w 2586"/>
                <a:gd name="T85" fmla="*/ 720 h 1743"/>
                <a:gd name="T86" fmla="*/ 81 w 2586"/>
                <a:gd name="T87" fmla="*/ 698 h 1743"/>
                <a:gd name="T88" fmla="*/ 109 w 2586"/>
                <a:gd name="T89" fmla="*/ 678 h 1743"/>
                <a:gd name="T90" fmla="*/ 1177 w 2586"/>
                <a:gd name="T91" fmla="*/ 32 h 1743"/>
                <a:gd name="T92" fmla="*/ 1204 w 2586"/>
                <a:gd name="T93" fmla="*/ 18 h 1743"/>
                <a:gd name="T94" fmla="*/ 1233 w 2586"/>
                <a:gd name="T95" fmla="*/ 7 h 1743"/>
                <a:gd name="T96" fmla="*/ 1262 w 2586"/>
                <a:gd name="T97" fmla="*/ 2 h 1743"/>
                <a:gd name="T98" fmla="*/ 1293 w 2586"/>
                <a:gd name="T99" fmla="*/ 0 h 1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86" h="1743">
                  <a:moveTo>
                    <a:pt x="1293" y="0"/>
                  </a:moveTo>
                  <a:lnTo>
                    <a:pt x="1324" y="2"/>
                  </a:lnTo>
                  <a:lnTo>
                    <a:pt x="1353" y="7"/>
                  </a:lnTo>
                  <a:lnTo>
                    <a:pt x="1382" y="18"/>
                  </a:lnTo>
                  <a:lnTo>
                    <a:pt x="1409" y="32"/>
                  </a:lnTo>
                  <a:lnTo>
                    <a:pt x="2477" y="678"/>
                  </a:lnTo>
                  <a:lnTo>
                    <a:pt x="2505" y="698"/>
                  </a:lnTo>
                  <a:lnTo>
                    <a:pt x="2529" y="720"/>
                  </a:lnTo>
                  <a:lnTo>
                    <a:pt x="2549" y="747"/>
                  </a:lnTo>
                  <a:lnTo>
                    <a:pt x="2565" y="775"/>
                  </a:lnTo>
                  <a:lnTo>
                    <a:pt x="2576" y="806"/>
                  </a:lnTo>
                  <a:lnTo>
                    <a:pt x="2584" y="838"/>
                  </a:lnTo>
                  <a:lnTo>
                    <a:pt x="2586" y="872"/>
                  </a:lnTo>
                  <a:lnTo>
                    <a:pt x="2584" y="904"/>
                  </a:lnTo>
                  <a:lnTo>
                    <a:pt x="2576" y="936"/>
                  </a:lnTo>
                  <a:lnTo>
                    <a:pt x="2565" y="967"/>
                  </a:lnTo>
                  <a:lnTo>
                    <a:pt x="2549" y="995"/>
                  </a:lnTo>
                  <a:lnTo>
                    <a:pt x="2529" y="1022"/>
                  </a:lnTo>
                  <a:lnTo>
                    <a:pt x="2505" y="1044"/>
                  </a:lnTo>
                  <a:lnTo>
                    <a:pt x="2478" y="1064"/>
                  </a:lnTo>
                  <a:lnTo>
                    <a:pt x="1410" y="1710"/>
                  </a:lnTo>
                  <a:lnTo>
                    <a:pt x="1383" y="1725"/>
                  </a:lnTo>
                  <a:lnTo>
                    <a:pt x="1354" y="1735"/>
                  </a:lnTo>
                  <a:lnTo>
                    <a:pt x="1324" y="1741"/>
                  </a:lnTo>
                  <a:lnTo>
                    <a:pt x="1293" y="1743"/>
                  </a:lnTo>
                  <a:lnTo>
                    <a:pt x="1263" y="1741"/>
                  </a:lnTo>
                  <a:lnTo>
                    <a:pt x="1234" y="1736"/>
                  </a:lnTo>
                  <a:lnTo>
                    <a:pt x="1205" y="1725"/>
                  </a:lnTo>
                  <a:lnTo>
                    <a:pt x="1178" y="1711"/>
                  </a:lnTo>
                  <a:lnTo>
                    <a:pt x="1120" y="1676"/>
                  </a:lnTo>
                  <a:lnTo>
                    <a:pt x="108" y="1064"/>
                  </a:lnTo>
                  <a:lnTo>
                    <a:pt x="81" y="1044"/>
                  </a:lnTo>
                  <a:lnTo>
                    <a:pt x="57" y="1022"/>
                  </a:lnTo>
                  <a:lnTo>
                    <a:pt x="37" y="995"/>
                  </a:lnTo>
                  <a:lnTo>
                    <a:pt x="21" y="967"/>
                  </a:lnTo>
                  <a:lnTo>
                    <a:pt x="10" y="936"/>
                  </a:lnTo>
                  <a:lnTo>
                    <a:pt x="2" y="904"/>
                  </a:lnTo>
                  <a:lnTo>
                    <a:pt x="0" y="872"/>
                  </a:lnTo>
                  <a:lnTo>
                    <a:pt x="2" y="838"/>
                  </a:lnTo>
                  <a:lnTo>
                    <a:pt x="10" y="806"/>
                  </a:lnTo>
                  <a:lnTo>
                    <a:pt x="21" y="775"/>
                  </a:lnTo>
                  <a:lnTo>
                    <a:pt x="37" y="747"/>
                  </a:lnTo>
                  <a:lnTo>
                    <a:pt x="57" y="720"/>
                  </a:lnTo>
                  <a:lnTo>
                    <a:pt x="81" y="698"/>
                  </a:lnTo>
                  <a:lnTo>
                    <a:pt x="109" y="678"/>
                  </a:lnTo>
                  <a:lnTo>
                    <a:pt x="1177" y="32"/>
                  </a:lnTo>
                  <a:lnTo>
                    <a:pt x="1204" y="18"/>
                  </a:lnTo>
                  <a:lnTo>
                    <a:pt x="1233" y="7"/>
                  </a:lnTo>
                  <a:lnTo>
                    <a:pt x="1262" y="2"/>
                  </a:lnTo>
                  <a:lnTo>
                    <a:pt x="129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17" name="Freeform 347"/>
            <p:cNvSpPr>
              <a:spLocks/>
            </p:cNvSpPr>
            <p:nvPr/>
          </p:nvSpPr>
          <p:spPr bwMode="auto">
            <a:xfrm>
              <a:off x="5796" y="2492"/>
              <a:ext cx="338" cy="217"/>
            </a:xfrm>
            <a:custGeom>
              <a:avLst/>
              <a:gdLst>
                <a:gd name="T0" fmla="*/ 1181 w 2362"/>
                <a:gd name="T1" fmla="*/ 0 h 1519"/>
                <a:gd name="T2" fmla="*/ 1201 w 2362"/>
                <a:gd name="T3" fmla="*/ 2 h 1519"/>
                <a:gd name="T4" fmla="*/ 1221 w 2362"/>
                <a:gd name="T5" fmla="*/ 7 h 1519"/>
                <a:gd name="T6" fmla="*/ 1239 w 2362"/>
                <a:gd name="T7" fmla="*/ 16 h 1519"/>
                <a:gd name="T8" fmla="*/ 2307 w 2362"/>
                <a:gd name="T9" fmla="*/ 663 h 1519"/>
                <a:gd name="T10" fmla="*/ 2326 w 2362"/>
                <a:gd name="T11" fmla="*/ 677 h 1519"/>
                <a:gd name="T12" fmla="*/ 2341 w 2362"/>
                <a:gd name="T13" fmla="*/ 694 h 1519"/>
                <a:gd name="T14" fmla="*/ 2353 w 2362"/>
                <a:gd name="T15" fmla="*/ 714 h 1519"/>
                <a:gd name="T16" fmla="*/ 2359 w 2362"/>
                <a:gd name="T17" fmla="*/ 736 h 1519"/>
                <a:gd name="T18" fmla="*/ 2362 w 2362"/>
                <a:gd name="T19" fmla="*/ 760 h 1519"/>
                <a:gd name="T20" fmla="*/ 2359 w 2362"/>
                <a:gd name="T21" fmla="*/ 782 h 1519"/>
                <a:gd name="T22" fmla="*/ 2353 w 2362"/>
                <a:gd name="T23" fmla="*/ 804 h 1519"/>
                <a:gd name="T24" fmla="*/ 2341 w 2362"/>
                <a:gd name="T25" fmla="*/ 824 h 1519"/>
                <a:gd name="T26" fmla="*/ 2326 w 2362"/>
                <a:gd name="T27" fmla="*/ 841 h 1519"/>
                <a:gd name="T28" fmla="*/ 2307 w 2362"/>
                <a:gd name="T29" fmla="*/ 856 h 1519"/>
                <a:gd name="T30" fmla="*/ 1240 w 2362"/>
                <a:gd name="T31" fmla="*/ 1502 h 1519"/>
                <a:gd name="T32" fmla="*/ 1221 w 2362"/>
                <a:gd name="T33" fmla="*/ 1512 h 1519"/>
                <a:gd name="T34" fmla="*/ 1201 w 2362"/>
                <a:gd name="T35" fmla="*/ 1517 h 1519"/>
                <a:gd name="T36" fmla="*/ 1181 w 2362"/>
                <a:gd name="T37" fmla="*/ 1519 h 1519"/>
                <a:gd name="T38" fmla="*/ 1162 w 2362"/>
                <a:gd name="T39" fmla="*/ 1517 h 1519"/>
                <a:gd name="T40" fmla="*/ 1142 w 2362"/>
                <a:gd name="T41" fmla="*/ 1512 h 1519"/>
                <a:gd name="T42" fmla="*/ 1124 w 2362"/>
                <a:gd name="T43" fmla="*/ 1503 h 1519"/>
                <a:gd name="T44" fmla="*/ 1066 w 2362"/>
                <a:gd name="T45" fmla="*/ 1468 h 1519"/>
                <a:gd name="T46" fmla="*/ 55 w 2362"/>
                <a:gd name="T47" fmla="*/ 856 h 1519"/>
                <a:gd name="T48" fmla="*/ 36 w 2362"/>
                <a:gd name="T49" fmla="*/ 841 h 1519"/>
                <a:gd name="T50" fmla="*/ 21 w 2362"/>
                <a:gd name="T51" fmla="*/ 824 h 1519"/>
                <a:gd name="T52" fmla="*/ 9 w 2362"/>
                <a:gd name="T53" fmla="*/ 804 h 1519"/>
                <a:gd name="T54" fmla="*/ 3 w 2362"/>
                <a:gd name="T55" fmla="*/ 782 h 1519"/>
                <a:gd name="T56" fmla="*/ 0 w 2362"/>
                <a:gd name="T57" fmla="*/ 760 h 1519"/>
                <a:gd name="T58" fmla="*/ 3 w 2362"/>
                <a:gd name="T59" fmla="*/ 736 h 1519"/>
                <a:gd name="T60" fmla="*/ 9 w 2362"/>
                <a:gd name="T61" fmla="*/ 714 h 1519"/>
                <a:gd name="T62" fmla="*/ 21 w 2362"/>
                <a:gd name="T63" fmla="*/ 694 h 1519"/>
                <a:gd name="T64" fmla="*/ 36 w 2362"/>
                <a:gd name="T65" fmla="*/ 677 h 1519"/>
                <a:gd name="T66" fmla="*/ 55 w 2362"/>
                <a:gd name="T67" fmla="*/ 663 h 1519"/>
                <a:gd name="T68" fmla="*/ 1123 w 2362"/>
                <a:gd name="T69" fmla="*/ 16 h 1519"/>
                <a:gd name="T70" fmla="*/ 1141 w 2362"/>
                <a:gd name="T71" fmla="*/ 7 h 1519"/>
                <a:gd name="T72" fmla="*/ 1161 w 2362"/>
                <a:gd name="T73" fmla="*/ 2 h 1519"/>
                <a:gd name="T74" fmla="*/ 1181 w 2362"/>
                <a:gd name="T75"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62" h="1519">
                  <a:moveTo>
                    <a:pt x="1181" y="0"/>
                  </a:moveTo>
                  <a:lnTo>
                    <a:pt x="1201" y="2"/>
                  </a:lnTo>
                  <a:lnTo>
                    <a:pt x="1221" y="7"/>
                  </a:lnTo>
                  <a:lnTo>
                    <a:pt x="1239" y="16"/>
                  </a:lnTo>
                  <a:lnTo>
                    <a:pt x="2307" y="663"/>
                  </a:lnTo>
                  <a:lnTo>
                    <a:pt x="2326" y="677"/>
                  </a:lnTo>
                  <a:lnTo>
                    <a:pt x="2341" y="694"/>
                  </a:lnTo>
                  <a:lnTo>
                    <a:pt x="2353" y="714"/>
                  </a:lnTo>
                  <a:lnTo>
                    <a:pt x="2359" y="736"/>
                  </a:lnTo>
                  <a:lnTo>
                    <a:pt x="2362" y="760"/>
                  </a:lnTo>
                  <a:lnTo>
                    <a:pt x="2359" y="782"/>
                  </a:lnTo>
                  <a:lnTo>
                    <a:pt x="2353" y="804"/>
                  </a:lnTo>
                  <a:lnTo>
                    <a:pt x="2341" y="824"/>
                  </a:lnTo>
                  <a:lnTo>
                    <a:pt x="2326" y="841"/>
                  </a:lnTo>
                  <a:lnTo>
                    <a:pt x="2307" y="856"/>
                  </a:lnTo>
                  <a:lnTo>
                    <a:pt x="1240" y="1502"/>
                  </a:lnTo>
                  <a:lnTo>
                    <a:pt x="1221" y="1512"/>
                  </a:lnTo>
                  <a:lnTo>
                    <a:pt x="1201" y="1517"/>
                  </a:lnTo>
                  <a:lnTo>
                    <a:pt x="1181" y="1519"/>
                  </a:lnTo>
                  <a:lnTo>
                    <a:pt x="1162" y="1517"/>
                  </a:lnTo>
                  <a:lnTo>
                    <a:pt x="1142" y="1512"/>
                  </a:lnTo>
                  <a:lnTo>
                    <a:pt x="1124" y="1503"/>
                  </a:lnTo>
                  <a:lnTo>
                    <a:pt x="1066" y="1468"/>
                  </a:lnTo>
                  <a:lnTo>
                    <a:pt x="55" y="856"/>
                  </a:lnTo>
                  <a:lnTo>
                    <a:pt x="36" y="841"/>
                  </a:lnTo>
                  <a:lnTo>
                    <a:pt x="21" y="824"/>
                  </a:lnTo>
                  <a:lnTo>
                    <a:pt x="9" y="804"/>
                  </a:lnTo>
                  <a:lnTo>
                    <a:pt x="3" y="782"/>
                  </a:lnTo>
                  <a:lnTo>
                    <a:pt x="0" y="760"/>
                  </a:lnTo>
                  <a:lnTo>
                    <a:pt x="3" y="736"/>
                  </a:lnTo>
                  <a:lnTo>
                    <a:pt x="9" y="714"/>
                  </a:lnTo>
                  <a:lnTo>
                    <a:pt x="21" y="694"/>
                  </a:lnTo>
                  <a:lnTo>
                    <a:pt x="36" y="677"/>
                  </a:lnTo>
                  <a:lnTo>
                    <a:pt x="55" y="663"/>
                  </a:lnTo>
                  <a:lnTo>
                    <a:pt x="1123" y="16"/>
                  </a:lnTo>
                  <a:lnTo>
                    <a:pt x="1141" y="7"/>
                  </a:lnTo>
                  <a:lnTo>
                    <a:pt x="1161" y="2"/>
                  </a:lnTo>
                  <a:lnTo>
                    <a:pt x="118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18" name="Freeform 348"/>
            <p:cNvSpPr>
              <a:spLocks/>
            </p:cNvSpPr>
            <p:nvPr/>
          </p:nvSpPr>
          <p:spPr bwMode="auto">
            <a:xfrm>
              <a:off x="5812" y="2508"/>
              <a:ext cx="306" cy="184"/>
            </a:xfrm>
            <a:custGeom>
              <a:avLst/>
              <a:gdLst>
                <a:gd name="T0" fmla="*/ 1068 w 2136"/>
                <a:gd name="T1" fmla="*/ 0 h 1293"/>
                <a:gd name="T2" fmla="*/ 2136 w 2136"/>
                <a:gd name="T3" fmla="*/ 647 h 1293"/>
                <a:gd name="T4" fmla="*/ 1068 w 2136"/>
                <a:gd name="T5" fmla="*/ 1293 h 1293"/>
                <a:gd name="T6" fmla="*/ 1010 w 2136"/>
                <a:gd name="T7" fmla="*/ 1259 h 1293"/>
                <a:gd name="T8" fmla="*/ 0 w 2136"/>
                <a:gd name="T9" fmla="*/ 647 h 1293"/>
                <a:gd name="T10" fmla="*/ 1068 w 2136"/>
                <a:gd name="T11" fmla="*/ 0 h 1293"/>
              </a:gdLst>
              <a:ahLst/>
              <a:cxnLst>
                <a:cxn ang="0">
                  <a:pos x="T0" y="T1"/>
                </a:cxn>
                <a:cxn ang="0">
                  <a:pos x="T2" y="T3"/>
                </a:cxn>
                <a:cxn ang="0">
                  <a:pos x="T4" y="T5"/>
                </a:cxn>
                <a:cxn ang="0">
                  <a:pos x="T6" y="T7"/>
                </a:cxn>
                <a:cxn ang="0">
                  <a:pos x="T8" y="T9"/>
                </a:cxn>
                <a:cxn ang="0">
                  <a:pos x="T10" y="T11"/>
                </a:cxn>
              </a:cxnLst>
              <a:rect l="0" t="0" r="r" b="b"/>
              <a:pathLst>
                <a:path w="2136" h="1293">
                  <a:moveTo>
                    <a:pt x="1068" y="0"/>
                  </a:moveTo>
                  <a:lnTo>
                    <a:pt x="2136" y="647"/>
                  </a:lnTo>
                  <a:lnTo>
                    <a:pt x="1068" y="1293"/>
                  </a:lnTo>
                  <a:lnTo>
                    <a:pt x="1010" y="1259"/>
                  </a:lnTo>
                  <a:lnTo>
                    <a:pt x="0" y="647"/>
                  </a:lnTo>
                  <a:lnTo>
                    <a:pt x="1068" y="0"/>
                  </a:lnTo>
                  <a:close/>
                </a:path>
              </a:pathLst>
            </a:custGeom>
            <a:solidFill>
              <a:srgbClr val="94E6E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19" name="Freeform 349"/>
            <p:cNvSpPr>
              <a:spLocks/>
            </p:cNvSpPr>
            <p:nvPr/>
          </p:nvSpPr>
          <p:spPr bwMode="auto">
            <a:xfrm>
              <a:off x="5884" y="2549"/>
              <a:ext cx="108" cy="135"/>
            </a:xfrm>
            <a:custGeom>
              <a:avLst/>
              <a:gdLst>
                <a:gd name="T0" fmla="*/ 91 w 757"/>
                <a:gd name="T1" fmla="*/ 2 h 946"/>
                <a:gd name="T2" fmla="*/ 123 w 757"/>
                <a:gd name="T3" fmla="*/ 50 h 946"/>
                <a:gd name="T4" fmla="*/ 193 w 757"/>
                <a:gd name="T5" fmla="*/ 126 h 946"/>
                <a:gd name="T6" fmla="*/ 271 w 757"/>
                <a:gd name="T7" fmla="*/ 181 h 946"/>
                <a:gd name="T8" fmla="*/ 354 w 757"/>
                <a:gd name="T9" fmla="*/ 214 h 946"/>
                <a:gd name="T10" fmla="*/ 405 w 757"/>
                <a:gd name="T11" fmla="*/ 222 h 946"/>
                <a:gd name="T12" fmla="*/ 458 w 757"/>
                <a:gd name="T13" fmla="*/ 232 h 946"/>
                <a:gd name="T14" fmla="*/ 527 w 757"/>
                <a:gd name="T15" fmla="*/ 254 h 946"/>
                <a:gd name="T16" fmla="*/ 583 w 757"/>
                <a:gd name="T17" fmla="*/ 279 h 946"/>
                <a:gd name="T18" fmla="*/ 578 w 757"/>
                <a:gd name="T19" fmla="*/ 330 h 946"/>
                <a:gd name="T20" fmla="*/ 584 w 757"/>
                <a:gd name="T21" fmla="*/ 391 h 946"/>
                <a:gd name="T22" fmla="*/ 605 w 757"/>
                <a:gd name="T23" fmla="*/ 450 h 946"/>
                <a:gd name="T24" fmla="*/ 635 w 757"/>
                <a:gd name="T25" fmla="*/ 497 h 946"/>
                <a:gd name="T26" fmla="*/ 665 w 757"/>
                <a:gd name="T27" fmla="*/ 532 h 946"/>
                <a:gd name="T28" fmla="*/ 678 w 757"/>
                <a:gd name="T29" fmla="*/ 556 h 946"/>
                <a:gd name="T30" fmla="*/ 674 w 757"/>
                <a:gd name="T31" fmla="*/ 591 h 946"/>
                <a:gd name="T32" fmla="*/ 670 w 757"/>
                <a:gd name="T33" fmla="*/ 650 h 946"/>
                <a:gd name="T34" fmla="*/ 674 w 757"/>
                <a:gd name="T35" fmla="*/ 717 h 946"/>
                <a:gd name="T36" fmla="*/ 694 w 757"/>
                <a:gd name="T37" fmla="*/ 791 h 946"/>
                <a:gd name="T38" fmla="*/ 733 w 757"/>
                <a:gd name="T39" fmla="*/ 860 h 946"/>
                <a:gd name="T40" fmla="*/ 666 w 757"/>
                <a:gd name="T41" fmla="*/ 946 h 946"/>
                <a:gd name="T42" fmla="*/ 621 w 757"/>
                <a:gd name="T43" fmla="*/ 880 h 946"/>
                <a:gd name="T44" fmla="*/ 583 w 757"/>
                <a:gd name="T45" fmla="*/ 788 h 946"/>
                <a:gd name="T46" fmla="*/ 566 w 757"/>
                <a:gd name="T47" fmla="*/ 702 h 946"/>
                <a:gd name="T48" fmla="*/ 565 w 757"/>
                <a:gd name="T49" fmla="*/ 620 h 946"/>
                <a:gd name="T50" fmla="*/ 539 w 757"/>
                <a:gd name="T51" fmla="*/ 543 h 946"/>
                <a:gd name="T52" fmla="*/ 495 w 757"/>
                <a:gd name="T53" fmla="*/ 460 h 946"/>
                <a:gd name="T54" fmla="*/ 475 w 757"/>
                <a:gd name="T55" fmla="*/ 381 h 946"/>
                <a:gd name="T56" fmla="*/ 453 w 757"/>
                <a:gd name="T57" fmla="*/ 339 h 946"/>
                <a:gd name="T58" fmla="*/ 416 w 757"/>
                <a:gd name="T59" fmla="*/ 330 h 946"/>
                <a:gd name="T60" fmla="*/ 396 w 757"/>
                <a:gd name="T61" fmla="*/ 328 h 946"/>
                <a:gd name="T62" fmla="*/ 353 w 757"/>
                <a:gd name="T63" fmla="*/ 323 h 946"/>
                <a:gd name="T64" fmla="*/ 282 w 757"/>
                <a:gd name="T65" fmla="*/ 302 h 946"/>
                <a:gd name="T66" fmla="*/ 193 w 757"/>
                <a:gd name="T67" fmla="*/ 258 h 946"/>
                <a:gd name="T68" fmla="*/ 111 w 757"/>
                <a:gd name="T69" fmla="*/ 193 h 946"/>
                <a:gd name="T70" fmla="*/ 37 w 757"/>
                <a:gd name="T71" fmla="*/ 110 h 946"/>
                <a:gd name="T72" fmla="*/ 2 w 757"/>
                <a:gd name="T73" fmla="*/ 58 h 946"/>
                <a:gd name="T74" fmla="*/ 90 w 757"/>
                <a:gd name="T75" fmla="*/ 0 h 9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57" h="946">
                  <a:moveTo>
                    <a:pt x="90" y="0"/>
                  </a:moveTo>
                  <a:lnTo>
                    <a:pt x="91" y="2"/>
                  </a:lnTo>
                  <a:lnTo>
                    <a:pt x="92" y="5"/>
                  </a:lnTo>
                  <a:lnTo>
                    <a:pt x="123" y="50"/>
                  </a:lnTo>
                  <a:lnTo>
                    <a:pt x="157" y="90"/>
                  </a:lnTo>
                  <a:lnTo>
                    <a:pt x="193" y="126"/>
                  </a:lnTo>
                  <a:lnTo>
                    <a:pt x="231" y="157"/>
                  </a:lnTo>
                  <a:lnTo>
                    <a:pt x="271" y="181"/>
                  </a:lnTo>
                  <a:lnTo>
                    <a:pt x="311" y="200"/>
                  </a:lnTo>
                  <a:lnTo>
                    <a:pt x="354" y="214"/>
                  </a:lnTo>
                  <a:lnTo>
                    <a:pt x="380" y="220"/>
                  </a:lnTo>
                  <a:lnTo>
                    <a:pt x="405" y="222"/>
                  </a:lnTo>
                  <a:lnTo>
                    <a:pt x="430" y="225"/>
                  </a:lnTo>
                  <a:lnTo>
                    <a:pt x="458" y="232"/>
                  </a:lnTo>
                  <a:lnTo>
                    <a:pt x="493" y="241"/>
                  </a:lnTo>
                  <a:lnTo>
                    <a:pt x="527" y="254"/>
                  </a:lnTo>
                  <a:lnTo>
                    <a:pt x="556" y="267"/>
                  </a:lnTo>
                  <a:lnTo>
                    <a:pt x="583" y="279"/>
                  </a:lnTo>
                  <a:lnTo>
                    <a:pt x="579" y="304"/>
                  </a:lnTo>
                  <a:lnTo>
                    <a:pt x="578" y="330"/>
                  </a:lnTo>
                  <a:lnTo>
                    <a:pt x="579" y="361"/>
                  </a:lnTo>
                  <a:lnTo>
                    <a:pt x="584" y="391"/>
                  </a:lnTo>
                  <a:lnTo>
                    <a:pt x="592" y="423"/>
                  </a:lnTo>
                  <a:lnTo>
                    <a:pt x="605" y="450"/>
                  </a:lnTo>
                  <a:lnTo>
                    <a:pt x="619" y="475"/>
                  </a:lnTo>
                  <a:lnTo>
                    <a:pt x="635" y="497"/>
                  </a:lnTo>
                  <a:lnTo>
                    <a:pt x="651" y="515"/>
                  </a:lnTo>
                  <a:lnTo>
                    <a:pt x="665" y="532"/>
                  </a:lnTo>
                  <a:lnTo>
                    <a:pt x="679" y="544"/>
                  </a:lnTo>
                  <a:lnTo>
                    <a:pt x="678" y="556"/>
                  </a:lnTo>
                  <a:lnTo>
                    <a:pt x="677" y="566"/>
                  </a:lnTo>
                  <a:lnTo>
                    <a:pt x="674" y="591"/>
                  </a:lnTo>
                  <a:lnTo>
                    <a:pt x="671" y="619"/>
                  </a:lnTo>
                  <a:lnTo>
                    <a:pt x="670" y="650"/>
                  </a:lnTo>
                  <a:lnTo>
                    <a:pt x="671" y="683"/>
                  </a:lnTo>
                  <a:lnTo>
                    <a:pt x="674" y="717"/>
                  </a:lnTo>
                  <a:lnTo>
                    <a:pt x="682" y="752"/>
                  </a:lnTo>
                  <a:lnTo>
                    <a:pt x="694" y="791"/>
                  </a:lnTo>
                  <a:lnTo>
                    <a:pt x="713" y="829"/>
                  </a:lnTo>
                  <a:lnTo>
                    <a:pt x="733" y="860"/>
                  </a:lnTo>
                  <a:lnTo>
                    <a:pt x="757" y="891"/>
                  </a:lnTo>
                  <a:lnTo>
                    <a:pt x="666" y="946"/>
                  </a:lnTo>
                  <a:lnTo>
                    <a:pt x="642" y="914"/>
                  </a:lnTo>
                  <a:lnTo>
                    <a:pt x="621" y="880"/>
                  </a:lnTo>
                  <a:lnTo>
                    <a:pt x="599" y="834"/>
                  </a:lnTo>
                  <a:lnTo>
                    <a:pt x="583" y="788"/>
                  </a:lnTo>
                  <a:lnTo>
                    <a:pt x="572" y="744"/>
                  </a:lnTo>
                  <a:lnTo>
                    <a:pt x="566" y="702"/>
                  </a:lnTo>
                  <a:lnTo>
                    <a:pt x="564" y="661"/>
                  </a:lnTo>
                  <a:lnTo>
                    <a:pt x="565" y="620"/>
                  </a:lnTo>
                  <a:lnTo>
                    <a:pt x="569" y="582"/>
                  </a:lnTo>
                  <a:lnTo>
                    <a:pt x="539" y="543"/>
                  </a:lnTo>
                  <a:lnTo>
                    <a:pt x="514" y="502"/>
                  </a:lnTo>
                  <a:lnTo>
                    <a:pt x="495" y="460"/>
                  </a:lnTo>
                  <a:lnTo>
                    <a:pt x="481" y="416"/>
                  </a:lnTo>
                  <a:lnTo>
                    <a:pt x="475" y="381"/>
                  </a:lnTo>
                  <a:lnTo>
                    <a:pt x="473" y="347"/>
                  </a:lnTo>
                  <a:lnTo>
                    <a:pt x="453" y="339"/>
                  </a:lnTo>
                  <a:lnTo>
                    <a:pt x="433" y="334"/>
                  </a:lnTo>
                  <a:lnTo>
                    <a:pt x="416" y="330"/>
                  </a:lnTo>
                  <a:lnTo>
                    <a:pt x="404" y="329"/>
                  </a:lnTo>
                  <a:lnTo>
                    <a:pt x="396" y="328"/>
                  </a:lnTo>
                  <a:lnTo>
                    <a:pt x="376" y="326"/>
                  </a:lnTo>
                  <a:lnTo>
                    <a:pt x="353" y="323"/>
                  </a:lnTo>
                  <a:lnTo>
                    <a:pt x="328" y="317"/>
                  </a:lnTo>
                  <a:lnTo>
                    <a:pt x="282" y="302"/>
                  </a:lnTo>
                  <a:lnTo>
                    <a:pt x="236" y="282"/>
                  </a:lnTo>
                  <a:lnTo>
                    <a:pt x="193" y="258"/>
                  </a:lnTo>
                  <a:lnTo>
                    <a:pt x="151" y="227"/>
                  </a:lnTo>
                  <a:lnTo>
                    <a:pt x="111" y="193"/>
                  </a:lnTo>
                  <a:lnTo>
                    <a:pt x="73" y="154"/>
                  </a:lnTo>
                  <a:lnTo>
                    <a:pt x="37" y="110"/>
                  </a:lnTo>
                  <a:lnTo>
                    <a:pt x="3" y="62"/>
                  </a:lnTo>
                  <a:lnTo>
                    <a:pt x="2" y="58"/>
                  </a:lnTo>
                  <a:lnTo>
                    <a:pt x="0" y="55"/>
                  </a:lnTo>
                  <a:lnTo>
                    <a:pt x="90" y="0"/>
                  </a:lnTo>
                  <a:close/>
                </a:path>
              </a:pathLst>
            </a:custGeom>
            <a:solidFill>
              <a:srgbClr val="00B9F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20" name="Freeform 350"/>
            <p:cNvSpPr>
              <a:spLocks/>
            </p:cNvSpPr>
            <p:nvPr/>
          </p:nvSpPr>
          <p:spPr bwMode="auto">
            <a:xfrm>
              <a:off x="5910" y="2510"/>
              <a:ext cx="208" cy="158"/>
            </a:xfrm>
            <a:custGeom>
              <a:avLst/>
              <a:gdLst>
                <a:gd name="T0" fmla="*/ 399 w 1455"/>
                <a:gd name="T1" fmla="*/ 0 h 1102"/>
                <a:gd name="T2" fmla="*/ 445 w 1455"/>
                <a:gd name="T3" fmla="*/ 16 h 1102"/>
                <a:gd name="T4" fmla="*/ 671 w 1455"/>
                <a:gd name="T5" fmla="*/ 1102 h 1102"/>
                <a:gd name="T6" fmla="*/ 638 w 1455"/>
                <a:gd name="T7" fmla="*/ 1065 h 1102"/>
                <a:gd name="T8" fmla="*/ 609 w 1455"/>
                <a:gd name="T9" fmla="*/ 1009 h 1102"/>
                <a:gd name="T10" fmla="*/ 596 w 1455"/>
                <a:gd name="T11" fmla="*/ 939 h 1102"/>
                <a:gd name="T12" fmla="*/ 598 w 1455"/>
                <a:gd name="T13" fmla="*/ 876 h 1102"/>
                <a:gd name="T14" fmla="*/ 604 w 1455"/>
                <a:gd name="T15" fmla="*/ 829 h 1102"/>
                <a:gd name="T16" fmla="*/ 607 w 1455"/>
                <a:gd name="T17" fmla="*/ 794 h 1102"/>
                <a:gd name="T18" fmla="*/ 602 w 1455"/>
                <a:gd name="T19" fmla="*/ 766 h 1102"/>
                <a:gd name="T20" fmla="*/ 595 w 1455"/>
                <a:gd name="T21" fmla="*/ 759 h 1102"/>
                <a:gd name="T22" fmla="*/ 579 w 1455"/>
                <a:gd name="T23" fmla="*/ 742 h 1102"/>
                <a:gd name="T24" fmla="*/ 553 w 1455"/>
                <a:gd name="T25" fmla="*/ 716 h 1102"/>
                <a:gd name="T26" fmla="*/ 525 w 1455"/>
                <a:gd name="T27" fmla="*/ 680 h 1102"/>
                <a:gd name="T28" fmla="*/ 506 w 1455"/>
                <a:gd name="T29" fmla="*/ 635 h 1102"/>
                <a:gd name="T30" fmla="*/ 504 w 1455"/>
                <a:gd name="T31" fmla="*/ 588 h 1102"/>
                <a:gd name="T32" fmla="*/ 512 w 1455"/>
                <a:gd name="T33" fmla="*/ 549 h 1102"/>
                <a:gd name="T34" fmla="*/ 523 w 1455"/>
                <a:gd name="T35" fmla="*/ 519 h 1102"/>
                <a:gd name="T36" fmla="*/ 526 w 1455"/>
                <a:gd name="T37" fmla="*/ 510 h 1102"/>
                <a:gd name="T38" fmla="*/ 518 w 1455"/>
                <a:gd name="T39" fmla="*/ 495 h 1102"/>
                <a:gd name="T40" fmla="*/ 482 w 1455"/>
                <a:gd name="T41" fmla="*/ 469 h 1102"/>
                <a:gd name="T42" fmla="*/ 431 w 1455"/>
                <a:gd name="T43" fmla="*/ 443 h 1102"/>
                <a:gd name="T44" fmla="*/ 370 w 1455"/>
                <a:gd name="T45" fmla="*/ 417 h 1102"/>
                <a:gd name="T46" fmla="*/ 304 w 1455"/>
                <a:gd name="T47" fmla="*/ 397 h 1102"/>
                <a:gd name="T48" fmla="*/ 235 w 1455"/>
                <a:gd name="T49" fmla="*/ 385 h 1102"/>
                <a:gd name="T50" fmla="*/ 200 w 1455"/>
                <a:gd name="T51" fmla="*/ 379 h 1102"/>
                <a:gd name="T52" fmla="*/ 139 w 1455"/>
                <a:gd name="T53" fmla="*/ 355 h 1102"/>
                <a:gd name="T54" fmla="*/ 87 w 1455"/>
                <a:gd name="T55" fmla="*/ 318 h 1102"/>
                <a:gd name="T56" fmla="*/ 45 w 1455"/>
                <a:gd name="T57" fmla="*/ 275 h 1102"/>
                <a:gd name="T58" fmla="*/ 13 w 1455"/>
                <a:gd name="T59" fmla="*/ 233 h 1102"/>
                <a:gd name="T60" fmla="*/ 0 w 1455"/>
                <a:gd name="T61" fmla="*/ 214 h 1102"/>
                <a:gd name="T62" fmla="*/ 351 w 1455"/>
                <a:gd name="T63" fmla="*/ 5 h 1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5" h="1102">
                  <a:moveTo>
                    <a:pt x="375" y="0"/>
                  </a:moveTo>
                  <a:lnTo>
                    <a:pt x="399" y="0"/>
                  </a:lnTo>
                  <a:lnTo>
                    <a:pt x="423" y="5"/>
                  </a:lnTo>
                  <a:lnTo>
                    <a:pt x="445" y="16"/>
                  </a:lnTo>
                  <a:lnTo>
                    <a:pt x="1455" y="628"/>
                  </a:lnTo>
                  <a:lnTo>
                    <a:pt x="671" y="1102"/>
                  </a:lnTo>
                  <a:lnTo>
                    <a:pt x="653" y="1084"/>
                  </a:lnTo>
                  <a:lnTo>
                    <a:pt x="638" y="1065"/>
                  </a:lnTo>
                  <a:lnTo>
                    <a:pt x="625" y="1045"/>
                  </a:lnTo>
                  <a:lnTo>
                    <a:pt x="609" y="1009"/>
                  </a:lnTo>
                  <a:lnTo>
                    <a:pt x="599" y="973"/>
                  </a:lnTo>
                  <a:lnTo>
                    <a:pt x="596" y="939"/>
                  </a:lnTo>
                  <a:lnTo>
                    <a:pt x="596" y="906"/>
                  </a:lnTo>
                  <a:lnTo>
                    <a:pt x="598" y="876"/>
                  </a:lnTo>
                  <a:lnTo>
                    <a:pt x="601" y="847"/>
                  </a:lnTo>
                  <a:lnTo>
                    <a:pt x="604" y="829"/>
                  </a:lnTo>
                  <a:lnTo>
                    <a:pt x="606" y="812"/>
                  </a:lnTo>
                  <a:lnTo>
                    <a:pt x="607" y="794"/>
                  </a:lnTo>
                  <a:lnTo>
                    <a:pt x="606" y="780"/>
                  </a:lnTo>
                  <a:lnTo>
                    <a:pt x="602" y="766"/>
                  </a:lnTo>
                  <a:lnTo>
                    <a:pt x="600" y="764"/>
                  </a:lnTo>
                  <a:lnTo>
                    <a:pt x="595" y="759"/>
                  </a:lnTo>
                  <a:lnTo>
                    <a:pt x="589" y="751"/>
                  </a:lnTo>
                  <a:lnTo>
                    <a:pt x="579" y="742"/>
                  </a:lnTo>
                  <a:lnTo>
                    <a:pt x="567" y="730"/>
                  </a:lnTo>
                  <a:lnTo>
                    <a:pt x="553" y="716"/>
                  </a:lnTo>
                  <a:lnTo>
                    <a:pt x="539" y="699"/>
                  </a:lnTo>
                  <a:lnTo>
                    <a:pt x="525" y="680"/>
                  </a:lnTo>
                  <a:lnTo>
                    <a:pt x="515" y="659"/>
                  </a:lnTo>
                  <a:lnTo>
                    <a:pt x="506" y="635"/>
                  </a:lnTo>
                  <a:lnTo>
                    <a:pt x="503" y="611"/>
                  </a:lnTo>
                  <a:lnTo>
                    <a:pt x="504" y="588"/>
                  </a:lnTo>
                  <a:lnTo>
                    <a:pt x="507" y="567"/>
                  </a:lnTo>
                  <a:lnTo>
                    <a:pt x="512" y="549"/>
                  </a:lnTo>
                  <a:lnTo>
                    <a:pt x="518" y="532"/>
                  </a:lnTo>
                  <a:lnTo>
                    <a:pt x="523" y="519"/>
                  </a:lnTo>
                  <a:lnTo>
                    <a:pt x="525" y="516"/>
                  </a:lnTo>
                  <a:lnTo>
                    <a:pt x="526" y="510"/>
                  </a:lnTo>
                  <a:lnTo>
                    <a:pt x="529" y="506"/>
                  </a:lnTo>
                  <a:lnTo>
                    <a:pt x="518" y="495"/>
                  </a:lnTo>
                  <a:lnTo>
                    <a:pt x="503" y="483"/>
                  </a:lnTo>
                  <a:lnTo>
                    <a:pt x="482" y="469"/>
                  </a:lnTo>
                  <a:lnTo>
                    <a:pt x="459" y="456"/>
                  </a:lnTo>
                  <a:lnTo>
                    <a:pt x="431" y="443"/>
                  </a:lnTo>
                  <a:lnTo>
                    <a:pt x="402" y="429"/>
                  </a:lnTo>
                  <a:lnTo>
                    <a:pt x="370" y="417"/>
                  </a:lnTo>
                  <a:lnTo>
                    <a:pt x="337" y="406"/>
                  </a:lnTo>
                  <a:lnTo>
                    <a:pt x="304" y="397"/>
                  </a:lnTo>
                  <a:lnTo>
                    <a:pt x="268" y="389"/>
                  </a:lnTo>
                  <a:lnTo>
                    <a:pt x="235" y="385"/>
                  </a:lnTo>
                  <a:lnTo>
                    <a:pt x="218" y="382"/>
                  </a:lnTo>
                  <a:lnTo>
                    <a:pt x="200" y="379"/>
                  </a:lnTo>
                  <a:lnTo>
                    <a:pt x="168" y="369"/>
                  </a:lnTo>
                  <a:lnTo>
                    <a:pt x="139" y="355"/>
                  </a:lnTo>
                  <a:lnTo>
                    <a:pt x="111" y="337"/>
                  </a:lnTo>
                  <a:lnTo>
                    <a:pt x="87" y="318"/>
                  </a:lnTo>
                  <a:lnTo>
                    <a:pt x="65" y="297"/>
                  </a:lnTo>
                  <a:lnTo>
                    <a:pt x="45" y="275"/>
                  </a:lnTo>
                  <a:lnTo>
                    <a:pt x="28" y="254"/>
                  </a:lnTo>
                  <a:lnTo>
                    <a:pt x="13" y="233"/>
                  </a:lnTo>
                  <a:lnTo>
                    <a:pt x="0" y="216"/>
                  </a:lnTo>
                  <a:lnTo>
                    <a:pt x="0" y="214"/>
                  </a:lnTo>
                  <a:lnTo>
                    <a:pt x="329" y="16"/>
                  </a:lnTo>
                  <a:lnTo>
                    <a:pt x="351" y="5"/>
                  </a:lnTo>
                  <a:lnTo>
                    <a:pt x="375"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21" name="Freeform 351"/>
            <p:cNvSpPr>
              <a:spLocks/>
            </p:cNvSpPr>
            <p:nvPr/>
          </p:nvSpPr>
          <p:spPr bwMode="auto">
            <a:xfrm>
              <a:off x="5918" y="2510"/>
              <a:ext cx="200" cy="152"/>
            </a:xfrm>
            <a:custGeom>
              <a:avLst/>
              <a:gdLst>
                <a:gd name="T0" fmla="*/ 314 w 1394"/>
                <a:gd name="T1" fmla="*/ 0 h 1064"/>
                <a:gd name="T2" fmla="*/ 338 w 1394"/>
                <a:gd name="T3" fmla="*/ 0 h 1064"/>
                <a:gd name="T4" fmla="*/ 362 w 1394"/>
                <a:gd name="T5" fmla="*/ 5 h 1064"/>
                <a:gd name="T6" fmla="*/ 384 w 1394"/>
                <a:gd name="T7" fmla="*/ 16 h 1064"/>
                <a:gd name="T8" fmla="*/ 1394 w 1394"/>
                <a:gd name="T9" fmla="*/ 626 h 1064"/>
                <a:gd name="T10" fmla="*/ 1315 w 1394"/>
                <a:gd name="T11" fmla="*/ 675 h 1064"/>
                <a:gd name="T12" fmla="*/ 672 w 1394"/>
                <a:gd name="T13" fmla="*/ 1064 h 1064"/>
                <a:gd name="T14" fmla="*/ 655 w 1394"/>
                <a:gd name="T15" fmla="*/ 1048 h 1064"/>
                <a:gd name="T16" fmla="*/ 639 w 1394"/>
                <a:gd name="T17" fmla="*/ 1030 h 1064"/>
                <a:gd name="T18" fmla="*/ 625 w 1394"/>
                <a:gd name="T19" fmla="*/ 1010 h 1064"/>
                <a:gd name="T20" fmla="*/ 613 w 1394"/>
                <a:gd name="T21" fmla="*/ 985 h 1064"/>
                <a:gd name="T22" fmla="*/ 607 w 1394"/>
                <a:gd name="T23" fmla="*/ 958 h 1064"/>
                <a:gd name="T24" fmla="*/ 604 w 1394"/>
                <a:gd name="T25" fmla="*/ 933 h 1064"/>
                <a:gd name="T26" fmla="*/ 605 w 1394"/>
                <a:gd name="T27" fmla="*/ 906 h 1064"/>
                <a:gd name="T28" fmla="*/ 607 w 1394"/>
                <a:gd name="T29" fmla="*/ 881 h 1064"/>
                <a:gd name="T30" fmla="*/ 610 w 1394"/>
                <a:gd name="T31" fmla="*/ 856 h 1064"/>
                <a:gd name="T32" fmla="*/ 613 w 1394"/>
                <a:gd name="T33" fmla="*/ 827 h 1064"/>
                <a:gd name="T34" fmla="*/ 615 w 1394"/>
                <a:gd name="T35" fmla="*/ 798 h 1064"/>
                <a:gd name="T36" fmla="*/ 614 w 1394"/>
                <a:gd name="T37" fmla="*/ 769 h 1064"/>
                <a:gd name="T38" fmla="*/ 607 w 1394"/>
                <a:gd name="T39" fmla="*/ 742 h 1064"/>
                <a:gd name="T40" fmla="*/ 599 w 1394"/>
                <a:gd name="T41" fmla="*/ 725 h 1064"/>
                <a:gd name="T42" fmla="*/ 584 w 1394"/>
                <a:gd name="T43" fmla="*/ 708 h 1064"/>
                <a:gd name="T44" fmla="*/ 566 w 1394"/>
                <a:gd name="T45" fmla="*/ 690 h 1064"/>
                <a:gd name="T46" fmla="*/ 552 w 1394"/>
                <a:gd name="T47" fmla="*/ 678 h 1064"/>
                <a:gd name="T48" fmla="*/ 540 w 1394"/>
                <a:gd name="T49" fmla="*/ 664 h 1064"/>
                <a:gd name="T50" fmla="*/ 529 w 1394"/>
                <a:gd name="T51" fmla="*/ 651 h 1064"/>
                <a:gd name="T52" fmla="*/ 519 w 1394"/>
                <a:gd name="T53" fmla="*/ 636 h 1064"/>
                <a:gd name="T54" fmla="*/ 514 w 1394"/>
                <a:gd name="T55" fmla="*/ 619 h 1064"/>
                <a:gd name="T56" fmla="*/ 512 w 1394"/>
                <a:gd name="T57" fmla="*/ 599 h 1064"/>
                <a:gd name="T58" fmla="*/ 515 w 1394"/>
                <a:gd name="T59" fmla="*/ 580 h 1064"/>
                <a:gd name="T60" fmla="*/ 520 w 1394"/>
                <a:gd name="T61" fmla="*/ 563 h 1064"/>
                <a:gd name="T62" fmla="*/ 527 w 1394"/>
                <a:gd name="T63" fmla="*/ 546 h 1064"/>
                <a:gd name="T64" fmla="*/ 534 w 1394"/>
                <a:gd name="T65" fmla="*/ 529 h 1064"/>
                <a:gd name="T66" fmla="*/ 538 w 1394"/>
                <a:gd name="T67" fmla="*/ 513 h 1064"/>
                <a:gd name="T68" fmla="*/ 539 w 1394"/>
                <a:gd name="T69" fmla="*/ 500 h 1064"/>
                <a:gd name="T70" fmla="*/ 536 w 1394"/>
                <a:gd name="T71" fmla="*/ 487 h 1064"/>
                <a:gd name="T72" fmla="*/ 525 w 1394"/>
                <a:gd name="T73" fmla="*/ 467 h 1064"/>
                <a:gd name="T74" fmla="*/ 507 w 1394"/>
                <a:gd name="T75" fmla="*/ 447 h 1064"/>
                <a:gd name="T76" fmla="*/ 483 w 1394"/>
                <a:gd name="T77" fmla="*/ 427 h 1064"/>
                <a:gd name="T78" fmla="*/ 456 w 1394"/>
                <a:gd name="T79" fmla="*/ 409 h 1064"/>
                <a:gd name="T80" fmla="*/ 425 w 1394"/>
                <a:gd name="T81" fmla="*/ 391 h 1064"/>
                <a:gd name="T82" fmla="*/ 393 w 1394"/>
                <a:gd name="T83" fmla="*/ 375 h 1064"/>
                <a:gd name="T84" fmla="*/ 358 w 1394"/>
                <a:gd name="T85" fmla="*/ 360 h 1064"/>
                <a:gd name="T86" fmla="*/ 324 w 1394"/>
                <a:gd name="T87" fmla="*/ 348 h 1064"/>
                <a:gd name="T88" fmla="*/ 291 w 1394"/>
                <a:gd name="T89" fmla="*/ 337 h 1064"/>
                <a:gd name="T90" fmla="*/ 259 w 1394"/>
                <a:gd name="T91" fmla="*/ 329 h 1064"/>
                <a:gd name="T92" fmla="*/ 217 w 1394"/>
                <a:gd name="T93" fmla="*/ 319 h 1064"/>
                <a:gd name="T94" fmla="*/ 179 w 1394"/>
                <a:gd name="T95" fmla="*/ 315 h 1064"/>
                <a:gd name="T96" fmla="*/ 156 w 1394"/>
                <a:gd name="T97" fmla="*/ 311 h 1064"/>
                <a:gd name="T98" fmla="*/ 126 w 1394"/>
                <a:gd name="T99" fmla="*/ 300 h 1064"/>
                <a:gd name="T100" fmla="*/ 97 w 1394"/>
                <a:gd name="T101" fmla="*/ 283 h 1064"/>
                <a:gd name="T102" fmla="*/ 70 w 1394"/>
                <a:gd name="T103" fmla="*/ 262 h 1064"/>
                <a:gd name="T104" fmla="*/ 44 w 1394"/>
                <a:gd name="T105" fmla="*/ 238 h 1064"/>
                <a:gd name="T106" fmla="*/ 21 w 1394"/>
                <a:gd name="T107" fmla="*/ 209 h 1064"/>
                <a:gd name="T108" fmla="*/ 0 w 1394"/>
                <a:gd name="T109" fmla="*/ 179 h 1064"/>
                <a:gd name="T110" fmla="*/ 268 w 1394"/>
                <a:gd name="T111" fmla="*/ 16 h 1064"/>
                <a:gd name="T112" fmla="*/ 290 w 1394"/>
                <a:gd name="T113" fmla="*/ 5 h 1064"/>
                <a:gd name="T114" fmla="*/ 314 w 1394"/>
                <a:gd name="T115" fmla="*/ 0 h 1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94" h="1064">
                  <a:moveTo>
                    <a:pt x="314" y="0"/>
                  </a:moveTo>
                  <a:lnTo>
                    <a:pt x="338" y="0"/>
                  </a:lnTo>
                  <a:lnTo>
                    <a:pt x="362" y="5"/>
                  </a:lnTo>
                  <a:lnTo>
                    <a:pt x="384" y="16"/>
                  </a:lnTo>
                  <a:lnTo>
                    <a:pt x="1394" y="626"/>
                  </a:lnTo>
                  <a:lnTo>
                    <a:pt x="1315" y="675"/>
                  </a:lnTo>
                  <a:lnTo>
                    <a:pt x="672" y="1064"/>
                  </a:lnTo>
                  <a:lnTo>
                    <a:pt x="655" y="1048"/>
                  </a:lnTo>
                  <a:lnTo>
                    <a:pt x="639" y="1030"/>
                  </a:lnTo>
                  <a:lnTo>
                    <a:pt x="625" y="1010"/>
                  </a:lnTo>
                  <a:lnTo>
                    <a:pt x="613" y="985"/>
                  </a:lnTo>
                  <a:lnTo>
                    <a:pt x="607" y="958"/>
                  </a:lnTo>
                  <a:lnTo>
                    <a:pt x="604" y="933"/>
                  </a:lnTo>
                  <a:lnTo>
                    <a:pt x="605" y="906"/>
                  </a:lnTo>
                  <a:lnTo>
                    <a:pt x="607" y="881"/>
                  </a:lnTo>
                  <a:lnTo>
                    <a:pt x="610" y="856"/>
                  </a:lnTo>
                  <a:lnTo>
                    <a:pt x="613" y="827"/>
                  </a:lnTo>
                  <a:lnTo>
                    <a:pt x="615" y="798"/>
                  </a:lnTo>
                  <a:lnTo>
                    <a:pt x="614" y="769"/>
                  </a:lnTo>
                  <a:lnTo>
                    <a:pt x="607" y="742"/>
                  </a:lnTo>
                  <a:lnTo>
                    <a:pt x="599" y="725"/>
                  </a:lnTo>
                  <a:lnTo>
                    <a:pt x="584" y="708"/>
                  </a:lnTo>
                  <a:lnTo>
                    <a:pt x="566" y="690"/>
                  </a:lnTo>
                  <a:lnTo>
                    <a:pt x="552" y="678"/>
                  </a:lnTo>
                  <a:lnTo>
                    <a:pt x="540" y="664"/>
                  </a:lnTo>
                  <a:lnTo>
                    <a:pt x="529" y="651"/>
                  </a:lnTo>
                  <a:lnTo>
                    <a:pt x="519" y="636"/>
                  </a:lnTo>
                  <a:lnTo>
                    <a:pt x="514" y="619"/>
                  </a:lnTo>
                  <a:lnTo>
                    <a:pt x="512" y="599"/>
                  </a:lnTo>
                  <a:lnTo>
                    <a:pt x="515" y="580"/>
                  </a:lnTo>
                  <a:lnTo>
                    <a:pt x="520" y="563"/>
                  </a:lnTo>
                  <a:lnTo>
                    <a:pt x="527" y="546"/>
                  </a:lnTo>
                  <a:lnTo>
                    <a:pt x="534" y="529"/>
                  </a:lnTo>
                  <a:lnTo>
                    <a:pt x="538" y="513"/>
                  </a:lnTo>
                  <a:lnTo>
                    <a:pt x="539" y="500"/>
                  </a:lnTo>
                  <a:lnTo>
                    <a:pt x="536" y="487"/>
                  </a:lnTo>
                  <a:lnTo>
                    <a:pt x="525" y="467"/>
                  </a:lnTo>
                  <a:lnTo>
                    <a:pt x="507" y="447"/>
                  </a:lnTo>
                  <a:lnTo>
                    <a:pt x="483" y="427"/>
                  </a:lnTo>
                  <a:lnTo>
                    <a:pt x="456" y="409"/>
                  </a:lnTo>
                  <a:lnTo>
                    <a:pt x="425" y="391"/>
                  </a:lnTo>
                  <a:lnTo>
                    <a:pt x="393" y="375"/>
                  </a:lnTo>
                  <a:lnTo>
                    <a:pt x="358" y="360"/>
                  </a:lnTo>
                  <a:lnTo>
                    <a:pt x="324" y="348"/>
                  </a:lnTo>
                  <a:lnTo>
                    <a:pt x="291" y="337"/>
                  </a:lnTo>
                  <a:lnTo>
                    <a:pt x="259" y="329"/>
                  </a:lnTo>
                  <a:lnTo>
                    <a:pt x="217" y="319"/>
                  </a:lnTo>
                  <a:lnTo>
                    <a:pt x="179" y="315"/>
                  </a:lnTo>
                  <a:lnTo>
                    <a:pt x="156" y="311"/>
                  </a:lnTo>
                  <a:lnTo>
                    <a:pt x="126" y="300"/>
                  </a:lnTo>
                  <a:lnTo>
                    <a:pt x="97" y="283"/>
                  </a:lnTo>
                  <a:lnTo>
                    <a:pt x="70" y="262"/>
                  </a:lnTo>
                  <a:lnTo>
                    <a:pt x="44" y="238"/>
                  </a:lnTo>
                  <a:lnTo>
                    <a:pt x="21" y="209"/>
                  </a:lnTo>
                  <a:lnTo>
                    <a:pt x="0" y="179"/>
                  </a:lnTo>
                  <a:lnTo>
                    <a:pt x="268" y="16"/>
                  </a:lnTo>
                  <a:lnTo>
                    <a:pt x="290" y="5"/>
                  </a:lnTo>
                  <a:lnTo>
                    <a:pt x="314"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22" name="Freeform 352"/>
            <p:cNvSpPr>
              <a:spLocks noEditPoints="1"/>
            </p:cNvSpPr>
            <p:nvPr/>
          </p:nvSpPr>
          <p:spPr bwMode="auto">
            <a:xfrm>
              <a:off x="5960" y="2531"/>
              <a:ext cx="96" cy="92"/>
            </a:xfrm>
            <a:custGeom>
              <a:avLst/>
              <a:gdLst>
                <a:gd name="T0" fmla="*/ 584 w 676"/>
                <a:gd name="T1" fmla="*/ 476 h 642"/>
                <a:gd name="T2" fmla="*/ 630 w 676"/>
                <a:gd name="T3" fmla="*/ 490 h 642"/>
                <a:gd name="T4" fmla="*/ 662 w 676"/>
                <a:gd name="T5" fmla="*/ 516 h 642"/>
                <a:gd name="T6" fmla="*/ 676 w 676"/>
                <a:gd name="T7" fmla="*/ 551 h 642"/>
                <a:gd name="T8" fmla="*/ 667 w 676"/>
                <a:gd name="T9" fmla="*/ 590 h 642"/>
                <a:gd name="T10" fmla="*/ 636 w 676"/>
                <a:gd name="T11" fmla="*/ 621 h 642"/>
                <a:gd name="T12" fmla="*/ 588 w 676"/>
                <a:gd name="T13" fmla="*/ 639 h 642"/>
                <a:gd name="T14" fmla="*/ 531 w 676"/>
                <a:gd name="T15" fmla="*/ 640 h 642"/>
                <a:gd name="T16" fmla="*/ 484 w 676"/>
                <a:gd name="T17" fmla="*/ 624 h 642"/>
                <a:gd name="T18" fmla="*/ 452 w 676"/>
                <a:gd name="T19" fmla="*/ 594 h 642"/>
                <a:gd name="T20" fmla="*/ 442 w 676"/>
                <a:gd name="T21" fmla="*/ 556 h 642"/>
                <a:gd name="T22" fmla="*/ 455 w 676"/>
                <a:gd name="T23" fmla="*/ 521 h 642"/>
                <a:gd name="T24" fmla="*/ 487 w 676"/>
                <a:gd name="T25" fmla="*/ 493 h 642"/>
                <a:gd name="T26" fmla="*/ 532 w 676"/>
                <a:gd name="T27" fmla="*/ 477 h 642"/>
                <a:gd name="T28" fmla="*/ 475 w 676"/>
                <a:gd name="T29" fmla="*/ 235 h 642"/>
                <a:gd name="T30" fmla="*/ 517 w 676"/>
                <a:gd name="T31" fmla="*/ 243 h 642"/>
                <a:gd name="T32" fmla="*/ 547 w 676"/>
                <a:gd name="T33" fmla="*/ 262 h 642"/>
                <a:gd name="T34" fmla="*/ 560 w 676"/>
                <a:gd name="T35" fmla="*/ 291 h 642"/>
                <a:gd name="T36" fmla="*/ 550 w 676"/>
                <a:gd name="T37" fmla="*/ 323 h 642"/>
                <a:gd name="T38" fmla="*/ 520 w 676"/>
                <a:gd name="T39" fmla="*/ 346 h 642"/>
                <a:gd name="T40" fmla="*/ 475 w 676"/>
                <a:gd name="T41" fmla="*/ 357 h 642"/>
                <a:gd name="T42" fmla="*/ 431 w 676"/>
                <a:gd name="T43" fmla="*/ 348 h 642"/>
                <a:gd name="T44" fmla="*/ 401 w 676"/>
                <a:gd name="T45" fmla="*/ 326 h 642"/>
                <a:gd name="T46" fmla="*/ 391 w 676"/>
                <a:gd name="T47" fmla="*/ 294 h 642"/>
                <a:gd name="T48" fmla="*/ 404 w 676"/>
                <a:gd name="T49" fmla="*/ 265 h 642"/>
                <a:gd name="T50" fmla="*/ 434 w 676"/>
                <a:gd name="T51" fmla="*/ 244 h 642"/>
                <a:gd name="T52" fmla="*/ 475 w 676"/>
                <a:gd name="T53" fmla="*/ 235 h 642"/>
                <a:gd name="T54" fmla="*/ 85 w 676"/>
                <a:gd name="T55" fmla="*/ 1 h 642"/>
                <a:gd name="T56" fmla="*/ 114 w 676"/>
                <a:gd name="T57" fmla="*/ 12 h 642"/>
                <a:gd name="T58" fmla="*/ 132 w 676"/>
                <a:gd name="T59" fmla="*/ 33 h 642"/>
                <a:gd name="T60" fmla="*/ 134 w 676"/>
                <a:gd name="T61" fmla="*/ 58 h 642"/>
                <a:gd name="T62" fmla="*/ 117 w 676"/>
                <a:gd name="T63" fmla="*/ 81 h 642"/>
                <a:gd name="T64" fmla="*/ 87 w 676"/>
                <a:gd name="T65" fmla="*/ 95 h 642"/>
                <a:gd name="T66" fmla="*/ 49 w 676"/>
                <a:gd name="T67" fmla="*/ 96 h 642"/>
                <a:gd name="T68" fmla="*/ 18 w 676"/>
                <a:gd name="T69" fmla="*/ 83 h 642"/>
                <a:gd name="T70" fmla="*/ 1 w 676"/>
                <a:gd name="T71" fmla="*/ 61 h 642"/>
                <a:gd name="T72" fmla="*/ 4 w 676"/>
                <a:gd name="T73" fmla="*/ 33 h 642"/>
                <a:gd name="T74" fmla="*/ 29 w 676"/>
                <a:gd name="T75" fmla="*/ 9 h 642"/>
                <a:gd name="T76" fmla="*/ 68 w 676"/>
                <a:gd name="T77"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76" h="642">
                  <a:moveTo>
                    <a:pt x="559" y="474"/>
                  </a:moveTo>
                  <a:lnTo>
                    <a:pt x="584" y="476"/>
                  </a:lnTo>
                  <a:lnTo>
                    <a:pt x="608" y="481"/>
                  </a:lnTo>
                  <a:lnTo>
                    <a:pt x="630" y="490"/>
                  </a:lnTo>
                  <a:lnTo>
                    <a:pt x="648" y="502"/>
                  </a:lnTo>
                  <a:lnTo>
                    <a:pt x="662" y="516"/>
                  </a:lnTo>
                  <a:lnTo>
                    <a:pt x="672" y="533"/>
                  </a:lnTo>
                  <a:lnTo>
                    <a:pt x="676" y="551"/>
                  </a:lnTo>
                  <a:lnTo>
                    <a:pt x="675" y="571"/>
                  </a:lnTo>
                  <a:lnTo>
                    <a:pt x="667" y="590"/>
                  </a:lnTo>
                  <a:lnTo>
                    <a:pt x="654" y="607"/>
                  </a:lnTo>
                  <a:lnTo>
                    <a:pt x="636" y="621"/>
                  </a:lnTo>
                  <a:lnTo>
                    <a:pt x="614" y="631"/>
                  </a:lnTo>
                  <a:lnTo>
                    <a:pt x="588" y="639"/>
                  </a:lnTo>
                  <a:lnTo>
                    <a:pt x="560" y="642"/>
                  </a:lnTo>
                  <a:lnTo>
                    <a:pt x="531" y="640"/>
                  </a:lnTo>
                  <a:lnTo>
                    <a:pt x="506" y="635"/>
                  </a:lnTo>
                  <a:lnTo>
                    <a:pt x="484" y="624"/>
                  </a:lnTo>
                  <a:lnTo>
                    <a:pt x="466" y="610"/>
                  </a:lnTo>
                  <a:lnTo>
                    <a:pt x="452" y="594"/>
                  </a:lnTo>
                  <a:lnTo>
                    <a:pt x="444" y="577"/>
                  </a:lnTo>
                  <a:lnTo>
                    <a:pt x="442" y="556"/>
                  </a:lnTo>
                  <a:lnTo>
                    <a:pt x="446" y="539"/>
                  </a:lnTo>
                  <a:lnTo>
                    <a:pt x="455" y="521"/>
                  </a:lnTo>
                  <a:lnTo>
                    <a:pt x="469" y="506"/>
                  </a:lnTo>
                  <a:lnTo>
                    <a:pt x="487" y="493"/>
                  </a:lnTo>
                  <a:lnTo>
                    <a:pt x="509" y="484"/>
                  </a:lnTo>
                  <a:lnTo>
                    <a:pt x="532" y="477"/>
                  </a:lnTo>
                  <a:lnTo>
                    <a:pt x="559" y="474"/>
                  </a:lnTo>
                  <a:close/>
                  <a:moveTo>
                    <a:pt x="475" y="235"/>
                  </a:moveTo>
                  <a:lnTo>
                    <a:pt x="497" y="237"/>
                  </a:lnTo>
                  <a:lnTo>
                    <a:pt x="517" y="243"/>
                  </a:lnTo>
                  <a:lnTo>
                    <a:pt x="533" y="251"/>
                  </a:lnTo>
                  <a:lnTo>
                    <a:pt x="547" y="262"/>
                  </a:lnTo>
                  <a:lnTo>
                    <a:pt x="556" y="275"/>
                  </a:lnTo>
                  <a:lnTo>
                    <a:pt x="560" y="291"/>
                  </a:lnTo>
                  <a:lnTo>
                    <a:pt x="558" y="308"/>
                  </a:lnTo>
                  <a:lnTo>
                    <a:pt x="550" y="323"/>
                  </a:lnTo>
                  <a:lnTo>
                    <a:pt x="538" y="337"/>
                  </a:lnTo>
                  <a:lnTo>
                    <a:pt x="520" y="346"/>
                  </a:lnTo>
                  <a:lnTo>
                    <a:pt x="500" y="354"/>
                  </a:lnTo>
                  <a:lnTo>
                    <a:pt x="475" y="357"/>
                  </a:lnTo>
                  <a:lnTo>
                    <a:pt x="452" y="355"/>
                  </a:lnTo>
                  <a:lnTo>
                    <a:pt x="431" y="348"/>
                  </a:lnTo>
                  <a:lnTo>
                    <a:pt x="414" y="339"/>
                  </a:lnTo>
                  <a:lnTo>
                    <a:pt x="401" y="326"/>
                  </a:lnTo>
                  <a:lnTo>
                    <a:pt x="393" y="311"/>
                  </a:lnTo>
                  <a:lnTo>
                    <a:pt x="391" y="294"/>
                  </a:lnTo>
                  <a:lnTo>
                    <a:pt x="395" y="280"/>
                  </a:lnTo>
                  <a:lnTo>
                    <a:pt x="404" y="265"/>
                  </a:lnTo>
                  <a:lnTo>
                    <a:pt x="417" y="253"/>
                  </a:lnTo>
                  <a:lnTo>
                    <a:pt x="434" y="244"/>
                  </a:lnTo>
                  <a:lnTo>
                    <a:pt x="453" y="239"/>
                  </a:lnTo>
                  <a:lnTo>
                    <a:pt x="475" y="235"/>
                  </a:lnTo>
                  <a:close/>
                  <a:moveTo>
                    <a:pt x="68" y="0"/>
                  </a:moveTo>
                  <a:lnTo>
                    <a:pt x="85" y="1"/>
                  </a:lnTo>
                  <a:lnTo>
                    <a:pt x="100" y="5"/>
                  </a:lnTo>
                  <a:lnTo>
                    <a:pt x="114" y="12"/>
                  </a:lnTo>
                  <a:lnTo>
                    <a:pt x="125" y="22"/>
                  </a:lnTo>
                  <a:lnTo>
                    <a:pt x="132" y="33"/>
                  </a:lnTo>
                  <a:lnTo>
                    <a:pt x="135" y="45"/>
                  </a:lnTo>
                  <a:lnTo>
                    <a:pt x="134" y="58"/>
                  </a:lnTo>
                  <a:lnTo>
                    <a:pt x="128" y="71"/>
                  </a:lnTo>
                  <a:lnTo>
                    <a:pt x="117" y="81"/>
                  </a:lnTo>
                  <a:lnTo>
                    <a:pt x="104" y="90"/>
                  </a:lnTo>
                  <a:lnTo>
                    <a:pt x="87" y="95"/>
                  </a:lnTo>
                  <a:lnTo>
                    <a:pt x="68" y="97"/>
                  </a:lnTo>
                  <a:lnTo>
                    <a:pt x="49" y="96"/>
                  </a:lnTo>
                  <a:lnTo>
                    <a:pt x="32" y="91"/>
                  </a:lnTo>
                  <a:lnTo>
                    <a:pt x="18" y="83"/>
                  </a:lnTo>
                  <a:lnTo>
                    <a:pt x="7" y="73"/>
                  </a:lnTo>
                  <a:lnTo>
                    <a:pt x="1" y="61"/>
                  </a:lnTo>
                  <a:lnTo>
                    <a:pt x="0" y="48"/>
                  </a:lnTo>
                  <a:lnTo>
                    <a:pt x="4" y="33"/>
                  </a:lnTo>
                  <a:lnTo>
                    <a:pt x="14" y="20"/>
                  </a:lnTo>
                  <a:lnTo>
                    <a:pt x="29" y="9"/>
                  </a:lnTo>
                  <a:lnTo>
                    <a:pt x="47" y="3"/>
                  </a:lnTo>
                  <a:lnTo>
                    <a:pt x="68"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931" name="Group 355"/>
          <p:cNvGrpSpPr>
            <a:grpSpLocks noChangeAspect="1"/>
          </p:cNvGrpSpPr>
          <p:nvPr/>
        </p:nvGrpSpPr>
        <p:grpSpPr bwMode="auto">
          <a:xfrm>
            <a:off x="1799509" y="2510665"/>
            <a:ext cx="542728" cy="411480"/>
            <a:chOff x="1286" y="1868"/>
            <a:chExt cx="306" cy="232"/>
          </a:xfrm>
        </p:grpSpPr>
        <p:sp useBgFill="1">
          <p:nvSpPr>
            <p:cNvPr id="934" name="Freeform 357"/>
            <p:cNvSpPr>
              <a:spLocks/>
            </p:cNvSpPr>
            <p:nvPr/>
          </p:nvSpPr>
          <p:spPr bwMode="auto">
            <a:xfrm>
              <a:off x="1286" y="1868"/>
              <a:ext cx="306" cy="232"/>
            </a:xfrm>
            <a:custGeom>
              <a:avLst/>
              <a:gdLst>
                <a:gd name="T0" fmla="*/ 112 w 2136"/>
                <a:gd name="T1" fmla="*/ 0 h 1630"/>
                <a:gd name="T2" fmla="*/ 2024 w 2136"/>
                <a:gd name="T3" fmla="*/ 0 h 1630"/>
                <a:gd name="T4" fmla="*/ 2049 w 2136"/>
                <a:gd name="T5" fmla="*/ 2 h 1630"/>
                <a:gd name="T6" fmla="*/ 2074 w 2136"/>
                <a:gd name="T7" fmla="*/ 11 h 1630"/>
                <a:gd name="T8" fmla="*/ 2094 w 2136"/>
                <a:gd name="T9" fmla="*/ 24 h 1630"/>
                <a:gd name="T10" fmla="*/ 2112 w 2136"/>
                <a:gd name="T11" fmla="*/ 41 h 1630"/>
                <a:gd name="T12" fmla="*/ 2124 w 2136"/>
                <a:gd name="T13" fmla="*/ 62 h 1630"/>
                <a:gd name="T14" fmla="*/ 2133 w 2136"/>
                <a:gd name="T15" fmla="*/ 87 h 1630"/>
                <a:gd name="T16" fmla="*/ 2136 w 2136"/>
                <a:gd name="T17" fmla="*/ 112 h 1630"/>
                <a:gd name="T18" fmla="*/ 2136 w 2136"/>
                <a:gd name="T19" fmla="*/ 1518 h 1630"/>
                <a:gd name="T20" fmla="*/ 2133 w 2136"/>
                <a:gd name="T21" fmla="*/ 1543 h 1630"/>
                <a:gd name="T22" fmla="*/ 2124 w 2136"/>
                <a:gd name="T23" fmla="*/ 1568 h 1630"/>
                <a:gd name="T24" fmla="*/ 2112 w 2136"/>
                <a:gd name="T25" fmla="*/ 1588 h 1630"/>
                <a:gd name="T26" fmla="*/ 2094 w 2136"/>
                <a:gd name="T27" fmla="*/ 1606 h 1630"/>
                <a:gd name="T28" fmla="*/ 2074 w 2136"/>
                <a:gd name="T29" fmla="*/ 1618 h 1630"/>
                <a:gd name="T30" fmla="*/ 2049 w 2136"/>
                <a:gd name="T31" fmla="*/ 1627 h 1630"/>
                <a:gd name="T32" fmla="*/ 2024 w 2136"/>
                <a:gd name="T33" fmla="*/ 1630 h 1630"/>
                <a:gd name="T34" fmla="*/ 112 w 2136"/>
                <a:gd name="T35" fmla="*/ 1630 h 1630"/>
                <a:gd name="T36" fmla="*/ 87 w 2136"/>
                <a:gd name="T37" fmla="*/ 1627 h 1630"/>
                <a:gd name="T38" fmla="*/ 62 w 2136"/>
                <a:gd name="T39" fmla="*/ 1618 h 1630"/>
                <a:gd name="T40" fmla="*/ 42 w 2136"/>
                <a:gd name="T41" fmla="*/ 1606 h 1630"/>
                <a:gd name="T42" fmla="*/ 24 w 2136"/>
                <a:gd name="T43" fmla="*/ 1588 h 1630"/>
                <a:gd name="T44" fmla="*/ 12 w 2136"/>
                <a:gd name="T45" fmla="*/ 1568 h 1630"/>
                <a:gd name="T46" fmla="*/ 3 w 2136"/>
                <a:gd name="T47" fmla="*/ 1543 h 1630"/>
                <a:gd name="T48" fmla="*/ 0 w 2136"/>
                <a:gd name="T49" fmla="*/ 1518 h 1630"/>
                <a:gd name="T50" fmla="*/ 0 w 2136"/>
                <a:gd name="T51" fmla="*/ 112 h 1630"/>
                <a:gd name="T52" fmla="*/ 3 w 2136"/>
                <a:gd name="T53" fmla="*/ 87 h 1630"/>
                <a:gd name="T54" fmla="*/ 12 w 2136"/>
                <a:gd name="T55" fmla="*/ 62 h 1630"/>
                <a:gd name="T56" fmla="*/ 24 w 2136"/>
                <a:gd name="T57" fmla="*/ 41 h 1630"/>
                <a:gd name="T58" fmla="*/ 42 w 2136"/>
                <a:gd name="T59" fmla="*/ 24 h 1630"/>
                <a:gd name="T60" fmla="*/ 62 w 2136"/>
                <a:gd name="T61" fmla="*/ 11 h 1630"/>
                <a:gd name="T62" fmla="*/ 87 w 2136"/>
                <a:gd name="T63" fmla="*/ 2 h 1630"/>
                <a:gd name="T64" fmla="*/ 112 w 2136"/>
                <a:gd name="T65"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36" h="1630">
                  <a:moveTo>
                    <a:pt x="112" y="0"/>
                  </a:moveTo>
                  <a:lnTo>
                    <a:pt x="2024" y="0"/>
                  </a:lnTo>
                  <a:lnTo>
                    <a:pt x="2049" y="2"/>
                  </a:lnTo>
                  <a:lnTo>
                    <a:pt x="2074" y="11"/>
                  </a:lnTo>
                  <a:lnTo>
                    <a:pt x="2094" y="24"/>
                  </a:lnTo>
                  <a:lnTo>
                    <a:pt x="2112" y="41"/>
                  </a:lnTo>
                  <a:lnTo>
                    <a:pt x="2124" y="62"/>
                  </a:lnTo>
                  <a:lnTo>
                    <a:pt x="2133" y="87"/>
                  </a:lnTo>
                  <a:lnTo>
                    <a:pt x="2136" y="112"/>
                  </a:lnTo>
                  <a:lnTo>
                    <a:pt x="2136" y="1518"/>
                  </a:lnTo>
                  <a:lnTo>
                    <a:pt x="2133" y="1543"/>
                  </a:lnTo>
                  <a:lnTo>
                    <a:pt x="2124" y="1568"/>
                  </a:lnTo>
                  <a:lnTo>
                    <a:pt x="2112" y="1588"/>
                  </a:lnTo>
                  <a:lnTo>
                    <a:pt x="2094" y="1606"/>
                  </a:lnTo>
                  <a:lnTo>
                    <a:pt x="2074" y="1618"/>
                  </a:lnTo>
                  <a:lnTo>
                    <a:pt x="2049" y="1627"/>
                  </a:lnTo>
                  <a:lnTo>
                    <a:pt x="2024" y="1630"/>
                  </a:lnTo>
                  <a:lnTo>
                    <a:pt x="112" y="1630"/>
                  </a:lnTo>
                  <a:lnTo>
                    <a:pt x="87" y="1627"/>
                  </a:lnTo>
                  <a:lnTo>
                    <a:pt x="62" y="1618"/>
                  </a:lnTo>
                  <a:lnTo>
                    <a:pt x="42" y="1606"/>
                  </a:lnTo>
                  <a:lnTo>
                    <a:pt x="24" y="1588"/>
                  </a:lnTo>
                  <a:lnTo>
                    <a:pt x="12" y="1568"/>
                  </a:lnTo>
                  <a:lnTo>
                    <a:pt x="3" y="1543"/>
                  </a:lnTo>
                  <a:lnTo>
                    <a:pt x="0" y="1518"/>
                  </a:lnTo>
                  <a:lnTo>
                    <a:pt x="0" y="112"/>
                  </a:lnTo>
                  <a:lnTo>
                    <a:pt x="3" y="87"/>
                  </a:lnTo>
                  <a:lnTo>
                    <a:pt x="12" y="62"/>
                  </a:lnTo>
                  <a:lnTo>
                    <a:pt x="24" y="41"/>
                  </a:lnTo>
                  <a:lnTo>
                    <a:pt x="42" y="24"/>
                  </a:lnTo>
                  <a:lnTo>
                    <a:pt x="62" y="11"/>
                  </a:lnTo>
                  <a:lnTo>
                    <a:pt x="87" y="2"/>
                  </a:lnTo>
                  <a:lnTo>
                    <a:pt x="112"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5" name="Freeform 358"/>
            <p:cNvSpPr>
              <a:spLocks noEditPoints="1"/>
            </p:cNvSpPr>
            <p:nvPr/>
          </p:nvSpPr>
          <p:spPr bwMode="auto">
            <a:xfrm>
              <a:off x="1302" y="1884"/>
              <a:ext cx="274" cy="200"/>
            </a:xfrm>
            <a:custGeom>
              <a:avLst/>
              <a:gdLst>
                <a:gd name="T0" fmla="*/ 113 w 1912"/>
                <a:gd name="T1" fmla="*/ 113 h 1406"/>
                <a:gd name="T2" fmla="*/ 113 w 1912"/>
                <a:gd name="T3" fmla="*/ 1293 h 1406"/>
                <a:gd name="T4" fmla="*/ 1799 w 1912"/>
                <a:gd name="T5" fmla="*/ 1293 h 1406"/>
                <a:gd name="T6" fmla="*/ 1799 w 1912"/>
                <a:gd name="T7" fmla="*/ 113 h 1406"/>
                <a:gd name="T8" fmla="*/ 113 w 1912"/>
                <a:gd name="T9" fmla="*/ 113 h 1406"/>
                <a:gd name="T10" fmla="*/ 0 w 1912"/>
                <a:gd name="T11" fmla="*/ 0 h 1406"/>
                <a:gd name="T12" fmla="*/ 1912 w 1912"/>
                <a:gd name="T13" fmla="*/ 0 h 1406"/>
                <a:gd name="T14" fmla="*/ 1912 w 1912"/>
                <a:gd name="T15" fmla="*/ 1406 h 1406"/>
                <a:gd name="T16" fmla="*/ 0 w 1912"/>
                <a:gd name="T17" fmla="*/ 1406 h 1406"/>
                <a:gd name="T18" fmla="*/ 0 w 1912"/>
                <a:gd name="T19" fmla="*/ 0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12" h="1406">
                  <a:moveTo>
                    <a:pt x="113" y="113"/>
                  </a:moveTo>
                  <a:lnTo>
                    <a:pt x="113" y="1293"/>
                  </a:lnTo>
                  <a:lnTo>
                    <a:pt x="1799" y="1293"/>
                  </a:lnTo>
                  <a:lnTo>
                    <a:pt x="1799" y="113"/>
                  </a:lnTo>
                  <a:lnTo>
                    <a:pt x="113" y="113"/>
                  </a:lnTo>
                  <a:close/>
                  <a:moveTo>
                    <a:pt x="0" y="0"/>
                  </a:moveTo>
                  <a:lnTo>
                    <a:pt x="1912" y="0"/>
                  </a:lnTo>
                  <a:lnTo>
                    <a:pt x="1912" y="1406"/>
                  </a:lnTo>
                  <a:lnTo>
                    <a:pt x="0" y="1406"/>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6" name="Rectangle 359"/>
            <p:cNvSpPr>
              <a:spLocks noChangeArrowheads="1"/>
            </p:cNvSpPr>
            <p:nvPr/>
          </p:nvSpPr>
          <p:spPr bwMode="auto">
            <a:xfrm>
              <a:off x="1335" y="1916"/>
              <a:ext cx="208" cy="136"/>
            </a:xfrm>
            <a:prstGeom prst="rect">
              <a:avLst/>
            </a:prstGeom>
            <a:solidFill>
              <a:srgbClr val="F7FF7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7" name="Freeform 360"/>
            <p:cNvSpPr>
              <a:spLocks/>
            </p:cNvSpPr>
            <p:nvPr/>
          </p:nvSpPr>
          <p:spPr bwMode="auto">
            <a:xfrm>
              <a:off x="1335" y="1920"/>
              <a:ext cx="208" cy="132"/>
            </a:xfrm>
            <a:custGeom>
              <a:avLst/>
              <a:gdLst>
                <a:gd name="T0" fmla="*/ 1451 w 1462"/>
                <a:gd name="T1" fmla="*/ 159 h 925"/>
                <a:gd name="T2" fmla="*/ 1400 w 1462"/>
                <a:gd name="T3" fmla="*/ 206 h 925"/>
                <a:gd name="T4" fmla="*/ 1323 w 1462"/>
                <a:gd name="T5" fmla="*/ 246 h 925"/>
                <a:gd name="T6" fmla="*/ 1227 w 1462"/>
                <a:gd name="T7" fmla="*/ 254 h 925"/>
                <a:gd name="T8" fmla="*/ 1156 w 1462"/>
                <a:gd name="T9" fmla="*/ 267 h 925"/>
                <a:gd name="T10" fmla="*/ 1086 w 1462"/>
                <a:gd name="T11" fmla="*/ 310 h 925"/>
                <a:gd name="T12" fmla="*/ 1023 w 1462"/>
                <a:gd name="T13" fmla="*/ 364 h 925"/>
                <a:gd name="T14" fmla="*/ 971 w 1462"/>
                <a:gd name="T15" fmla="*/ 405 h 925"/>
                <a:gd name="T16" fmla="*/ 936 w 1462"/>
                <a:gd name="T17" fmla="*/ 415 h 925"/>
                <a:gd name="T18" fmla="*/ 950 w 1462"/>
                <a:gd name="T19" fmla="*/ 419 h 925"/>
                <a:gd name="T20" fmla="*/ 1004 w 1462"/>
                <a:gd name="T21" fmla="*/ 434 h 925"/>
                <a:gd name="T22" fmla="*/ 1071 w 1462"/>
                <a:gd name="T23" fmla="*/ 467 h 925"/>
                <a:gd name="T24" fmla="*/ 1128 w 1462"/>
                <a:gd name="T25" fmla="*/ 523 h 925"/>
                <a:gd name="T26" fmla="*/ 1170 w 1462"/>
                <a:gd name="T27" fmla="*/ 614 h 925"/>
                <a:gd name="T28" fmla="*/ 1175 w 1462"/>
                <a:gd name="T29" fmla="*/ 688 h 925"/>
                <a:gd name="T30" fmla="*/ 1150 w 1462"/>
                <a:gd name="T31" fmla="*/ 748 h 925"/>
                <a:gd name="T32" fmla="*/ 1108 w 1462"/>
                <a:gd name="T33" fmla="*/ 792 h 925"/>
                <a:gd name="T34" fmla="*/ 1060 w 1462"/>
                <a:gd name="T35" fmla="*/ 827 h 925"/>
                <a:gd name="T36" fmla="*/ 1015 w 1462"/>
                <a:gd name="T37" fmla="*/ 853 h 925"/>
                <a:gd name="T38" fmla="*/ 973 w 1462"/>
                <a:gd name="T39" fmla="*/ 884 h 925"/>
                <a:gd name="T40" fmla="*/ 777 w 1462"/>
                <a:gd name="T41" fmla="*/ 925 h 925"/>
                <a:gd name="T42" fmla="*/ 813 w 1462"/>
                <a:gd name="T43" fmla="*/ 867 h 925"/>
                <a:gd name="T44" fmla="*/ 859 w 1462"/>
                <a:gd name="T45" fmla="*/ 818 h 925"/>
                <a:gd name="T46" fmla="*/ 933 w 1462"/>
                <a:gd name="T47" fmla="*/ 766 h 925"/>
                <a:gd name="T48" fmla="*/ 998 w 1462"/>
                <a:gd name="T49" fmla="*/ 713 h 925"/>
                <a:gd name="T50" fmla="*/ 1016 w 1462"/>
                <a:gd name="T51" fmla="*/ 673 h 925"/>
                <a:gd name="T52" fmla="*/ 1017 w 1462"/>
                <a:gd name="T53" fmla="*/ 621 h 925"/>
                <a:gd name="T54" fmla="*/ 995 w 1462"/>
                <a:gd name="T55" fmla="*/ 565 h 925"/>
                <a:gd name="T56" fmla="*/ 945 w 1462"/>
                <a:gd name="T57" fmla="*/ 517 h 925"/>
                <a:gd name="T58" fmla="*/ 864 w 1462"/>
                <a:gd name="T59" fmla="*/ 488 h 925"/>
                <a:gd name="T60" fmla="*/ 763 w 1462"/>
                <a:gd name="T61" fmla="*/ 487 h 925"/>
                <a:gd name="T62" fmla="*/ 686 w 1462"/>
                <a:gd name="T63" fmla="*/ 510 h 925"/>
                <a:gd name="T64" fmla="*/ 623 w 1462"/>
                <a:gd name="T65" fmla="*/ 543 h 925"/>
                <a:gd name="T66" fmla="*/ 571 w 1462"/>
                <a:gd name="T67" fmla="*/ 567 h 925"/>
                <a:gd name="T68" fmla="*/ 499 w 1462"/>
                <a:gd name="T69" fmla="*/ 570 h 925"/>
                <a:gd name="T70" fmla="*/ 416 w 1462"/>
                <a:gd name="T71" fmla="*/ 549 h 925"/>
                <a:gd name="T72" fmla="*/ 340 w 1462"/>
                <a:gd name="T73" fmla="*/ 535 h 925"/>
                <a:gd name="T74" fmla="*/ 283 w 1462"/>
                <a:gd name="T75" fmla="*/ 568 h 925"/>
                <a:gd name="T76" fmla="*/ 221 w 1462"/>
                <a:gd name="T77" fmla="*/ 624 h 925"/>
                <a:gd name="T78" fmla="*/ 147 w 1462"/>
                <a:gd name="T79" fmla="*/ 674 h 925"/>
                <a:gd name="T80" fmla="*/ 62 w 1462"/>
                <a:gd name="T81" fmla="*/ 693 h 925"/>
                <a:gd name="T82" fmla="*/ 0 w 1462"/>
                <a:gd name="T83" fmla="*/ 687 h 925"/>
                <a:gd name="T84" fmla="*/ 71 w 1462"/>
                <a:gd name="T85" fmla="*/ 456 h 925"/>
                <a:gd name="T86" fmla="*/ 147 w 1462"/>
                <a:gd name="T87" fmla="*/ 448 h 925"/>
                <a:gd name="T88" fmla="*/ 177 w 1462"/>
                <a:gd name="T89" fmla="*/ 419 h 925"/>
                <a:gd name="T90" fmla="*/ 209 w 1462"/>
                <a:gd name="T91" fmla="*/ 379 h 925"/>
                <a:gd name="T92" fmla="*/ 262 w 1462"/>
                <a:gd name="T93" fmla="*/ 341 h 925"/>
                <a:gd name="T94" fmla="*/ 336 w 1462"/>
                <a:gd name="T95" fmla="*/ 330 h 925"/>
                <a:gd name="T96" fmla="*/ 424 w 1462"/>
                <a:gd name="T97" fmla="*/ 347 h 925"/>
                <a:gd name="T98" fmla="*/ 506 w 1462"/>
                <a:gd name="T99" fmla="*/ 386 h 925"/>
                <a:gd name="T100" fmla="*/ 569 w 1462"/>
                <a:gd name="T101" fmla="*/ 390 h 925"/>
                <a:gd name="T102" fmla="*/ 636 w 1462"/>
                <a:gd name="T103" fmla="*/ 374 h 925"/>
                <a:gd name="T104" fmla="*/ 716 w 1462"/>
                <a:gd name="T105" fmla="*/ 359 h 925"/>
                <a:gd name="T106" fmla="*/ 816 w 1462"/>
                <a:gd name="T107" fmla="*/ 356 h 925"/>
                <a:gd name="T108" fmla="*/ 900 w 1462"/>
                <a:gd name="T109" fmla="*/ 327 h 925"/>
                <a:gd name="T110" fmla="*/ 976 w 1462"/>
                <a:gd name="T111" fmla="*/ 275 h 925"/>
                <a:gd name="T112" fmla="*/ 1055 w 1462"/>
                <a:gd name="T113" fmla="*/ 209 h 925"/>
                <a:gd name="T114" fmla="*/ 1129 w 1462"/>
                <a:gd name="T115" fmla="*/ 168 h 925"/>
                <a:gd name="T116" fmla="*/ 1207 w 1462"/>
                <a:gd name="T117" fmla="*/ 149 h 925"/>
                <a:gd name="T118" fmla="*/ 1313 w 1462"/>
                <a:gd name="T119" fmla="*/ 136 h 925"/>
                <a:gd name="T120" fmla="*/ 1369 w 1462"/>
                <a:gd name="T121" fmla="*/ 107 h 925"/>
                <a:gd name="T122" fmla="*/ 1416 w 1462"/>
                <a:gd name="T123" fmla="*/ 55 h 925"/>
                <a:gd name="T124" fmla="*/ 1451 w 1462"/>
                <a:gd name="T125" fmla="*/ 8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62" h="925">
                  <a:moveTo>
                    <a:pt x="1462" y="0"/>
                  </a:moveTo>
                  <a:lnTo>
                    <a:pt x="1462" y="146"/>
                  </a:lnTo>
                  <a:lnTo>
                    <a:pt x="1451" y="159"/>
                  </a:lnTo>
                  <a:lnTo>
                    <a:pt x="1438" y="174"/>
                  </a:lnTo>
                  <a:lnTo>
                    <a:pt x="1420" y="190"/>
                  </a:lnTo>
                  <a:lnTo>
                    <a:pt x="1400" y="206"/>
                  </a:lnTo>
                  <a:lnTo>
                    <a:pt x="1376" y="221"/>
                  </a:lnTo>
                  <a:lnTo>
                    <a:pt x="1350" y="235"/>
                  </a:lnTo>
                  <a:lnTo>
                    <a:pt x="1323" y="246"/>
                  </a:lnTo>
                  <a:lnTo>
                    <a:pt x="1292" y="253"/>
                  </a:lnTo>
                  <a:lnTo>
                    <a:pt x="1260" y="256"/>
                  </a:lnTo>
                  <a:lnTo>
                    <a:pt x="1227" y="254"/>
                  </a:lnTo>
                  <a:lnTo>
                    <a:pt x="1203" y="254"/>
                  </a:lnTo>
                  <a:lnTo>
                    <a:pt x="1179" y="258"/>
                  </a:lnTo>
                  <a:lnTo>
                    <a:pt x="1156" y="267"/>
                  </a:lnTo>
                  <a:lnTo>
                    <a:pt x="1131" y="279"/>
                  </a:lnTo>
                  <a:lnTo>
                    <a:pt x="1108" y="293"/>
                  </a:lnTo>
                  <a:lnTo>
                    <a:pt x="1086" y="310"/>
                  </a:lnTo>
                  <a:lnTo>
                    <a:pt x="1064" y="328"/>
                  </a:lnTo>
                  <a:lnTo>
                    <a:pt x="1043" y="346"/>
                  </a:lnTo>
                  <a:lnTo>
                    <a:pt x="1023" y="364"/>
                  </a:lnTo>
                  <a:lnTo>
                    <a:pt x="1005" y="380"/>
                  </a:lnTo>
                  <a:lnTo>
                    <a:pt x="987" y="394"/>
                  </a:lnTo>
                  <a:lnTo>
                    <a:pt x="971" y="405"/>
                  </a:lnTo>
                  <a:lnTo>
                    <a:pt x="957" y="412"/>
                  </a:lnTo>
                  <a:lnTo>
                    <a:pt x="944" y="415"/>
                  </a:lnTo>
                  <a:lnTo>
                    <a:pt x="936" y="415"/>
                  </a:lnTo>
                  <a:lnTo>
                    <a:pt x="935" y="416"/>
                  </a:lnTo>
                  <a:lnTo>
                    <a:pt x="939" y="417"/>
                  </a:lnTo>
                  <a:lnTo>
                    <a:pt x="950" y="419"/>
                  </a:lnTo>
                  <a:lnTo>
                    <a:pt x="964" y="422"/>
                  </a:lnTo>
                  <a:lnTo>
                    <a:pt x="982" y="427"/>
                  </a:lnTo>
                  <a:lnTo>
                    <a:pt x="1004" y="434"/>
                  </a:lnTo>
                  <a:lnTo>
                    <a:pt x="1026" y="443"/>
                  </a:lnTo>
                  <a:lnTo>
                    <a:pt x="1048" y="454"/>
                  </a:lnTo>
                  <a:lnTo>
                    <a:pt x="1071" y="467"/>
                  </a:lnTo>
                  <a:lnTo>
                    <a:pt x="1092" y="482"/>
                  </a:lnTo>
                  <a:lnTo>
                    <a:pt x="1112" y="501"/>
                  </a:lnTo>
                  <a:lnTo>
                    <a:pt x="1128" y="523"/>
                  </a:lnTo>
                  <a:lnTo>
                    <a:pt x="1147" y="555"/>
                  </a:lnTo>
                  <a:lnTo>
                    <a:pt x="1161" y="586"/>
                  </a:lnTo>
                  <a:lnTo>
                    <a:pt x="1170" y="614"/>
                  </a:lnTo>
                  <a:lnTo>
                    <a:pt x="1176" y="642"/>
                  </a:lnTo>
                  <a:lnTo>
                    <a:pt x="1177" y="666"/>
                  </a:lnTo>
                  <a:lnTo>
                    <a:pt x="1175" y="688"/>
                  </a:lnTo>
                  <a:lnTo>
                    <a:pt x="1168" y="710"/>
                  </a:lnTo>
                  <a:lnTo>
                    <a:pt x="1161" y="730"/>
                  </a:lnTo>
                  <a:lnTo>
                    <a:pt x="1150" y="748"/>
                  </a:lnTo>
                  <a:lnTo>
                    <a:pt x="1138" y="763"/>
                  </a:lnTo>
                  <a:lnTo>
                    <a:pt x="1124" y="778"/>
                  </a:lnTo>
                  <a:lnTo>
                    <a:pt x="1108" y="792"/>
                  </a:lnTo>
                  <a:lnTo>
                    <a:pt x="1092" y="805"/>
                  </a:lnTo>
                  <a:lnTo>
                    <a:pt x="1076" y="816"/>
                  </a:lnTo>
                  <a:lnTo>
                    <a:pt x="1060" y="827"/>
                  </a:lnTo>
                  <a:lnTo>
                    <a:pt x="1044" y="836"/>
                  </a:lnTo>
                  <a:lnTo>
                    <a:pt x="1029" y="845"/>
                  </a:lnTo>
                  <a:lnTo>
                    <a:pt x="1015" y="853"/>
                  </a:lnTo>
                  <a:lnTo>
                    <a:pt x="1002" y="861"/>
                  </a:lnTo>
                  <a:lnTo>
                    <a:pt x="992" y="867"/>
                  </a:lnTo>
                  <a:lnTo>
                    <a:pt x="973" y="884"/>
                  </a:lnTo>
                  <a:lnTo>
                    <a:pt x="957" y="904"/>
                  </a:lnTo>
                  <a:lnTo>
                    <a:pt x="944" y="925"/>
                  </a:lnTo>
                  <a:lnTo>
                    <a:pt x="777" y="925"/>
                  </a:lnTo>
                  <a:lnTo>
                    <a:pt x="789" y="905"/>
                  </a:lnTo>
                  <a:lnTo>
                    <a:pt x="802" y="885"/>
                  </a:lnTo>
                  <a:lnTo>
                    <a:pt x="813" y="867"/>
                  </a:lnTo>
                  <a:lnTo>
                    <a:pt x="824" y="851"/>
                  </a:lnTo>
                  <a:lnTo>
                    <a:pt x="839" y="835"/>
                  </a:lnTo>
                  <a:lnTo>
                    <a:pt x="859" y="818"/>
                  </a:lnTo>
                  <a:lnTo>
                    <a:pt x="882" y="801"/>
                  </a:lnTo>
                  <a:lnTo>
                    <a:pt x="907" y="783"/>
                  </a:lnTo>
                  <a:lnTo>
                    <a:pt x="933" y="766"/>
                  </a:lnTo>
                  <a:lnTo>
                    <a:pt x="957" y="749"/>
                  </a:lnTo>
                  <a:lnTo>
                    <a:pt x="979" y="731"/>
                  </a:lnTo>
                  <a:lnTo>
                    <a:pt x="998" y="713"/>
                  </a:lnTo>
                  <a:lnTo>
                    <a:pt x="1006" y="701"/>
                  </a:lnTo>
                  <a:lnTo>
                    <a:pt x="1012" y="688"/>
                  </a:lnTo>
                  <a:lnTo>
                    <a:pt x="1016" y="673"/>
                  </a:lnTo>
                  <a:lnTo>
                    <a:pt x="1018" y="657"/>
                  </a:lnTo>
                  <a:lnTo>
                    <a:pt x="1019" y="639"/>
                  </a:lnTo>
                  <a:lnTo>
                    <a:pt x="1017" y="621"/>
                  </a:lnTo>
                  <a:lnTo>
                    <a:pt x="1012" y="602"/>
                  </a:lnTo>
                  <a:lnTo>
                    <a:pt x="1006" y="583"/>
                  </a:lnTo>
                  <a:lnTo>
                    <a:pt x="995" y="565"/>
                  </a:lnTo>
                  <a:lnTo>
                    <a:pt x="982" y="548"/>
                  </a:lnTo>
                  <a:lnTo>
                    <a:pt x="966" y="531"/>
                  </a:lnTo>
                  <a:lnTo>
                    <a:pt x="945" y="517"/>
                  </a:lnTo>
                  <a:lnTo>
                    <a:pt x="922" y="505"/>
                  </a:lnTo>
                  <a:lnTo>
                    <a:pt x="896" y="495"/>
                  </a:lnTo>
                  <a:lnTo>
                    <a:pt x="864" y="488"/>
                  </a:lnTo>
                  <a:lnTo>
                    <a:pt x="827" y="485"/>
                  </a:lnTo>
                  <a:lnTo>
                    <a:pt x="794" y="483"/>
                  </a:lnTo>
                  <a:lnTo>
                    <a:pt x="763" y="487"/>
                  </a:lnTo>
                  <a:lnTo>
                    <a:pt x="735" y="493"/>
                  </a:lnTo>
                  <a:lnTo>
                    <a:pt x="709" y="500"/>
                  </a:lnTo>
                  <a:lnTo>
                    <a:pt x="686" y="510"/>
                  </a:lnTo>
                  <a:lnTo>
                    <a:pt x="663" y="520"/>
                  </a:lnTo>
                  <a:lnTo>
                    <a:pt x="642" y="532"/>
                  </a:lnTo>
                  <a:lnTo>
                    <a:pt x="623" y="543"/>
                  </a:lnTo>
                  <a:lnTo>
                    <a:pt x="605" y="552"/>
                  </a:lnTo>
                  <a:lnTo>
                    <a:pt x="588" y="561"/>
                  </a:lnTo>
                  <a:lnTo>
                    <a:pt x="571" y="567"/>
                  </a:lnTo>
                  <a:lnTo>
                    <a:pt x="556" y="571"/>
                  </a:lnTo>
                  <a:lnTo>
                    <a:pt x="526" y="573"/>
                  </a:lnTo>
                  <a:lnTo>
                    <a:pt x="499" y="570"/>
                  </a:lnTo>
                  <a:lnTo>
                    <a:pt x="471" y="565"/>
                  </a:lnTo>
                  <a:lnTo>
                    <a:pt x="444" y="556"/>
                  </a:lnTo>
                  <a:lnTo>
                    <a:pt x="416" y="549"/>
                  </a:lnTo>
                  <a:lnTo>
                    <a:pt x="389" y="540"/>
                  </a:lnTo>
                  <a:lnTo>
                    <a:pt x="359" y="535"/>
                  </a:lnTo>
                  <a:lnTo>
                    <a:pt x="340" y="535"/>
                  </a:lnTo>
                  <a:lnTo>
                    <a:pt x="322" y="542"/>
                  </a:lnTo>
                  <a:lnTo>
                    <a:pt x="303" y="553"/>
                  </a:lnTo>
                  <a:lnTo>
                    <a:pt x="283" y="568"/>
                  </a:lnTo>
                  <a:lnTo>
                    <a:pt x="263" y="586"/>
                  </a:lnTo>
                  <a:lnTo>
                    <a:pt x="243" y="605"/>
                  </a:lnTo>
                  <a:lnTo>
                    <a:pt x="221" y="624"/>
                  </a:lnTo>
                  <a:lnTo>
                    <a:pt x="198" y="643"/>
                  </a:lnTo>
                  <a:lnTo>
                    <a:pt x="173" y="660"/>
                  </a:lnTo>
                  <a:lnTo>
                    <a:pt x="147" y="674"/>
                  </a:lnTo>
                  <a:lnTo>
                    <a:pt x="119" y="683"/>
                  </a:lnTo>
                  <a:lnTo>
                    <a:pt x="89" y="689"/>
                  </a:lnTo>
                  <a:lnTo>
                    <a:pt x="62" y="693"/>
                  </a:lnTo>
                  <a:lnTo>
                    <a:pt x="39" y="694"/>
                  </a:lnTo>
                  <a:lnTo>
                    <a:pt x="19" y="692"/>
                  </a:lnTo>
                  <a:lnTo>
                    <a:pt x="0" y="687"/>
                  </a:lnTo>
                  <a:lnTo>
                    <a:pt x="0" y="446"/>
                  </a:lnTo>
                  <a:lnTo>
                    <a:pt x="34" y="452"/>
                  </a:lnTo>
                  <a:lnTo>
                    <a:pt x="71" y="456"/>
                  </a:lnTo>
                  <a:lnTo>
                    <a:pt x="111" y="456"/>
                  </a:lnTo>
                  <a:lnTo>
                    <a:pt x="131" y="453"/>
                  </a:lnTo>
                  <a:lnTo>
                    <a:pt x="147" y="448"/>
                  </a:lnTo>
                  <a:lnTo>
                    <a:pt x="158" y="440"/>
                  </a:lnTo>
                  <a:lnTo>
                    <a:pt x="169" y="430"/>
                  </a:lnTo>
                  <a:lnTo>
                    <a:pt x="177" y="419"/>
                  </a:lnTo>
                  <a:lnTo>
                    <a:pt x="187" y="406"/>
                  </a:lnTo>
                  <a:lnTo>
                    <a:pt x="196" y="393"/>
                  </a:lnTo>
                  <a:lnTo>
                    <a:pt x="209" y="379"/>
                  </a:lnTo>
                  <a:lnTo>
                    <a:pt x="225" y="364"/>
                  </a:lnTo>
                  <a:lnTo>
                    <a:pt x="244" y="349"/>
                  </a:lnTo>
                  <a:lnTo>
                    <a:pt x="262" y="341"/>
                  </a:lnTo>
                  <a:lnTo>
                    <a:pt x="284" y="335"/>
                  </a:lnTo>
                  <a:lnTo>
                    <a:pt x="308" y="330"/>
                  </a:lnTo>
                  <a:lnTo>
                    <a:pt x="336" y="330"/>
                  </a:lnTo>
                  <a:lnTo>
                    <a:pt x="364" y="332"/>
                  </a:lnTo>
                  <a:lnTo>
                    <a:pt x="394" y="338"/>
                  </a:lnTo>
                  <a:lnTo>
                    <a:pt x="424" y="347"/>
                  </a:lnTo>
                  <a:lnTo>
                    <a:pt x="454" y="359"/>
                  </a:lnTo>
                  <a:lnTo>
                    <a:pt x="484" y="375"/>
                  </a:lnTo>
                  <a:lnTo>
                    <a:pt x="506" y="386"/>
                  </a:lnTo>
                  <a:lnTo>
                    <a:pt x="528" y="392"/>
                  </a:lnTo>
                  <a:lnTo>
                    <a:pt x="549" y="393"/>
                  </a:lnTo>
                  <a:lnTo>
                    <a:pt x="569" y="390"/>
                  </a:lnTo>
                  <a:lnTo>
                    <a:pt x="591" y="386"/>
                  </a:lnTo>
                  <a:lnTo>
                    <a:pt x="613" y="380"/>
                  </a:lnTo>
                  <a:lnTo>
                    <a:pt x="636" y="374"/>
                  </a:lnTo>
                  <a:lnTo>
                    <a:pt x="660" y="366"/>
                  </a:lnTo>
                  <a:lnTo>
                    <a:pt x="687" y="361"/>
                  </a:lnTo>
                  <a:lnTo>
                    <a:pt x="716" y="359"/>
                  </a:lnTo>
                  <a:lnTo>
                    <a:pt x="748" y="359"/>
                  </a:lnTo>
                  <a:lnTo>
                    <a:pt x="784" y="359"/>
                  </a:lnTo>
                  <a:lnTo>
                    <a:pt x="816" y="356"/>
                  </a:lnTo>
                  <a:lnTo>
                    <a:pt x="846" y="349"/>
                  </a:lnTo>
                  <a:lnTo>
                    <a:pt x="874" y="340"/>
                  </a:lnTo>
                  <a:lnTo>
                    <a:pt x="900" y="327"/>
                  </a:lnTo>
                  <a:lnTo>
                    <a:pt x="925" y="312"/>
                  </a:lnTo>
                  <a:lnTo>
                    <a:pt x="951" y="294"/>
                  </a:lnTo>
                  <a:lnTo>
                    <a:pt x="976" y="275"/>
                  </a:lnTo>
                  <a:lnTo>
                    <a:pt x="1001" y="254"/>
                  </a:lnTo>
                  <a:lnTo>
                    <a:pt x="1029" y="231"/>
                  </a:lnTo>
                  <a:lnTo>
                    <a:pt x="1055" y="209"/>
                  </a:lnTo>
                  <a:lnTo>
                    <a:pt x="1081" y="192"/>
                  </a:lnTo>
                  <a:lnTo>
                    <a:pt x="1105" y="178"/>
                  </a:lnTo>
                  <a:lnTo>
                    <a:pt x="1129" y="168"/>
                  </a:lnTo>
                  <a:lnTo>
                    <a:pt x="1154" y="159"/>
                  </a:lnTo>
                  <a:lnTo>
                    <a:pt x="1180" y="153"/>
                  </a:lnTo>
                  <a:lnTo>
                    <a:pt x="1207" y="149"/>
                  </a:lnTo>
                  <a:lnTo>
                    <a:pt x="1239" y="144"/>
                  </a:lnTo>
                  <a:lnTo>
                    <a:pt x="1274" y="140"/>
                  </a:lnTo>
                  <a:lnTo>
                    <a:pt x="1313" y="136"/>
                  </a:lnTo>
                  <a:lnTo>
                    <a:pt x="1333" y="131"/>
                  </a:lnTo>
                  <a:lnTo>
                    <a:pt x="1351" y="121"/>
                  </a:lnTo>
                  <a:lnTo>
                    <a:pt x="1369" y="107"/>
                  </a:lnTo>
                  <a:lnTo>
                    <a:pt x="1386" y="90"/>
                  </a:lnTo>
                  <a:lnTo>
                    <a:pt x="1401" y="74"/>
                  </a:lnTo>
                  <a:lnTo>
                    <a:pt x="1416" y="55"/>
                  </a:lnTo>
                  <a:lnTo>
                    <a:pt x="1428" y="38"/>
                  </a:lnTo>
                  <a:lnTo>
                    <a:pt x="1441" y="22"/>
                  </a:lnTo>
                  <a:lnTo>
                    <a:pt x="1451" y="8"/>
                  </a:lnTo>
                  <a:lnTo>
                    <a:pt x="1462" y="0"/>
                  </a:lnTo>
                  <a:close/>
                </a:path>
              </a:pathLst>
            </a:custGeom>
            <a:solidFill>
              <a:srgbClr val="2689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8" name="Freeform 361"/>
            <p:cNvSpPr>
              <a:spLocks noEditPoints="1"/>
            </p:cNvSpPr>
            <p:nvPr/>
          </p:nvSpPr>
          <p:spPr bwMode="auto">
            <a:xfrm>
              <a:off x="1335" y="1916"/>
              <a:ext cx="208" cy="136"/>
            </a:xfrm>
            <a:custGeom>
              <a:avLst/>
              <a:gdLst>
                <a:gd name="T0" fmla="*/ 0 w 1462"/>
                <a:gd name="T1" fmla="*/ 100 h 956"/>
                <a:gd name="T2" fmla="*/ 0 w 1462"/>
                <a:gd name="T3" fmla="*/ 71 h 956"/>
                <a:gd name="T4" fmla="*/ 0 w 1462"/>
                <a:gd name="T5" fmla="*/ 0 h 956"/>
                <a:gd name="T6" fmla="*/ 819 w 1462"/>
                <a:gd name="T7" fmla="*/ 52 h 956"/>
                <a:gd name="T8" fmla="*/ 829 w 1462"/>
                <a:gd name="T9" fmla="*/ 151 h 956"/>
                <a:gd name="T10" fmla="*/ 802 w 1462"/>
                <a:gd name="T11" fmla="*/ 262 h 956"/>
                <a:gd name="T12" fmla="*/ 737 w 1462"/>
                <a:gd name="T13" fmla="*/ 344 h 956"/>
                <a:gd name="T14" fmla="*/ 635 w 1462"/>
                <a:gd name="T15" fmla="*/ 402 h 956"/>
                <a:gd name="T16" fmla="*/ 517 w 1462"/>
                <a:gd name="T17" fmla="*/ 447 h 956"/>
                <a:gd name="T18" fmla="*/ 410 w 1462"/>
                <a:gd name="T19" fmla="*/ 473 h 956"/>
                <a:gd name="T20" fmla="*/ 424 w 1462"/>
                <a:gd name="T21" fmla="*/ 482 h 956"/>
                <a:gd name="T22" fmla="*/ 477 w 1462"/>
                <a:gd name="T23" fmla="*/ 505 h 956"/>
                <a:gd name="T24" fmla="*/ 545 w 1462"/>
                <a:gd name="T25" fmla="*/ 525 h 956"/>
                <a:gd name="T26" fmla="*/ 618 w 1462"/>
                <a:gd name="T27" fmla="*/ 545 h 956"/>
                <a:gd name="T28" fmla="*/ 685 w 1462"/>
                <a:gd name="T29" fmla="*/ 575 h 956"/>
                <a:gd name="T30" fmla="*/ 736 w 1462"/>
                <a:gd name="T31" fmla="*/ 620 h 956"/>
                <a:gd name="T32" fmla="*/ 763 w 1462"/>
                <a:gd name="T33" fmla="*/ 689 h 956"/>
                <a:gd name="T34" fmla="*/ 772 w 1462"/>
                <a:gd name="T35" fmla="*/ 768 h 956"/>
                <a:gd name="T36" fmla="*/ 813 w 1462"/>
                <a:gd name="T37" fmla="*/ 821 h 956"/>
                <a:gd name="T38" fmla="*/ 880 w 1462"/>
                <a:gd name="T39" fmla="*/ 849 h 956"/>
                <a:gd name="T40" fmla="*/ 961 w 1462"/>
                <a:gd name="T41" fmla="*/ 851 h 956"/>
                <a:gd name="T42" fmla="*/ 1045 w 1462"/>
                <a:gd name="T43" fmla="*/ 828 h 956"/>
                <a:gd name="T44" fmla="*/ 1122 w 1462"/>
                <a:gd name="T45" fmla="*/ 781 h 956"/>
                <a:gd name="T46" fmla="*/ 1179 w 1462"/>
                <a:gd name="T47" fmla="*/ 708 h 956"/>
                <a:gd name="T48" fmla="*/ 1227 w 1462"/>
                <a:gd name="T49" fmla="*/ 616 h 956"/>
                <a:gd name="T50" fmla="*/ 1293 w 1462"/>
                <a:gd name="T51" fmla="*/ 557 h 956"/>
                <a:gd name="T52" fmla="*/ 1366 w 1462"/>
                <a:gd name="T53" fmla="*/ 533 h 956"/>
                <a:gd name="T54" fmla="*/ 1439 w 1462"/>
                <a:gd name="T55" fmla="*/ 535 h 956"/>
                <a:gd name="T56" fmla="*/ 0 w 1462"/>
                <a:gd name="T57" fmla="*/ 956 h 956"/>
                <a:gd name="T58" fmla="*/ 0 w 1462"/>
                <a:gd name="T59" fmla="*/ 673 h 956"/>
                <a:gd name="T60" fmla="*/ 0 w 1462"/>
                <a:gd name="T61" fmla="*/ 456 h 956"/>
                <a:gd name="T62" fmla="*/ 0 w 1462"/>
                <a:gd name="T63" fmla="*/ 297 h 956"/>
                <a:gd name="T64" fmla="*/ 0 w 1462"/>
                <a:gd name="T65" fmla="*/ 100 h 956"/>
                <a:gd name="T66" fmla="*/ 0 w 1462"/>
                <a:gd name="T67" fmla="*/ 99 h 956"/>
                <a:gd name="T68" fmla="*/ 0 w 1462"/>
                <a:gd name="T69" fmla="*/ 96 h 956"/>
                <a:gd name="T70" fmla="*/ 0 w 1462"/>
                <a:gd name="T71" fmla="*/ 92 h 956"/>
                <a:gd name="T72" fmla="*/ 0 w 1462"/>
                <a:gd name="T73" fmla="*/ 94 h 956"/>
                <a:gd name="T74" fmla="*/ 0 w 1462"/>
                <a:gd name="T75" fmla="*/ 81 h 956"/>
                <a:gd name="T76" fmla="*/ 0 w 1462"/>
                <a:gd name="T77" fmla="*/ 72 h 956"/>
                <a:gd name="T78" fmla="*/ 0 w 1462"/>
                <a:gd name="T79" fmla="*/ 79 h 956"/>
                <a:gd name="T80" fmla="*/ 0 w 1462"/>
                <a:gd name="T81" fmla="*/ 71 h 956"/>
                <a:gd name="T82" fmla="*/ 0 w 1462"/>
                <a:gd name="T83" fmla="*/ 61 h 956"/>
                <a:gd name="T84" fmla="*/ 0 w 1462"/>
                <a:gd name="T85" fmla="*/ 0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62" h="956">
                  <a:moveTo>
                    <a:pt x="0" y="97"/>
                  </a:moveTo>
                  <a:lnTo>
                    <a:pt x="0" y="99"/>
                  </a:lnTo>
                  <a:lnTo>
                    <a:pt x="0" y="100"/>
                  </a:lnTo>
                  <a:lnTo>
                    <a:pt x="0" y="99"/>
                  </a:lnTo>
                  <a:lnTo>
                    <a:pt x="0" y="97"/>
                  </a:lnTo>
                  <a:close/>
                  <a:moveTo>
                    <a:pt x="0" y="71"/>
                  </a:moveTo>
                  <a:lnTo>
                    <a:pt x="0" y="72"/>
                  </a:lnTo>
                  <a:lnTo>
                    <a:pt x="0" y="71"/>
                  </a:lnTo>
                  <a:close/>
                  <a:moveTo>
                    <a:pt x="0" y="0"/>
                  </a:moveTo>
                  <a:lnTo>
                    <a:pt x="803" y="0"/>
                  </a:lnTo>
                  <a:lnTo>
                    <a:pt x="811" y="24"/>
                  </a:lnTo>
                  <a:lnTo>
                    <a:pt x="819" y="52"/>
                  </a:lnTo>
                  <a:lnTo>
                    <a:pt x="825" y="82"/>
                  </a:lnTo>
                  <a:lnTo>
                    <a:pt x="828" y="116"/>
                  </a:lnTo>
                  <a:lnTo>
                    <a:pt x="829" y="151"/>
                  </a:lnTo>
                  <a:lnTo>
                    <a:pt x="825" y="188"/>
                  </a:lnTo>
                  <a:lnTo>
                    <a:pt x="817" y="225"/>
                  </a:lnTo>
                  <a:lnTo>
                    <a:pt x="802" y="262"/>
                  </a:lnTo>
                  <a:lnTo>
                    <a:pt x="782" y="299"/>
                  </a:lnTo>
                  <a:lnTo>
                    <a:pt x="763" y="322"/>
                  </a:lnTo>
                  <a:lnTo>
                    <a:pt x="737" y="344"/>
                  </a:lnTo>
                  <a:lnTo>
                    <a:pt x="707" y="366"/>
                  </a:lnTo>
                  <a:lnTo>
                    <a:pt x="672" y="385"/>
                  </a:lnTo>
                  <a:lnTo>
                    <a:pt x="635" y="402"/>
                  </a:lnTo>
                  <a:lnTo>
                    <a:pt x="596" y="419"/>
                  </a:lnTo>
                  <a:lnTo>
                    <a:pt x="556" y="434"/>
                  </a:lnTo>
                  <a:lnTo>
                    <a:pt x="517" y="447"/>
                  </a:lnTo>
                  <a:lnTo>
                    <a:pt x="479" y="457"/>
                  </a:lnTo>
                  <a:lnTo>
                    <a:pt x="443" y="467"/>
                  </a:lnTo>
                  <a:lnTo>
                    <a:pt x="410" y="473"/>
                  </a:lnTo>
                  <a:lnTo>
                    <a:pt x="414" y="476"/>
                  </a:lnTo>
                  <a:lnTo>
                    <a:pt x="418" y="479"/>
                  </a:lnTo>
                  <a:lnTo>
                    <a:pt x="424" y="482"/>
                  </a:lnTo>
                  <a:lnTo>
                    <a:pt x="439" y="491"/>
                  </a:lnTo>
                  <a:lnTo>
                    <a:pt x="457" y="499"/>
                  </a:lnTo>
                  <a:lnTo>
                    <a:pt x="477" y="505"/>
                  </a:lnTo>
                  <a:lnTo>
                    <a:pt x="499" y="512"/>
                  </a:lnTo>
                  <a:lnTo>
                    <a:pt x="522" y="519"/>
                  </a:lnTo>
                  <a:lnTo>
                    <a:pt x="545" y="525"/>
                  </a:lnTo>
                  <a:lnTo>
                    <a:pt x="569" y="531"/>
                  </a:lnTo>
                  <a:lnTo>
                    <a:pt x="594" y="538"/>
                  </a:lnTo>
                  <a:lnTo>
                    <a:pt x="618" y="545"/>
                  </a:lnTo>
                  <a:lnTo>
                    <a:pt x="641" y="554"/>
                  </a:lnTo>
                  <a:lnTo>
                    <a:pt x="663" y="564"/>
                  </a:lnTo>
                  <a:lnTo>
                    <a:pt x="685" y="575"/>
                  </a:lnTo>
                  <a:lnTo>
                    <a:pt x="705" y="588"/>
                  </a:lnTo>
                  <a:lnTo>
                    <a:pt x="721" y="603"/>
                  </a:lnTo>
                  <a:lnTo>
                    <a:pt x="736" y="620"/>
                  </a:lnTo>
                  <a:lnTo>
                    <a:pt x="748" y="640"/>
                  </a:lnTo>
                  <a:lnTo>
                    <a:pt x="757" y="663"/>
                  </a:lnTo>
                  <a:lnTo>
                    <a:pt x="763" y="689"/>
                  </a:lnTo>
                  <a:lnTo>
                    <a:pt x="764" y="718"/>
                  </a:lnTo>
                  <a:lnTo>
                    <a:pt x="766" y="745"/>
                  </a:lnTo>
                  <a:lnTo>
                    <a:pt x="772" y="768"/>
                  </a:lnTo>
                  <a:lnTo>
                    <a:pt x="783" y="788"/>
                  </a:lnTo>
                  <a:lnTo>
                    <a:pt x="796" y="806"/>
                  </a:lnTo>
                  <a:lnTo>
                    <a:pt x="813" y="821"/>
                  </a:lnTo>
                  <a:lnTo>
                    <a:pt x="833" y="833"/>
                  </a:lnTo>
                  <a:lnTo>
                    <a:pt x="856" y="843"/>
                  </a:lnTo>
                  <a:lnTo>
                    <a:pt x="880" y="849"/>
                  </a:lnTo>
                  <a:lnTo>
                    <a:pt x="906" y="852"/>
                  </a:lnTo>
                  <a:lnTo>
                    <a:pt x="933" y="854"/>
                  </a:lnTo>
                  <a:lnTo>
                    <a:pt x="961" y="851"/>
                  </a:lnTo>
                  <a:lnTo>
                    <a:pt x="989" y="846"/>
                  </a:lnTo>
                  <a:lnTo>
                    <a:pt x="1017" y="839"/>
                  </a:lnTo>
                  <a:lnTo>
                    <a:pt x="1045" y="828"/>
                  </a:lnTo>
                  <a:lnTo>
                    <a:pt x="1072" y="816"/>
                  </a:lnTo>
                  <a:lnTo>
                    <a:pt x="1098" y="800"/>
                  </a:lnTo>
                  <a:lnTo>
                    <a:pt x="1122" y="781"/>
                  </a:lnTo>
                  <a:lnTo>
                    <a:pt x="1143" y="758"/>
                  </a:lnTo>
                  <a:lnTo>
                    <a:pt x="1163" y="734"/>
                  </a:lnTo>
                  <a:lnTo>
                    <a:pt x="1179" y="708"/>
                  </a:lnTo>
                  <a:lnTo>
                    <a:pt x="1193" y="677"/>
                  </a:lnTo>
                  <a:lnTo>
                    <a:pt x="1210" y="644"/>
                  </a:lnTo>
                  <a:lnTo>
                    <a:pt x="1227" y="616"/>
                  </a:lnTo>
                  <a:lnTo>
                    <a:pt x="1249" y="592"/>
                  </a:lnTo>
                  <a:lnTo>
                    <a:pt x="1270" y="573"/>
                  </a:lnTo>
                  <a:lnTo>
                    <a:pt x="1293" y="557"/>
                  </a:lnTo>
                  <a:lnTo>
                    <a:pt x="1317" y="546"/>
                  </a:lnTo>
                  <a:lnTo>
                    <a:pt x="1342" y="538"/>
                  </a:lnTo>
                  <a:lnTo>
                    <a:pt x="1366" y="533"/>
                  </a:lnTo>
                  <a:lnTo>
                    <a:pt x="1390" y="531"/>
                  </a:lnTo>
                  <a:lnTo>
                    <a:pt x="1416" y="532"/>
                  </a:lnTo>
                  <a:lnTo>
                    <a:pt x="1439" y="535"/>
                  </a:lnTo>
                  <a:lnTo>
                    <a:pt x="1462" y="540"/>
                  </a:lnTo>
                  <a:lnTo>
                    <a:pt x="1462" y="956"/>
                  </a:lnTo>
                  <a:lnTo>
                    <a:pt x="0" y="956"/>
                  </a:lnTo>
                  <a:lnTo>
                    <a:pt x="0" y="854"/>
                  </a:lnTo>
                  <a:lnTo>
                    <a:pt x="0" y="760"/>
                  </a:lnTo>
                  <a:lnTo>
                    <a:pt x="0" y="673"/>
                  </a:lnTo>
                  <a:lnTo>
                    <a:pt x="0" y="594"/>
                  </a:lnTo>
                  <a:lnTo>
                    <a:pt x="0" y="522"/>
                  </a:lnTo>
                  <a:lnTo>
                    <a:pt x="0" y="456"/>
                  </a:lnTo>
                  <a:lnTo>
                    <a:pt x="0" y="397"/>
                  </a:lnTo>
                  <a:lnTo>
                    <a:pt x="0" y="344"/>
                  </a:lnTo>
                  <a:lnTo>
                    <a:pt x="0" y="297"/>
                  </a:lnTo>
                  <a:lnTo>
                    <a:pt x="0" y="255"/>
                  </a:lnTo>
                  <a:lnTo>
                    <a:pt x="0" y="219"/>
                  </a:lnTo>
                  <a:lnTo>
                    <a:pt x="0" y="100"/>
                  </a:lnTo>
                  <a:lnTo>
                    <a:pt x="0" y="100"/>
                  </a:lnTo>
                  <a:lnTo>
                    <a:pt x="0" y="99"/>
                  </a:lnTo>
                  <a:lnTo>
                    <a:pt x="0" y="99"/>
                  </a:lnTo>
                  <a:lnTo>
                    <a:pt x="0" y="97"/>
                  </a:lnTo>
                  <a:lnTo>
                    <a:pt x="0" y="97"/>
                  </a:lnTo>
                  <a:lnTo>
                    <a:pt x="0" y="96"/>
                  </a:lnTo>
                  <a:lnTo>
                    <a:pt x="0" y="97"/>
                  </a:lnTo>
                  <a:lnTo>
                    <a:pt x="0" y="86"/>
                  </a:lnTo>
                  <a:lnTo>
                    <a:pt x="0" y="92"/>
                  </a:lnTo>
                  <a:lnTo>
                    <a:pt x="0" y="95"/>
                  </a:lnTo>
                  <a:lnTo>
                    <a:pt x="0" y="96"/>
                  </a:lnTo>
                  <a:lnTo>
                    <a:pt x="0" y="94"/>
                  </a:lnTo>
                  <a:lnTo>
                    <a:pt x="0" y="90"/>
                  </a:lnTo>
                  <a:lnTo>
                    <a:pt x="0" y="86"/>
                  </a:lnTo>
                  <a:lnTo>
                    <a:pt x="0" y="81"/>
                  </a:lnTo>
                  <a:lnTo>
                    <a:pt x="0" y="79"/>
                  </a:lnTo>
                  <a:lnTo>
                    <a:pt x="0" y="81"/>
                  </a:lnTo>
                  <a:lnTo>
                    <a:pt x="0" y="72"/>
                  </a:lnTo>
                  <a:lnTo>
                    <a:pt x="0" y="74"/>
                  </a:lnTo>
                  <a:lnTo>
                    <a:pt x="0" y="77"/>
                  </a:lnTo>
                  <a:lnTo>
                    <a:pt x="0" y="79"/>
                  </a:lnTo>
                  <a:lnTo>
                    <a:pt x="0" y="75"/>
                  </a:lnTo>
                  <a:lnTo>
                    <a:pt x="0" y="72"/>
                  </a:lnTo>
                  <a:lnTo>
                    <a:pt x="0" y="71"/>
                  </a:lnTo>
                  <a:lnTo>
                    <a:pt x="0" y="70"/>
                  </a:lnTo>
                  <a:lnTo>
                    <a:pt x="0" y="70"/>
                  </a:lnTo>
                  <a:lnTo>
                    <a:pt x="0" y="61"/>
                  </a:lnTo>
                  <a:lnTo>
                    <a:pt x="0" y="45"/>
                  </a:lnTo>
                  <a:lnTo>
                    <a:pt x="0" y="24"/>
                  </a:lnTo>
                  <a:lnTo>
                    <a:pt x="0"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9" name="Freeform 362"/>
            <p:cNvSpPr>
              <a:spLocks noEditPoints="1"/>
            </p:cNvSpPr>
            <p:nvPr/>
          </p:nvSpPr>
          <p:spPr bwMode="auto">
            <a:xfrm>
              <a:off x="1335" y="1916"/>
              <a:ext cx="90" cy="136"/>
            </a:xfrm>
            <a:custGeom>
              <a:avLst/>
              <a:gdLst>
                <a:gd name="T0" fmla="*/ 475 w 633"/>
                <a:gd name="T1" fmla="*/ 674 h 956"/>
                <a:gd name="T2" fmla="*/ 544 w 633"/>
                <a:gd name="T3" fmla="*/ 694 h 956"/>
                <a:gd name="T4" fmla="*/ 594 w 633"/>
                <a:gd name="T5" fmla="*/ 725 h 956"/>
                <a:gd name="T6" fmla="*/ 622 w 633"/>
                <a:gd name="T7" fmla="*/ 758 h 956"/>
                <a:gd name="T8" fmla="*/ 633 w 633"/>
                <a:gd name="T9" fmla="*/ 794 h 956"/>
                <a:gd name="T10" fmla="*/ 629 w 633"/>
                <a:gd name="T11" fmla="*/ 832 h 956"/>
                <a:gd name="T12" fmla="*/ 613 w 633"/>
                <a:gd name="T13" fmla="*/ 868 h 956"/>
                <a:gd name="T14" fmla="*/ 587 w 633"/>
                <a:gd name="T15" fmla="*/ 903 h 956"/>
                <a:gd name="T16" fmla="*/ 557 w 633"/>
                <a:gd name="T17" fmla="*/ 956 h 956"/>
                <a:gd name="T18" fmla="*/ 0 w 633"/>
                <a:gd name="T19" fmla="*/ 817 h 956"/>
                <a:gd name="T20" fmla="*/ 60 w 633"/>
                <a:gd name="T21" fmla="*/ 823 h 956"/>
                <a:gd name="T22" fmla="*/ 136 w 633"/>
                <a:gd name="T23" fmla="*/ 816 h 956"/>
                <a:gd name="T24" fmla="*/ 179 w 633"/>
                <a:gd name="T25" fmla="*/ 800 h 956"/>
                <a:gd name="T26" fmla="*/ 224 w 633"/>
                <a:gd name="T27" fmla="*/ 772 h 956"/>
                <a:gd name="T28" fmla="*/ 273 w 633"/>
                <a:gd name="T29" fmla="*/ 739 h 956"/>
                <a:gd name="T30" fmla="*/ 325 w 633"/>
                <a:gd name="T31" fmla="*/ 709 h 956"/>
                <a:gd name="T32" fmla="*/ 382 w 633"/>
                <a:gd name="T33" fmla="*/ 685 h 956"/>
                <a:gd name="T34" fmla="*/ 444 w 633"/>
                <a:gd name="T35" fmla="*/ 673 h 956"/>
                <a:gd name="T36" fmla="*/ 535 w 633"/>
                <a:gd name="T37" fmla="*/ 0 h 956"/>
                <a:gd name="T38" fmla="*/ 542 w 633"/>
                <a:gd name="T39" fmla="*/ 69 h 956"/>
                <a:gd name="T40" fmla="*/ 538 w 633"/>
                <a:gd name="T41" fmla="*/ 142 h 956"/>
                <a:gd name="T42" fmla="*/ 521 w 633"/>
                <a:gd name="T43" fmla="*/ 201 h 956"/>
                <a:gd name="T44" fmla="*/ 500 w 633"/>
                <a:gd name="T45" fmla="*/ 231 h 956"/>
                <a:gd name="T46" fmla="*/ 474 w 633"/>
                <a:gd name="T47" fmla="*/ 244 h 956"/>
                <a:gd name="T48" fmla="*/ 447 w 633"/>
                <a:gd name="T49" fmla="*/ 244 h 956"/>
                <a:gd name="T50" fmla="*/ 417 w 633"/>
                <a:gd name="T51" fmla="*/ 235 h 956"/>
                <a:gd name="T52" fmla="*/ 387 w 633"/>
                <a:gd name="T53" fmla="*/ 222 h 956"/>
                <a:gd name="T54" fmla="*/ 357 w 633"/>
                <a:gd name="T55" fmla="*/ 209 h 956"/>
                <a:gd name="T56" fmla="*/ 303 w 633"/>
                <a:gd name="T57" fmla="*/ 203 h 956"/>
                <a:gd name="T58" fmla="*/ 244 w 633"/>
                <a:gd name="T59" fmla="*/ 214 h 956"/>
                <a:gd name="T60" fmla="*/ 185 w 633"/>
                <a:gd name="T61" fmla="*/ 245 h 956"/>
                <a:gd name="T62" fmla="*/ 132 w 633"/>
                <a:gd name="T63" fmla="*/ 295 h 956"/>
                <a:gd name="T64" fmla="*/ 92 w 633"/>
                <a:gd name="T65" fmla="*/ 333 h 956"/>
                <a:gd name="T66" fmla="*/ 45 w 633"/>
                <a:gd name="T67" fmla="*/ 358 h 956"/>
                <a:gd name="T68" fmla="*/ 0 w 633"/>
                <a:gd name="T69" fmla="*/ 374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33" h="956">
                  <a:moveTo>
                    <a:pt x="444" y="673"/>
                  </a:moveTo>
                  <a:lnTo>
                    <a:pt x="475" y="674"/>
                  </a:lnTo>
                  <a:lnTo>
                    <a:pt x="509" y="681"/>
                  </a:lnTo>
                  <a:lnTo>
                    <a:pt x="544" y="694"/>
                  </a:lnTo>
                  <a:lnTo>
                    <a:pt x="571" y="709"/>
                  </a:lnTo>
                  <a:lnTo>
                    <a:pt x="594" y="725"/>
                  </a:lnTo>
                  <a:lnTo>
                    <a:pt x="611" y="741"/>
                  </a:lnTo>
                  <a:lnTo>
                    <a:pt x="622" y="758"/>
                  </a:lnTo>
                  <a:lnTo>
                    <a:pt x="630" y="776"/>
                  </a:lnTo>
                  <a:lnTo>
                    <a:pt x="633" y="794"/>
                  </a:lnTo>
                  <a:lnTo>
                    <a:pt x="632" y="813"/>
                  </a:lnTo>
                  <a:lnTo>
                    <a:pt x="629" y="832"/>
                  </a:lnTo>
                  <a:lnTo>
                    <a:pt x="622" y="850"/>
                  </a:lnTo>
                  <a:lnTo>
                    <a:pt x="613" y="868"/>
                  </a:lnTo>
                  <a:lnTo>
                    <a:pt x="601" y="886"/>
                  </a:lnTo>
                  <a:lnTo>
                    <a:pt x="587" y="903"/>
                  </a:lnTo>
                  <a:lnTo>
                    <a:pt x="569" y="930"/>
                  </a:lnTo>
                  <a:lnTo>
                    <a:pt x="557" y="956"/>
                  </a:lnTo>
                  <a:lnTo>
                    <a:pt x="0" y="956"/>
                  </a:lnTo>
                  <a:lnTo>
                    <a:pt x="0" y="817"/>
                  </a:lnTo>
                  <a:lnTo>
                    <a:pt x="27" y="821"/>
                  </a:lnTo>
                  <a:lnTo>
                    <a:pt x="60" y="823"/>
                  </a:lnTo>
                  <a:lnTo>
                    <a:pt x="96" y="821"/>
                  </a:lnTo>
                  <a:lnTo>
                    <a:pt x="136" y="816"/>
                  </a:lnTo>
                  <a:lnTo>
                    <a:pt x="157" y="809"/>
                  </a:lnTo>
                  <a:lnTo>
                    <a:pt x="179" y="800"/>
                  </a:lnTo>
                  <a:lnTo>
                    <a:pt x="201" y="787"/>
                  </a:lnTo>
                  <a:lnTo>
                    <a:pt x="224" y="772"/>
                  </a:lnTo>
                  <a:lnTo>
                    <a:pt x="248" y="756"/>
                  </a:lnTo>
                  <a:lnTo>
                    <a:pt x="273" y="739"/>
                  </a:lnTo>
                  <a:lnTo>
                    <a:pt x="299" y="724"/>
                  </a:lnTo>
                  <a:lnTo>
                    <a:pt x="325" y="709"/>
                  </a:lnTo>
                  <a:lnTo>
                    <a:pt x="353" y="695"/>
                  </a:lnTo>
                  <a:lnTo>
                    <a:pt x="382" y="685"/>
                  </a:lnTo>
                  <a:lnTo>
                    <a:pt x="412" y="677"/>
                  </a:lnTo>
                  <a:lnTo>
                    <a:pt x="444" y="673"/>
                  </a:lnTo>
                  <a:close/>
                  <a:moveTo>
                    <a:pt x="0" y="0"/>
                  </a:moveTo>
                  <a:lnTo>
                    <a:pt x="535" y="0"/>
                  </a:lnTo>
                  <a:lnTo>
                    <a:pt x="539" y="34"/>
                  </a:lnTo>
                  <a:lnTo>
                    <a:pt x="542" y="69"/>
                  </a:lnTo>
                  <a:lnTo>
                    <a:pt x="541" y="106"/>
                  </a:lnTo>
                  <a:lnTo>
                    <a:pt x="538" y="142"/>
                  </a:lnTo>
                  <a:lnTo>
                    <a:pt x="530" y="176"/>
                  </a:lnTo>
                  <a:lnTo>
                    <a:pt x="521" y="201"/>
                  </a:lnTo>
                  <a:lnTo>
                    <a:pt x="511" y="219"/>
                  </a:lnTo>
                  <a:lnTo>
                    <a:pt x="500" y="231"/>
                  </a:lnTo>
                  <a:lnTo>
                    <a:pt x="488" y="240"/>
                  </a:lnTo>
                  <a:lnTo>
                    <a:pt x="474" y="244"/>
                  </a:lnTo>
                  <a:lnTo>
                    <a:pt x="461" y="245"/>
                  </a:lnTo>
                  <a:lnTo>
                    <a:pt x="447" y="244"/>
                  </a:lnTo>
                  <a:lnTo>
                    <a:pt x="432" y="240"/>
                  </a:lnTo>
                  <a:lnTo>
                    <a:pt x="417" y="235"/>
                  </a:lnTo>
                  <a:lnTo>
                    <a:pt x="402" y="228"/>
                  </a:lnTo>
                  <a:lnTo>
                    <a:pt x="387" y="222"/>
                  </a:lnTo>
                  <a:lnTo>
                    <a:pt x="372" y="216"/>
                  </a:lnTo>
                  <a:lnTo>
                    <a:pt x="357" y="209"/>
                  </a:lnTo>
                  <a:lnTo>
                    <a:pt x="332" y="204"/>
                  </a:lnTo>
                  <a:lnTo>
                    <a:pt x="303" y="203"/>
                  </a:lnTo>
                  <a:lnTo>
                    <a:pt x="275" y="206"/>
                  </a:lnTo>
                  <a:lnTo>
                    <a:pt x="244" y="214"/>
                  </a:lnTo>
                  <a:lnTo>
                    <a:pt x="214" y="227"/>
                  </a:lnTo>
                  <a:lnTo>
                    <a:pt x="185" y="245"/>
                  </a:lnTo>
                  <a:lnTo>
                    <a:pt x="157" y="267"/>
                  </a:lnTo>
                  <a:lnTo>
                    <a:pt x="132" y="295"/>
                  </a:lnTo>
                  <a:lnTo>
                    <a:pt x="113" y="315"/>
                  </a:lnTo>
                  <a:lnTo>
                    <a:pt x="92" y="333"/>
                  </a:lnTo>
                  <a:lnTo>
                    <a:pt x="69" y="346"/>
                  </a:lnTo>
                  <a:lnTo>
                    <a:pt x="45" y="358"/>
                  </a:lnTo>
                  <a:lnTo>
                    <a:pt x="22" y="367"/>
                  </a:lnTo>
                  <a:lnTo>
                    <a:pt x="0" y="374"/>
                  </a:lnTo>
                  <a:lnTo>
                    <a:pt x="0"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40" name="Freeform 363"/>
            <p:cNvSpPr>
              <a:spLocks/>
            </p:cNvSpPr>
            <p:nvPr/>
          </p:nvSpPr>
          <p:spPr bwMode="auto">
            <a:xfrm>
              <a:off x="1335" y="1920"/>
              <a:ext cx="208" cy="132"/>
            </a:xfrm>
            <a:custGeom>
              <a:avLst/>
              <a:gdLst>
                <a:gd name="T0" fmla="*/ 1451 w 1462"/>
                <a:gd name="T1" fmla="*/ 159 h 925"/>
                <a:gd name="T2" fmla="*/ 1400 w 1462"/>
                <a:gd name="T3" fmla="*/ 206 h 925"/>
                <a:gd name="T4" fmla="*/ 1323 w 1462"/>
                <a:gd name="T5" fmla="*/ 246 h 925"/>
                <a:gd name="T6" fmla="*/ 1227 w 1462"/>
                <a:gd name="T7" fmla="*/ 254 h 925"/>
                <a:gd name="T8" fmla="*/ 1156 w 1462"/>
                <a:gd name="T9" fmla="*/ 267 h 925"/>
                <a:gd name="T10" fmla="*/ 1086 w 1462"/>
                <a:gd name="T11" fmla="*/ 310 h 925"/>
                <a:gd name="T12" fmla="*/ 1023 w 1462"/>
                <a:gd name="T13" fmla="*/ 364 h 925"/>
                <a:gd name="T14" fmla="*/ 971 w 1462"/>
                <a:gd name="T15" fmla="*/ 405 h 925"/>
                <a:gd name="T16" fmla="*/ 936 w 1462"/>
                <a:gd name="T17" fmla="*/ 415 h 925"/>
                <a:gd name="T18" fmla="*/ 950 w 1462"/>
                <a:gd name="T19" fmla="*/ 419 h 925"/>
                <a:gd name="T20" fmla="*/ 1004 w 1462"/>
                <a:gd name="T21" fmla="*/ 434 h 925"/>
                <a:gd name="T22" fmla="*/ 1071 w 1462"/>
                <a:gd name="T23" fmla="*/ 467 h 925"/>
                <a:gd name="T24" fmla="*/ 1128 w 1462"/>
                <a:gd name="T25" fmla="*/ 523 h 925"/>
                <a:gd name="T26" fmla="*/ 1170 w 1462"/>
                <a:gd name="T27" fmla="*/ 614 h 925"/>
                <a:gd name="T28" fmla="*/ 1175 w 1462"/>
                <a:gd name="T29" fmla="*/ 688 h 925"/>
                <a:gd name="T30" fmla="*/ 1150 w 1462"/>
                <a:gd name="T31" fmla="*/ 748 h 925"/>
                <a:gd name="T32" fmla="*/ 1108 w 1462"/>
                <a:gd name="T33" fmla="*/ 792 h 925"/>
                <a:gd name="T34" fmla="*/ 1060 w 1462"/>
                <a:gd name="T35" fmla="*/ 827 h 925"/>
                <a:gd name="T36" fmla="*/ 1015 w 1462"/>
                <a:gd name="T37" fmla="*/ 853 h 925"/>
                <a:gd name="T38" fmla="*/ 973 w 1462"/>
                <a:gd name="T39" fmla="*/ 884 h 925"/>
                <a:gd name="T40" fmla="*/ 777 w 1462"/>
                <a:gd name="T41" fmla="*/ 925 h 925"/>
                <a:gd name="T42" fmla="*/ 813 w 1462"/>
                <a:gd name="T43" fmla="*/ 867 h 925"/>
                <a:gd name="T44" fmla="*/ 859 w 1462"/>
                <a:gd name="T45" fmla="*/ 818 h 925"/>
                <a:gd name="T46" fmla="*/ 933 w 1462"/>
                <a:gd name="T47" fmla="*/ 766 h 925"/>
                <a:gd name="T48" fmla="*/ 998 w 1462"/>
                <a:gd name="T49" fmla="*/ 713 h 925"/>
                <a:gd name="T50" fmla="*/ 1016 w 1462"/>
                <a:gd name="T51" fmla="*/ 673 h 925"/>
                <a:gd name="T52" fmla="*/ 1017 w 1462"/>
                <a:gd name="T53" fmla="*/ 621 h 925"/>
                <a:gd name="T54" fmla="*/ 995 w 1462"/>
                <a:gd name="T55" fmla="*/ 565 h 925"/>
                <a:gd name="T56" fmla="*/ 945 w 1462"/>
                <a:gd name="T57" fmla="*/ 517 h 925"/>
                <a:gd name="T58" fmla="*/ 864 w 1462"/>
                <a:gd name="T59" fmla="*/ 488 h 925"/>
                <a:gd name="T60" fmla="*/ 763 w 1462"/>
                <a:gd name="T61" fmla="*/ 487 h 925"/>
                <a:gd name="T62" fmla="*/ 686 w 1462"/>
                <a:gd name="T63" fmla="*/ 510 h 925"/>
                <a:gd name="T64" fmla="*/ 623 w 1462"/>
                <a:gd name="T65" fmla="*/ 543 h 925"/>
                <a:gd name="T66" fmla="*/ 571 w 1462"/>
                <a:gd name="T67" fmla="*/ 567 h 925"/>
                <a:gd name="T68" fmla="*/ 499 w 1462"/>
                <a:gd name="T69" fmla="*/ 570 h 925"/>
                <a:gd name="T70" fmla="*/ 416 w 1462"/>
                <a:gd name="T71" fmla="*/ 549 h 925"/>
                <a:gd name="T72" fmla="*/ 340 w 1462"/>
                <a:gd name="T73" fmla="*/ 535 h 925"/>
                <a:gd name="T74" fmla="*/ 283 w 1462"/>
                <a:gd name="T75" fmla="*/ 568 h 925"/>
                <a:gd name="T76" fmla="*/ 221 w 1462"/>
                <a:gd name="T77" fmla="*/ 624 h 925"/>
                <a:gd name="T78" fmla="*/ 147 w 1462"/>
                <a:gd name="T79" fmla="*/ 674 h 925"/>
                <a:gd name="T80" fmla="*/ 62 w 1462"/>
                <a:gd name="T81" fmla="*/ 693 h 925"/>
                <a:gd name="T82" fmla="*/ 0 w 1462"/>
                <a:gd name="T83" fmla="*/ 687 h 925"/>
                <a:gd name="T84" fmla="*/ 71 w 1462"/>
                <a:gd name="T85" fmla="*/ 456 h 925"/>
                <a:gd name="T86" fmla="*/ 147 w 1462"/>
                <a:gd name="T87" fmla="*/ 448 h 925"/>
                <a:gd name="T88" fmla="*/ 177 w 1462"/>
                <a:gd name="T89" fmla="*/ 419 h 925"/>
                <a:gd name="T90" fmla="*/ 209 w 1462"/>
                <a:gd name="T91" fmla="*/ 379 h 925"/>
                <a:gd name="T92" fmla="*/ 262 w 1462"/>
                <a:gd name="T93" fmla="*/ 341 h 925"/>
                <a:gd name="T94" fmla="*/ 336 w 1462"/>
                <a:gd name="T95" fmla="*/ 330 h 925"/>
                <a:gd name="T96" fmla="*/ 424 w 1462"/>
                <a:gd name="T97" fmla="*/ 347 h 925"/>
                <a:gd name="T98" fmla="*/ 506 w 1462"/>
                <a:gd name="T99" fmla="*/ 386 h 925"/>
                <a:gd name="T100" fmla="*/ 569 w 1462"/>
                <a:gd name="T101" fmla="*/ 390 h 925"/>
                <a:gd name="T102" fmla="*/ 636 w 1462"/>
                <a:gd name="T103" fmla="*/ 374 h 925"/>
                <a:gd name="T104" fmla="*/ 716 w 1462"/>
                <a:gd name="T105" fmla="*/ 359 h 925"/>
                <a:gd name="T106" fmla="*/ 816 w 1462"/>
                <a:gd name="T107" fmla="*/ 356 h 925"/>
                <a:gd name="T108" fmla="*/ 900 w 1462"/>
                <a:gd name="T109" fmla="*/ 327 h 925"/>
                <a:gd name="T110" fmla="*/ 976 w 1462"/>
                <a:gd name="T111" fmla="*/ 275 h 925"/>
                <a:gd name="T112" fmla="*/ 1055 w 1462"/>
                <a:gd name="T113" fmla="*/ 209 h 925"/>
                <a:gd name="T114" fmla="*/ 1129 w 1462"/>
                <a:gd name="T115" fmla="*/ 168 h 925"/>
                <a:gd name="T116" fmla="*/ 1207 w 1462"/>
                <a:gd name="T117" fmla="*/ 149 h 925"/>
                <a:gd name="T118" fmla="*/ 1313 w 1462"/>
                <a:gd name="T119" fmla="*/ 136 h 925"/>
                <a:gd name="T120" fmla="*/ 1369 w 1462"/>
                <a:gd name="T121" fmla="*/ 107 h 925"/>
                <a:gd name="T122" fmla="*/ 1416 w 1462"/>
                <a:gd name="T123" fmla="*/ 55 h 925"/>
                <a:gd name="T124" fmla="*/ 1451 w 1462"/>
                <a:gd name="T125" fmla="*/ 8 h 9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62" h="925">
                  <a:moveTo>
                    <a:pt x="1462" y="0"/>
                  </a:moveTo>
                  <a:lnTo>
                    <a:pt x="1462" y="146"/>
                  </a:lnTo>
                  <a:lnTo>
                    <a:pt x="1451" y="159"/>
                  </a:lnTo>
                  <a:lnTo>
                    <a:pt x="1438" y="174"/>
                  </a:lnTo>
                  <a:lnTo>
                    <a:pt x="1420" y="190"/>
                  </a:lnTo>
                  <a:lnTo>
                    <a:pt x="1400" y="206"/>
                  </a:lnTo>
                  <a:lnTo>
                    <a:pt x="1376" y="221"/>
                  </a:lnTo>
                  <a:lnTo>
                    <a:pt x="1350" y="235"/>
                  </a:lnTo>
                  <a:lnTo>
                    <a:pt x="1323" y="246"/>
                  </a:lnTo>
                  <a:lnTo>
                    <a:pt x="1292" y="253"/>
                  </a:lnTo>
                  <a:lnTo>
                    <a:pt x="1260" y="256"/>
                  </a:lnTo>
                  <a:lnTo>
                    <a:pt x="1227" y="254"/>
                  </a:lnTo>
                  <a:lnTo>
                    <a:pt x="1203" y="254"/>
                  </a:lnTo>
                  <a:lnTo>
                    <a:pt x="1179" y="258"/>
                  </a:lnTo>
                  <a:lnTo>
                    <a:pt x="1156" y="267"/>
                  </a:lnTo>
                  <a:lnTo>
                    <a:pt x="1131" y="279"/>
                  </a:lnTo>
                  <a:lnTo>
                    <a:pt x="1108" y="293"/>
                  </a:lnTo>
                  <a:lnTo>
                    <a:pt x="1086" y="310"/>
                  </a:lnTo>
                  <a:lnTo>
                    <a:pt x="1064" y="328"/>
                  </a:lnTo>
                  <a:lnTo>
                    <a:pt x="1043" y="346"/>
                  </a:lnTo>
                  <a:lnTo>
                    <a:pt x="1023" y="364"/>
                  </a:lnTo>
                  <a:lnTo>
                    <a:pt x="1005" y="380"/>
                  </a:lnTo>
                  <a:lnTo>
                    <a:pt x="987" y="394"/>
                  </a:lnTo>
                  <a:lnTo>
                    <a:pt x="971" y="405"/>
                  </a:lnTo>
                  <a:lnTo>
                    <a:pt x="957" y="412"/>
                  </a:lnTo>
                  <a:lnTo>
                    <a:pt x="944" y="415"/>
                  </a:lnTo>
                  <a:lnTo>
                    <a:pt x="936" y="415"/>
                  </a:lnTo>
                  <a:lnTo>
                    <a:pt x="935" y="416"/>
                  </a:lnTo>
                  <a:lnTo>
                    <a:pt x="939" y="417"/>
                  </a:lnTo>
                  <a:lnTo>
                    <a:pt x="950" y="419"/>
                  </a:lnTo>
                  <a:lnTo>
                    <a:pt x="964" y="422"/>
                  </a:lnTo>
                  <a:lnTo>
                    <a:pt x="982" y="427"/>
                  </a:lnTo>
                  <a:lnTo>
                    <a:pt x="1004" y="434"/>
                  </a:lnTo>
                  <a:lnTo>
                    <a:pt x="1026" y="443"/>
                  </a:lnTo>
                  <a:lnTo>
                    <a:pt x="1048" y="454"/>
                  </a:lnTo>
                  <a:lnTo>
                    <a:pt x="1071" y="467"/>
                  </a:lnTo>
                  <a:lnTo>
                    <a:pt x="1092" y="482"/>
                  </a:lnTo>
                  <a:lnTo>
                    <a:pt x="1112" y="501"/>
                  </a:lnTo>
                  <a:lnTo>
                    <a:pt x="1128" y="523"/>
                  </a:lnTo>
                  <a:lnTo>
                    <a:pt x="1147" y="555"/>
                  </a:lnTo>
                  <a:lnTo>
                    <a:pt x="1161" y="586"/>
                  </a:lnTo>
                  <a:lnTo>
                    <a:pt x="1170" y="614"/>
                  </a:lnTo>
                  <a:lnTo>
                    <a:pt x="1176" y="642"/>
                  </a:lnTo>
                  <a:lnTo>
                    <a:pt x="1177" y="666"/>
                  </a:lnTo>
                  <a:lnTo>
                    <a:pt x="1175" y="688"/>
                  </a:lnTo>
                  <a:lnTo>
                    <a:pt x="1168" y="710"/>
                  </a:lnTo>
                  <a:lnTo>
                    <a:pt x="1161" y="730"/>
                  </a:lnTo>
                  <a:lnTo>
                    <a:pt x="1150" y="748"/>
                  </a:lnTo>
                  <a:lnTo>
                    <a:pt x="1138" y="763"/>
                  </a:lnTo>
                  <a:lnTo>
                    <a:pt x="1124" y="778"/>
                  </a:lnTo>
                  <a:lnTo>
                    <a:pt x="1108" y="792"/>
                  </a:lnTo>
                  <a:lnTo>
                    <a:pt x="1092" y="805"/>
                  </a:lnTo>
                  <a:lnTo>
                    <a:pt x="1076" y="816"/>
                  </a:lnTo>
                  <a:lnTo>
                    <a:pt x="1060" y="827"/>
                  </a:lnTo>
                  <a:lnTo>
                    <a:pt x="1044" y="836"/>
                  </a:lnTo>
                  <a:lnTo>
                    <a:pt x="1029" y="845"/>
                  </a:lnTo>
                  <a:lnTo>
                    <a:pt x="1015" y="853"/>
                  </a:lnTo>
                  <a:lnTo>
                    <a:pt x="1002" y="861"/>
                  </a:lnTo>
                  <a:lnTo>
                    <a:pt x="992" y="867"/>
                  </a:lnTo>
                  <a:lnTo>
                    <a:pt x="973" y="884"/>
                  </a:lnTo>
                  <a:lnTo>
                    <a:pt x="957" y="904"/>
                  </a:lnTo>
                  <a:lnTo>
                    <a:pt x="944" y="925"/>
                  </a:lnTo>
                  <a:lnTo>
                    <a:pt x="777" y="925"/>
                  </a:lnTo>
                  <a:lnTo>
                    <a:pt x="789" y="905"/>
                  </a:lnTo>
                  <a:lnTo>
                    <a:pt x="802" y="885"/>
                  </a:lnTo>
                  <a:lnTo>
                    <a:pt x="813" y="867"/>
                  </a:lnTo>
                  <a:lnTo>
                    <a:pt x="824" y="851"/>
                  </a:lnTo>
                  <a:lnTo>
                    <a:pt x="839" y="835"/>
                  </a:lnTo>
                  <a:lnTo>
                    <a:pt x="859" y="818"/>
                  </a:lnTo>
                  <a:lnTo>
                    <a:pt x="882" y="801"/>
                  </a:lnTo>
                  <a:lnTo>
                    <a:pt x="907" y="783"/>
                  </a:lnTo>
                  <a:lnTo>
                    <a:pt x="933" y="766"/>
                  </a:lnTo>
                  <a:lnTo>
                    <a:pt x="957" y="749"/>
                  </a:lnTo>
                  <a:lnTo>
                    <a:pt x="979" y="731"/>
                  </a:lnTo>
                  <a:lnTo>
                    <a:pt x="998" y="713"/>
                  </a:lnTo>
                  <a:lnTo>
                    <a:pt x="1006" y="701"/>
                  </a:lnTo>
                  <a:lnTo>
                    <a:pt x="1012" y="688"/>
                  </a:lnTo>
                  <a:lnTo>
                    <a:pt x="1016" y="673"/>
                  </a:lnTo>
                  <a:lnTo>
                    <a:pt x="1018" y="657"/>
                  </a:lnTo>
                  <a:lnTo>
                    <a:pt x="1019" y="639"/>
                  </a:lnTo>
                  <a:lnTo>
                    <a:pt x="1017" y="621"/>
                  </a:lnTo>
                  <a:lnTo>
                    <a:pt x="1012" y="602"/>
                  </a:lnTo>
                  <a:lnTo>
                    <a:pt x="1006" y="583"/>
                  </a:lnTo>
                  <a:lnTo>
                    <a:pt x="995" y="565"/>
                  </a:lnTo>
                  <a:lnTo>
                    <a:pt x="982" y="548"/>
                  </a:lnTo>
                  <a:lnTo>
                    <a:pt x="966" y="531"/>
                  </a:lnTo>
                  <a:lnTo>
                    <a:pt x="945" y="517"/>
                  </a:lnTo>
                  <a:lnTo>
                    <a:pt x="922" y="505"/>
                  </a:lnTo>
                  <a:lnTo>
                    <a:pt x="896" y="495"/>
                  </a:lnTo>
                  <a:lnTo>
                    <a:pt x="864" y="488"/>
                  </a:lnTo>
                  <a:lnTo>
                    <a:pt x="827" y="485"/>
                  </a:lnTo>
                  <a:lnTo>
                    <a:pt x="794" y="483"/>
                  </a:lnTo>
                  <a:lnTo>
                    <a:pt x="763" y="487"/>
                  </a:lnTo>
                  <a:lnTo>
                    <a:pt x="735" y="493"/>
                  </a:lnTo>
                  <a:lnTo>
                    <a:pt x="709" y="500"/>
                  </a:lnTo>
                  <a:lnTo>
                    <a:pt x="686" y="510"/>
                  </a:lnTo>
                  <a:lnTo>
                    <a:pt x="663" y="520"/>
                  </a:lnTo>
                  <a:lnTo>
                    <a:pt x="642" y="532"/>
                  </a:lnTo>
                  <a:lnTo>
                    <a:pt x="623" y="543"/>
                  </a:lnTo>
                  <a:lnTo>
                    <a:pt x="605" y="552"/>
                  </a:lnTo>
                  <a:lnTo>
                    <a:pt x="588" y="561"/>
                  </a:lnTo>
                  <a:lnTo>
                    <a:pt x="571" y="567"/>
                  </a:lnTo>
                  <a:lnTo>
                    <a:pt x="556" y="571"/>
                  </a:lnTo>
                  <a:lnTo>
                    <a:pt x="526" y="573"/>
                  </a:lnTo>
                  <a:lnTo>
                    <a:pt x="499" y="570"/>
                  </a:lnTo>
                  <a:lnTo>
                    <a:pt x="471" y="565"/>
                  </a:lnTo>
                  <a:lnTo>
                    <a:pt x="444" y="556"/>
                  </a:lnTo>
                  <a:lnTo>
                    <a:pt x="416" y="549"/>
                  </a:lnTo>
                  <a:lnTo>
                    <a:pt x="389" y="540"/>
                  </a:lnTo>
                  <a:lnTo>
                    <a:pt x="359" y="535"/>
                  </a:lnTo>
                  <a:lnTo>
                    <a:pt x="340" y="535"/>
                  </a:lnTo>
                  <a:lnTo>
                    <a:pt x="322" y="542"/>
                  </a:lnTo>
                  <a:lnTo>
                    <a:pt x="303" y="553"/>
                  </a:lnTo>
                  <a:lnTo>
                    <a:pt x="283" y="568"/>
                  </a:lnTo>
                  <a:lnTo>
                    <a:pt x="263" y="586"/>
                  </a:lnTo>
                  <a:lnTo>
                    <a:pt x="243" y="605"/>
                  </a:lnTo>
                  <a:lnTo>
                    <a:pt x="221" y="624"/>
                  </a:lnTo>
                  <a:lnTo>
                    <a:pt x="198" y="643"/>
                  </a:lnTo>
                  <a:lnTo>
                    <a:pt x="173" y="660"/>
                  </a:lnTo>
                  <a:lnTo>
                    <a:pt x="147" y="674"/>
                  </a:lnTo>
                  <a:lnTo>
                    <a:pt x="119" y="683"/>
                  </a:lnTo>
                  <a:lnTo>
                    <a:pt x="89" y="689"/>
                  </a:lnTo>
                  <a:lnTo>
                    <a:pt x="62" y="693"/>
                  </a:lnTo>
                  <a:lnTo>
                    <a:pt x="39" y="694"/>
                  </a:lnTo>
                  <a:lnTo>
                    <a:pt x="19" y="692"/>
                  </a:lnTo>
                  <a:lnTo>
                    <a:pt x="0" y="687"/>
                  </a:lnTo>
                  <a:lnTo>
                    <a:pt x="0" y="446"/>
                  </a:lnTo>
                  <a:lnTo>
                    <a:pt x="34" y="452"/>
                  </a:lnTo>
                  <a:lnTo>
                    <a:pt x="71" y="456"/>
                  </a:lnTo>
                  <a:lnTo>
                    <a:pt x="111" y="456"/>
                  </a:lnTo>
                  <a:lnTo>
                    <a:pt x="131" y="453"/>
                  </a:lnTo>
                  <a:lnTo>
                    <a:pt x="147" y="448"/>
                  </a:lnTo>
                  <a:lnTo>
                    <a:pt x="158" y="440"/>
                  </a:lnTo>
                  <a:lnTo>
                    <a:pt x="169" y="430"/>
                  </a:lnTo>
                  <a:lnTo>
                    <a:pt x="177" y="419"/>
                  </a:lnTo>
                  <a:lnTo>
                    <a:pt x="187" y="406"/>
                  </a:lnTo>
                  <a:lnTo>
                    <a:pt x="196" y="393"/>
                  </a:lnTo>
                  <a:lnTo>
                    <a:pt x="209" y="379"/>
                  </a:lnTo>
                  <a:lnTo>
                    <a:pt x="225" y="364"/>
                  </a:lnTo>
                  <a:lnTo>
                    <a:pt x="244" y="349"/>
                  </a:lnTo>
                  <a:lnTo>
                    <a:pt x="262" y="341"/>
                  </a:lnTo>
                  <a:lnTo>
                    <a:pt x="284" y="335"/>
                  </a:lnTo>
                  <a:lnTo>
                    <a:pt x="308" y="330"/>
                  </a:lnTo>
                  <a:lnTo>
                    <a:pt x="336" y="330"/>
                  </a:lnTo>
                  <a:lnTo>
                    <a:pt x="364" y="332"/>
                  </a:lnTo>
                  <a:lnTo>
                    <a:pt x="394" y="338"/>
                  </a:lnTo>
                  <a:lnTo>
                    <a:pt x="424" y="347"/>
                  </a:lnTo>
                  <a:lnTo>
                    <a:pt x="454" y="359"/>
                  </a:lnTo>
                  <a:lnTo>
                    <a:pt x="484" y="375"/>
                  </a:lnTo>
                  <a:lnTo>
                    <a:pt x="506" y="386"/>
                  </a:lnTo>
                  <a:lnTo>
                    <a:pt x="528" y="392"/>
                  </a:lnTo>
                  <a:lnTo>
                    <a:pt x="549" y="393"/>
                  </a:lnTo>
                  <a:lnTo>
                    <a:pt x="569" y="390"/>
                  </a:lnTo>
                  <a:lnTo>
                    <a:pt x="591" y="386"/>
                  </a:lnTo>
                  <a:lnTo>
                    <a:pt x="613" y="380"/>
                  </a:lnTo>
                  <a:lnTo>
                    <a:pt x="636" y="374"/>
                  </a:lnTo>
                  <a:lnTo>
                    <a:pt x="660" y="366"/>
                  </a:lnTo>
                  <a:lnTo>
                    <a:pt x="687" y="361"/>
                  </a:lnTo>
                  <a:lnTo>
                    <a:pt x="716" y="359"/>
                  </a:lnTo>
                  <a:lnTo>
                    <a:pt x="748" y="359"/>
                  </a:lnTo>
                  <a:lnTo>
                    <a:pt x="784" y="359"/>
                  </a:lnTo>
                  <a:lnTo>
                    <a:pt x="816" y="356"/>
                  </a:lnTo>
                  <a:lnTo>
                    <a:pt x="846" y="349"/>
                  </a:lnTo>
                  <a:lnTo>
                    <a:pt x="874" y="340"/>
                  </a:lnTo>
                  <a:lnTo>
                    <a:pt x="900" y="327"/>
                  </a:lnTo>
                  <a:lnTo>
                    <a:pt x="925" y="312"/>
                  </a:lnTo>
                  <a:lnTo>
                    <a:pt x="951" y="294"/>
                  </a:lnTo>
                  <a:lnTo>
                    <a:pt x="976" y="275"/>
                  </a:lnTo>
                  <a:lnTo>
                    <a:pt x="1001" y="254"/>
                  </a:lnTo>
                  <a:lnTo>
                    <a:pt x="1029" y="231"/>
                  </a:lnTo>
                  <a:lnTo>
                    <a:pt x="1055" y="209"/>
                  </a:lnTo>
                  <a:lnTo>
                    <a:pt x="1081" y="192"/>
                  </a:lnTo>
                  <a:lnTo>
                    <a:pt x="1105" y="178"/>
                  </a:lnTo>
                  <a:lnTo>
                    <a:pt x="1129" y="168"/>
                  </a:lnTo>
                  <a:lnTo>
                    <a:pt x="1154" y="159"/>
                  </a:lnTo>
                  <a:lnTo>
                    <a:pt x="1180" y="153"/>
                  </a:lnTo>
                  <a:lnTo>
                    <a:pt x="1207" y="149"/>
                  </a:lnTo>
                  <a:lnTo>
                    <a:pt x="1239" y="144"/>
                  </a:lnTo>
                  <a:lnTo>
                    <a:pt x="1274" y="140"/>
                  </a:lnTo>
                  <a:lnTo>
                    <a:pt x="1313" y="136"/>
                  </a:lnTo>
                  <a:lnTo>
                    <a:pt x="1333" y="131"/>
                  </a:lnTo>
                  <a:lnTo>
                    <a:pt x="1351" y="121"/>
                  </a:lnTo>
                  <a:lnTo>
                    <a:pt x="1369" y="107"/>
                  </a:lnTo>
                  <a:lnTo>
                    <a:pt x="1386" y="90"/>
                  </a:lnTo>
                  <a:lnTo>
                    <a:pt x="1401" y="74"/>
                  </a:lnTo>
                  <a:lnTo>
                    <a:pt x="1416" y="55"/>
                  </a:lnTo>
                  <a:lnTo>
                    <a:pt x="1428" y="38"/>
                  </a:lnTo>
                  <a:lnTo>
                    <a:pt x="1441" y="22"/>
                  </a:lnTo>
                  <a:lnTo>
                    <a:pt x="1451" y="8"/>
                  </a:lnTo>
                  <a:lnTo>
                    <a:pt x="1462"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41" name="Freeform 364"/>
            <p:cNvSpPr>
              <a:spLocks noEditPoints="1"/>
            </p:cNvSpPr>
            <p:nvPr/>
          </p:nvSpPr>
          <p:spPr bwMode="auto">
            <a:xfrm>
              <a:off x="1350" y="1923"/>
              <a:ext cx="57" cy="119"/>
            </a:xfrm>
            <a:custGeom>
              <a:avLst/>
              <a:gdLst>
                <a:gd name="T0" fmla="*/ 335 w 398"/>
                <a:gd name="T1" fmla="*/ 703 h 830"/>
                <a:gd name="T2" fmla="*/ 355 w 398"/>
                <a:gd name="T3" fmla="*/ 706 h 830"/>
                <a:gd name="T4" fmla="*/ 372 w 398"/>
                <a:gd name="T5" fmla="*/ 715 h 830"/>
                <a:gd name="T6" fmla="*/ 385 w 398"/>
                <a:gd name="T7" fmla="*/ 729 h 830"/>
                <a:gd name="T8" fmla="*/ 395 w 398"/>
                <a:gd name="T9" fmla="*/ 747 h 830"/>
                <a:gd name="T10" fmla="*/ 398 w 398"/>
                <a:gd name="T11" fmla="*/ 767 h 830"/>
                <a:gd name="T12" fmla="*/ 395 w 398"/>
                <a:gd name="T13" fmla="*/ 787 h 830"/>
                <a:gd name="T14" fmla="*/ 385 w 398"/>
                <a:gd name="T15" fmla="*/ 804 h 830"/>
                <a:gd name="T16" fmla="*/ 372 w 398"/>
                <a:gd name="T17" fmla="*/ 817 h 830"/>
                <a:gd name="T18" fmla="*/ 355 w 398"/>
                <a:gd name="T19" fmla="*/ 827 h 830"/>
                <a:gd name="T20" fmla="*/ 335 w 398"/>
                <a:gd name="T21" fmla="*/ 830 h 830"/>
                <a:gd name="T22" fmla="*/ 314 w 398"/>
                <a:gd name="T23" fmla="*/ 827 h 830"/>
                <a:gd name="T24" fmla="*/ 297 w 398"/>
                <a:gd name="T25" fmla="*/ 817 h 830"/>
                <a:gd name="T26" fmla="*/ 283 w 398"/>
                <a:gd name="T27" fmla="*/ 804 h 830"/>
                <a:gd name="T28" fmla="*/ 274 w 398"/>
                <a:gd name="T29" fmla="*/ 787 h 830"/>
                <a:gd name="T30" fmla="*/ 271 w 398"/>
                <a:gd name="T31" fmla="*/ 767 h 830"/>
                <a:gd name="T32" fmla="*/ 274 w 398"/>
                <a:gd name="T33" fmla="*/ 747 h 830"/>
                <a:gd name="T34" fmla="*/ 283 w 398"/>
                <a:gd name="T35" fmla="*/ 729 h 830"/>
                <a:gd name="T36" fmla="*/ 297 w 398"/>
                <a:gd name="T37" fmla="*/ 715 h 830"/>
                <a:gd name="T38" fmla="*/ 314 w 398"/>
                <a:gd name="T39" fmla="*/ 706 h 830"/>
                <a:gd name="T40" fmla="*/ 335 w 398"/>
                <a:gd name="T41" fmla="*/ 703 h 830"/>
                <a:gd name="T42" fmla="*/ 64 w 398"/>
                <a:gd name="T43" fmla="*/ 0 h 830"/>
                <a:gd name="T44" fmla="*/ 84 w 398"/>
                <a:gd name="T45" fmla="*/ 3 h 830"/>
                <a:gd name="T46" fmla="*/ 101 w 398"/>
                <a:gd name="T47" fmla="*/ 12 h 830"/>
                <a:gd name="T48" fmla="*/ 115 w 398"/>
                <a:gd name="T49" fmla="*/ 26 h 830"/>
                <a:gd name="T50" fmla="*/ 124 w 398"/>
                <a:gd name="T51" fmla="*/ 43 h 830"/>
                <a:gd name="T52" fmla="*/ 128 w 398"/>
                <a:gd name="T53" fmla="*/ 63 h 830"/>
                <a:gd name="T54" fmla="*/ 124 w 398"/>
                <a:gd name="T55" fmla="*/ 83 h 830"/>
                <a:gd name="T56" fmla="*/ 115 w 398"/>
                <a:gd name="T57" fmla="*/ 101 h 830"/>
                <a:gd name="T58" fmla="*/ 101 w 398"/>
                <a:gd name="T59" fmla="*/ 115 h 830"/>
                <a:gd name="T60" fmla="*/ 84 w 398"/>
                <a:gd name="T61" fmla="*/ 124 h 830"/>
                <a:gd name="T62" fmla="*/ 64 w 398"/>
                <a:gd name="T63" fmla="*/ 128 h 830"/>
                <a:gd name="T64" fmla="*/ 44 w 398"/>
                <a:gd name="T65" fmla="*/ 124 h 830"/>
                <a:gd name="T66" fmla="*/ 26 w 398"/>
                <a:gd name="T67" fmla="*/ 115 h 830"/>
                <a:gd name="T68" fmla="*/ 12 w 398"/>
                <a:gd name="T69" fmla="*/ 101 h 830"/>
                <a:gd name="T70" fmla="*/ 3 w 398"/>
                <a:gd name="T71" fmla="*/ 83 h 830"/>
                <a:gd name="T72" fmla="*/ 0 w 398"/>
                <a:gd name="T73" fmla="*/ 63 h 830"/>
                <a:gd name="T74" fmla="*/ 3 w 398"/>
                <a:gd name="T75" fmla="*/ 43 h 830"/>
                <a:gd name="T76" fmla="*/ 12 w 398"/>
                <a:gd name="T77" fmla="*/ 26 h 830"/>
                <a:gd name="T78" fmla="*/ 26 w 398"/>
                <a:gd name="T79" fmla="*/ 12 h 830"/>
                <a:gd name="T80" fmla="*/ 44 w 398"/>
                <a:gd name="T81" fmla="*/ 3 h 830"/>
                <a:gd name="T82" fmla="*/ 64 w 398"/>
                <a:gd name="T83" fmla="*/ 0 h 8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98" h="830">
                  <a:moveTo>
                    <a:pt x="335" y="703"/>
                  </a:moveTo>
                  <a:lnTo>
                    <a:pt x="355" y="706"/>
                  </a:lnTo>
                  <a:lnTo>
                    <a:pt x="372" y="715"/>
                  </a:lnTo>
                  <a:lnTo>
                    <a:pt x="385" y="729"/>
                  </a:lnTo>
                  <a:lnTo>
                    <a:pt x="395" y="747"/>
                  </a:lnTo>
                  <a:lnTo>
                    <a:pt x="398" y="767"/>
                  </a:lnTo>
                  <a:lnTo>
                    <a:pt x="395" y="787"/>
                  </a:lnTo>
                  <a:lnTo>
                    <a:pt x="385" y="804"/>
                  </a:lnTo>
                  <a:lnTo>
                    <a:pt x="372" y="817"/>
                  </a:lnTo>
                  <a:lnTo>
                    <a:pt x="355" y="827"/>
                  </a:lnTo>
                  <a:lnTo>
                    <a:pt x="335" y="830"/>
                  </a:lnTo>
                  <a:lnTo>
                    <a:pt x="314" y="827"/>
                  </a:lnTo>
                  <a:lnTo>
                    <a:pt x="297" y="817"/>
                  </a:lnTo>
                  <a:lnTo>
                    <a:pt x="283" y="804"/>
                  </a:lnTo>
                  <a:lnTo>
                    <a:pt x="274" y="787"/>
                  </a:lnTo>
                  <a:lnTo>
                    <a:pt x="271" y="767"/>
                  </a:lnTo>
                  <a:lnTo>
                    <a:pt x="274" y="747"/>
                  </a:lnTo>
                  <a:lnTo>
                    <a:pt x="283" y="729"/>
                  </a:lnTo>
                  <a:lnTo>
                    <a:pt x="297" y="715"/>
                  </a:lnTo>
                  <a:lnTo>
                    <a:pt x="314" y="706"/>
                  </a:lnTo>
                  <a:lnTo>
                    <a:pt x="335" y="703"/>
                  </a:lnTo>
                  <a:close/>
                  <a:moveTo>
                    <a:pt x="64" y="0"/>
                  </a:moveTo>
                  <a:lnTo>
                    <a:pt x="84" y="3"/>
                  </a:lnTo>
                  <a:lnTo>
                    <a:pt x="101" y="12"/>
                  </a:lnTo>
                  <a:lnTo>
                    <a:pt x="115" y="26"/>
                  </a:lnTo>
                  <a:lnTo>
                    <a:pt x="124" y="43"/>
                  </a:lnTo>
                  <a:lnTo>
                    <a:pt x="128" y="63"/>
                  </a:lnTo>
                  <a:lnTo>
                    <a:pt x="124" y="83"/>
                  </a:lnTo>
                  <a:lnTo>
                    <a:pt x="115" y="101"/>
                  </a:lnTo>
                  <a:lnTo>
                    <a:pt x="101" y="115"/>
                  </a:lnTo>
                  <a:lnTo>
                    <a:pt x="84" y="124"/>
                  </a:lnTo>
                  <a:lnTo>
                    <a:pt x="64" y="128"/>
                  </a:lnTo>
                  <a:lnTo>
                    <a:pt x="44" y="124"/>
                  </a:lnTo>
                  <a:lnTo>
                    <a:pt x="26" y="115"/>
                  </a:lnTo>
                  <a:lnTo>
                    <a:pt x="12" y="101"/>
                  </a:lnTo>
                  <a:lnTo>
                    <a:pt x="3" y="83"/>
                  </a:lnTo>
                  <a:lnTo>
                    <a:pt x="0" y="63"/>
                  </a:lnTo>
                  <a:lnTo>
                    <a:pt x="3" y="43"/>
                  </a:lnTo>
                  <a:lnTo>
                    <a:pt x="12" y="26"/>
                  </a:lnTo>
                  <a:lnTo>
                    <a:pt x="26" y="12"/>
                  </a:lnTo>
                  <a:lnTo>
                    <a:pt x="44" y="3"/>
                  </a:lnTo>
                  <a:lnTo>
                    <a:pt x="64"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42" name="Freeform 365"/>
            <p:cNvSpPr>
              <a:spLocks/>
            </p:cNvSpPr>
            <p:nvPr/>
          </p:nvSpPr>
          <p:spPr bwMode="auto">
            <a:xfrm>
              <a:off x="1462" y="1916"/>
              <a:ext cx="81" cy="136"/>
            </a:xfrm>
            <a:custGeom>
              <a:avLst/>
              <a:gdLst>
                <a:gd name="T0" fmla="*/ 2 w 569"/>
                <a:gd name="T1" fmla="*/ 0 h 956"/>
                <a:gd name="T2" fmla="*/ 569 w 569"/>
                <a:gd name="T3" fmla="*/ 0 h 956"/>
                <a:gd name="T4" fmla="*/ 569 w 569"/>
                <a:gd name="T5" fmla="*/ 956 h 956"/>
                <a:gd name="T6" fmla="*/ 345 w 569"/>
                <a:gd name="T7" fmla="*/ 956 h 956"/>
                <a:gd name="T8" fmla="*/ 348 w 569"/>
                <a:gd name="T9" fmla="*/ 938 h 956"/>
                <a:gd name="T10" fmla="*/ 356 w 569"/>
                <a:gd name="T11" fmla="*/ 918 h 956"/>
                <a:gd name="T12" fmla="*/ 364 w 569"/>
                <a:gd name="T13" fmla="*/ 897 h 956"/>
                <a:gd name="T14" fmla="*/ 376 w 569"/>
                <a:gd name="T15" fmla="*/ 876 h 956"/>
                <a:gd name="T16" fmla="*/ 387 w 569"/>
                <a:gd name="T17" fmla="*/ 856 h 956"/>
                <a:gd name="T18" fmla="*/ 400 w 569"/>
                <a:gd name="T19" fmla="*/ 836 h 956"/>
                <a:gd name="T20" fmla="*/ 412 w 569"/>
                <a:gd name="T21" fmla="*/ 818 h 956"/>
                <a:gd name="T22" fmla="*/ 423 w 569"/>
                <a:gd name="T23" fmla="*/ 800 h 956"/>
                <a:gd name="T24" fmla="*/ 433 w 569"/>
                <a:gd name="T25" fmla="*/ 779 h 956"/>
                <a:gd name="T26" fmla="*/ 441 w 569"/>
                <a:gd name="T27" fmla="*/ 753 h 956"/>
                <a:gd name="T28" fmla="*/ 448 w 569"/>
                <a:gd name="T29" fmla="*/ 726 h 956"/>
                <a:gd name="T30" fmla="*/ 452 w 569"/>
                <a:gd name="T31" fmla="*/ 696 h 956"/>
                <a:gd name="T32" fmla="*/ 454 w 569"/>
                <a:gd name="T33" fmla="*/ 664 h 956"/>
                <a:gd name="T34" fmla="*/ 452 w 569"/>
                <a:gd name="T35" fmla="*/ 632 h 956"/>
                <a:gd name="T36" fmla="*/ 448 w 569"/>
                <a:gd name="T37" fmla="*/ 598 h 956"/>
                <a:gd name="T38" fmla="*/ 438 w 569"/>
                <a:gd name="T39" fmla="*/ 564 h 956"/>
                <a:gd name="T40" fmla="*/ 425 w 569"/>
                <a:gd name="T41" fmla="*/ 530 h 956"/>
                <a:gd name="T42" fmla="*/ 407 w 569"/>
                <a:gd name="T43" fmla="*/ 498 h 956"/>
                <a:gd name="T44" fmla="*/ 384 w 569"/>
                <a:gd name="T45" fmla="*/ 466 h 956"/>
                <a:gd name="T46" fmla="*/ 351 w 569"/>
                <a:gd name="T47" fmla="*/ 431 h 956"/>
                <a:gd name="T48" fmla="*/ 317 w 569"/>
                <a:gd name="T49" fmla="*/ 399 h 956"/>
                <a:gd name="T50" fmla="*/ 282 w 569"/>
                <a:gd name="T51" fmla="*/ 371 h 956"/>
                <a:gd name="T52" fmla="*/ 245 w 569"/>
                <a:gd name="T53" fmla="*/ 344 h 956"/>
                <a:gd name="T54" fmla="*/ 209 w 569"/>
                <a:gd name="T55" fmla="*/ 319 h 956"/>
                <a:gd name="T56" fmla="*/ 173 w 569"/>
                <a:gd name="T57" fmla="*/ 295 h 956"/>
                <a:gd name="T58" fmla="*/ 139 w 569"/>
                <a:gd name="T59" fmla="*/ 269 h 956"/>
                <a:gd name="T60" fmla="*/ 106 w 569"/>
                <a:gd name="T61" fmla="*/ 242 h 956"/>
                <a:gd name="T62" fmla="*/ 78 w 569"/>
                <a:gd name="T63" fmla="*/ 213 h 956"/>
                <a:gd name="T64" fmla="*/ 51 w 569"/>
                <a:gd name="T65" fmla="*/ 182 h 956"/>
                <a:gd name="T66" fmla="*/ 30 w 569"/>
                <a:gd name="T67" fmla="*/ 149 h 956"/>
                <a:gd name="T68" fmla="*/ 15 w 569"/>
                <a:gd name="T69" fmla="*/ 117 h 956"/>
                <a:gd name="T70" fmla="*/ 6 w 569"/>
                <a:gd name="T71" fmla="*/ 88 h 956"/>
                <a:gd name="T72" fmla="*/ 1 w 569"/>
                <a:gd name="T73" fmla="*/ 61 h 956"/>
                <a:gd name="T74" fmla="*/ 0 w 569"/>
                <a:gd name="T75" fmla="*/ 37 h 956"/>
                <a:gd name="T76" fmla="*/ 0 w 569"/>
                <a:gd name="T77" fmla="*/ 17 h 956"/>
                <a:gd name="T78" fmla="*/ 2 w 569"/>
                <a:gd name="T79" fmla="*/ 0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69" h="956">
                  <a:moveTo>
                    <a:pt x="2" y="0"/>
                  </a:moveTo>
                  <a:lnTo>
                    <a:pt x="569" y="0"/>
                  </a:lnTo>
                  <a:lnTo>
                    <a:pt x="569" y="956"/>
                  </a:lnTo>
                  <a:lnTo>
                    <a:pt x="345" y="956"/>
                  </a:lnTo>
                  <a:lnTo>
                    <a:pt x="348" y="938"/>
                  </a:lnTo>
                  <a:lnTo>
                    <a:pt x="356" y="918"/>
                  </a:lnTo>
                  <a:lnTo>
                    <a:pt x="364" y="897"/>
                  </a:lnTo>
                  <a:lnTo>
                    <a:pt x="376" y="876"/>
                  </a:lnTo>
                  <a:lnTo>
                    <a:pt x="387" y="856"/>
                  </a:lnTo>
                  <a:lnTo>
                    <a:pt x="400" y="836"/>
                  </a:lnTo>
                  <a:lnTo>
                    <a:pt x="412" y="818"/>
                  </a:lnTo>
                  <a:lnTo>
                    <a:pt x="423" y="800"/>
                  </a:lnTo>
                  <a:lnTo>
                    <a:pt x="433" y="779"/>
                  </a:lnTo>
                  <a:lnTo>
                    <a:pt x="441" y="753"/>
                  </a:lnTo>
                  <a:lnTo>
                    <a:pt x="448" y="726"/>
                  </a:lnTo>
                  <a:lnTo>
                    <a:pt x="452" y="696"/>
                  </a:lnTo>
                  <a:lnTo>
                    <a:pt x="454" y="664"/>
                  </a:lnTo>
                  <a:lnTo>
                    <a:pt x="452" y="632"/>
                  </a:lnTo>
                  <a:lnTo>
                    <a:pt x="448" y="598"/>
                  </a:lnTo>
                  <a:lnTo>
                    <a:pt x="438" y="564"/>
                  </a:lnTo>
                  <a:lnTo>
                    <a:pt x="425" y="530"/>
                  </a:lnTo>
                  <a:lnTo>
                    <a:pt x="407" y="498"/>
                  </a:lnTo>
                  <a:lnTo>
                    <a:pt x="384" y="466"/>
                  </a:lnTo>
                  <a:lnTo>
                    <a:pt x="351" y="431"/>
                  </a:lnTo>
                  <a:lnTo>
                    <a:pt x="317" y="399"/>
                  </a:lnTo>
                  <a:lnTo>
                    <a:pt x="282" y="371"/>
                  </a:lnTo>
                  <a:lnTo>
                    <a:pt x="245" y="344"/>
                  </a:lnTo>
                  <a:lnTo>
                    <a:pt x="209" y="319"/>
                  </a:lnTo>
                  <a:lnTo>
                    <a:pt x="173" y="295"/>
                  </a:lnTo>
                  <a:lnTo>
                    <a:pt x="139" y="269"/>
                  </a:lnTo>
                  <a:lnTo>
                    <a:pt x="106" y="242"/>
                  </a:lnTo>
                  <a:lnTo>
                    <a:pt x="78" y="213"/>
                  </a:lnTo>
                  <a:lnTo>
                    <a:pt x="51" y="182"/>
                  </a:lnTo>
                  <a:lnTo>
                    <a:pt x="30" y="149"/>
                  </a:lnTo>
                  <a:lnTo>
                    <a:pt x="15" y="117"/>
                  </a:lnTo>
                  <a:lnTo>
                    <a:pt x="6" y="88"/>
                  </a:lnTo>
                  <a:lnTo>
                    <a:pt x="1" y="61"/>
                  </a:lnTo>
                  <a:lnTo>
                    <a:pt x="0" y="37"/>
                  </a:lnTo>
                  <a:lnTo>
                    <a:pt x="0" y="17"/>
                  </a:lnTo>
                  <a:lnTo>
                    <a:pt x="2"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43" name="Freeform 366"/>
            <p:cNvSpPr>
              <a:spLocks/>
            </p:cNvSpPr>
            <p:nvPr/>
          </p:nvSpPr>
          <p:spPr bwMode="auto">
            <a:xfrm>
              <a:off x="1419" y="1938"/>
              <a:ext cx="18" cy="18"/>
            </a:xfrm>
            <a:custGeom>
              <a:avLst/>
              <a:gdLst>
                <a:gd name="T0" fmla="*/ 63 w 126"/>
                <a:gd name="T1" fmla="*/ 0 h 127"/>
                <a:gd name="T2" fmla="*/ 83 w 126"/>
                <a:gd name="T3" fmla="*/ 3 h 127"/>
                <a:gd name="T4" fmla="*/ 101 w 126"/>
                <a:gd name="T5" fmla="*/ 12 h 127"/>
                <a:gd name="T6" fmla="*/ 115 w 126"/>
                <a:gd name="T7" fmla="*/ 26 h 127"/>
                <a:gd name="T8" fmla="*/ 123 w 126"/>
                <a:gd name="T9" fmla="*/ 43 h 127"/>
                <a:gd name="T10" fmla="*/ 126 w 126"/>
                <a:gd name="T11" fmla="*/ 64 h 127"/>
                <a:gd name="T12" fmla="*/ 123 w 126"/>
                <a:gd name="T13" fmla="*/ 84 h 127"/>
                <a:gd name="T14" fmla="*/ 115 w 126"/>
                <a:gd name="T15" fmla="*/ 101 h 127"/>
                <a:gd name="T16" fmla="*/ 101 w 126"/>
                <a:gd name="T17" fmla="*/ 114 h 127"/>
                <a:gd name="T18" fmla="*/ 83 w 126"/>
                <a:gd name="T19" fmla="*/ 124 h 127"/>
                <a:gd name="T20" fmla="*/ 63 w 126"/>
                <a:gd name="T21" fmla="*/ 127 h 127"/>
                <a:gd name="T22" fmla="*/ 43 w 126"/>
                <a:gd name="T23" fmla="*/ 124 h 127"/>
                <a:gd name="T24" fmla="*/ 26 w 126"/>
                <a:gd name="T25" fmla="*/ 114 h 127"/>
                <a:gd name="T26" fmla="*/ 12 w 126"/>
                <a:gd name="T27" fmla="*/ 101 h 127"/>
                <a:gd name="T28" fmla="*/ 3 w 126"/>
                <a:gd name="T29" fmla="*/ 84 h 127"/>
                <a:gd name="T30" fmla="*/ 0 w 126"/>
                <a:gd name="T31" fmla="*/ 64 h 127"/>
                <a:gd name="T32" fmla="*/ 3 w 126"/>
                <a:gd name="T33" fmla="*/ 43 h 127"/>
                <a:gd name="T34" fmla="*/ 12 w 126"/>
                <a:gd name="T35" fmla="*/ 26 h 127"/>
                <a:gd name="T36" fmla="*/ 26 w 126"/>
                <a:gd name="T37" fmla="*/ 12 h 127"/>
                <a:gd name="T38" fmla="*/ 43 w 126"/>
                <a:gd name="T39" fmla="*/ 3 h 127"/>
                <a:gd name="T40" fmla="*/ 63 w 126"/>
                <a:gd name="T41"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6" h="127">
                  <a:moveTo>
                    <a:pt x="63" y="0"/>
                  </a:moveTo>
                  <a:lnTo>
                    <a:pt x="83" y="3"/>
                  </a:lnTo>
                  <a:lnTo>
                    <a:pt x="101" y="12"/>
                  </a:lnTo>
                  <a:lnTo>
                    <a:pt x="115" y="26"/>
                  </a:lnTo>
                  <a:lnTo>
                    <a:pt x="123" y="43"/>
                  </a:lnTo>
                  <a:lnTo>
                    <a:pt x="126" y="64"/>
                  </a:lnTo>
                  <a:lnTo>
                    <a:pt x="123" y="84"/>
                  </a:lnTo>
                  <a:lnTo>
                    <a:pt x="115" y="101"/>
                  </a:lnTo>
                  <a:lnTo>
                    <a:pt x="101" y="114"/>
                  </a:lnTo>
                  <a:lnTo>
                    <a:pt x="83" y="124"/>
                  </a:lnTo>
                  <a:lnTo>
                    <a:pt x="63" y="127"/>
                  </a:lnTo>
                  <a:lnTo>
                    <a:pt x="43" y="124"/>
                  </a:lnTo>
                  <a:lnTo>
                    <a:pt x="26" y="114"/>
                  </a:lnTo>
                  <a:lnTo>
                    <a:pt x="12" y="101"/>
                  </a:lnTo>
                  <a:lnTo>
                    <a:pt x="3" y="84"/>
                  </a:lnTo>
                  <a:lnTo>
                    <a:pt x="0" y="64"/>
                  </a:lnTo>
                  <a:lnTo>
                    <a:pt x="3" y="43"/>
                  </a:lnTo>
                  <a:lnTo>
                    <a:pt x="12" y="26"/>
                  </a:lnTo>
                  <a:lnTo>
                    <a:pt x="26" y="12"/>
                  </a:lnTo>
                  <a:lnTo>
                    <a:pt x="43" y="3"/>
                  </a:lnTo>
                  <a:lnTo>
                    <a:pt x="63"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944" name="Group 369"/>
          <p:cNvGrpSpPr>
            <a:grpSpLocks noChangeAspect="1"/>
          </p:cNvGrpSpPr>
          <p:nvPr/>
        </p:nvGrpSpPr>
        <p:grpSpPr bwMode="auto">
          <a:xfrm>
            <a:off x="2805349" y="2510665"/>
            <a:ext cx="542728" cy="411480"/>
            <a:chOff x="1889" y="1896"/>
            <a:chExt cx="306" cy="232"/>
          </a:xfrm>
        </p:grpSpPr>
        <p:sp useBgFill="1">
          <p:nvSpPr>
            <p:cNvPr id="947" name="Freeform 371"/>
            <p:cNvSpPr>
              <a:spLocks/>
            </p:cNvSpPr>
            <p:nvPr/>
          </p:nvSpPr>
          <p:spPr bwMode="auto">
            <a:xfrm>
              <a:off x="1889" y="1896"/>
              <a:ext cx="306" cy="232"/>
            </a:xfrm>
            <a:custGeom>
              <a:avLst/>
              <a:gdLst>
                <a:gd name="T0" fmla="*/ 112 w 2136"/>
                <a:gd name="T1" fmla="*/ 0 h 1630"/>
                <a:gd name="T2" fmla="*/ 2024 w 2136"/>
                <a:gd name="T3" fmla="*/ 0 h 1630"/>
                <a:gd name="T4" fmla="*/ 2049 w 2136"/>
                <a:gd name="T5" fmla="*/ 2 h 1630"/>
                <a:gd name="T6" fmla="*/ 2074 w 2136"/>
                <a:gd name="T7" fmla="*/ 11 h 1630"/>
                <a:gd name="T8" fmla="*/ 2094 w 2136"/>
                <a:gd name="T9" fmla="*/ 24 h 1630"/>
                <a:gd name="T10" fmla="*/ 2112 w 2136"/>
                <a:gd name="T11" fmla="*/ 41 h 1630"/>
                <a:gd name="T12" fmla="*/ 2124 w 2136"/>
                <a:gd name="T13" fmla="*/ 62 h 1630"/>
                <a:gd name="T14" fmla="*/ 2133 w 2136"/>
                <a:gd name="T15" fmla="*/ 87 h 1630"/>
                <a:gd name="T16" fmla="*/ 2136 w 2136"/>
                <a:gd name="T17" fmla="*/ 112 h 1630"/>
                <a:gd name="T18" fmla="*/ 2136 w 2136"/>
                <a:gd name="T19" fmla="*/ 1518 h 1630"/>
                <a:gd name="T20" fmla="*/ 2133 w 2136"/>
                <a:gd name="T21" fmla="*/ 1543 h 1630"/>
                <a:gd name="T22" fmla="*/ 2124 w 2136"/>
                <a:gd name="T23" fmla="*/ 1568 h 1630"/>
                <a:gd name="T24" fmla="*/ 2112 w 2136"/>
                <a:gd name="T25" fmla="*/ 1588 h 1630"/>
                <a:gd name="T26" fmla="*/ 2094 w 2136"/>
                <a:gd name="T27" fmla="*/ 1606 h 1630"/>
                <a:gd name="T28" fmla="*/ 2074 w 2136"/>
                <a:gd name="T29" fmla="*/ 1618 h 1630"/>
                <a:gd name="T30" fmla="*/ 2049 w 2136"/>
                <a:gd name="T31" fmla="*/ 1627 h 1630"/>
                <a:gd name="T32" fmla="*/ 2024 w 2136"/>
                <a:gd name="T33" fmla="*/ 1630 h 1630"/>
                <a:gd name="T34" fmla="*/ 112 w 2136"/>
                <a:gd name="T35" fmla="*/ 1630 h 1630"/>
                <a:gd name="T36" fmla="*/ 87 w 2136"/>
                <a:gd name="T37" fmla="*/ 1627 h 1630"/>
                <a:gd name="T38" fmla="*/ 62 w 2136"/>
                <a:gd name="T39" fmla="*/ 1618 h 1630"/>
                <a:gd name="T40" fmla="*/ 42 w 2136"/>
                <a:gd name="T41" fmla="*/ 1606 h 1630"/>
                <a:gd name="T42" fmla="*/ 24 w 2136"/>
                <a:gd name="T43" fmla="*/ 1588 h 1630"/>
                <a:gd name="T44" fmla="*/ 12 w 2136"/>
                <a:gd name="T45" fmla="*/ 1568 h 1630"/>
                <a:gd name="T46" fmla="*/ 3 w 2136"/>
                <a:gd name="T47" fmla="*/ 1543 h 1630"/>
                <a:gd name="T48" fmla="*/ 0 w 2136"/>
                <a:gd name="T49" fmla="*/ 1518 h 1630"/>
                <a:gd name="T50" fmla="*/ 0 w 2136"/>
                <a:gd name="T51" fmla="*/ 112 h 1630"/>
                <a:gd name="T52" fmla="*/ 3 w 2136"/>
                <a:gd name="T53" fmla="*/ 87 h 1630"/>
                <a:gd name="T54" fmla="*/ 12 w 2136"/>
                <a:gd name="T55" fmla="*/ 62 h 1630"/>
                <a:gd name="T56" fmla="*/ 24 w 2136"/>
                <a:gd name="T57" fmla="*/ 41 h 1630"/>
                <a:gd name="T58" fmla="*/ 42 w 2136"/>
                <a:gd name="T59" fmla="*/ 24 h 1630"/>
                <a:gd name="T60" fmla="*/ 62 w 2136"/>
                <a:gd name="T61" fmla="*/ 11 h 1630"/>
                <a:gd name="T62" fmla="*/ 87 w 2136"/>
                <a:gd name="T63" fmla="*/ 2 h 1630"/>
                <a:gd name="T64" fmla="*/ 112 w 2136"/>
                <a:gd name="T65"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36" h="1630">
                  <a:moveTo>
                    <a:pt x="112" y="0"/>
                  </a:moveTo>
                  <a:lnTo>
                    <a:pt x="2024" y="0"/>
                  </a:lnTo>
                  <a:lnTo>
                    <a:pt x="2049" y="2"/>
                  </a:lnTo>
                  <a:lnTo>
                    <a:pt x="2074" y="11"/>
                  </a:lnTo>
                  <a:lnTo>
                    <a:pt x="2094" y="24"/>
                  </a:lnTo>
                  <a:lnTo>
                    <a:pt x="2112" y="41"/>
                  </a:lnTo>
                  <a:lnTo>
                    <a:pt x="2124" y="62"/>
                  </a:lnTo>
                  <a:lnTo>
                    <a:pt x="2133" y="87"/>
                  </a:lnTo>
                  <a:lnTo>
                    <a:pt x="2136" y="112"/>
                  </a:lnTo>
                  <a:lnTo>
                    <a:pt x="2136" y="1518"/>
                  </a:lnTo>
                  <a:lnTo>
                    <a:pt x="2133" y="1543"/>
                  </a:lnTo>
                  <a:lnTo>
                    <a:pt x="2124" y="1568"/>
                  </a:lnTo>
                  <a:lnTo>
                    <a:pt x="2112" y="1588"/>
                  </a:lnTo>
                  <a:lnTo>
                    <a:pt x="2094" y="1606"/>
                  </a:lnTo>
                  <a:lnTo>
                    <a:pt x="2074" y="1618"/>
                  </a:lnTo>
                  <a:lnTo>
                    <a:pt x="2049" y="1627"/>
                  </a:lnTo>
                  <a:lnTo>
                    <a:pt x="2024" y="1630"/>
                  </a:lnTo>
                  <a:lnTo>
                    <a:pt x="112" y="1630"/>
                  </a:lnTo>
                  <a:lnTo>
                    <a:pt x="87" y="1627"/>
                  </a:lnTo>
                  <a:lnTo>
                    <a:pt x="62" y="1618"/>
                  </a:lnTo>
                  <a:lnTo>
                    <a:pt x="42" y="1606"/>
                  </a:lnTo>
                  <a:lnTo>
                    <a:pt x="24" y="1588"/>
                  </a:lnTo>
                  <a:lnTo>
                    <a:pt x="12" y="1568"/>
                  </a:lnTo>
                  <a:lnTo>
                    <a:pt x="3" y="1543"/>
                  </a:lnTo>
                  <a:lnTo>
                    <a:pt x="0" y="1518"/>
                  </a:lnTo>
                  <a:lnTo>
                    <a:pt x="0" y="112"/>
                  </a:lnTo>
                  <a:lnTo>
                    <a:pt x="3" y="87"/>
                  </a:lnTo>
                  <a:lnTo>
                    <a:pt x="12" y="62"/>
                  </a:lnTo>
                  <a:lnTo>
                    <a:pt x="24" y="41"/>
                  </a:lnTo>
                  <a:lnTo>
                    <a:pt x="42" y="24"/>
                  </a:lnTo>
                  <a:lnTo>
                    <a:pt x="62" y="11"/>
                  </a:lnTo>
                  <a:lnTo>
                    <a:pt x="87" y="2"/>
                  </a:lnTo>
                  <a:lnTo>
                    <a:pt x="112"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48" name="Freeform 372"/>
            <p:cNvSpPr>
              <a:spLocks noEditPoints="1"/>
            </p:cNvSpPr>
            <p:nvPr/>
          </p:nvSpPr>
          <p:spPr bwMode="auto">
            <a:xfrm>
              <a:off x="1905" y="1912"/>
              <a:ext cx="274" cy="200"/>
            </a:xfrm>
            <a:custGeom>
              <a:avLst/>
              <a:gdLst>
                <a:gd name="T0" fmla="*/ 113 w 1912"/>
                <a:gd name="T1" fmla="*/ 113 h 1406"/>
                <a:gd name="T2" fmla="*/ 113 w 1912"/>
                <a:gd name="T3" fmla="*/ 1293 h 1406"/>
                <a:gd name="T4" fmla="*/ 1799 w 1912"/>
                <a:gd name="T5" fmla="*/ 1293 h 1406"/>
                <a:gd name="T6" fmla="*/ 1799 w 1912"/>
                <a:gd name="T7" fmla="*/ 113 h 1406"/>
                <a:gd name="T8" fmla="*/ 113 w 1912"/>
                <a:gd name="T9" fmla="*/ 113 h 1406"/>
                <a:gd name="T10" fmla="*/ 0 w 1912"/>
                <a:gd name="T11" fmla="*/ 0 h 1406"/>
                <a:gd name="T12" fmla="*/ 1912 w 1912"/>
                <a:gd name="T13" fmla="*/ 0 h 1406"/>
                <a:gd name="T14" fmla="*/ 1912 w 1912"/>
                <a:gd name="T15" fmla="*/ 1406 h 1406"/>
                <a:gd name="T16" fmla="*/ 0 w 1912"/>
                <a:gd name="T17" fmla="*/ 1406 h 1406"/>
                <a:gd name="T18" fmla="*/ 0 w 1912"/>
                <a:gd name="T19" fmla="*/ 0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12" h="1406">
                  <a:moveTo>
                    <a:pt x="113" y="113"/>
                  </a:moveTo>
                  <a:lnTo>
                    <a:pt x="113" y="1293"/>
                  </a:lnTo>
                  <a:lnTo>
                    <a:pt x="1799" y="1293"/>
                  </a:lnTo>
                  <a:lnTo>
                    <a:pt x="1799" y="113"/>
                  </a:lnTo>
                  <a:lnTo>
                    <a:pt x="113" y="113"/>
                  </a:lnTo>
                  <a:close/>
                  <a:moveTo>
                    <a:pt x="0" y="0"/>
                  </a:moveTo>
                  <a:lnTo>
                    <a:pt x="1912" y="0"/>
                  </a:lnTo>
                  <a:lnTo>
                    <a:pt x="1912" y="1406"/>
                  </a:lnTo>
                  <a:lnTo>
                    <a:pt x="0" y="1406"/>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49" name="Rectangle 373"/>
            <p:cNvSpPr>
              <a:spLocks noChangeArrowheads="1"/>
            </p:cNvSpPr>
            <p:nvPr/>
          </p:nvSpPr>
          <p:spPr bwMode="auto">
            <a:xfrm>
              <a:off x="1938" y="1944"/>
              <a:ext cx="208" cy="136"/>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50" name="Freeform 374"/>
            <p:cNvSpPr>
              <a:spLocks/>
            </p:cNvSpPr>
            <p:nvPr/>
          </p:nvSpPr>
          <p:spPr bwMode="auto">
            <a:xfrm>
              <a:off x="1938" y="2012"/>
              <a:ext cx="133" cy="68"/>
            </a:xfrm>
            <a:custGeom>
              <a:avLst/>
              <a:gdLst>
                <a:gd name="T0" fmla="*/ 202 w 936"/>
                <a:gd name="T1" fmla="*/ 0 h 476"/>
                <a:gd name="T2" fmla="*/ 254 w 936"/>
                <a:gd name="T3" fmla="*/ 3 h 476"/>
                <a:gd name="T4" fmla="*/ 308 w 936"/>
                <a:gd name="T5" fmla="*/ 9 h 476"/>
                <a:gd name="T6" fmla="*/ 365 w 936"/>
                <a:gd name="T7" fmla="*/ 20 h 476"/>
                <a:gd name="T8" fmla="*/ 425 w 936"/>
                <a:gd name="T9" fmla="*/ 36 h 476"/>
                <a:gd name="T10" fmla="*/ 486 w 936"/>
                <a:gd name="T11" fmla="*/ 57 h 476"/>
                <a:gd name="T12" fmla="*/ 549 w 936"/>
                <a:gd name="T13" fmla="*/ 83 h 476"/>
                <a:gd name="T14" fmla="*/ 604 w 936"/>
                <a:gd name="T15" fmla="*/ 112 h 476"/>
                <a:gd name="T16" fmla="*/ 654 w 936"/>
                <a:gd name="T17" fmla="*/ 143 h 476"/>
                <a:gd name="T18" fmla="*/ 700 w 936"/>
                <a:gd name="T19" fmla="*/ 176 h 476"/>
                <a:gd name="T20" fmla="*/ 742 w 936"/>
                <a:gd name="T21" fmla="*/ 211 h 476"/>
                <a:gd name="T22" fmla="*/ 779 w 936"/>
                <a:gd name="T23" fmla="*/ 246 h 476"/>
                <a:gd name="T24" fmla="*/ 811 w 936"/>
                <a:gd name="T25" fmla="*/ 282 h 476"/>
                <a:gd name="T26" fmla="*/ 840 w 936"/>
                <a:gd name="T27" fmla="*/ 318 h 476"/>
                <a:gd name="T28" fmla="*/ 866 w 936"/>
                <a:gd name="T29" fmla="*/ 352 h 476"/>
                <a:gd name="T30" fmla="*/ 888 w 936"/>
                <a:gd name="T31" fmla="*/ 386 h 476"/>
                <a:gd name="T32" fmla="*/ 906 w 936"/>
                <a:gd name="T33" fmla="*/ 419 h 476"/>
                <a:gd name="T34" fmla="*/ 922 w 936"/>
                <a:gd name="T35" fmla="*/ 449 h 476"/>
                <a:gd name="T36" fmla="*/ 936 w 936"/>
                <a:gd name="T37" fmla="*/ 476 h 476"/>
                <a:gd name="T38" fmla="*/ 0 w 936"/>
                <a:gd name="T39" fmla="*/ 476 h 476"/>
                <a:gd name="T40" fmla="*/ 0 w 936"/>
                <a:gd name="T41" fmla="*/ 21 h 476"/>
                <a:gd name="T42" fmla="*/ 32 w 936"/>
                <a:gd name="T43" fmla="*/ 14 h 476"/>
                <a:gd name="T44" fmla="*/ 69 w 936"/>
                <a:gd name="T45" fmla="*/ 8 h 476"/>
                <a:gd name="T46" fmla="*/ 109 w 936"/>
                <a:gd name="T47" fmla="*/ 3 h 476"/>
                <a:gd name="T48" fmla="*/ 153 w 936"/>
                <a:gd name="T49" fmla="*/ 1 h 476"/>
                <a:gd name="T50" fmla="*/ 202 w 936"/>
                <a:gd name="T51" fmla="*/ 0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36" h="476">
                  <a:moveTo>
                    <a:pt x="202" y="0"/>
                  </a:moveTo>
                  <a:lnTo>
                    <a:pt x="254" y="3"/>
                  </a:lnTo>
                  <a:lnTo>
                    <a:pt x="308" y="9"/>
                  </a:lnTo>
                  <a:lnTo>
                    <a:pt x="365" y="20"/>
                  </a:lnTo>
                  <a:lnTo>
                    <a:pt x="425" y="36"/>
                  </a:lnTo>
                  <a:lnTo>
                    <a:pt x="486" y="57"/>
                  </a:lnTo>
                  <a:lnTo>
                    <a:pt x="549" y="83"/>
                  </a:lnTo>
                  <a:lnTo>
                    <a:pt x="604" y="112"/>
                  </a:lnTo>
                  <a:lnTo>
                    <a:pt x="654" y="143"/>
                  </a:lnTo>
                  <a:lnTo>
                    <a:pt x="700" y="176"/>
                  </a:lnTo>
                  <a:lnTo>
                    <a:pt x="742" y="211"/>
                  </a:lnTo>
                  <a:lnTo>
                    <a:pt x="779" y="246"/>
                  </a:lnTo>
                  <a:lnTo>
                    <a:pt x="811" y="282"/>
                  </a:lnTo>
                  <a:lnTo>
                    <a:pt x="840" y="318"/>
                  </a:lnTo>
                  <a:lnTo>
                    <a:pt x="866" y="352"/>
                  </a:lnTo>
                  <a:lnTo>
                    <a:pt x="888" y="386"/>
                  </a:lnTo>
                  <a:lnTo>
                    <a:pt x="906" y="419"/>
                  </a:lnTo>
                  <a:lnTo>
                    <a:pt x="922" y="449"/>
                  </a:lnTo>
                  <a:lnTo>
                    <a:pt x="936" y="476"/>
                  </a:lnTo>
                  <a:lnTo>
                    <a:pt x="0" y="476"/>
                  </a:lnTo>
                  <a:lnTo>
                    <a:pt x="0" y="21"/>
                  </a:lnTo>
                  <a:lnTo>
                    <a:pt x="32" y="14"/>
                  </a:lnTo>
                  <a:lnTo>
                    <a:pt x="69" y="8"/>
                  </a:lnTo>
                  <a:lnTo>
                    <a:pt x="109" y="3"/>
                  </a:lnTo>
                  <a:lnTo>
                    <a:pt x="153" y="1"/>
                  </a:lnTo>
                  <a:lnTo>
                    <a:pt x="202"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51" name="Freeform 375"/>
            <p:cNvSpPr>
              <a:spLocks/>
            </p:cNvSpPr>
            <p:nvPr/>
          </p:nvSpPr>
          <p:spPr bwMode="auto">
            <a:xfrm>
              <a:off x="2082" y="1944"/>
              <a:ext cx="64" cy="106"/>
            </a:xfrm>
            <a:custGeom>
              <a:avLst/>
              <a:gdLst>
                <a:gd name="T0" fmla="*/ 0 w 452"/>
                <a:gd name="T1" fmla="*/ 0 h 742"/>
                <a:gd name="T2" fmla="*/ 452 w 452"/>
                <a:gd name="T3" fmla="*/ 0 h 742"/>
                <a:gd name="T4" fmla="*/ 452 w 452"/>
                <a:gd name="T5" fmla="*/ 742 h 742"/>
                <a:gd name="T6" fmla="*/ 421 w 452"/>
                <a:gd name="T7" fmla="*/ 721 h 742"/>
                <a:gd name="T8" fmla="*/ 388 w 452"/>
                <a:gd name="T9" fmla="*/ 699 h 742"/>
                <a:gd name="T10" fmla="*/ 352 w 452"/>
                <a:gd name="T11" fmla="*/ 674 h 742"/>
                <a:gd name="T12" fmla="*/ 317 w 452"/>
                <a:gd name="T13" fmla="*/ 645 h 742"/>
                <a:gd name="T14" fmla="*/ 282 w 452"/>
                <a:gd name="T15" fmla="*/ 614 h 742"/>
                <a:gd name="T16" fmla="*/ 248 w 452"/>
                <a:gd name="T17" fmla="*/ 580 h 742"/>
                <a:gd name="T18" fmla="*/ 217 w 452"/>
                <a:gd name="T19" fmla="*/ 544 h 742"/>
                <a:gd name="T20" fmla="*/ 191 w 452"/>
                <a:gd name="T21" fmla="*/ 509 h 742"/>
                <a:gd name="T22" fmla="*/ 167 w 452"/>
                <a:gd name="T23" fmla="*/ 474 h 742"/>
                <a:gd name="T24" fmla="*/ 145 w 452"/>
                <a:gd name="T25" fmla="*/ 442 h 742"/>
                <a:gd name="T26" fmla="*/ 126 w 452"/>
                <a:gd name="T27" fmla="*/ 410 h 742"/>
                <a:gd name="T28" fmla="*/ 109 w 452"/>
                <a:gd name="T29" fmla="*/ 380 h 742"/>
                <a:gd name="T30" fmla="*/ 94 w 452"/>
                <a:gd name="T31" fmla="*/ 354 h 742"/>
                <a:gd name="T32" fmla="*/ 82 w 452"/>
                <a:gd name="T33" fmla="*/ 331 h 742"/>
                <a:gd name="T34" fmla="*/ 72 w 452"/>
                <a:gd name="T35" fmla="*/ 311 h 742"/>
                <a:gd name="T36" fmla="*/ 64 w 452"/>
                <a:gd name="T37" fmla="*/ 295 h 742"/>
                <a:gd name="T38" fmla="*/ 59 w 452"/>
                <a:gd name="T39" fmla="*/ 282 h 742"/>
                <a:gd name="T40" fmla="*/ 56 w 452"/>
                <a:gd name="T41" fmla="*/ 275 h 742"/>
                <a:gd name="T42" fmla="*/ 55 w 452"/>
                <a:gd name="T43" fmla="*/ 273 h 742"/>
                <a:gd name="T44" fmla="*/ 54 w 452"/>
                <a:gd name="T45" fmla="*/ 270 h 742"/>
                <a:gd name="T46" fmla="*/ 51 w 452"/>
                <a:gd name="T47" fmla="*/ 263 h 742"/>
                <a:gd name="T48" fmla="*/ 46 w 452"/>
                <a:gd name="T49" fmla="*/ 252 h 742"/>
                <a:gd name="T50" fmla="*/ 40 w 452"/>
                <a:gd name="T51" fmla="*/ 238 h 742"/>
                <a:gd name="T52" fmla="*/ 34 w 452"/>
                <a:gd name="T53" fmla="*/ 221 h 742"/>
                <a:gd name="T54" fmla="*/ 27 w 452"/>
                <a:gd name="T55" fmla="*/ 200 h 742"/>
                <a:gd name="T56" fmla="*/ 22 w 452"/>
                <a:gd name="T57" fmla="*/ 176 h 742"/>
                <a:gd name="T58" fmla="*/ 16 w 452"/>
                <a:gd name="T59" fmla="*/ 150 h 742"/>
                <a:gd name="T60" fmla="*/ 12 w 452"/>
                <a:gd name="T61" fmla="*/ 123 h 742"/>
                <a:gd name="T62" fmla="*/ 8 w 452"/>
                <a:gd name="T63" fmla="*/ 90 h 742"/>
                <a:gd name="T64" fmla="*/ 5 w 452"/>
                <a:gd name="T65" fmla="*/ 57 h 742"/>
                <a:gd name="T66" fmla="*/ 2 w 452"/>
                <a:gd name="T67" fmla="*/ 27 h 742"/>
                <a:gd name="T68" fmla="*/ 0 w 452"/>
                <a:gd name="T69"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52" h="742">
                  <a:moveTo>
                    <a:pt x="0" y="0"/>
                  </a:moveTo>
                  <a:lnTo>
                    <a:pt x="452" y="0"/>
                  </a:lnTo>
                  <a:lnTo>
                    <a:pt x="452" y="742"/>
                  </a:lnTo>
                  <a:lnTo>
                    <a:pt x="421" y="721"/>
                  </a:lnTo>
                  <a:lnTo>
                    <a:pt x="388" y="699"/>
                  </a:lnTo>
                  <a:lnTo>
                    <a:pt x="352" y="674"/>
                  </a:lnTo>
                  <a:lnTo>
                    <a:pt x="317" y="645"/>
                  </a:lnTo>
                  <a:lnTo>
                    <a:pt x="282" y="614"/>
                  </a:lnTo>
                  <a:lnTo>
                    <a:pt x="248" y="580"/>
                  </a:lnTo>
                  <a:lnTo>
                    <a:pt x="217" y="544"/>
                  </a:lnTo>
                  <a:lnTo>
                    <a:pt x="191" y="509"/>
                  </a:lnTo>
                  <a:lnTo>
                    <a:pt x="167" y="474"/>
                  </a:lnTo>
                  <a:lnTo>
                    <a:pt x="145" y="442"/>
                  </a:lnTo>
                  <a:lnTo>
                    <a:pt x="126" y="410"/>
                  </a:lnTo>
                  <a:lnTo>
                    <a:pt x="109" y="380"/>
                  </a:lnTo>
                  <a:lnTo>
                    <a:pt x="94" y="354"/>
                  </a:lnTo>
                  <a:lnTo>
                    <a:pt x="82" y="331"/>
                  </a:lnTo>
                  <a:lnTo>
                    <a:pt x="72" y="311"/>
                  </a:lnTo>
                  <a:lnTo>
                    <a:pt x="64" y="295"/>
                  </a:lnTo>
                  <a:lnTo>
                    <a:pt x="59" y="282"/>
                  </a:lnTo>
                  <a:lnTo>
                    <a:pt x="56" y="275"/>
                  </a:lnTo>
                  <a:lnTo>
                    <a:pt x="55" y="273"/>
                  </a:lnTo>
                  <a:lnTo>
                    <a:pt x="54" y="270"/>
                  </a:lnTo>
                  <a:lnTo>
                    <a:pt x="51" y="263"/>
                  </a:lnTo>
                  <a:lnTo>
                    <a:pt x="46" y="252"/>
                  </a:lnTo>
                  <a:lnTo>
                    <a:pt x="40" y="238"/>
                  </a:lnTo>
                  <a:lnTo>
                    <a:pt x="34" y="221"/>
                  </a:lnTo>
                  <a:lnTo>
                    <a:pt x="27" y="200"/>
                  </a:lnTo>
                  <a:lnTo>
                    <a:pt x="22" y="176"/>
                  </a:lnTo>
                  <a:lnTo>
                    <a:pt x="16" y="150"/>
                  </a:lnTo>
                  <a:lnTo>
                    <a:pt x="12" y="123"/>
                  </a:lnTo>
                  <a:lnTo>
                    <a:pt x="8" y="90"/>
                  </a:lnTo>
                  <a:lnTo>
                    <a:pt x="5" y="57"/>
                  </a:lnTo>
                  <a:lnTo>
                    <a:pt x="2" y="27"/>
                  </a:lnTo>
                  <a:lnTo>
                    <a:pt x="0"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52" name="Freeform 376"/>
            <p:cNvSpPr>
              <a:spLocks noEditPoints="1"/>
            </p:cNvSpPr>
            <p:nvPr/>
          </p:nvSpPr>
          <p:spPr bwMode="auto">
            <a:xfrm>
              <a:off x="1938" y="1944"/>
              <a:ext cx="172" cy="121"/>
            </a:xfrm>
            <a:custGeom>
              <a:avLst/>
              <a:gdLst>
                <a:gd name="T0" fmla="*/ 509 w 1206"/>
                <a:gd name="T1" fmla="*/ 717 h 851"/>
                <a:gd name="T2" fmla="*/ 543 w 1206"/>
                <a:gd name="T3" fmla="*/ 760 h 851"/>
                <a:gd name="T4" fmla="*/ 536 w 1206"/>
                <a:gd name="T5" fmla="*/ 816 h 851"/>
                <a:gd name="T6" fmla="*/ 492 w 1206"/>
                <a:gd name="T7" fmla="*/ 849 h 851"/>
                <a:gd name="T8" fmla="*/ 436 w 1206"/>
                <a:gd name="T9" fmla="*/ 842 h 851"/>
                <a:gd name="T10" fmla="*/ 404 w 1206"/>
                <a:gd name="T11" fmla="*/ 799 h 851"/>
                <a:gd name="T12" fmla="*/ 410 w 1206"/>
                <a:gd name="T13" fmla="*/ 743 h 851"/>
                <a:gd name="T14" fmla="*/ 453 w 1206"/>
                <a:gd name="T15" fmla="*/ 710 h 851"/>
                <a:gd name="T16" fmla="*/ 1154 w 1206"/>
                <a:gd name="T17" fmla="*/ 661 h 851"/>
                <a:gd name="T18" fmla="*/ 1197 w 1206"/>
                <a:gd name="T19" fmla="*/ 695 h 851"/>
                <a:gd name="T20" fmla="*/ 1204 w 1206"/>
                <a:gd name="T21" fmla="*/ 750 h 851"/>
                <a:gd name="T22" fmla="*/ 1170 w 1206"/>
                <a:gd name="T23" fmla="*/ 793 h 851"/>
                <a:gd name="T24" fmla="*/ 1114 w 1206"/>
                <a:gd name="T25" fmla="*/ 801 h 851"/>
                <a:gd name="T26" fmla="*/ 1071 w 1206"/>
                <a:gd name="T27" fmla="*/ 768 h 851"/>
                <a:gd name="T28" fmla="*/ 1064 w 1206"/>
                <a:gd name="T29" fmla="*/ 712 h 851"/>
                <a:gd name="T30" fmla="*/ 1098 w 1206"/>
                <a:gd name="T31" fmla="*/ 669 h 851"/>
                <a:gd name="T32" fmla="*/ 201 w 1206"/>
                <a:gd name="T33" fmla="*/ 617 h 851"/>
                <a:gd name="T34" fmla="*/ 247 w 1206"/>
                <a:gd name="T35" fmla="*/ 640 h 851"/>
                <a:gd name="T36" fmla="*/ 256 w 1206"/>
                <a:gd name="T37" fmla="*/ 694 h 851"/>
                <a:gd name="T38" fmla="*/ 219 w 1206"/>
                <a:gd name="T39" fmla="*/ 731 h 851"/>
                <a:gd name="T40" fmla="*/ 166 w 1206"/>
                <a:gd name="T41" fmla="*/ 723 h 851"/>
                <a:gd name="T42" fmla="*/ 142 w 1206"/>
                <a:gd name="T43" fmla="*/ 675 h 851"/>
                <a:gd name="T44" fmla="*/ 166 w 1206"/>
                <a:gd name="T45" fmla="*/ 627 h 851"/>
                <a:gd name="T46" fmla="*/ 983 w 1206"/>
                <a:gd name="T47" fmla="*/ 527 h 851"/>
                <a:gd name="T48" fmla="*/ 1031 w 1206"/>
                <a:gd name="T49" fmla="*/ 550 h 851"/>
                <a:gd name="T50" fmla="*/ 1039 w 1206"/>
                <a:gd name="T51" fmla="*/ 603 h 851"/>
                <a:gd name="T52" fmla="*/ 1002 w 1206"/>
                <a:gd name="T53" fmla="*/ 640 h 851"/>
                <a:gd name="T54" fmla="*/ 950 w 1206"/>
                <a:gd name="T55" fmla="*/ 633 h 851"/>
                <a:gd name="T56" fmla="*/ 925 w 1206"/>
                <a:gd name="T57" fmla="*/ 585 h 851"/>
                <a:gd name="T58" fmla="*/ 950 w 1206"/>
                <a:gd name="T59" fmla="*/ 538 h 851"/>
                <a:gd name="T60" fmla="*/ 0 w 1206"/>
                <a:gd name="T61" fmla="*/ 0 h 851"/>
                <a:gd name="T62" fmla="*/ 914 w 1206"/>
                <a:gd name="T63" fmla="*/ 31 h 851"/>
                <a:gd name="T64" fmla="*/ 879 w 1206"/>
                <a:gd name="T65" fmla="*/ 63 h 851"/>
                <a:gd name="T66" fmla="*/ 835 w 1206"/>
                <a:gd name="T67" fmla="*/ 99 h 851"/>
                <a:gd name="T68" fmla="*/ 793 w 1206"/>
                <a:gd name="T69" fmla="*/ 162 h 851"/>
                <a:gd name="T70" fmla="*/ 746 w 1206"/>
                <a:gd name="T71" fmla="*/ 232 h 851"/>
                <a:gd name="T72" fmla="*/ 694 w 1206"/>
                <a:gd name="T73" fmla="*/ 286 h 851"/>
                <a:gd name="T74" fmla="*/ 627 w 1206"/>
                <a:gd name="T75" fmla="*/ 331 h 851"/>
                <a:gd name="T76" fmla="*/ 540 w 1206"/>
                <a:gd name="T77" fmla="*/ 349 h 851"/>
                <a:gd name="T78" fmla="*/ 439 w 1206"/>
                <a:gd name="T79" fmla="*/ 329 h 851"/>
                <a:gd name="T80" fmla="*/ 312 w 1206"/>
                <a:gd name="T81" fmla="*/ 292 h 851"/>
                <a:gd name="T82" fmla="*/ 217 w 1206"/>
                <a:gd name="T83" fmla="*/ 299 h 851"/>
                <a:gd name="T84" fmla="*/ 142 w 1206"/>
                <a:gd name="T85" fmla="*/ 330 h 851"/>
                <a:gd name="T86" fmla="*/ 102 w 1206"/>
                <a:gd name="T87" fmla="*/ 352 h 851"/>
                <a:gd name="T88" fmla="*/ 79 w 1206"/>
                <a:gd name="T89" fmla="*/ 371 h 851"/>
                <a:gd name="T90" fmla="*/ 53 w 1206"/>
                <a:gd name="T91" fmla="*/ 393 h 851"/>
                <a:gd name="T92" fmla="*/ 0 w 1206"/>
                <a:gd name="T93" fmla="*/ 427 h 8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06" h="851">
                  <a:moveTo>
                    <a:pt x="473" y="707"/>
                  </a:moveTo>
                  <a:lnTo>
                    <a:pt x="492" y="710"/>
                  </a:lnTo>
                  <a:lnTo>
                    <a:pt x="509" y="717"/>
                  </a:lnTo>
                  <a:lnTo>
                    <a:pt x="524" y="728"/>
                  </a:lnTo>
                  <a:lnTo>
                    <a:pt x="536" y="743"/>
                  </a:lnTo>
                  <a:lnTo>
                    <a:pt x="543" y="760"/>
                  </a:lnTo>
                  <a:lnTo>
                    <a:pt x="545" y="780"/>
                  </a:lnTo>
                  <a:lnTo>
                    <a:pt x="543" y="799"/>
                  </a:lnTo>
                  <a:lnTo>
                    <a:pt x="536" y="816"/>
                  </a:lnTo>
                  <a:lnTo>
                    <a:pt x="524" y="830"/>
                  </a:lnTo>
                  <a:lnTo>
                    <a:pt x="509" y="842"/>
                  </a:lnTo>
                  <a:lnTo>
                    <a:pt x="492" y="849"/>
                  </a:lnTo>
                  <a:lnTo>
                    <a:pt x="473" y="851"/>
                  </a:lnTo>
                  <a:lnTo>
                    <a:pt x="453" y="849"/>
                  </a:lnTo>
                  <a:lnTo>
                    <a:pt x="436" y="842"/>
                  </a:lnTo>
                  <a:lnTo>
                    <a:pt x="421" y="830"/>
                  </a:lnTo>
                  <a:lnTo>
                    <a:pt x="410" y="816"/>
                  </a:lnTo>
                  <a:lnTo>
                    <a:pt x="404" y="799"/>
                  </a:lnTo>
                  <a:lnTo>
                    <a:pt x="400" y="780"/>
                  </a:lnTo>
                  <a:lnTo>
                    <a:pt x="404" y="760"/>
                  </a:lnTo>
                  <a:lnTo>
                    <a:pt x="410" y="743"/>
                  </a:lnTo>
                  <a:lnTo>
                    <a:pt x="421" y="728"/>
                  </a:lnTo>
                  <a:lnTo>
                    <a:pt x="436" y="717"/>
                  </a:lnTo>
                  <a:lnTo>
                    <a:pt x="453" y="710"/>
                  </a:lnTo>
                  <a:lnTo>
                    <a:pt x="473" y="707"/>
                  </a:lnTo>
                  <a:close/>
                  <a:moveTo>
                    <a:pt x="1135" y="659"/>
                  </a:moveTo>
                  <a:lnTo>
                    <a:pt x="1154" y="661"/>
                  </a:lnTo>
                  <a:lnTo>
                    <a:pt x="1170" y="669"/>
                  </a:lnTo>
                  <a:lnTo>
                    <a:pt x="1185" y="680"/>
                  </a:lnTo>
                  <a:lnTo>
                    <a:pt x="1197" y="695"/>
                  </a:lnTo>
                  <a:lnTo>
                    <a:pt x="1204" y="712"/>
                  </a:lnTo>
                  <a:lnTo>
                    <a:pt x="1206" y="731"/>
                  </a:lnTo>
                  <a:lnTo>
                    <a:pt x="1204" y="750"/>
                  </a:lnTo>
                  <a:lnTo>
                    <a:pt x="1197" y="768"/>
                  </a:lnTo>
                  <a:lnTo>
                    <a:pt x="1185" y="783"/>
                  </a:lnTo>
                  <a:lnTo>
                    <a:pt x="1170" y="793"/>
                  </a:lnTo>
                  <a:lnTo>
                    <a:pt x="1154" y="801"/>
                  </a:lnTo>
                  <a:lnTo>
                    <a:pt x="1135" y="804"/>
                  </a:lnTo>
                  <a:lnTo>
                    <a:pt x="1114" y="801"/>
                  </a:lnTo>
                  <a:lnTo>
                    <a:pt x="1098" y="793"/>
                  </a:lnTo>
                  <a:lnTo>
                    <a:pt x="1083" y="783"/>
                  </a:lnTo>
                  <a:lnTo>
                    <a:pt x="1071" y="768"/>
                  </a:lnTo>
                  <a:lnTo>
                    <a:pt x="1064" y="750"/>
                  </a:lnTo>
                  <a:lnTo>
                    <a:pt x="1062" y="731"/>
                  </a:lnTo>
                  <a:lnTo>
                    <a:pt x="1064" y="712"/>
                  </a:lnTo>
                  <a:lnTo>
                    <a:pt x="1071" y="695"/>
                  </a:lnTo>
                  <a:lnTo>
                    <a:pt x="1083" y="680"/>
                  </a:lnTo>
                  <a:lnTo>
                    <a:pt x="1098" y="669"/>
                  </a:lnTo>
                  <a:lnTo>
                    <a:pt x="1114" y="661"/>
                  </a:lnTo>
                  <a:lnTo>
                    <a:pt x="1135" y="659"/>
                  </a:lnTo>
                  <a:close/>
                  <a:moveTo>
                    <a:pt x="201" y="617"/>
                  </a:moveTo>
                  <a:lnTo>
                    <a:pt x="219" y="620"/>
                  </a:lnTo>
                  <a:lnTo>
                    <a:pt x="235" y="627"/>
                  </a:lnTo>
                  <a:lnTo>
                    <a:pt x="247" y="640"/>
                  </a:lnTo>
                  <a:lnTo>
                    <a:pt x="256" y="657"/>
                  </a:lnTo>
                  <a:lnTo>
                    <a:pt x="259" y="675"/>
                  </a:lnTo>
                  <a:lnTo>
                    <a:pt x="256" y="694"/>
                  </a:lnTo>
                  <a:lnTo>
                    <a:pt x="247" y="710"/>
                  </a:lnTo>
                  <a:lnTo>
                    <a:pt x="235" y="723"/>
                  </a:lnTo>
                  <a:lnTo>
                    <a:pt x="219" y="731"/>
                  </a:lnTo>
                  <a:lnTo>
                    <a:pt x="201" y="734"/>
                  </a:lnTo>
                  <a:lnTo>
                    <a:pt x="182" y="731"/>
                  </a:lnTo>
                  <a:lnTo>
                    <a:pt x="166" y="723"/>
                  </a:lnTo>
                  <a:lnTo>
                    <a:pt x="153" y="710"/>
                  </a:lnTo>
                  <a:lnTo>
                    <a:pt x="145" y="694"/>
                  </a:lnTo>
                  <a:lnTo>
                    <a:pt x="142" y="675"/>
                  </a:lnTo>
                  <a:lnTo>
                    <a:pt x="145" y="657"/>
                  </a:lnTo>
                  <a:lnTo>
                    <a:pt x="153" y="640"/>
                  </a:lnTo>
                  <a:lnTo>
                    <a:pt x="166" y="627"/>
                  </a:lnTo>
                  <a:lnTo>
                    <a:pt x="182" y="620"/>
                  </a:lnTo>
                  <a:lnTo>
                    <a:pt x="201" y="617"/>
                  </a:lnTo>
                  <a:close/>
                  <a:moveTo>
                    <a:pt x="983" y="527"/>
                  </a:moveTo>
                  <a:lnTo>
                    <a:pt x="1002" y="529"/>
                  </a:lnTo>
                  <a:lnTo>
                    <a:pt x="1018" y="538"/>
                  </a:lnTo>
                  <a:lnTo>
                    <a:pt x="1031" y="550"/>
                  </a:lnTo>
                  <a:lnTo>
                    <a:pt x="1039" y="566"/>
                  </a:lnTo>
                  <a:lnTo>
                    <a:pt x="1043" y="585"/>
                  </a:lnTo>
                  <a:lnTo>
                    <a:pt x="1039" y="603"/>
                  </a:lnTo>
                  <a:lnTo>
                    <a:pt x="1031" y="620"/>
                  </a:lnTo>
                  <a:lnTo>
                    <a:pt x="1018" y="633"/>
                  </a:lnTo>
                  <a:lnTo>
                    <a:pt x="1002" y="640"/>
                  </a:lnTo>
                  <a:lnTo>
                    <a:pt x="983" y="643"/>
                  </a:lnTo>
                  <a:lnTo>
                    <a:pt x="966" y="640"/>
                  </a:lnTo>
                  <a:lnTo>
                    <a:pt x="950" y="633"/>
                  </a:lnTo>
                  <a:lnTo>
                    <a:pt x="937" y="620"/>
                  </a:lnTo>
                  <a:lnTo>
                    <a:pt x="929" y="603"/>
                  </a:lnTo>
                  <a:lnTo>
                    <a:pt x="925" y="585"/>
                  </a:lnTo>
                  <a:lnTo>
                    <a:pt x="929" y="566"/>
                  </a:lnTo>
                  <a:lnTo>
                    <a:pt x="937" y="550"/>
                  </a:lnTo>
                  <a:lnTo>
                    <a:pt x="950" y="538"/>
                  </a:lnTo>
                  <a:lnTo>
                    <a:pt x="966" y="529"/>
                  </a:lnTo>
                  <a:lnTo>
                    <a:pt x="983" y="527"/>
                  </a:lnTo>
                  <a:close/>
                  <a:moveTo>
                    <a:pt x="0" y="0"/>
                  </a:moveTo>
                  <a:lnTo>
                    <a:pt x="942" y="0"/>
                  </a:lnTo>
                  <a:lnTo>
                    <a:pt x="927" y="16"/>
                  </a:lnTo>
                  <a:lnTo>
                    <a:pt x="914" y="31"/>
                  </a:lnTo>
                  <a:lnTo>
                    <a:pt x="901" y="43"/>
                  </a:lnTo>
                  <a:lnTo>
                    <a:pt x="889" y="55"/>
                  </a:lnTo>
                  <a:lnTo>
                    <a:pt x="879" y="63"/>
                  </a:lnTo>
                  <a:lnTo>
                    <a:pt x="871" y="69"/>
                  </a:lnTo>
                  <a:lnTo>
                    <a:pt x="851" y="83"/>
                  </a:lnTo>
                  <a:lnTo>
                    <a:pt x="835" y="99"/>
                  </a:lnTo>
                  <a:lnTo>
                    <a:pt x="820" y="118"/>
                  </a:lnTo>
                  <a:lnTo>
                    <a:pt x="806" y="138"/>
                  </a:lnTo>
                  <a:lnTo>
                    <a:pt x="793" y="162"/>
                  </a:lnTo>
                  <a:lnTo>
                    <a:pt x="779" y="185"/>
                  </a:lnTo>
                  <a:lnTo>
                    <a:pt x="764" y="209"/>
                  </a:lnTo>
                  <a:lnTo>
                    <a:pt x="746" y="232"/>
                  </a:lnTo>
                  <a:lnTo>
                    <a:pt x="730" y="250"/>
                  </a:lnTo>
                  <a:lnTo>
                    <a:pt x="713" y="268"/>
                  </a:lnTo>
                  <a:lnTo>
                    <a:pt x="694" y="286"/>
                  </a:lnTo>
                  <a:lnTo>
                    <a:pt x="674" y="303"/>
                  </a:lnTo>
                  <a:lnTo>
                    <a:pt x="652" y="318"/>
                  </a:lnTo>
                  <a:lnTo>
                    <a:pt x="627" y="331"/>
                  </a:lnTo>
                  <a:lnTo>
                    <a:pt x="600" y="340"/>
                  </a:lnTo>
                  <a:lnTo>
                    <a:pt x="571" y="346"/>
                  </a:lnTo>
                  <a:lnTo>
                    <a:pt x="540" y="349"/>
                  </a:lnTo>
                  <a:lnTo>
                    <a:pt x="508" y="346"/>
                  </a:lnTo>
                  <a:lnTo>
                    <a:pt x="475" y="340"/>
                  </a:lnTo>
                  <a:lnTo>
                    <a:pt x="439" y="329"/>
                  </a:lnTo>
                  <a:lnTo>
                    <a:pt x="394" y="313"/>
                  </a:lnTo>
                  <a:lnTo>
                    <a:pt x="351" y="300"/>
                  </a:lnTo>
                  <a:lnTo>
                    <a:pt x="312" y="292"/>
                  </a:lnTo>
                  <a:lnTo>
                    <a:pt x="274" y="288"/>
                  </a:lnTo>
                  <a:lnTo>
                    <a:pt x="244" y="292"/>
                  </a:lnTo>
                  <a:lnTo>
                    <a:pt x="217" y="299"/>
                  </a:lnTo>
                  <a:lnTo>
                    <a:pt x="186" y="311"/>
                  </a:lnTo>
                  <a:lnTo>
                    <a:pt x="162" y="321"/>
                  </a:lnTo>
                  <a:lnTo>
                    <a:pt x="142" y="330"/>
                  </a:lnTo>
                  <a:lnTo>
                    <a:pt x="126" y="338"/>
                  </a:lnTo>
                  <a:lnTo>
                    <a:pt x="113" y="344"/>
                  </a:lnTo>
                  <a:lnTo>
                    <a:pt x="102" y="352"/>
                  </a:lnTo>
                  <a:lnTo>
                    <a:pt x="94" y="358"/>
                  </a:lnTo>
                  <a:lnTo>
                    <a:pt x="87" y="364"/>
                  </a:lnTo>
                  <a:lnTo>
                    <a:pt x="79" y="371"/>
                  </a:lnTo>
                  <a:lnTo>
                    <a:pt x="72" y="377"/>
                  </a:lnTo>
                  <a:lnTo>
                    <a:pt x="63" y="385"/>
                  </a:lnTo>
                  <a:lnTo>
                    <a:pt x="53" y="393"/>
                  </a:lnTo>
                  <a:lnTo>
                    <a:pt x="39" y="402"/>
                  </a:lnTo>
                  <a:lnTo>
                    <a:pt x="21" y="414"/>
                  </a:lnTo>
                  <a:lnTo>
                    <a:pt x="0" y="427"/>
                  </a:lnTo>
                  <a:lnTo>
                    <a:pt x="0"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53" name="Freeform 377"/>
            <p:cNvSpPr>
              <a:spLocks/>
            </p:cNvSpPr>
            <p:nvPr/>
          </p:nvSpPr>
          <p:spPr bwMode="auto">
            <a:xfrm>
              <a:off x="1938" y="1944"/>
              <a:ext cx="118" cy="48"/>
            </a:xfrm>
            <a:custGeom>
              <a:avLst/>
              <a:gdLst>
                <a:gd name="T0" fmla="*/ 0 w 830"/>
                <a:gd name="T1" fmla="*/ 0 h 338"/>
                <a:gd name="T2" fmla="*/ 830 w 830"/>
                <a:gd name="T3" fmla="*/ 0 h 338"/>
                <a:gd name="T4" fmla="*/ 805 w 830"/>
                <a:gd name="T5" fmla="*/ 17 h 338"/>
                <a:gd name="T6" fmla="*/ 784 w 830"/>
                <a:gd name="T7" fmla="*/ 36 h 338"/>
                <a:gd name="T8" fmla="*/ 766 w 830"/>
                <a:gd name="T9" fmla="*/ 57 h 338"/>
                <a:gd name="T10" fmla="*/ 751 w 830"/>
                <a:gd name="T11" fmla="*/ 78 h 338"/>
                <a:gd name="T12" fmla="*/ 736 w 830"/>
                <a:gd name="T13" fmla="*/ 99 h 338"/>
                <a:gd name="T14" fmla="*/ 724 w 830"/>
                <a:gd name="T15" fmla="*/ 120 h 338"/>
                <a:gd name="T16" fmla="*/ 711 w 830"/>
                <a:gd name="T17" fmla="*/ 142 h 338"/>
                <a:gd name="T18" fmla="*/ 698 w 830"/>
                <a:gd name="T19" fmla="*/ 163 h 338"/>
                <a:gd name="T20" fmla="*/ 683 w 830"/>
                <a:gd name="T21" fmla="*/ 182 h 338"/>
                <a:gd name="T22" fmla="*/ 662 w 830"/>
                <a:gd name="T23" fmla="*/ 206 h 338"/>
                <a:gd name="T24" fmla="*/ 641 w 830"/>
                <a:gd name="T25" fmla="*/ 227 h 338"/>
                <a:gd name="T26" fmla="*/ 620 w 830"/>
                <a:gd name="T27" fmla="*/ 243 h 338"/>
                <a:gd name="T28" fmla="*/ 598 w 830"/>
                <a:gd name="T29" fmla="*/ 256 h 338"/>
                <a:gd name="T30" fmla="*/ 575 w 830"/>
                <a:gd name="T31" fmla="*/ 264 h 338"/>
                <a:gd name="T32" fmla="*/ 551 w 830"/>
                <a:gd name="T33" fmla="*/ 267 h 338"/>
                <a:gd name="T34" fmla="*/ 525 w 830"/>
                <a:gd name="T35" fmla="*/ 267 h 338"/>
                <a:gd name="T36" fmla="*/ 498 w 830"/>
                <a:gd name="T37" fmla="*/ 263 h 338"/>
                <a:gd name="T38" fmla="*/ 467 w 830"/>
                <a:gd name="T39" fmla="*/ 254 h 338"/>
                <a:gd name="T40" fmla="*/ 426 w 830"/>
                <a:gd name="T41" fmla="*/ 240 h 338"/>
                <a:gd name="T42" fmla="*/ 386 w 830"/>
                <a:gd name="T43" fmla="*/ 227 h 338"/>
                <a:gd name="T44" fmla="*/ 345 w 830"/>
                <a:gd name="T45" fmla="*/ 217 h 338"/>
                <a:gd name="T46" fmla="*/ 305 w 830"/>
                <a:gd name="T47" fmla="*/ 210 h 338"/>
                <a:gd name="T48" fmla="*/ 266 w 830"/>
                <a:gd name="T49" fmla="*/ 209 h 338"/>
                <a:gd name="T50" fmla="*/ 227 w 830"/>
                <a:gd name="T51" fmla="*/ 213 h 338"/>
                <a:gd name="T52" fmla="*/ 188 w 830"/>
                <a:gd name="T53" fmla="*/ 224 h 338"/>
                <a:gd name="T54" fmla="*/ 167 w 830"/>
                <a:gd name="T55" fmla="*/ 232 h 338"/>
                <a:gd name="T56" fmla="*/ 142 w 830"/>
                <a:gd name="T57" fmla="*/ 243 h 338"/>
                <a:gd name="T58" fmla="*/ 114 w 830"/>
                <a:gd name="T59" fmla="*/ 255 h 338"/>
                <a:gd name="T60" fmla="*/ 88 w 830"/>
                <a:gd name="T61" fmla="*/ 268 h 338"/>
                <a:gd name="T62" fmla="*/ 61 w 830"/>
                <a:gd name="T63" fmla="*/ 284 h 338"/>
                <a:gd name="T64" fmla="*/ 37 w 830"/>
                <a:gd name="T65" fmla="*/ 300 h 338"/>
                <a:gd name="T66" fmla="*/ 16 w 830"/>
                <a:gd name="T67" fmla="*/ 319 h 338"/>
                <a:gd name="T68" fmla="*/ 0 w 830"/>
                <a:gd name="T69" fmla="*/ 338 h 338"/>
                <a:gd name="T70" fmla="*/ 0 w 830"/>
                <a:gd name="T71" fmla="*/ 0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30" h="338">
                  <a:moveTo>
                    <a:pt x="0" y="0"/>
                  </a:moveTo>
                  <a:lnTo>
                    <a:pt x="830" y="0"/>
                  </a:lnTo>
                  <a:lnTo>
                    <a:pt x="805" y="17"/>
                  </a:lnTo>
                  <a:lnTo>
                    <a:pt x="784" y="36"/>
                  </a:lnTo>
                  <a:lnTo>
                    <a:pt x="766" y="57"/>
                  </a:lnTo>
                  <a:lnTo>
                    <a:pt x="751" y="78"/>
                  </a:lnTo>
                  <a:lnTo>
                    <a:pt x="736" y="99"/>
                  </a:lnTo>
                  <a:lnTo>
                    <a:pt x="724" y="120"/>
                  </a:lnTo>
                  <a:lnTo>
                    <a:pt x="711" y="142"/>
                  </a:lnTo>
                  <a:lnTo>
                    <a:pt x="698" y="163"/>
                  </a:lnTo>
                  <a:lnTo>
                    <a:pt x="683" y="182"/>
                  </a:lnTo>
                  <a:lnTo>
                    <a:pt x="662" y="206"/>
                  </a:lnTo>
                  <a:lnTo>
                    <a:pt x="641" y="227"/>
                  </a:lnTo>
                  <a:lnTo>
                    <a:pt x="620" y="243"/>
                  </a:lnTo>
                  <a:lnTo>
                    <a:pt x="598" y="256"/>
                  </a:lnTo>
                  <a:lnTo>
                    <a:pt x="575" y="264"/>
                  </a:lnTo>
                  <a:lnTo>
                    <a:pt x="551" y="267"/>
                  </a:lnTo>
                  <a:lnTo>
                    <a:pt x="525" y="267"/>
                  </a:lnTo>
                  <a:lnTo>
                    <a:pt x="498" y="263"/>
                  </a:lnTo>
                  <a:lnTo>
                    <a:pt x="467" y="254"/>
                  </a:lnTo>
                  <a:lnTo>
                    <a:pt x="426" y="240"/>
                  </a:lnTo>
                  <a:lnTo>
                    <a:pt x="386" y="227"/>
                  </a:lnTo>
                  <a:lnTo>
                    <a:pt x="345" y="217"/>
                  </a:lnTo>
                  <a:lnTo>
                    <a:pt x="305" y="210"/>
                  </a:lnTo>
                  <a:lnTo>
                    <a:pt x="266" y="209"/>
                  </a:lnTo>
                  <a:lnTo>
                    <a:pt x="227" y="213"/>
                  </a:lnTo>
                  <a:lnTo>
                    <a:pt x="188" y="224"/>
                  </a:lnTo>
                  <a:lnTo>
                    <a:pt x="167" y="232"/>
                  </a:lnTo>
                  <a:lnTo>
                    <a:pt x="142" y="243"/>
                  </a:lnTo>
                  <a:lnTo>
                    <a:pt x="114" y="255"/>
                  </a:lnTo>
                  <a:lnTo>
                    <a:pt x="88" y="268"/>
                  </a:lnTo>
                  <a:lnTo>
                    <a:pt x="61" y="284"/>
                  </a:lnTo>
                  <a:lnTo>
                    <a:pt x="37" y="300"/>
                  </a:lnTo>
                  <a:lnTo>
                    <a:pt x="16" y="319"/>
                  </a:lnTo>
                  <a:lnTo>
                    <a:pt x="0" y="338"/>
                  </a:lnTo>
                  <a:lnTo>
                    <a:pt x="0" y="0"/>
                  </a:lnTo>
                  <a:close/>
                </a:path>
              </a:pathLst>
            </a:custGeom>
            <a:solidFill>
              <a:srgbClr val="94E6E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54" name="Freeform 378"/>
            <p:cNvSpPr>
              <a:spLocks/>
            </p:cNvSpPr>
            <p:nvPr/>
          </p:nvSpPr>
          <p:spPr bwMode="auto">
            <a:xfrm>
              <a:off x="1938" y="1944"/>
              <a:ext cx="208" cy="136"/>
            </a:xfrm>
            <a:custGeom>
              <a:avLst/>
              <a:gdLst>
                <a:gd name="T0" fmla="*/ 1060 w 1462"/>
                <a:gd name="T1" fmla="*/ 0 h 956"/>
                <a:gd name="T2" fmla="*/ 1068 w 1462"/>
                <a:gd name="T3" fmla="*/ 109 h 956"/>
                <a:gd name="T4" fmla="*/ 1091 w 1462"/>
                <a:gd name="T5" fmla="*/ 214 h 956"/>
                <a:gd name="T6" fmla="*/ 1193 w 1462"/>
                <a:gd name="T7" fmla="*/ 182 h 956"/>
                <a:gd name="T8" fmla="*/ 1300 w 1462"/>
                <a:gd name="T9" fmla="*/ 165 h 956"/>
                <a:gd name="T10" fmla="*/ 1409 w 1462"/>
                <a:gd name="T11" fmla="*/ 165 h 956"/>
                <a:gd name="T12" fmla="*/ 1462 w 1462"/>
                <a:gd name="T13" fmla="*/ 256 h 956"/>
                <a:gd name="T14" fmla="*/ 1356 w 1462"/>
                <a:gd name="T15" fmla="*/ 246 h 956"/>
                <a:gd name="T16" fmla="*/ 1234 w 1462"/>
                <a:gd name="T17" fmla="*/ 258 h 956"/>
                <a:gd name="T18" fmla="*/ 1120 w 1462"/>
                <a:gd name="T19" fmla="*/ 293 h 956"/>
                <a:gd name="T20" fmla="*/ 1180 w 1462"/>
                <a:gd name="T21" fmla="*/ 412 h 956"/>
                <a:gd name="T22" fmla="*/ 1259 w 1462"/>
                <a:gd name="T23" fmla="*/ 518 h 956"/>
                <a:gd name="T24" fmla="*/ 1353 w 1462"/>
                <a:gd name="T25" fmla="*/ 611 h 956"/>
                <a:gd name="T26" fmla="*/ 1462 w 1462"/>
                <a:gd name="T27" fmla="*/ 687 h 956"/>
                <a:gd name="T28" fmla="*/ 1401 w 1462"/>
                <a:gd name="T29" fmla="*/ 747 h 956"/>
                <a:gd name="T30" fmla="*/ 1289 w 1462"/>
                <a:gd name="T31" fmla="*/ 664 h 956"/>
                <a:gd name="T32" fmla="*/ 1191 w 1462"/>
                <a:gd name="T33" fmla="*/ 566 h 956"/>
                <a:gd name="T34" fmla="*/ 1108 w 1462"/>
                <a:gd name="T35" fmla="*/ 454 h 956"/>
                <a:gd name="T36" fmla="*/ 1045 w 1462"/>
                <a:gd name="T37" fmla="*/ 330 h 956"/>
                <a:gd name="T38" fmla="*/ 946 w 1462"/>
                <a:gd name="T39" fmla="*/ 398 h 956"/>
                <a:gd name="T40" fmla="*/ 864 w 1462"/>
                <a:gd name="T41" fmla="*/ 484 h 956"/>
                <a:gd name="T42" fmla="*/ 800 w 1462"/>
                <a:gd name="T43" fmla="*/ 583 h 956"/>
                <a:gd name="T44" fmla="*/ 823 w 1462"/>
                <a:gd name="T45" fmla="*/ 682 h 956"/>
                <a:gd name="T46" fmla="*/ 911 w 1462"/>
                <a:gd name="T47" fmla="*/ 783 h 956"/>
                <a:gd name="T48" fmla="*/ 983 w 1462"/>
                <a:gd name="T49" fmla="*/ 896 h 956"/>
                <a:gd name="T50" fmla="*/ 920 w 1462"/>
                <a:gd name="T51" fmla="*/ 956 h 956"/>
                <a:gd name="T52" fmla="*/ 848 w 1462"/>
                <a:gd name="T53" fmla="*/ 840 h 956"/>
                <a:gd name="T54" fmla="*/ 760 w 1462"/>
                <a:gd name="T55" fmla="*/ 737 h 956"/>
                <a:gd name="T56" fmla="*/ 654 w 1462"/>
                <a:gd name="T57" fmla="*/ 651 h 956"/>
                <a:gd name="T58" fmla="*/ 536 w 1462"/>
                <a:gd name="T59" fmla="*/ 583 h 956"/>
                <a:gd name="T60" fmla="*/ 405 w 1462"/>
                <a:gd name="T61" fmla="*/ 536 h 956"/>
                <a:gd name="T62" fmla="*/ 265 w 1462"/>
                <a:gd name="T63" fmla="*/ 510 h 956"/>
                <a:gd name="T64" fmla="*/ 127 w 1462"/>
                <a:gd name="T65" fmla="*/ 510 h 956"/>
                <a:gd name="T66" fmla="*/ 0 w 1462"/>
                <a:gd name="T67" fmla="*/ 531 h 956"/>
                <a:gd name="T68" fmla="*/ 63 w 1462"/>
                <a:gd name="T69" fmla="*/ 433 h 956"/>
                <a:gd name="T70" fmla="*/ 193 w 1462"/>
                <a:gd name="T71" fmla="*/ 424 h 956"/>
                <a:gd name="T72" fmla="*/ 333 w 1462"/>
                <a:gd name="T73" fmla="*/ 435 h 956"/>
                <a:gd name="T74" fmla="*/ 467 w 1462"/>
                <a:gd name="T75" fmla="*/ 467 h 956"/>
                <a:gd name="T76" fmla="*/ 592 w 1462"/>
                <a:gd name="T77" fmla="*/ 518 h 956"/>
                <a:gd name="T78" fmla="*/ 707 w 1462"/>
                <a:gd name="T79" fmla="*/ 585 h 956"/>
                <a:gd name="T80" fmla="*/ 763 w 1462"/>
                <a:gd name="T81" fmla="*/ 484 h 956"/>
                <a:gd name="T82" fmla="*/ 833 w 1462"/>
                <a:gd name="T83" fmla="*/ 393 h 956"/>
                <a:gd name="T84" fmla="*/ 918 w 1462"/>
                <a:gd name="T85" fmla="*/ 314 h 956"/>
                <a:gd name="T86" fmla="*/ 1015 w 1462"/>
                <a:gd name="T87" fmla="*/ 250 h 956"/>
                <a:gd name="T88" fmla="*/ 987 w 1462"/>
                <a:gd name="T89" fmla="*/ 128 h 956"/>
                <a:gd name="T90" fmla="*/ 975 w 1462"/>
                <a:gd name="T91" fmla="*/ 0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62" h="956">
                  <a:moveTo>
                    <a:pt x="975" y="0"/>
                  </a:moveTo>
                  <a:lnTo>
                    <a:pt x="1060" y="0"/>
                  </a:lnTo>
                  <a:lnTo>
                    <a:pt x="1062" y="55"/>
                  </a:lnTo>
                  <a:lnTo>
                    <a:pt x="1068" y="109"/>
                  </a:lnTo>
                  <a:lnTo>
                    <a:pt x="1079" y="163"/>
                  </a:lnTo>
                  <a:lnTo>
                    <a:pt x="1091" y="214"/>
                  </a:lnTo>
                  <a:lnTo>
                    <a:pt x="1141" y="195"/>
                  </a:lnTo>
                  <a:lnTo>
                    <a:pt x="1193" y="182"/>
                  </a:lnTo>
                  <a:lnTo>
                    <a:pt x="1247" y="171"/>
                  </a:lnTo>
                  <a:lnTo>
                    <a:pt x="1300" y="165"/>
                  </a:lnTo>
                  <a:lnTo>
                    <a:pt x="1356" y="163"/>
                  </a:lnTo>
                  <a:lnTo>
                    <a:pt x="1409" y="165"/>
                  </a:lnTo>
                  <a:lnTo>
                    <a:pt x="1462" y="172"/>
                  </a:lnTo>
                  <a:lnTo>
                    <a:pt x="1462" y="256"/>
                  </a:lnTo>
                  <a:lnTo>
                    <a:pt x="1409" y="248"/>
                  </a:lnTo>
                  <a:lnTo>
                    <a:pt x="1356" y="246"/>
                  </a:lnTo>
                  <a:lnTo>
                    <a:pt x="1294" y="249"/>
                  </a:lnTo>
                  <a:lnTo>
                    <a:pt x="1234" y="258"/>
                  </a:lnTo>
                  <a:lnTo>
                    <a:pt x="1176" y="273"/>
                  </a:lnTo>
                  <a:lnTo>
                    <a:pt x="1120" y="293"/>
                  </a:lnTo>
                  <a:lnTo>
                    <a:pt x="1147" y="354"/>
                  </a:lnTo>
                  <a:lnTo>
                    <a:pt x="1180" y="412"/>
                  </a:lnTo>
                  <a:lnTo>
                    <a:pt x="1217" y="466"/>
                  </a:lnTo>
                  <a:lnTo>
                    <a:pt x="1259" y="518"/>
                  </a:lnTo>
                  <a:lnTo>
                    <a:pt x="1305" y="566"/>
                  </a:lnTo>
                  <a:lnTo>
                    <a:pt x="1353" y="611"/>
                  </a:lnTo>
                  <a:lnTo>
                    <a:pt x="1406" y="651"/>
                  </a:lnTo>
                  <a:lnTo>
                    <a:pt x="1462" y="687"/>
                  </a:lnTo>
                  <a:lnTo>
                    <a:pt x="1462" y="782"/>
                  </a:lnTo>
                  <a:lnTo>
                    <a:pt x="1401" y="747"/>
                  </a:lnTo>
                  <a:lnTo>
                    <a:pt x="1344" y="708"/>
                  </a:lnTo>
                  <a:lnTo>
                    <a:pt x="1289" y="664"/>
                  </a:lnTo>
                  <a:lnTo>
                    <a:pt x="1238" y="618"/>
                  </a:lnTo>
                  <a:lnTo>
                    <a:pt x="1191" y="566"/>
                  </a:lnTo>
                  <a:lnTo>
                    <a:pt x="1147" y="512"/>
                  </a:lnTo>
                  <a:lnTo>
                    <a:pt x="1108" y="454"/>
                  </a:lnTo>
                  <a:lnTo>
                    <a:pt x="1074" y="393"/>
                  </a:lnTo>
                  <a:lnTo>
                    <a:pt x="1045" y="330"/>
                  </a:lnTo>
                  <a:lnTo>
                    <a:pt x="994" y="361"/>
                  </a:lnTo>
                  <a:lnTo>
                    <a:pt x="946" y="398"/>
                  </a:lnTo>
                  <a:lnTo>
                    <a:pt x="904" y="439"/>
                  </a:lnTo>
                  <a:lnTo>
                    <a:pt x="864" y="484"/>
                  </a:lnTo>
                  <a:lnTo>
                    <a:pt x="829" y="531"/>
                  </a:lnTo>
                  <a:lnTo>
                    <a:pt x="800" y="583"/>
                  </a:lnTo>
                  <a:lnTo>
                    <a:pt x="774" y="638"/>
                  </a:lnTo>
                  <a:lnTo>
                    <a:pt x="823" y="682"/>
                  </a:lnTo>
                  <a:lnTo>
                    <a:pt x="869" y="731"/>
                  </a:lnTo>
                  <a:lnTo>
                    <a:pt x="911" y="783"/>
                  </a:lnTo>
                  <a:lnTo>
                    <a:pt x="950" y="838"/>
                  </a:lnTo>
                  <a:lnTo>
                    <a:pt x="983" y="896"/>
                  </a:lnTo>
                  <a:lnTo>
                    <a:pt x="1013" y="956"/>
                  </a:lnTo>
                  <a:lnTo>
                    <a:pt x="920" y="956"/>
                  </a:lnTo>
                  <a:lnTo>
                    <a:pt x="887" y="896"/>
                  </a:lnTo>
                  <a:lnTo>
                    <a:pt x="848" y="840"/>
                  </a:lnTo>
                  <a:lnTo>
                    <a:pt x="806" y="786"/>
                  </a:lnTo>
                  <a:lnTo>
                    <a:pt x="760" y="737"/>
                  </a:lnTo>
                  <a:lnTo>
                    <a:pt x="709" y="692"/>
                  </a:lnTo>
                  <a:lnTo>
                    <a:pt x="654" y="651"/>
                  </a:lnTo>
                  <a:lnTo>
                    <a:pt x="596" y="615"/>
                  </a:lnTo>
                  <a:lnTo>
                    <a:pt x="536" y="583"/>
                  </a:lnTo>
                  <a:lnTo>
                    <a:pt x="471" y="557"/>
                  </a:lnTo>
                  <a:lnTo>
                    <a:pt x="405" y="536"/>
                  </a:lnTo>
                  <a:lnTo>
                    <a:pt x="336" y="520"/>
                  </a:lnTo>
                  <a:lnTo>
                    <a:pt x="265" y="510"/>
                  </a:lnTo>
                  <a:lnTo>
                    <a:pt x="193" y="507"/>
                  </a:lnTo>
                  <a:lnTo>
                    <a:pt x="127" y="510"/>
                  </a:lnTo>
                  <a:lnTo>
                    <a:pt x="62" y="519"/>
                  </a:lnTo>
                  <a:lnTo>
                    <a:pt x="0" y="531"/>
                  </a:lnTo>
                  <a:lnTo>
                    <a:pt x="0" y="445"/>
                  </a:lnTo>
                  <a:lnTo>
                    <a:pt x="63" y="433"/>
                  </a:lnTo>
                  <a:lnTo>
                    <a:pt x="128" y="427"/>
                  </a:lnTo>
                  <a:lnTo>
                    <a:pt x="193" y="424"/>
                  </a:lnTo>
                  <a:lnTo>
                    <a:pt x="264" y="427"/>
                  </a:lnTo>
                  <a:lnTo>
                    <a:pt x="333" y="435"/>
                  </a:lnTo>
                  <a:lnTo>
                    <a:pt x="400" y="448"/>
                  </a:lnTo>
                  <a:lnTo>
                    <a:pt x="467" y="467"/>
                  </a:lnTo>
                  <a:lnTo>
                    <a:pt x="530" y="489"/>
                  </a:lnTo>
                  <a:lnTo>
                    <a:pt x="592" y="518"/>
                  </a:lnTo>
                  <a:lnTo>
                    <a:pt x="651" y="549"/>
                  </a:lnTo>
                  <a:lnTo>
                    <a:pt x="707" y="585"/>
                  </a:lnTo>
                  <a:lnTo>
                    <a:pt x="732" y="533"/>
                  </a:lnTo>
                  <a:lnTo>
                    <a:pt x="763" y="484"/>
                  </a:lnTo>
                  <a:lnTo>
                    <a:pt x="796" y="436"/>
                  </a:lnTo>
                  <a:lnTo>
                    <a:pt x="833" y="393"/>
                  </a:lnTo>
                  <a:lnTo>
                    <a:pt x="875" y="352"/>
                  </a:lnTo>
                  <a:lnTo>
                    <a:pt x="918" y="314"/>
                  </a:lnTo>
                  <a:lnTo>
                    <a:pt x="966" y="280"/>
                  </a:lnTo>
                  <a:lnTo>
                    <a:pt x="1015" y="250"/>
                  </a:lnTo>
                  <a:lnTo>
                    <a:pt x="998" y="190"/>
                  </a:lnTo>
                  <a:lnTo>
                    <a:pt x="987" y="128"/>
                  </a:lnTo>
                  <a:lnTo>
                    <a:pt x="979" y="64"/>
                  </a:lnTo>
                  <a:lnTo>
                    <a:pt x="97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985" name="Group 984"/>
          <p:cNvGrpSpPr>
            <a:grpSpLocks noChangeAspect="1"/>
          </p:cNvGrpSpPr>
          <p:nvPr/>
        </p:nvGrpSpPr>
        <p:grpSpPr>
          <a:xfrm>
            <a:off x="3811189" y="2510665"/>
            <a:ext cx="542728" cy="411480"/>
            <a:chOff x="4041648" y="2971800"/>
            <a:chExt cx="542728" cy="411480"/>
          </a:xfrm>
        </p:grpSpPr>
        <p:sp useBgFill="1">
          <p:nvSpPr>
            <p:cNvPr id="958" name="Freeform 383"/>
            <p:cNvSpPr>
              <a:spLocks/>
            </p:cNvSpPr>
            <p:nvPr/>
          </p:nvSpPr>
          <p:spPr bwMode="auto">
            <a:xfrm>
              <a:off x="4041648" y="2971800"/>
              <a:ext cx="542728" cy="411480"/>
            </a:xfrm>
            <a:custGeom>
              <a:avLst/>
              <a:gdLst>
                <a:gd name="T0" fmla="*/ 112 w 2136"/>
                <a:gd name="T1" fmla="*/ 0 h 1630"/>
                <a:gd name="T2" fmla="*/ 2024 w 2136"/>
                <a:gd name="T3" fmla="*/ 0 h 1630"/>
                <a:gd name="T4" fmla="*/ 2049 w 2136"/>
                <a:gd name="T5" fmla="*/ 2 h 1630"/>
                <a:gd name="T6" fmla="*/ 2074 w 2136"/>
                <a:gd name="T7" fmla="*/ 11 h 1630"/>
                <a:gd name="T8" fmla="*/ 2094 w 2136"/>
                <a:gd name="T9" fmla="*/ 24 h 1630"/>
                <a:gd name="T10" fmla="*/ 2112 w 2136"/>
                <a:gd name="T11" fmla="*/ 41 h 1630"/>
                <a:gd name="T12" fmla="*/ 2124 w 2136"/>
                <a:gd name="T13" fmla="*/ 62 h 1630"/>
                <a:gd name="T14" fmla="*/ 2133 w 2136"/>
                <a:gd name="T15" fmla="*/ 87 h 1630"/>
                <a:gd name="T16" fmla="*/ 2136 w 2136"/>
                <a:gd name="T17" fmla="*/ 112 h 1630"/>
                <a:gd name="T18" fmla="*/ 2136 w 2136"/>
                <a:gd name="T19" fmla="*/ 1518 h 1630"/>
                <a:gd name="T20" fmla="*/ 2133 w 2136"/>
                <a:gd name="T21" fmla="*/ 1543 h 1630"/>
                <a:gd name="T22" fmla="*/ 2124 w 2136"/>
                <a:gd name="T23" fmla="*/ 1568 h 1630"/>
                <a:gd name="T24" fmla="*/ 2112 w 2136"/>
                <a:gd name="T25" fmla="*/ 1588 h 1630"/>
                <a:gd name="T26" fmla="*/ 2094 w 2136"/>
                <a:gd name="T27" fmla="*/ 1606 h 1630"/>
                <a:gd name="T28" fmla="*/ 2074 w 2136"/>
                <a:gd name="T29" fmla="*/ 1618 h 1630"/>
                <a:gd name="T30" fmla="*/ 2049 w 2136"/>
                <a:gd name="T31" fmla="*/ 1627 h 1630"/>
                <a:gd name="T32" fmla="*/ 2024 w 2136"/>
                <a:gd name="T33" fmla="*/ 1630 h 1630"/>
                <a:gd name="T34" fmla="*/ 112 w 2136"/>
                <a:gd name="T35" fmla="*/ 1630 h 1630"/>
                <a:gd name="T36" fmla="*/ 87 w 2136"/>
                <a:gd name="T37" fmla="*/ 1627 h 1630"/>
                <a:gd name="T38" fmla="*/ 62 w 2136"/>
                <a:gd name="T39" fmla="*/ 1618 h 1630"/>
                <a:gd name="T40" fmla="*/ 42 w 2136"/>
                <a:gd name="T41" fmla="*/ 1606 h 1630"/>
                <a:gd name="T42" fmla="*/ 24 w 2136"/>
                <a:gd name="T43" fmla="*/ 1588 h 1630"/>
                <a:gd name="T44" fmla="*/ 12 w 2136"/>
                <a:gd name="T45" fmla="*/ 1568 h 1630"/>
                <a:gd name="T46" fmla="*/ 3 w 2136"/>
                <a:gd name="T47" fmla="*/ 1543 h 1630"/>
                <a:gd name="T48" fmla="*/ 0 w 2136"/>
                <a:gd name="T49" fmla="*/ 1518 h 1630"/>
                <a:gd name="T50" fmla="*/ 0 w 2136"/>
                <a:gd name="T51" fmla="*/ 112 h 1630"/>
                <a:gd name="T52" fmla="*/ 3 w 2136"/>
                <a:gd name="T53" fmla="*/ 87 h 1630"/>
                <a:gd name="T54" fmla="*/ 12 w 2136"/>
                <a:gd name="T55" fmla="*/ 62 h 1630"/>
                <a:gd name="T56" fmla="*/ 24 w 2136"/>
                <a:gd name="T57" fmla="*/ 41 h 1630"/>
                <a:gd name="T58" fmla="*/ 42 w 2136"/>
                <a:gd name="T59" fmla="*/ 24 h 1630"/>
                <a:gd name="T60" fmla="*/ 62 w 2136"/>
                <a:gd name="T61" fmla="*/ 11 h 1630"/>
                <a:gd name="T62" fmla="*/ 87 w 2136"/>
                <a:gd name="T63" fmla="*/ 2 h 1630"/>
                <a:gd name="T64" fmla="*/ 112 w 2136"/>
                <a:gd name="T65"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36" h="1630">
                  <a:moveTo>
                    <a:pt x="112" y="0"/>
                  </a:moveTo>
                  <a:lnTo>
                    <a:pt x="2024" y="0"/>
                  </a:lnTo>
                  <a:lnTo>
                    <a:pt x="2049" y="2"/>
                  </a:lnTo>
                  <a:lnTo>
                    <a:pt x="2074" y="11"/>
                  </a:lnTo>
                  <a:lnTo>
                    <a:pt x="2094" y="24"/>
                  </a:lnTo>
                  <a:lnTo>
                    <a:pt x="2112" y="41"/>
                  </a:lnTo>
                  <a:lnTo>
                    <a:pt x="2124" y="62"/>
                  </a:lnTo>
                  <a:lnTo>
                    <a:pt x="2133" y="87"/>
                  </a:lnTo>
                  <a:lnTo>
                    <a:pt x="2136" y="112"/>
                  </a:lnTo>
                  <a:lnTo>
                    <a:pt x="2136" y="1518"/>
                  </a:lnTo>
                  <a:lnTo>
                    <a:pt x="2133" y="1543"/>
                  </a:lnTo>
                  <a:lnTo>
                    <a:pt x="2124" y="1568"/>
                  </a:lnTo>
                  <a:lnTo>
                    <a:pt x="2112" y="1588"/>
                  </a:lnTo>
                  <a:lnTo>
                    <a:pt x="2094" y="1606"/>
                  </a:lnTo>
                  <a:lnTo>
                    <a:pt x="2074" y="1618"/>
                  </a:lnTo>
                  <a:lnTo>
                    <a:pt x="2049" y="1627"/>
                  </a:lnTo>
                  <a:lnTo>
                    <a:pt x="2024" y="1630"/>
                  </a:lnTo>
                  <a:lnTo>
                    <a:pt x="112" y="1630"/>
                  </a:lnTo>
                  <a:lnTo>
                    <a:pt x="87" y="1627"/>
                  </a:lnTo>
                  <a:lnTo>
                    <a:pt x="62" y="1618"/>
                  </a:lnTo>
                  <a:lnTo>
                    <a:pt x="42" y="1606"/>
                  </a:lnTo>
                  <a:lnTo>
                    <a:pt x="24" y="1588"/>
                  </a:lnTo>
                  <a:lnTo>
                    <a:pt x="12" y="1568"/>
                  </a:lnTo>
                  <a:lnTo>
                    <a:pt x="3" y="1543"/>
                  </a:lnTo>
                  <a:lnTo>
                    <a:pt x="0" y="1518"/>
                  </a:lnTo>
                  <a:lnTo>
                    <a:pt x="0" y="112"/>
                  </a:lnTo>
                  <a:lnTo>
                    <a:pt x="3" y="87"/>
                  </a:lnTo>
                  <a:lnTo>
                    <a:pt x="12" y="62"/>
                  </a:lnTo>
                  <a:lnTo>
                    <a:pt x="24" y="41"/>
                  </a:lnTo>
                  <a:lnTo>
                    <a:pt x="42" y="24"/>
                  </a:lnTo>
                  <a:lnTo>
                    <a:pt x="62" y="11"/>
                  </a:lnTo>
                  <a:lnTo>
                    <a:pt x="87" y="2"/>
                  </a:lnTo>
                  <a:lnTo>
                    <a:pt x="112"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59" name="Freeform 384"/>
            <p:cNvSpPr>
              <a:spLocks noEditPoints="1"/>
            </p:cNvSpPr>
            <p:nvPr/>
          </p:nvSpPr>
          <p:spPr bwMode="auto">
            <a:xfrm>
              <a:off x="4070026" y="3000178"/>
              <a:ext cx="485972" cy="354724"/>
            </a:xfrm>
            <a:custGeom>
              <a:avLst/>
              <a:gdLst>
                <a:gd name="T0" fmla="*/ 113 w 1912"/>
                <a:gd name="T1" fmla="*/ 113 h 1406"/>
                <a:gd name="T2" fmla="*/ 113 w 1912"/>
                <a:gd name="T3" fmla="*/ 1293 h 1406"/>
                <a:gd name="T4" fmla="*/ 1799 w 1912"/>
                <a:gd name="T5" fmla="*/ 1293 h 1406"/>
                <a:gd name="T6" fmla="*/ 1799 w 1912"/>
                <a:gd name="T7" fmla="*/ 113 h 1406"/>
                <a:gd name="T8" fmla="*/ 113 w 1912"/>
                <a:gd name="T9" fmla="*/ 113 h 1406"/>
                <a:gd name="T10" fmla="*/ 0 w 1912"/>
                <a:gd name="T11" fmla="*/ 0 h 1406"/>
                <a:gd name="T12" fmla="*/ 1912 w 1912"/>
                <a:gd name="T13" fmla="*/ 0 h 1406"/>
                <a:gd name="T14" fmla="*/ 1912 w 1912"/>
                <a:gd name="T15" fmla="*/ 1406 h 1406"/>
                <a:gd name="T16" fmla="*/ 0 w 1912"/>
                <a:gd name="T17" fmla="*/ 1406 h 1406"/>
                <a:gd name="T18" fmla="*/ 0 w 1912"/>
                <a:gd name="T19" fmla="*/ 0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12" h="1406">
                  <a:moveTo>
                    <a:pt x="113" y="113"/>
                  </a:moveTo>
                  <a:lnTo>
                    <a:pt x="113" y="1293"/>
                  </a:lnTo>
                  <a:lnTo>
                    <a:pt x="1799" y="1293"/>
                  </a:lnTo>
                  <a:lnTo>
                    <a:pt x="1799" y="113"/>
                  </a:lnTo>
                  <a:lnTo>
                    <a:pt x="113" y="113"/>
                  </a:lnTo>
                  <a:close/>
                  <a:moveTo>
                    <a:pt x="0" y="0"/>
                  </a:moveTo>
                  <a:lnTo>
                    <a:pt x="1912" y="0"/>
                  </a:lnTo>
                  <a:lnTo>
                    <a:pt x="1912" y="1406"/>
                  </a:lnTo>
                  <a:lnTo>
                    <a:pt x="0" y="1406"/>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60" name="Rectangle 385"/>
            <p:cNvSpPr>
              <a:spLocks noChangeArrowheads="1"/>
            </p:cNvSpPr>
            <p:nvPr/>
          </p:nvSpPr>
          <p:spPr bwMode="auto">
            <a:xfrm>
              <a:off x="4128555" y="3056934"/>
              <a:ext cx="368913" cy="241212"/>
            </a:xfrm>
            <a:prstGeom prst="rect">
              <a:avLst/>
            </a:prstGeom>
            <a:solidFill>
              <a:srgbClr val="F8CF5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61" name="Freeform 386"/>
            <p:cNvSpPr>
              <a:spLocks/>
            </p:cNvSpPr>
            <p:nvPr/>
          </p:nvSpPr>
          <p:spPr bwMode="auto">
            <a:xfrm>
              <a:off x="4128555" y="3150936"/>
              <a:ext cx="147211" cy="147211"/>
            </a:xfrm>
            <a:custGeom>
              <a:avLst/>
              <a:gdLst>
                <a:gd name="T0" fmla="*/ 0 w 582"/>
                <a:gd name="T1" fmla="*/ 0 h 585"/>
                <a:gd name="T2" fmla="*/ 327 w 582"/>
                <a:gd name="T3" fmla="*/ 152 h 585"/>
                <a:gd name="T4" fmla="*/ 536 w 582"/>
                <a:gd name="T5" fmla="*/ 368 h 585"/>
                <a:gd name="T6" fmla="*/ 582 w 582"/>
                <a:gd name="T7" fmla="*/ 585 h 585"/>
                <a:gd name="T8" fmla="*/ 0 w 582"/>
                <a:gd name="T9" fmla="*/ 585 h 585"/>
                <a:gd name="T10" fmla="*/ 0 w 582"/>
                <a:gd name="T11" fmla="*/ 0 h 585"/>
              </a:gdLst>
              <a:ahLst/>
              <a:cxnLst>
                <a:cxn ang="0">
                  <a:pos x="T0" y="T1"/>
                </a:cxn>
                <a:cxn ang="0">
                  <a:pos x="T2" y="T3"/>
                </a:cxn>
                <a:cxn ang="0">
                  <a:pos x="T4" y="T5"/>
                </a:cxn>
                <a:cxn ang="0">
                  <a:pos x="T6" y="T7"/>
                </a:cxn>
                <a:cxn ang="0">
                  <a:pos x="T8" y="T9"/>
                </a:cxn>
                <a:cxn ang="0">
                  <a:pos x="T10" y="T11"/>
                </a:cxn>
              </a:cxnLst>
              <a:rect l="0" t="0" r="r" b="b"/>
              <a:pathLst>
                <a:path w="582" h="585">
                  <a:moveTo>
                    <a:pt x="0" y="0"/>
                  </a:moveTo>
                  <a:lnTo>
                    <a:pt x="327" y="152"/>
                  </a:lnTo>
                  <a:lnTo>
                    <a:pt x="536" y="368"/>
                  </a:lnTo>
                  <a:lnTo>
                    <a:pt x="582" y="585"/>
                  </a:lnTo>
                  <a:lnTo>
                    <a:pt x="0" y="585"/>
                  </a:lnTo>
                  <a:lnTo>
                    <a:pt x="0"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62" name="Freeform 387"/>
            <p:cNvSpPr>
              <a:spLocks/>
            </p:cNvSpPr>
            <p:nvPr/>
          </p:nvSpPr>
          <p:spPr bwMode="auto">
            <a:xfrm>
              <a:off x="4140971" y="3056934"/>
              <a:ext cx="301516" cy="241212"/>
            </a:xfrm>
            <a:custGeom>
              <a:avLst/>
              <a:gdLst>
                <a:gd name="T0" fmla="*/ 152 w 1190"/>
                <a:gd name="T1" fmla="*/ 0 h 956"/>
                <a:gd name="T2" fmla="*/ 138 w 1190"/>
                <a:gd name="T3" fmla="*/ 52 h 956"/>
                <a:gd name="T4" fmla="*/ 143 w 1190"/>
                <a:gd name="T5" fmla="*/ 97 h 956"/>
                <a:gd name="T6" fmla="*/ 166 w 1190"/>
                <a:gd name="T7" fmla="*/ 136 h 956"/>
                <a:gd name="T8" fmla="*/ 207 w 1190"/>
                <a:gd name="T9" fmla="*/ 168 h 956"/>
                <a:gd name="T10" fmla="*/ 264 w 1190"/>
                <a:gd name="T11" fmla="*/ 202 h 956"/>
                <a:gd name="T12" fmla="*/ 330 w 1190"/>
                <a:gd name="T13" fmla="*/ 242 h 956"/>
                <a:gd name="T14" fmla="*/ 397 w 1190"/>
                <a:gd name="T15" fmla="*/ 289 h 956"/>
                <a:gd name="T16" fmla="*/ 456 w 1190"/>
                <a:gd name="T17" fmla="*/ 342 h 956"/>
                <a:gd name="T18" fmla="*/ 498 w 1190"/>
                <a:gd name="T19" fmla="*/ 399 h 956"/>
                <a:gd name="T20" fmla="*/ 522 w 1190"/>
                <a:gd name="T21" fmla="*/ 462 h 956"/>
                <a:gd name="T22" fmla="*/ 556 w 1190"/>
                <a:gd name="T23" fmla="*/ 519 h 956"/>
                <a:gd name="T24" fmla="*/ 603 w 1190"/>
                <a:gd name="T25" fmla="*/ 565 h 956"/>
                <a:gd name="T26" fmla="*/ 658 w 1190"/>
                <a:gd name="T27" fmla="*/ 603 h 956"/>
                <a:gd name="T28" fmla="*/ 719 w 1190"/>
                <a:gd name="T29" fmla="*/ 635 h 956"/>
                <a:gd name="T30" fmla="*/ 809 w 1190"/>
                <a:gd name="T31" fmla="*/ 672 h 956"/>
                <a:gd name="T32" fmla="*/ 912 w 1190"/>
                <a:gd name="T33" fmla="*/ 715 h 956"/>
                <a:gd name="T34" fmla="*/ 1001 w 1190"/>
                <a:gd name="T35" fmla="*/ 758 h 956"/>
                <a:gd name="T36" fmla="*/ 1075 w 1190"/>
                <a:gd name="T37" fmla="*/ 805 h 956"/>
                <a:gd name="T38" fmla="*/ 1132 w 1190"/>
                <a:gd name="T39" fmla="*/ 857 h 956"/>
                <a:gd name="T40" fmla="*/ 1174 w 1190"/>
                <a:gd name="T41" fmla="*/ 920 h 956"/>
                <a:gd name="T42" fmla="*/ 806 w 1190"/>
                <a:gd name="T43" fmla="*/ 956 h 956"/>
                <a:gd name="T44" fmla="*/ 793 w 1190"/>
                <a:gd name="T45" fmla="*/ 893 h 956"/>
                <a:gd name="T46" fmla="*/ 774 w 1190"/>
                <a:gd name="T47" fmla="*/ 847 h 956"/>
                <a:gd name="T48" fmla="*/ 739 w 1190"/>
                <a:gd name="T49" fmla="*/ 818 h 956"/>
                <a:gd name="T50" fmla="*/ 690 w 1190"/>
                <a:gd name="T51" fmla="*/ 789 h 956"/>
                <a:gd name="T52" fmla="*/ 634 w 1190"/>
                <a:gd name="T53" fmla="*/ 764 h 956"/>
                <a:gd name="T54" fmla="*/ 581 w 1190"/>
                <a:gd name="T55" fmla="*/ 745 h 956"/>
                <a:gd name="T56" fmla="*/ 537 w 1190"/>
                <a:gd name="T57" fmla="*/ 734 h 956"/>
                <a:gd name="T58" fmla="*/ 479 w 1190"/>
                <a:gd name="T59" fmla="*/ 715 h 956"/>
                <a:gd name="T60" fmla="*/ 434 w 1190"/>
                <a:gd name="T61" fmla="*/ 683 h 956"/>
                <a:gd name="T62" fmla="*/ 398 w 1190"/>
                <a:gd name="T63" fmla="*/ 640 h 956"/>
                <a:gd name="T64" fmla="*/ 371 w 1190"/>
                <a:gd name="T65" fmla="*/ 591 h 956"/>
                <a:gd name="T66" fmla="*/ 351 w 1190"/>
                <a:gd name="T67" fmla="*/ 538 h 956"/>
                <a:gd name="T68" fmla="*/ 334 w 1190"/>
                <a:gd name="T69" fmla="*/ 484 h 956"/>
                <a:gd name="T70" fmla="*/ 321 w 1190"/>
                <a:gd name="T71" fmla="*/ 433 h 956"/>
                <a:gd name="T72" fmla="*/ 306 w 1190"/>
                <a:gd name="T73" fmla="*/ 389 h 956"/>
                <a:gd name="T74" fmla="*/ 290 w 1190"/>
                <a:gd name="T75" fmla="*/ 353 h 956"/>
                <a:gd name="T76" fmla="*/ 270 w 1190"/>
                <a:gd name="T77" fmla="*/ 330 h 956"/>
                <a:gd name="T78" fmla="*/ 244 w 1190"/>
                <a:gd name="T79" fmla="*/ 323 h 956"/>
                <a:gd name="T80" fmla="*/ 196 w 1190"/>
                <a:gd name="T81" fmla="*/ 320 h 956"/>
                <a:gd name="T82" fmla="*/ 144 w 1190"/>
                <a:gd name="T83" fmla="*/ 305 h 956"/>
                <a:gd name="T84" fmla="*/ 97 w 1190"/>
                <a:gd name="T85" fmla="*/ 282 h 956"/>
                <a:gd name="T86" fmla="*/ 60 w 1190"/>
                <a:gd name="T87" fmla="*/ 251 h 956"/>
                <a:gd name="T88" fmla="*/ 41 w 1190"/>
                <a:gd name="T89" fmla="*/ 214 h 956"/>
                <a:gd name="T90" fmla="*/ 45 w 1190"/>
                <a:gd name="T91" fmla="*/ 161 h 956"/>
                <a:gd name="T92" fmla="*/ 48 w 1190"/>
                <a:gd name="T93" fmla="*/ 108 h 956"/>
                <a:gd name="T94" fmla="*/ 46 w 1190"/>
                <a:gd name="T95" fmla="*/ 71 h 956"/>
                <a:gd name="T96" fmla="*/ 39 w 1190"/>
                <a:gd name="T97" fmla="*/ 45 h 956"/>
                <a:gd name="T98" fmla="*/ 27 w 1190"/>
                <a:gd name="T99" fmla="*/ 27 h 956"/>
                <a:gd name="T100" fmla="*/ 14 w 1190"/>
                <a:gd name="T101" fmla="*/ 14 h 956"/>
                <a:gd name="T102" fmla="*/ 0 w 1190"/>
                <a:gd name="T103" fmla="*/ 0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90" h="956">
                  <a:moveTo>
                    <a:pt x="0" y="0"/>
                  </a:moveTo>
                  <a:lnTo>
                    <a:pt x="152" y="0"/>
                  </a:lnTo>
                  <a:lnTo>
                    <a:pt x="142" y="26"/>
                  </a:lnTo>
                  <a:lnTo>
                    <a:pt x="138" y="52"/>
                  </a:lnTo>
                  <a:lnTo>
                    <a:pt x="138" y="76"/>
                  </a:lnTo>
                  <a:lnTo>
                    <a:pt x="143" y="97"/>
                  </a:lnTo>
                  <a:lnTo>
                    <a:pt x="153" y="118"/>
                  </a:lnTo>
                  <a:lnTo>
                    <a:pt x="166" y="136"/>
                  </a:lnTo>
                  <a:lnTo>
                    <a:pt x="184" y="153"/>
                  </a:lnTo>
                  <a:lnTo>
                    <a:pt x="207" y="168"/>
                  </a:lnTo>
                  <a:lnTo>
                    <a:pt x="233" y="184"/>
                  </a:lnTo>
                  <a:lnTo>
                    <a:pt x="264" y="202"/>
                  </a:lnTo>
                  <a:lnTo>
                    <a:pt x="295" y="221"/>
                  </a:lnTo>
                  <a:lnTo>
                    <a:pt x="330" y="242"/>
                  </a:lnTo>
                  <a:lnTo>
                    <a:pt x="364" y="265"/>
                  </a:lnTo>
                  <a:lnTo>
                    <a:pt x="397" y="289"/>
                  </a:lnTo>
                  <a:lnTo>
                    <a:pt x="427" y="315"/>
                  </a:lnTo>
                  <a:lnTo>
                    <a:pt x="456" y="342"/>
                  </a:lnTo>
                  <a:lnTo>
                    <a:pt x="480" y="371"/>
                  </a:lnTo>
                  <a:lnTo>
                    <a:pt x="498" y="399"/>
                  </a:lnTo>
                  <a:lnTo>
                    <a:pt x="511" y="430"/>
                  </a:lnTo>
                  <a:lnTo>
                    <a:pt x="522" y="462"/>
                  </a:lnTo>
                  <a:lnTo>
                    <a:pt x="537" y="491"/>
                  </a:lnTo>
                  <a:lnTo>
                    <a:pt x="556" y="519"/>
                  </a:lnTo>
                  <a:lnTo>
                    <a:pt x="578" y="543"/>
                  </a:lnTo>
                  <a:lnTo>
                    <a:pt x="603" y="565"/>
                  </a:lnTo>
                  <a:lnTo>
                    <a:pt x="629" y="585"/>
                  </a:lnTo>
                  <a:lnTo>
                    <a:pt x="658" y="603"/>
                  </a:lnTo>
                  <a:lnTo>
                    <a:pt x="688" y="620"/>
                  </a:lnTo>
                  <a:lnTo>
                    <a:pt x="719" y="635"/>
                  </a:lnTo>
                  <a:lnTo>
                    <a:pt x="751" y="649"/>
                  </a:lnTo>
                  <a:lnTo>
                    <a:pt x="809" y="672"/>
                  </a:lnTo>
                  <a:lnTo>
                    <a:pt x="863" y="694"/>
                  </a:lnTo>
                  <a:lnTo>
                    <a:pt x="912" y="715"/>
                  </a:lnTo>
                  <a:lnTo>
                    <a:pt x="959" y="736"/>
                  </a:lnTo>
                  <a:lnTo>
                    <a:pt x="1001" y="758"/>
                  </a:lnTo>
                  <a:lnTo>
                    <a:pt x="1040" y="781"/>
                  </a:lnTo>
                  <a:lnTo>
                    <a:pt x="1075" y="805"/>
                  </a:lnTo>
                  <a:lnTo>
                    <a:pt x="1106" y="830"/>
                  </a:lnTo>
                  <a:lnTo>
                    <a:pt x="1132" y="857"/>
                  </a:lnTo>
                  <a:lnTo>
                    <a:pt x="1155" y="887"/>
                  </a:lnTo>
                  <a:lnTo>
                    <a:pt x="1174" y="920"/>
                  </a:lnTo>
                  <a:lnTo>
                    <a:pt x="1190" y="956"/>
                  </a:lnTo>
                  <a:lnTo>
                    <a:pt x="806" y="956"/>
                  </a:lnTo>
                  <a:lnTo>
                    <a:pt x="800" y="925"/>
                  </a:lnTo>
                  <a:lnTo>
                    <a:pt x="793" y="893"/>
                  </a:lnTo>
                  <a:lnTo>
                    <a:pt x="783" y="862"/>
                  </a:lnTo>
                  <a:lnTo>
                    <a:pt x="774" y="847"/>
                  </a:lnTo>
                  <a:lnTo>
                    <a:pt x="759" y="832"/>
                  </a:lnTo>
                  <a:lnTo>
                    <a:pt x="739" y="818"/>
                  </a:lnTo>
                  <a:lnTo>
                    <a:pt x="716" y="803"/>
                  </a:lnTo>
                  <a:lnTo>
                    <a:pt x="690" y="789"/>
                  </a:lnTo>
                  <a:lnTo>
                    <a:pt x="662" y="775"/>
                  </a:lnTo>
                  <a:lnTo>
                    <a:pt x="634" y="764"/>
                  </a:lnTo>
                  <a:lnTo>
                    <a:pt x="607" y="753"/>
                  </a:lnTo>
                  <a:lnTo>
                    <a:pt x="581" y="745"/>
                  </a:lnTo>
                  <a:lnTo>
                    <a:pt x="557" y="738"/>
                  </a:lnTo>
                  <a:lnTo>
                    <a:pt x="537" y="734"/>
                  </a:lnTo>
                  <a:lnTo>
                    <a:pt x="507" y="727"/>
                  </a:lnTo>
                  <a:lnTo>
                    <a:pt x="479" y="715"/>
                  </a:lnTo>
                  <a:lnTo>
                    <a:pt x="455" y="700"/>
                  </a:lnTo>
                  <a:lnTo>
                    <a:pt x="434" y="683"/>
                  </a:lnTo>
                  <a:lnTo>
                    <a:pt x="415" y="662"/>
                  </a:lnTo>
                  <a:lnTo>
                    <a:pt x="398" y="640"/>
                  </a:lnTo>
                  <a:lnTo>
                    <a:pt x="384" y="617"/>
                  </a:lnTo>
                  <a:lnTo>
                    <a:pt x="371" y="591"/>
                  </a:lnTo>
                  <a:lnTo>
                    <a:pt x="361" y="565"/>
                  </a:lnTo>
                  <a:lnTo>
                    <a:pt x="351" y="538"/>
                  </a:lnTo>
                  <a:lnTo>
                    <a:pt x="342" y="511"/>
                  </a:lnTo>
                  <a:lnTo>
                    <a:pt x="334" y="484"/>
                  </a:lnTo>
                  <a:lnTo>
                    <a:pt x="327" y="458"/>
                  </a:lnTo>
                  <a:lnTo>
                    <a:pt x="321" y="433"/>
                  </a:lnTo>
                  <a:lnTo>
                    <a:pt x="313" y="410"/>
                  </a:lnTo>
                  <a:lnTo>
                    <a:pt x="306" y="389"/>
                  </a:lnTo>
                  <a:lnTo>
                    <a:pt x="299" y="370"/>
                  </a:lnTo>
                  <a:lnTo>
                    <a:pt x="290" y="353"/>
                  </a:lnTo>
                  <a:lnTo>
                    <a:pt x="281" y="340"/>
                  </a:lnTo>
                  <a:lnTo>
                    <a:pt x="270" y="330"/>
                  </a:lnTo>
                  <a:lnTo>
                    <a:pt x="257" y="324"/>
                  </a:lnTo>
                  <a:lnTo>
                    <a:pt x="244" y="323"/>
                  </a:lnTo>
                  <a:lnTo>
                    <a:pt x="220" y="323"/>
                  </a:lnTo>
                  <a:lnTo>
                    <a:pt x="196" y="320"/>
                  </a:lnTo>
                  <a:lnTo>
                    <a:pt x="170" y="314"/>
                  </a:lnTo>
                  <a:lnTo>
                    <a:pt x="144" y="305"/>
                  </a:lnTo>
                  <a:lnTo>
                    <a:pt x="120" y="295"/>
                  </a:lnTo>
                  <a:lnTo>
                    <a:pt x="97" y="282"/>
                  </a:lnTo>
                  <a:lnTo>
                    <a:pt x="77" y="267"/>
                  </a:lnTo>
                  <a:lnTo>
                    <a:pt x="60" y="251"/>
                  </a:lnTo>
                  <a:lnTo>
                    <a:pt x="48" y="233"/>
                  </a:lnTo>
                  <a:lnTo>
                    <a:pt x="41" y="214"/>
                  </a:lnTo>
                  <a:lnTo>
                    <a:pt x="41" y="194"/>
                  </a:lnTo>
                  <a:lnTo>
                    <a:pt x="45" y="161"/>
                  </a:lnTo>
                  <a:lnTo>
                    <a:pt x="47" y="132"/>
                  </a:lnTo>
                  <a:lnTo>
                    <a:pt x="48" y="108"/>
                  </a:lnTo>
                  <a:lnTo>
                    <a:pt x="47" y="88"/>
                  </a:lnTo>
                  <a:lnTo>
                    <a:pt x="46" y="71"/>
                  </a:lnTo>
                  <a:lnTo>
                    <a:pt x="43" y="57"/>
                  </a:lnTo>
                  <a:lnTo>
                    <a:pt x="39" y="45"/>
                  </a:lnTo>
                  <a:lnTo>
                    <a:pt x="33" y="36"/>
                  </a:lnTo>
                  <a:lnTo>
                    <a:pt x="27" y="27"/>
                  </a:lnTo>
                  <a:lnTo>
                    <a:pt x="21" y="21"/>
                  </a:lnTo>
                  <a:lnTo>
                    <a:pt x="14" y="14"/>
                  </a:lnTo>
                  <a:lnTo>
                    <a:pt x="7" y="7"/>
                  </a:lnTo>
                  <a:lnTo>
                    <a:pt x="0"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63" name="Freeform 388"/>
            <p:cNvSpPr>
              <a:spLocks noEditPoints="1"/>
            </p:cNvSpPr>
            <p:nvPr/>
          </p:nvSpPr>
          <p:spPr bwMode="auto">
            <a:xfrm>
              <a:off x="4304144" y="3056934"/>
              <a:ext cx="193325" cy="198646"/>
            </a:xfrm>
            <a:custGeom>
              <a:avLst/>
              <a:gdLst>
                <a:gd name="T0" fmla="*/ 530 w 763"/>
                <a:gd name="T1" fmla="*/ 287 h 784"/>
                <a:gd name="T2" fmla="*/ 500 w 763"/>
                <a:gd name="T3" fmla="*/ 304 h 784"/>
                <a:gd name="T4" fmla="*/ 482 w 763"/>
                <a:gd name="T5" fmla="*/ 335 h 784"/>
                <a:gd name="T6" fmla="*/ 482 w 763"/>
                <a:gd name="T7" fmla="*/ 371 h 784"/>
                <a:gd name="T8" fmla="*/ 500 w 763"/>
                <a:gd name="T9" fmla="*/ 401 h 784"/>
                <a:gd name="T10" fmla="*/ 530 w 763"/>
                <a:gd name="T11" fmla="*/ 418 h 784"/>
                <a:gd name="T12" fmla="*/ 567 w 763"/>
                <a:gd name="T13" fmla="*/ 418 h 784"/>
                <a:gd name="T14" fmla="*/ 596 w 763"/>
                <a:gd name="T15" fmla="*/ 401 h 784"/>
                <a:gd name="T16" fmla="*/ 614 w 763"/>
                <a:gd name="T17" fmla="*/ 371 h 784"/>
                <a:gd name="T18" fmla="*/ 614 w 763"/>
                <a:gd name="T19" fmla="*/ 335 h 784"/>
                <a:gd name="T20" fmla="*/ 596 w 763"/>
                <a:gd name="T21" fmla="*/ 304 h 784"/>
                <a:gd name="T22" fmla="*/ 567 w 763"/>
                <a:gd name="T23" fmla="*/ 287 h 784"/>
                <a:gd name="T24" fmla="*/ 0 w 763"/>
                <a:gd name="T25" fmla="*/ 0 h 784"/>
                <a:gd name="T26" fmla="*/ 763 w 763"/>
                <a:gd name="T27" fmla="*/ 784 h 784"/>
                <a:gd name="T28" fmla="*/ 700 w 763"/>
                <a:gd name="T29" fmla="*/ 780 h 784"/>
                <a:gd name="T30" fmla="*/ 626 w 763"/>
                <a:gd name="T31" fmla="*/ 773 h 784"/>
                <a:gd name="T32" fmla="*/ 555 w 763"/>
                <a:gd name="T33" fmla="*/ 762 h 784"/>
                <a:gd name="T34" fmla="*/ 502 w 763"/>
                <a:gd name="T35" fmla="*/ 737 h 784"/>
                <a:gd name="T36" fmla="*/ 448 w 763"/>
                <a:gd name="T37" fmla="*/ 690 h 784"/>
                <a:gd name="T38" fmla="*/ 396 w 763"/>
                <a:gd name="T39" fmla="*/ 629 h 784"/>
                <a:gd name="T40" fmla="*/ 348 w 763"/>
                <a:gd name="T41" fmla="*/ 560 h 784"/>
                <a:gd name="T42" fmla="*/ 306 w 763"/>
                <a:gd name="T43" fmla="*/ 492 h 784"/>
                <a:gd name="T44" fmla="*/ 270 w 763"/>
                <a:gd name="T45" fmla="*/ 437 h 784"/>
                <a:gd name="T46" fmla="*/ 227 w 763"/>
                <a:gd name="T47" fmla="*/ 400 h 784"/>
                <a:gd name="T48" fmla="*/ 180 w 763"/>
                <a:gd name="T49" fmla="*/ 374 h 784"/>
                <a:gd name="T50" fmla="*/ 131 w 763"/>
                <a:gd name="T51" fmla="*/ 353 h 784"/>
                <a:gd name="T52" fmla="*/ 87 w 763"/>
                <a:gd name="T53" fmla="*/ 332 h 784"/>
                <a:gd name="T54" fmla="*/ 51 w 763"/>
                <a:gd name="T55" fmla="*/ 304 h 784"/>
                <a:gd name="T56" fmla="*/ 25 w 763"/>
                <a:gd name="T57" fmla="*/ 257 h 784"/>
                <a:gd name="T58" fmla="*/ 13 w 763"/>
                <a:gd name="T59" fmla="*/ 202 h 784"/>
                <a:gd name="T60" fmla="*/ 13 w 763"/>
                <a:gd name="T61" fmla="*/ 154 h 784"/>
                <a:gd name="T62" fmla="*/ 17 w 763"/>
                <a:gd name="T63" fmla="*/ 112 h 784"/>
                <a:gd name="T64" fmla="*/ 16 w 763"/>
                <a:gd name="T65" fmla="*/ 71 h 784"/>
                <a:gd name="T66" fmla="*/ 7 w 763"/>
                <a:gd name="T67" fmla="*/ 22 h 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63" h="784">
                  <a:moveTo>
                    <a:pt x="549" y="285"/>
                  </a:moveTo>
                  <a:lnTo>
                    <a:pt x="530" y="287"/>
                  </a:lnTo>
                  <a:lnTo>
                    <a:pt x="514" y="294"/>
                  </a:lnTo>
                  <a:lnTo>
                    <a:pt x="500" y="304"/>
                  </a:lnTo>
                  <a:lnTo>
                    <a:pt x="489" y="319"/>
                  </a:lnTo>
                  <a:lnTo>
                    <a:pt x="482" y="335"/>
                  </a:lnTo>
                  <a:lnTo>
                    <a:pt x="480" y="353"/>
                  </a:lnTo>
                  <a:lnTo>
                    <a:pt x="482" y="371"/>
                  </a:lnTo>
                  <a:lnTo>
                    <a:pt x="489" y="388"/>
                  </a:lnTo>
                  <a:lnTo>
                    <a:pt x="500" y="401"/>
                  </a:lnTo>
                  <a:lnTo>
                    <a:pt x="514" y="412"/>
                  </a:lnTo>
                  <a:lnTo>
                    <a:pt x="530" y="418"/>
                  </a:lnTo>
                  <a:lnTo>
                    <a:pt x="549" y="420"/>
                  </a:lnTo>
                  <a:lnTo>
                    <a:pt x="567" y="418"/>
                  </a:lnTo>
                  <a:lnTo>
                    <a:pt x="582" y="412"/>
                  </a:lnTo>
                  <a:lnTo>
                    <a:pt x="596" y="401"/>
                  </a:lnTo>
                  <a:lnTo>
                    <a:pt x="607" y="388"/>
                  </a:lnTo>
                  <a:lnTo>
                    <a:pt x="614" y="371"/>
                  </a:lnTo>
                  <a:lnTo>
                    <a:pt x="616" y="353"/>
                  </a:lnTo>
                  <a:lnTo>
                    <a:pt x="614" y="335"/>
                  </a:lnTo>
                  <a:lnTo>
                    <a:pt x="607" y="319"/>
                  </a:lnTo>
                  <a:lnTo>
                    <a:pt x="596" y="304"/>
                  </a:lnTo>
                  <a:lnTo>
                    <a:pt x="582" y="294"/>
                  </a:lnTo>
                  <a:lnTo>
                    <a:pt x="567" y="287"/>
                  </a:lnTo>
                  <a:lnTo>
                    <a:pt x="549" y="285"/>
                  </a:lnTo>
                  <a:close/>
                  <a:moveTo>
                    <a:pt x="0" y="0"/>
                  </a:moveTo>
                  <a:lnTo>
                    <a:pt x="763" y="0"/>
                  </a:lnTo>
                  <a:lnTo>
                    <a:pt x="763" y="784"/>
                  </a:lnTo>
                  <a:lnTo>
                    <a:pt x="733" y="783"/>
                  </a:lnTo>
                  <a:lnTo>
                    <a:pt x="700" y="780"/>
                  </a:lnTo>
                  <a:lnTo>
                    <a:pt x="663" y="777"/>
                  </a:lnTo>
                  <a:lnTo>
                    <a:pt x="626" y="773"/>
                  </a:lnTo>
                  <a:lnTo>
                    <a:pt x="589" y="768"/>
                  </a:lnTo>
                  <a:lnTo>
                    <a:pt x="555" y="762"/>
                  </a:lnTo>
                  <a:lnTo>
                    <a:pt x="528" y="753"/>
                  </a:lnTo>
                  <a:lnTo>
                    <a:pt x="502" y="737"/>
                  </a:lnTo>
                  <a:lnTo>
                    <a:pt x="475" y="716"/>
                  </a:lnTo>
                  <a:lnTo>
                    <a:pt x="448" y="690"/>
                  </a:lnTo>
                  <a:lnTo>
                    <a:pt x="422" y="660"/>
                  </a:lnTo>
                  <a:lnTo>
                    <a:pt x="396" y="629"/>
                  </a:lnTo>
                  <a:lnTo>
                    <a:pt x="371" y="595"/>
                  </a:lnTo>
                  <a:lnTo>
                    <a:pt x="348" y="560"/>
                  </a:lnTo>
                  <a:lnTo>
                    <a:pt x="326" y="526"/>
                  </a:lnTo>
                  <a:lnTo>
                    <a:pt x="306" y="492"/>
                  </a:lnTo>
                  <a:lnTo>
                    <a:pt x="287" y="462"/>
                  </a:lnTo>
                  <a:lnTo>
                    <a:pt x="270" y="437"/>
                  </a:lnTo>
                  <a:lnTo>
                    <a:pt x="250" y="416"/>
                  </a:lnTo>
                  <a:lnTo>
                    <a:pt x="227" y="400"/>
                  </a:lnTo>
                  <a:lnTo>
                    <a:pt x="204" y="386"/>
                  </a:lnTo>
                  <a:lnTo>
                    <a:pt x="180" y="374"/>
                  </a:lnTo>
                  <a:lnTo>
                    <a:pt x="155" y="363"/>
                  </a:lnTo>
                  <a:lnTo>
                    <a:pt x="131" y="353"/>
                  </a:lnTo>
                  <a:lnTo>
                    <a:pt x="108" y="343"/>
                  </a:lnTo>
                  <a:lnTo>
                    <a:pt x="87" y="332"/>
                  </a:lnTo>
                  <a:lnTo>
                    <a:pt x="68" y="319"/>
                  </a:lnTo>
                  <a:lnTo>
                    <a:pt x="51" y="304"/>
                  </a:lnTo>
                  <a:lnTo>
                    <a:pt x="38" y="285"/>
                  </a:lnTo>
                  <a:lnTo>
                    <a:pt x="25" y="257"/>
                  </a:lnTo>
                  <a:lnTo>
                    <a:pt x="16" y="228"/>
                  </a:lnTo>
                  <a:lnTo>
                    <a:pt x="13" y="202"/>
                  </a:lnTo>
                  <a:lnTo>
                    <a:pt x="12" y="177"/>
                  </a:lnTo>
                  <a:lnTo>
                    <a:pt x="13" y="154"/>
                  </a:lnTo>
                  <a:lnTo>
                    <a:pt x="15" y="132"/>
                  </a:lnTo>
                  <a:lnTo>
                    <a:pt x="17" y="112"/>
                  </a:lnTo>
                  <a:lnTo>
                    <a:pt x="18" y="93"/>
                  </a:lnTo>
                  <a:lnTo>
                    <a:pt x="16" y="71"/>
                  </a:lnTo>
                  <a:lnTo>
                    <a:pt x="12" y="45"/>
                  </a:lnTo>
                  <a:lnTo>
                    <a:pt x="7" y="22"/>
                  </a:lnTo>
                  <a:lnTo>
                    <a:pt x="0"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64" name="Freeform 389"/>
            <p:cNvSpPr>
              <a:spLocks noEditPoints="1"/>
            </p:cNvSpPr>
            <p:nvPr/>
          </p:nvSpPr>
          <p:spPr bwMode="auto">
            <a:xfrm>
              <a:off x="4128555" y="3056934"/>
              <a:ext cx="368913" cy="241212"/>
            </a:xfrm>
            <a:custGeom>
              <a:avLst/>
              <a:gdLst>
                <a:gd name="T0" fmla="*/ 1098 w 1462"/>
                <a:gd name="T1" fmla="*/ 542 h 956"/>
                <a:gd name="T2" fmla="*/ 1152 w 1462"/>
                <a:gd name="T3" fmla="*/ 585 h 956"/>
                <a:gd name="T4" fmla="*/ 1462 w 1462"/>
                <a:gd name="T5" fmla="*/ 600 h 956"/>
                <a:gd name="T6" fmla="*/ 1161 w 1462"/>
                <a:gd name="T7" fmla="*/ 713 h 956"/>
                <a:gd name="T8" fmla="*/ 1105 w 1462"/>
                <a:gd name="T9" fmla="*/ 769 h 956"/>
                <a:gd name="T10" fmla="*/ 1044 w 1462"/>
                <a:gd name="T11" fmla="*/ 781 h 956"/>
                <a:gd name="T12" fmla="*/ 916 w 1462"/>
                <a:gd name="T13" fmla="*/ 956 h 956"/>
                <a:gd name="T14" fmla="*/ 949 w 1462"/>
                <a:gd name="T15" fmla="*/ 728 h 956"/>
                <a:gd name="T16" fmla="*/ 926 w 1462"/>
                <a:gd name="T17" fmla="*/ 657 h 956"/>
                <a:gd name="T18" fmla="*/ 954 w 1462"/>
                <a:gd name="T19" fmla="*/ 580 h 956"/>
                <a:gd name="T20" fmla="*/ 1023 w 1462"/>
                <a:gd name="T21" fmla="*/ 537 h 956"/>
                <a:gd name="T22" fmla="*/ 547 w 1462"/>
                <a:gd name="T23" fmla="*/ 124 h 956"/>
                <a:gd name="T24" fmla="*/ 582 w 1462"/>
                <a:gd name="T25" fmla="*/ 160 h 956"/>
                <a:gd name="T26" fmla="*/ 575 w 1462"/>
                <a:gd name="T27" fmla="*/ 209 h 956"/>
                <a:gd name="T28" fmla="*/ 530 w 1462"/>
                <a:gd name="T29" fmla="*/ 232 h 956"/>
                <a:gd name="T30" fmla="*/ 485 w 1462"/>
                <a:gd name="T31" fmla="*/ 209 h 956"/>
                <a:gd name="T32" fmla="*/ 477 w 1462"/>
                <a:gd name="T33" fmla="*/ 160 h 956"/>
                <a:gd name="T34" fmla="*/ 512 w 1462"/>
                <a:gd name="T35" fmla="*/ 124 h 956"/>
                <a:gd name="T36" fmla="*/ 1088 w 1462"/>
                <a:gd name="T37" fmla="*/ 0 h 956"/>
                <a:gd name="T38" fmla="*/ 1120 w 1462"/>
                <a:gd name="T39" fmla="*/ 93 h 956"/>
                <a:gd name="T40" fmla="*/ 1145 w 1462"/>
                <a:gd name="T41" fmla="*/ 161 h 956"/>
                <a:gd name="T42" fmla="*/ 1123 w 1462"/>
                <a:gd name="T43" fmla="*/ 225 h 956"/>
                <a:gd name="T44" fmla="*/ 1066 w 1462"/>
                <a:gd name="T45" fmla="*/ 261 h 956"/>
                <a:gd name="T46" fmla="*/ 1000 w 1462"/>
                <a:gd name="T47" fmla="*/ 255 h 956"/>
                <a:gd name="T48" fmla="*/ 439 w 1462"/>
                <a:gd name="T49" fmla="*/ 494 h 956"/>
                <a:gd name="T50" fmla="*/ 434 w 1462"/>
                <a:gd name="T51" fmla="*/ 554 h 956"/>
                <a:gd name="T52" fmla="*/ 527 w 1462"/>
                <a:gd name="T53" fmla="*/ 651 h 956"/>
                <a:gd name="T54" fmla="*/ 594 w 1462"/>
                <a:gd name="T55" fmla="*/ 645 h 956"/>
                <a:gd name="T56" fmla="*/ 655 w 1462"/>
                <a:gd name="T57" fmla="*/ 685 h 956"/>
                <a:gd name="T58" fmla="*/ 679 w 1462"/>
                <a:gd name="T59" fmla="*/ 755 h 956"/>
                <a:gd name="T60" fmla="*/ 656 w 1462"/>
                <a:gd name="T61" fmla="*/ 823 h 956"/>
                <a:gd name="T62" fmla="*/ 597 w 1462"/>
                <a:gd name="T63" fmla="*/ 863 h 956"/>
                <a:gd name="T64" fmla="*/ 542 w 1462"/>
                <a:gd name="T65" fmla="*/ 864 h 956"/>
                <a:gd name="T66" fmla="*/ 480 w 1462"/>
                <a:gd name="T67" fmla="*/ 825 h 956"/>
                <a:gd name="T68" fmla="*/ 455 w 1462"/>
                <a:gd name="T69" fmla="*/ 755 h 956"/>
                <a:gd name="T70" fmla="*/ 471 w 1462"/>
                <a:gd name="T71" fmla="*/ 698 h 956"/>
                <a:gd name="T72" fmla="*/ 355 w 1462"/>
                <a:gd name="T73" fmla="*/ 618 h 956"/>
                <a:gd name="T74" fmla="*/ 333 w 1462"/>
                <a:gd name="T75" fmla="*/ 619 h 956"/>
                <a:gd name="T76" fmla="*/ 281 w 1462"/>
                <a:gd name="T77" fmla="*/ 602 h 956"/>
                <a:gd name="T78" fmla="*/ 242 w 1462"/>
                <a:gd name="T79" fmla="*/ 557 h 956"/>
                <a:gd name="T80" fmla="*/ 233 w 1462"/>
                <a:gd name="T81" fmla="*/ 508 h 956"/>
                <a:gd name="T82" fmla="*/ 0 w 1462"/>
                <a:gd name="T83" fmla="*/ 339 h 956"/>
                <a:gd name="T84" fmla="*/ 293 w 1462"/>
                <a:gd name="T85" fmla="*/ 421 h 956"/>
                <a:gd name="T86" fmla="*/ 360 w 1462"/>
                <a:gd name="T87" fmla="*/ 414 h 956"/>
                <a:gd name="T88" fmla="*/ 415 w 1462"/>
                <a:gd name="T89" fmla="*/ 446 h 956"/>
                <a:gd name="T90" fmla="*/ 943 w 1462"/>
                <a:gd name="T91" fmla="*/ 136 h 956"/>
                <a:gd name="T92" fmla="*/ 982 w 1462"/>
                <a:gd name="T93" fmla="*/ 78 h 956"/>
                <a:gd name="T94" fmla="*/ 1033 w 1462"/>
                <a:gd name="T95" fmla="*/ 0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62" h="956">
                  <a:moveTo>
                    <a:pt x="1051" y="533"/>
                  </a:moveTo>
                  <a:lnTo>
                    <a:pt x="1075" y="536"/>
                  </a:lnTo>
                  <a:lnTo>
                    <a:pt x="1098" y="542"/>
                  </a:lnTo>
                  <a:lnTo>
                    <a:pt x="1119" y="554"/>
                  </a:lnTo>
                  <a:lnTo>
                    <a:pt x="1137" y="568"/>
                  </a:lnTo>
                  <a:lnTo>
                    <a:pt x="1152" y="585"/>
                  </a:lnTo>
                  <a:lnTo>
                    <a:pt x="1164" y="606"/>
                  </a:lnTo>
                  <a:lnTo>
                    <a:pt x="1462" y="545"/>
                  </a:lnTo>
                  <a:lnTo>
                    <a:pt x="1462" y="600"/>
                  </a:lnTo>
                  <a:lnTo>
                    <a:pt x="1175" y="659"/>
                  </a:lnTo>
                  <a:lnTo>
                    <a:pt x="1172" y="688"/>
                  </a:lnTo>
                  <a:lnTo>
                    <a:pt x="1161" y="713"/>
                  </a:lnTo>
                  <a:lnTo>
                    <a:pt x="1147" y="735"/>
                  </a:lnTo>
                  <a:lnTo>
                    <a:pt x="1127" y="754"/>
                  </a:lnTo>
                  <a:lnTo>
                    <a:pt x="1105" y="769"/>
                  </a:lnTo>
                  <a:lnTo>
                    <a:pt x="1079" y="777"/>
                  </a:lnTo>
                  <a:lnTo>
                    <a:pt x="1051" y="781"/>
                  </a:lnTo>
                  <a:lnTo>
                    <a:pt x="1044" y="781"/>
                  </a:lnTo>
                  <a:lnTo>
                    <a:pt x="1036" y="780"/>
                  </a:lnTo>
                  <a:lnTo>
                    <a:pt x="974" y="956"/>
                  </a:lnTo>
                  <a:lnTo>
                    <a:pt x="916" y="956"/>
                  </a:lnTo>
                  <a:lnTo>
                    <a:pt x="985" y="762"/>
                  </a:lnTo>
                  <a:lnTo>
                    <a:pt x="966" y="747"/>
                  </a:lnTo>
                  <a:lnTo>
                    <a:pt x="949" y="728"/>
                  </a:lnTo>
                  <a:lnTo>
                    <a:pt x="937" y="707"/>
                  </a:lnTo>
                  <a:lnTo>
                    <a:pt x="930" y="682"/>
                  </a:lnTo>
                  <a:lnTo>
                    <a:pt x="926" y="657"/>
                  </a:lnTo>
                  <a:lnTo>
                    <a:pt x="930" y="629"/>
                  </a:lnTo>
                  <a:lnTo>
                    <a:pt x="939" y="602"/>
                  </a:lnTo>
                  <a:lnTo>
                    <a:pt x="954" y="580"/>
                  </a:lnTo>
                  <a:lnTo>
                    <a:pt x="973" y="560"/>
                  </a:lnTo>
                  <a:lnTo>
                    <a:pt x="996" y="545"/>
                  </a:lnTo>
                  <a:lnTo>
                    <a:pt x="1023" y="537"/>
                  </a:lnTo>
                  <a:lnTo>
                    <a:pt x="1051" y="533"/>
                  </a:lnTo>
                  <a:close/>
                  <a:moveTo>
                    <a:pt x="530" y="121"/>
                  </a:moveTo>
                  <a:lnTo>
                    <a:pt x="547" y="124"/>
                  </a:lnTo>
                  <a:lnTo>
                    <a:pt x="563" y="132"/>
                  </a:lnTo>
                  <a:lnTo>
                    <a:pt x="575" y="144"/>
                  </a:lnTo>
                  <a:lnTo>
                    <a:pt x="582" y="160"/>
                  </a:lnTo>
                  <a:lnTo>
                    <a:pt x="585" y="176"/>
                  </a:lnTo>
                  <a:lnTo>
                    <a:pt x="582" y="194"/>
                  </a:lnTo>
                  <a:lnTo>
                    <a:pt x="575" y="209"/>
                  </a:lnTo>
                  <a:lnTo>
                    <a:pt x="563" y="222"/>
                  </a:lnTo>
                  <a:lnTo>
                    <a:pt x="547" y="229"/>
                  </a:lnTo>
                  <a:lnTo>
                    <a:pt x="530" y="232"/>
                  </a:lnTo>
                  <a:lnTo>
                    <a:pt x="512" y="229"/>
                  </a:lnTo>
                  <a:lnTo>
                    <a:pt x="496" y="222"/>
                  </a:lnTo>
                  <a:lnTo>
                    <a:pt x="485" y="209"/>
                  </a:lnTo>
                  <a:lnTo>
                    <a:pt x="477" y="194"/>
                  </a:lnTo>
                  <a:lnTo>
                    <a:pt x="474" y="176"/>
                  </a:lnTo>
                  <a:lnTo>
                    <a:pt x="477" y="160"/>
                  </a:lnTo>
                  <a:lnTo>
                    <a:pt x="485" y="144"/>
                  </a:lnTo>
                  <a:lnTo>
                    <a:pt x="496" y="132"/>
                  </a:lnTo>
                  <a:lnTo>
                    <a:pt x="512" y="124"/>
                  </a:lnTo>
                  <a:lnTo>
                    <a:pt x="530" y="121"/>
                  </a:lnTo>
                  <a:close/>
                  <a:moveTo>
                    <a:pt x="1033" y="0"/>
                  </a:moveTo>
                  <a:lnTo>
                    <a:pt x="1088" y="0"/>
                  </a:lnTo>
                  <a:lnTo>
                    <a:pt x="1081" y="65"/>
                  </a:lnTo>
                  <a:lnTo>
                    <a:pt x="1102" y="77"/>
                  </a:lnTo>
                  <a:lnTo>
                    <a:pt x="1120" y="93"/>
                  </a:lnTo>
                  <a:lnTo>
                    <a:pt x="1133" y="113"/>
                  </a:lnTo>
                  <a:lnTo>
                    <a:pt x="1142" y="135"/>
                  </a:lnTo>
                  <a:lnTo>
                    <a:pt x="1145" y="161"/>
                  </a:lnTo>
                  <a:lnTo>
                    <a:pt x="1143" y="184"/>
                  </a:lnTo>
                  <a:lnTo>
                    <a:pt x="1136" y="206"/>
                  </a:lnTo>
                  <a:lnTo>
                    <a:pt x="1123" y="225"/>
                  </a:lnTo>
                  <a:lnTo>
                    <a:pt x="1107" y="241"/>
                  </a:lnTo>
                  <a:lnTo>
                    <a:pt x="1088" y="254"/>
                  </a:lnTo>
                  <a:lnTo>
                    <a:pt x="1066" y="261"/>
                  </a:lnTo>
                  <a:lnTo>
                    <a:pt x="1043" y="263"/>
                  </a:lnTo>
                  <a:lnTo>
                    <a:pt x="1020" y="261"/>
                  </a:lnTo>
                  <a:lnTo>
                    <a:pt x="1000" y="255"/>
                  </a:lnTo>
                  <a:lnTo>
                    <a:pt x="982" y="244"/>
                  </a:lnTo>
                  <a:lnTo>
                    <a:pt x="967" y="229"/>
                  </a:lnTo>
                  <a:lnTo>
                    <a:pt x="439" y="494"/>
                  </a:lnTo>
                  <a:lnTo>
                    <a:pt x="442" y="516"/>
                  </a:lnTo>
                  <a:lnTo>
                    <a:pt x="439" y="535"/>
                  </a:lnTo>
                  <a:lnTo>
                    <a:pt x="434" y="554"/>
                  </a:lnTo>
                  <a:lnTo>
                    <a:pt x="426" y="569"/>
                  </a:lnTo>
                  <a:lnTo>
                    <a:pt x="510" y="659"/>
                  </a:lnTo>
                  <a:lnTo>
                    <a:pt x="527" y="651"/>
                  </a:lnTo>
                  <a:lnTo>
                    <a:pt x="547" y="644"/>
                  </a:lnTo>
                  <a:lnTo>
                    <a:pt x="567" y="642"/>
                  </a:lnTo>
                  <a:lnTo>
                    <a:pt x="594" y="645"/>
                  </a:lnTo>
                  <a:lnTo>
                    <a:pt x="617" y="654"/>
                  </a:lnTo>
                  <a:lnTo>
                    <a:pt x="638" y="668"/>
                  </a:lnTo>
                  <a:lnTo>
                    <a:pt x="655" y="685"/>
                  </a:lnTo>
                  <a:lnTo>
                    <a:pt x="669" y="706"/>
                  </a:lnTo>
                  <a:lnTo>
                    <a:pt x="677" y="729"/>
                  </a:lnTo>
                  <a:lnTo>
                    <a:pt x="679" y="755"/>
                  </a:lnTo>
                  <a:lnTo>
                    <a:pt x="677" y="780"/>
                  </a:lnTo>
                  <a:lnTo>
                    <a:pt x="669" y="803"/>
                  </a:lnTo>
                  <a:lnTo>
                    <a:pt x="656" y="823"/>
                  </a:lnTo>
                  <a:lnTo>
                    <a:pt x="639" y="841"/>
                  </a:lnTo>
                  <a:lnTo>
                    <a:pt x="619" y="854"/>
                  </a:lnTo>
                  <a:lnTo>
                    <a:pt x="597" y="863"/>
                  </a:lnTo>
                  <a:lnTo>
                    <a:pt x="605" y="956"/>
                  </a:lnTo>
                  <a:lnTo>
                    <a:pt x="550" y="956"/>
                  </a:lnTo>
                  <a:lnTo>
                    <a:pt x="542" y="864"/>
                  </a:lnTo>
                  <a:lnTo>
                    <a:pt x="519" y="856"/>
                  </a:lnTo>
                  <a:lnTo>
                    <a:pt x="498" y="842"/>
                  </a:lnTo>
                  <a:lnTo>
                    <a:pt x="480" y="825"/>
                  </a:lnTo>
                  <a:lnTo>
                    <a:pt x="467" y="804"/>
                  </a:lnTo>
                  <a:lnTo>
                    <a:pt x="458" y="781"/>
                  </a:lnTo>
                  <a:lnTo>
                    <a:pt x="455" y="755"/>
                  </a:lnTo>
                  <a:lnTo>
                    <a:pt x="457" y="734"/>
                  </a:lnTo>
                  <a:lnTo>
                    <a:pt x="463" y="715"/>
                  </a:lnTo>
                  <a:lnTo>
                    <a:pt x="471" y="698"/>
                  </a:lnTo>
                  <a:lnTo>
                    <a:pt x="387" y="607"/>
                  </a:lnTo>
                  <a:lnTo>
                    <a:pt x="371" y="614"/>
                  </a:lnTo>
                  <a:lnTo>
                    <a:pt x="355" y="618"/>
                  </a:lnTo>
                  <a:lnTo>
                    <a:pt x="338" y="619"/>
                  </a:lnTo>
                  <a:lnTo>
                    <a:pt x="335" y="619"/>
                  </a:lnTo>
                  <a:lnTo>
                    <a:pt x="333" y="619"/>
                  </a:lnTo>
                  <a:lnTo>
                    <a:pt x="224" y="956"/>
                  </a:lnTo>
                  <a:lnTo>
                    <a:pt x="167" y="956"/>
                  </a:lnTo>
                  <a:lnTo>
                    <a:pt x="281" y="602"/>
                  </a:lnTo>
                  <a:lnTo>
                    <a:pt x="265" y="589"/>
                  </a:lnTo>
                  <a:lnTo>
                    <a:pt x="251" y="575"/>
                  </a:lnTo>
                  <a:lnTo>
                    <a:pt x="242" y="557"/>
                  </a:lnTo>
                  <a:lnTo>
                    <a:pt x="236" y="537"/>
                  </a:lnTo>
                  <a:lnTo>
                    <a:pt x="233" y="516"/>
                  </a:lnTo>
                  <a:lnTo>
                    <a:pt x="233" y="508"/>
                  </a:lnTo>
                  <a:lnTo>
                    <a:pt x="235" y="501"/>
                  </a:lnTo>
                  <a:lnTo>
                    <a:pt x="0" y="398"/>
                  </a:lnTo>
                  <a:lnTo>
                    <a:pt x="0" y="339"/>
                  </a:lnTo>
                  <a:lnTo>
                    <a:pt x="257" y="450"/>
                  </a:lnTo>
                  <a:lnTo>
                    <a:pt x="273" y="434"/>
                  </a:lnTo>
                  <a:lnTo>
                    <a:pt x="293" y="421"/>
                  </a:lnTo>
                  <a:lnTo>
                    <a:pt x="314" y="414"/>
                  </a:lnTo>
                  <a:lnTo>
                    <a:pt x="338" y="411"/>
                  </a:lnTo>
                  <a:lnTo>
                    <a:pt x="360" y="414"/>
                  </a:lnTo>
                  <a:lnTo>
                    <a:pt x="380" y="420"/>
                  </a:lnTo>
                  <a:lnTo>
                    <a:pt x="399" y="432"/>
                  </a:lnTo>
                  <a:lnTo>
                    <a:pt x="415" y="446"/>
                  </a:lnTo>
                  <a:lnTo>
                    <a:pt x="942" y="181"/>
                  </a:lnTo>
                  <a:lnTo>
                    <a:pt x="940" y="161"/>
                  </a:lnTo>
                  <a:lnTo>
                    <a:pt x="943" y="136"/>
                  </a:lnTo>
                  <a:lnTo>
                    <a:pt x="952" y="113"/>
                  </a:lnTo>
                  <a:lnTo>
                    <a:pt x="964" y="94"/>
                  </a:lnTo>
                  <a:lnTo>
                    <a:pt x="982" y="78"/>
                  </a:lnTo>
                  <a:lnTo>
                    <a:pt x="1002" y="67"/>
                  </a:lnTo>
                  <a:lnTo>
                    <a:pt x="1027" y="59"/>
                  </a:lnTo>
                  <a:lnTo>
                    <a:pt x="1033"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65" name="Freeform 390"/>
            <p:cNvSpPr>
              <a:spLocks noEditPoints="1"/>
            </p:cNvSpPr>
            <p:nvPr/>
          </p:nvSpPr>
          <p:spPr bwMode="auto">
            <a:xfrm>
              <a:off x="4199500" y="3083538"/>
              <a:ext cx="207514" cy="177362"/>
            </a:xfrm>
            <a:custGeom>
              <a:avLst/>
              <a:gdLst>
                <a:gd name="T0" fmla="*/ 298 w 816"/>
                <a:gd name="T1" fmla="*/ 597 h 697"/>
                <a:gd name="T2" fmla="*/ 324 w 816"/>
                <a:gd name="T3" fmla="*/ 616 h 697"/>
                <a:gd name="T4" fmla="*/ 333 w 816"/>
                <a:gd name="T5" fmla="*/ 646 h 697"/>
                <a:gd name="T6" fmla="*/ 324 w 816"/>
                <a:gd name="T7" fmla="*/ 676 h 697"/>
                <a:gd name="T8" fmla="*/ 298 w 816"/>
                <a:gd name="T9" fmla="*/ 695 h 697"/>
                <a:gd name="T10" fmla="*/ 265 w 816"/>
                <a:gd name="T11" fmla="*/ 695 h 697"/>
                <a:gd name="T12" fmla="*/ 240 w 816"/>
                <a:gd name="T13" fmla="*/ 676 h 697"/>
                <a:gd name="T14" fmla="*/ 230 w 816"/>
                <a:gd name="T15" fmla="*/ 646 h 697"/>
                <a:gd name="T16" fmla="*/ 240 w 816"/>
                <a:gd name="T17" fmla="*/ 616 h 697"/>
                <a:gd name="T18" fmla="*/ 265 w 816"/>
                <a:gd name="T19" fmla="*/ 597 h 697"/>
                <a:gd name="T20" fmla="*/ 765 w 816"/>
                <a:gd name="T21" fmla="*/ 496 h 697"/>
                <a:gd name="T22" fmla="*/ 795 w 816"/>
                <a:gd name="T23" fmla="*/ 507 h 697"/>
                <a:gd name="T24" fmla="*/ 814 w 816"/>
                <a:gd name="T25" fmla="*/ 532 h 697"/>
                <a:gd name="T26" fmla="*/ 814 w 816"/>
                <a:gd name="T27" fmla="*/ 564 h 697"/>
                <a:gd name="T28" fmla="*/ 795 w 816"/>
                <a:gd name="T29" fmla="*/ 589 h 697"/>
                <a:gd name="T30" fmla="*/ 765 w 816"/>
                <a:gd name="T31" fmla="*/ 600 h 697"/>
                <a:gd name="T32" fmla="*/ 734 w 816"/>
                <a:gd name="T33" fmla="*/ 589 h 697"/>
                <a:gd name="T34" fmla="*/ 715 w 816"/>
                <a:gd name="T35" fmla="*/ 564 h 697"/>
                <a:gd name="T36" fmla="*/ 715 w 816"/>
                <a:gd name="T37" fmla="*/ 532 h 697"/>
                <a:gd name="T38" fmla="*/ 734 w 816"/>
                <a:gd name="T39" fmla="*/ 507 h 697"/>
                <a:gd name="T40" fmla="*/ 765 w 816"/>
                <a:gd name="T41" fmla="*/ 496 h 697"/>
                <a:gd name="T42" fmla="*/ 68 w 816"/>
                <a:gd name="T43" fmla="*/ 358 h 697"/>
                <a:gd name="T44" fmla="*/ 93 w 816"/>
                <a:gd name="T45" fmla="*/ 376 h 697"/>
                <a:gd name="T46" fmla="*/ 103 w 816"/>
                <a:gd name="T47" fmla="*/ 407 h 697"/>
                <a:gd name="T48" fmla="*/ 93 w 816"/>
                <a:gd name="T49" fmla="*/ 437 h 697"/>
                <a:gd name="T50" fmla="*/ 68 w 816"/>
                <a:gd name="T51" fmla="*/ 455 h 697"/>
                <a:gd name="T52" fmla="*/ 35 w 816"/>
                <a:gd name="T53" fmla="*/ 455 h 697"/>
                <a:gd name="T54" fmla="*/ 10 w 816"/>
                <a:gd name="T55" fmla="*/ 437 h 697"/>
                <a:gd name="T56" fmla="*/ 0 w 816"/>
                <a:gd name="T57" fmla="*/ 407 h 697"/>
                <a:gd name="T58" fmla="*/ 10 w 816"/>
                <a:gd name="T59" fmla="*/ 376 h 697"/>
                <a:gd name="T60" fmla="*/ 35 w 816"/>
                <a:gd name="T61" fmla="*/ 358 h 697"/>
                <a:gd name="T62" fmla="*/ 757 w 816"/>
                <a:gd name="T63" fmla="*/ 0 h 697"/>
                <a:gd name="T64" fmla="*/ 787 w 816"/>
                <a:gd name="T65" fmla="*/ 10 h 697"/>
                <a:gd name="T66" fmla="*/ 805 w 816"/>
                <a:gd name="T67" fmla="*/ 36 h 697"/>
                <a:gd name="T68" fmla="*/ 805 w 816"/>
                <a:gd name="T69" fmla="*/ 68 h 697"/>
                <a:gd name="T70" fmla="*/ 787 w 816"/>
                <a:gd name="T71" fmla="*/ 94 h 697"/>
                <a:gd name="T72" fmla="*/ 757 w 816"/>
                <a:gd name="T73" fmla="*/ 103 h 697"/>
                <a:gd name="T74" fmla="*/ 726 w 816"/>
                <a:gd name="T75" fmla="*/ 94 h 697"/>
                <a:gd name="T76" fmla="*/ 708 w 816"/>
                <a:gd name="T77" fmla="*/ 68 h 697"/>
                <a:gd name="T78" fmla="*/ 708 w 816"/>
                <a:gd name="T79" fmla="*/ 36 h 697"/>
                <a:gd name="T80" fmla="*/ 726 w 816"/>
                <a:gd name="T81" fmla="*/ 10 h 697"/>
                <a:gd name="T82" fmla="*/ 757 w 816"/>
                <a:gd name="T83" fmla="*/ 0 h 6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6" h="697">
                  <a:moveTo>
                    <a:pt x="281" y="595"/>
                  </a:moveTo>
                  <a:lnTo>
                    <a:pt x="298" y="597"/>
                  </a:lnTo>
                  <a:lnTo>
                    <a:pt x="312" y="604"/>
                  </a:lnTo>
                  <a:lnTo>
                    <a:pt x="324" y="616"/>
                  </a:lnTo>
                  <a:lnTo>
                    <a:pt x="331" y="629"/>
                  </a:lnTo>
                  <a:lnTo>
                    <a:pt x="333" y="646"/>
                  </a:lnTo>
                  <a:lnTo>
                    <a:pt x="331" y="662"/>
                  </a:lnTo>
                  <a:lnTo>
                    <a:pt x="324" y="676"/>
                  </a:lnTo>
                  <a:lnTo>
                    <a:pt x="312" y="688"/>
                  </a:lnTo>
                  <a:lnTo>
                    <a:pt x="298" y="695"/>
                  </a:lnTo>
                  <a:lnTo>
                    <a:pt x="281" y="697"/>
                  </a:lnTo>
                  <a:lnTo>
                    <a:pt x="265" y="695"/>
                  </a:lnTo>
                  <a:lnTo>
                    <a:pt x="251" y="688"/>
                  </a:lnTo>
                  <a:lnTo>
                    <a:pt x="240" y="676"/>
                  </a:lnTo>
                  <a:lnTo>
                    <a:pt x="233" y="662"/>
                  </a:lnTo>
                  <a:lnTo>
                    <a:pt x="230" y="646"/>
                  </a:lnTo>
                  <a:lnTo>
                    <a:pt x="233" y="629"/>
                  </a:lnTo>
                  <a:lnTo>
                    <a:pt x="240" y="616"/>
                  </a:lnTo>
                  <a:lnTo>
                    <a:pt x="251" y="604"/>
                  </a:lnTo>
                  <a:lnTo>
                    <a:pt x="265" y="597"/>
                  </a:lnTo>
                  <a:lnTo>
                    <a:pt x="281" y="595"/>
                  </a:lnTo>
                  <a:close/>
                  <a:moveTo>
                    <a:pt x="765" y="496"/>
                  </a:moveTo>
                  <a:lnTo>
                    <a:pt x="781" y="499"/>
                  </a:lnTo>
                  <a:lnTo>
                    <a:pt x="795" y="507"/>
                  </a:lnTo>
                  <a:lnTo>
                    <a:pt x="806" y="517"/>
                  </a:lnTo>
                  <a:lnTo>
                    <a:pt x="814" y="532"/>
                  </a:lnTo>
                  <a:lnTo>
                    <a:pt x="816" y="548"/>
                  </a:lnTo>
                  <a:lnTo>
                    <a:pt x="814" y="564"/>
                  </a:lnTo>
                  <a:lnTo>
                    <a:pt x="806" y="579"/>
                  </a:lnTo>
                  <a:lnTo>
                    <a:pt x="795" y="589"/>
                  </a:lnTo>
                  <a:lnTo>
                    <a:pt x="781" y="597"/>
                  </a:lnTo>
                  <a:lnTo>
                    <a:pt x="765" y="600"/>
                  </a:lnTo>
                  <a:lnTo>
                    <a:pt x="748" y="597"/>
                  </a:lnTo>
                  <a:lnTo>
                    <a:pt x="734" y="589"/>
                  </a:lnTo>
                  <a:lnTo>
                    <a:pt x="723" y="579"/>
                  </a:lnTo>
                  <a:lnTo>
                    <a:pt x="715" y="564"/>
                  </a:lnTo>
                  <a:lnTo>
                    <a:pt x="713" y="548"/>
                  </a:lnTo>
                  <a:lnTo>
                    <a:pt x="715" y="532"/>
                  </a:lnTo>
                  <a:lnTo>
                    <a:pt x="723" y="517"/>
                  </a:lnTo>
                  <a:lnTo>
                    <a:pt x="734" y="507"/>
                  </a:lnTo>
                  <a:lnTo>
                    <a:pt x="748" y="499"/>
                  </a:lnTo>
                  <a:lnTo>
                    <a:pt x="765" y="496"/>
                  </a:lnTo>
                  <a:close/>
                  <a:moveTo>
                    <a:pt x="52" y="355"/>
                  </a:moveTo>
                  <a:lnTo>
                    <a:pt x="68" y="358"/>
                  </a:lnTo>
                  <a:lnTo>
                    <a:pt x="82" y="364"/>
                  </a:lnTo>
                  <a:lnTo>
                    <a:pt x="93" y="376"/>
                  </a:lnTo>
                  <a:lnTo>
                    <a:pt x="101" y="390"/>
                  </a:lnTo>
                  <a:lnTo>
                    <a:pt x="103" y="407"/>
                  </a:lnTo>
                  <a:lnTo>
                    <a:pt x="101" y="422"/>
                  </a:lnTo>
                  <a:lnTo>
                    <a:pt x="93" y="437"/>
                  </a:lnTo>
                  <a:lnTo>
                    <a:pt x="82" y="448"/>
                  </a:lnTo>
                  <a:lnTo>
                    <a:pt x="68" y="455"/>
                  </a:lnTo>
                  <a:lnTo>
                    <a:pt x="52" y="458"/>
                  </a:lnTo>
                  <a:lnTo>
                    <a:pt x="35" y="455"/>
                  </a:lnTo>
                  <a:lnTo>
                    <a:pt x="21" y="448"/>
                  </a:lnTo>
                  <a:lnTo>
                    <a:pt x="10" y="437"/>
                  </a:lnTo>
                  <a:lnTo>
                    <a:pt x="2" y="422"/>
                  </a:lnTo>
                  <a:lnTo>
                    <a:pt x="0" y="407"/>
                  </a:lnTo>
                  <a:lnTo>
                    <a:pt x="2" y="390"/>
                  </a:lnTo>
                  <a:lnTo>
                    <a:pt x="10" y="376"/>
                  </a:lnTo>
                  <a:lnTo>
                    <a:pt x="21" y="364"/>
                  </a:lnTo>
                  <a:lnTo>
                    <a:pt x="35" y="358"/>
                  </a:lnTo>
                  <a:lnTo>
                    <a:pt x="52" y="355"/>
                  </a:lnTo>
                  <a:close/>
                  <a:moveTo>
                    <a:pt x="757" y="0"/>
                  </a:moveTo>
                  <a:lnTo>
                    <a:pt x="772" y="3"/>
                  </a:lnTo>
                  <a:lnTo>
                    <a:pt x="787" y="10"/>
                  </a:lnTo>
                  <a:lnTo>
                    <a:pt x="798" y="21"/>
                  </a:lnTo>
                  <a:lnTo>
                    <a:pt x="805" y="36"/>
                  </a:lnTo>
                  <a:lnTo>
                    <a:pt x="808" y="52"/>
                  </a:lnTo>
                  <a:lnTo>
                    <a:pt x="805" y="68"/>
                  </a:lnTo>
                  <a:lnTo>
                    <a:pt x="798" y="82"/>
                  </a:lnTo>
                  <a:lnTo>
                    <a:pt x="787" y="94"/>
                  </a:lnTo>
                  <a:lnTo>
                    <a:pt x="772" y="100"/>
                  </a:lnTo>
                  <a:lnTo>
                    <a:pt x="757" y="103"/>
                  </a:lnTo>
                  <a:lnTo>
                    <a:pt x="741" y="100"/>
                  </a:lnTo>
                  <a:lnTo>
                    <a:pt x="726" y="94"/>
                  </a:lnTo>
                  <a:lnTo>
                    <a:pt x="715" y="82"/>
                  </a:lnTo>
                  <a:lnTo>
                    <a:pt x="708" y="68"/>
                  </a:lnTo>
                  <a:lnTo>
                    <a:pt x="705" y="52"/>
                  </a:lnTo>
                  <a:lnTo>
                    <a:pt x="708" y="36"/>
                  </a:lnTo>
                  <a:lnTo>
                    <a:pt x="715" y="21"/>
                  </a:lnTo>
                  <a:lnTo>
                    <a:pt x="726" y="10"/>
                  </a:lnTo>
                  <a:lnTo>
                    <a:pt x="741" y="3"/>
                  </a:lnTo>
                  <a:lnTo>
                    <a:pt x="757"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023" name="Group 453"/>
          <p:cNvGrpSpPr>
            <a:grpSpLocks noChangeAspect="1"/>
          </p:cNvGrpSpPr>
          <p:nvPr/>
        </p:nvGrpSpPr>
        <p:grpSpPr bwMode="auto">
          <a:xfrm>
            <a:off x="6863304" y="2510665"/>
            <a:ext cx="542728" cy="411480"/>
            <a:chOff x="5207" y="1916"/>
            <a:chExt cx="306" cy="232"/>
          </a:xfrm>
        </p:grpSpPr>
        <p:sp useBgFill="1">
          <p:nvSpPr>
            <p:cNvPr id="1026" name="Freeform 455"/>
            <p:cNvSpPr>
              <a:spLocks/>
            </p:cNvSpPr>
            <p:nvPr/>
          </p:nvSpPr>
          <p:spPr bwMode="auto">
            <a:xfrm>
              <a:off x="5207" y="1916"/>
              <a:ext cx="306" cy="232"/>
            </a:xfrm>
            <a:custGeom>
              <a:avLst/>
              <a:gdLst>
                <a:gd name="T0" fmla="*/ 112 w 2136"/>
                <a:gd name="T1" fmla="*/ 0 h 1630"/>
                <a:gd name="T2" fmla="*/ 2024 w 2136"/>
                <a:gd name="T3" fmla="*/ 0 h 1630"/>
                <a:gd name="T4" fmla="*/ 2049 w 2136"/>
                <a:gd name="T5" fmla="*/ 2 h 1630"/>
                <a:gd name="T6" fmla="*/ 2074 w 2136"/>
                <a:gd name="T7" fmla="*/ 11 h 1630"/>
                <a:gd name="T8" fmla="*/ 2094 w 2136"/>
                <a:gd name="T9" fmla="*/ 24 h 1630"/>
                <a:gd name="T10" fmla="*/ 2112 w 2136"/>
                <a:gd name="T11" fmla="*/ 41 h 1630"/>
                <a:gd name="T12" fmla="*/ 2124 w 2136"/>
                <a:gd name="T13" fmla="*/ 62 h 1630"/>
                <a:gd name="T14" fmla="*/ 2133 w 2136"/>
                <a:gd name="T15" fmla="*/ 87 h 1630"/>
                <a:gd name="T16" fmla="*/ 2136 w 2136"/>
                <a:gd name="T17" fmla="*/ 112 h 1630"/>
                <a:gd name="T18" fmla="*/ 2136 w 2136"/>
                <a:gd name="T19" fmla="*/ 1518 h 1630"/>
                <a:gd name="T20" fmla="*/ 2133 w 2136"/>
                <a:gd name="T21" fmla="*/ 1543 h 1630"/>
                <a:gd name="T22" fmla="*/ 2124 w 2136"/>
                <a:gd name="T23" fmla="*/ 1568 h 1630"/>
                <a:gd name="T24" fmla="*/ 2112 w 2136"/>
                <a:gd name="T25" fmla="*/ 1588 h 1630"/>
                <a:gd name="T26" fmla="*/ 2094 w 2136"/>
                <a:gd name="T27" fmla="*/ 1606 h 1630"/>
                <a:gd name="T28" fmla="*/ 2074 w 2136"/>
                <a:gd name="T29" fmla="*/ 1618 h 1630"/>
                <a:gd name="T30" fmla="*/ 2049 w 2136"/>
                <a:gd name="T31" fmla="*/ 1627 h 1630"/>
                <a:gd name="T32" fmla="*/ 2024 w 2136"/>
                <a:gd name="T33" fmla="*/ 1630 h 1630"/>
                <a:gd name="T34" fmla="*/ 112 w 2136"/>
                <a:gd name="T35" fmla="*/ 1630 h 1630"/>
                <a:gd name="T36" fmla="*/ 87 w 2136"/>
                <a:gd name="T37" fmla="*/ 1627 h 1630"/>
                <a:gd name="T38" fmla="*/ 62 w 2136"/>
                <a:gd name="T39" fmla="*/ 1618 h 1630"/>
                <a:gd name="T40" fmla="*/ 42 w 2136"/>
                <a:gd name="T41" fmla="*/ 1606 h 1630"/>
                <a:gd name="T42" fmla="*/ 24 w 2136"/>
                <a:gd name="T43" fmla="*/ 1588 h 1630"/>
                <a:gd name="T44" fmla="*/ 12 w 2136"/>
                <a:gd name="T45" fmla="*/ 1568 h 1630"/>
                <a:gd name="T46" fmla="*/ 3 w 2136"/>
                <a:gd name="T47" fmla="*/ 1543 h 1630"/>
                <a:gd name="T48" fmla="*/ 0 w 2136"/>
                <a:gd name="T49" fmla="*/ 1518 h 1630"/>
                <a:gd name="T50" fmla="*/ 0 w 2136"/>
                <a:gd name="T51" fmla="*/ 112 h 1630"/>
                <a:gd name="T52" fmla="*/ 3 w 2136"/>
                <a:gd name="T53" fmla="*/ 87 h 1630"/>
                <a:gd name="T54" fmla="*/ 12 w 2136"/>
                <a:gd name="T55" fmla="*/ 62 h 1630"/>
                <a:gd name="T56" fmla="*/ 24 w 2136"/>
                <a:gd name="T57" fmla="*/ 41 h 1630"/>
                <a:gd name="T58" fmla="*/ 42 w 2136"/>
                <a:gd name="T59" fmla="*/ 24 h 1630"/>
                <a:gd name="T60" fmla="*/ 62 w 2136"/>
                <a:gd name="T61" fmla="*/ 11 h 1630"/>
                <a:gd name="T62" fmla="*/ 87 w 2136"/>
                <a:gd name="T63" fmla="*/ 2 h 1630"/>
                <a:gd name="T64" fmla="*/ 112 w 2136"/>
                <a:gd name="T65"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36" h="1630">
                  <a:moveTo>
                    <a:pt x="112" y="0"/>
                  </a:moveTo>
                  <a:lnTo>
                    <a:pt x="2024" y="0"/>
                  </a:lnTo>
                  <a:lnTo>
                    <a:pt x="2049" y="2"/>
                  </a:lnTo>
                  <a:lnTo>
                    <a:pt x="2074" y="11"/>
                  </a:lnTo>
                  <a:lnTo>
                    <a:pt x="2094" y="24"/>
                  </a:lnTo>
                  <a:lnTo>
                    <a:pt x="2112" y="41"/>
                  </a:lnTo>
                  <a:lnTo>
                    <a:pt x="2124" y="62"/>
                  </a:lnTo>
                  <a:lnTo>
                    <a:pt x="2133" y="87"/>
                  </a:lnTo>
                  <a:lnTo>
                    <a:pt x="2136" y="112"/>
                  </a:lnTo>
                  <a:lnTo>
                    <a:pt x="2136" y="1518"/>
                  </a:lnTo>
                  <a:lnTo>
                    <a:pt x="2133" y="1543"/>
                  </a:lnTo>
                  <a:lnTo>
                    <a:pt x="2124" y="1568"/>
                  </a:lnTo>
                  <a:lnTo>
                    <a:pt x="2112" y="1588"/>
                  </a:lnTo>
                  <a:lnTo>
                    <a:pt x="2094" y="1606"/>
                  </a:lnTo>
                  <a:lnTo>
                    <a:pt x="2074" y="1618"/>
                  </a:lnTo>
                  <a:lnTo>
                    <a:pt x="2049" y="1627"/>
                  </a:lnTo>
                  <a:lnTo>
                    <a:pt x="2024" y="1630"/>
                  </a:lnTo>
                  <a:lnTo>
                    <a:pt x="112" y="1630"/>
                  </a:lnTo>
                  <a:lnTo>
                    <a:pt x="87" y="1627"/>
                  </a:lnTo>
                  <a:lnTo>
                    <a:pt x="62" y="1618"/>
                  </a:lnTo>
                  <a:lnTo>
                    <a:pt x="42" y="1606"/>
                  </a:lnTo>
                  <a:lnTo>
                    <a:pt x="24" y="1588"/>
                  </a:lnTo>
                  <a:lnTo>
                    <a:pt x="12" y="1568"/>
                  </a:lnTo>
                  <a:lnTo>
                    <a:pt x="3" y="1543"/>
                  </a:lnTo>
                  <a:lnTo>
                    <a:pt x="0" y="1518"/>
                  </a:lnTo>
                  <a:lnTo>
                    <a:pt x="0" y="112"/>
                  </a:lnTo>
                  <a:lnTo>
                    <a:pt x="3" y="87"/>
                  </a:lnTo>
                  <a:lnTo>
                    <a:pt x="12" y="62"/>
                  </a:lnTo>
                  <a:lnTo>
                    <a:pt x="24" y="41"/>
                  </a:lnTo>
                  <a:lnTo>
                    <a:pt x="42" y="24"/>
                  </a:lnTo>
                  <a:lnTo>
                    <a:pt x="62" y="11"/>
                  </a:lnTo>
                  <a:lnTo>
                    <a:pt x="87" y="2"/>
                  </a:lnTo>
                  <a:lnTo>
                    <a:pt x="112"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27" name="Freeform 456"/>
            <p:cNvSpPr>
              <a:spLocks noEditPoints="1"/>
            </p:cNvSpPr>
            <p:nvPr/>
          </p:nvSpPr>
          <p:spPr bwMode="auto">
            <a:xfrm>
              <a:off x="5223" y="1932"/>
              <a:ext cx="274" cy="200"/>
            </a:xfrm>
            <a:custGeom>
              <a:avLst/>
              <a:gdLst>
                <a:gd name="T0" fmla="*/ 113 w 1912"/>
                <a:gd name="T1" fmla="*/ 113 h 1406"/>
                <a:gd name="T2" fmla="*/ 113 w 1912"/>
                <a:gd name="T3" fmla="*/ 1293 h 1406"/>
                <a:gd name="T4" fmla="*/ 1799 w 1912"/>
                <a:gd name="T5" fmla="*/ 1293 h 1406"/>
                <a:gd name="T6" fmla="*/ 1799 w 1912"/>
                <a:gd name="T7" fmla="*/ 113 h 1406"/>
                <a:gd name="T8" fmla="*/ 113 w 1912"/>
                <a:gd name="T9" fmla="*/ 113 h 1406"/>
                <a:gd name="T10" fmla="*/ 0 w 1912"/>
                <a:gd name="T11" fmla="*/ 0 h 1406"/>
                <a:gd name="T12" fmla="*/ 1912 w 1912"/>
                <a:gd name="T13" fmla="*/ 0 h 1406"/>
                <a:gd name="T14" fmla="*/ 1912 w 1912"/>
                <a:gd name="T15" fmla="*/ 1406 h 1406"/>
                <a:gd name="T16" fmla="*/ 0 w 1912"/>
                <a:gd name="T17" fmla="*/ 1406 h 1406"/>
                <a:gd name="T18" fmla="*/ 0 w 1912"/>
                <a:gd name="T19" fmla="*/ 0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12" h="1406">
                  <a:moveTo>
                    <a:pt x="113" y="113"/>
                  </a:moveTo>
                  <a:lnTo>
                    <a:pt x="113" y="1293"/>
                  </a:lnTo>
                  <a:lnTo>
                    <a:pt x="1799" y="1293"/>
                  </a:lnTo>
                  <a:lnTo>
                    <a:pt x="1799" y="113"/>
                  </a:lnTo>
                  <a:lnTo>
                    <a:pt x="113" y="113"/>
                  </a:lnTo>
                  <a:close/>
                  <a:moveTo>
                    <a:pt x="0" y="0"/>
                  </a:moveTo>
                  <a:lnTo>
                    <a:pt x="1912" y="0"/>
                  </a:lnTo>
                  <a:lnTo>
                    <a:pt x="1912" y="1406"/>
                  </a:lnTo>
                  <a:lnTo>
                    <a:pt x="0" y="1406"/>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28" name="Rectangle 457"/>
            <p:cNvSpPr>
              <a:spLocks noChangeArrowheads="1"/>
            </p:cNvSpPr>
            <p:nvPr/>
          </p:nvSpPr>
          <p:spPr bwMode="auto">
            <a:xfrm>
              <a:off x="5256" y="1964"/>
              <a:ext cx="209" cy="137"/>
            </a:xfrm>
            <a:prstGeom prst="rect">
              <a:avLst/>
            </a:prstGeom>
            <a:solidFill>
              <a:srgbClr val="F8CF5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29" name="Freeform 458"/>
            <p:cNvSpPr>
              <a:spLocks/>
            </p:cNvSpPr>
            <p:nvPr/>
          </p:nvSpPr>
          <p:spPr bwMode="auto">
            <a:xfrm>
              <a:off x="5345" y="1964"/>
              <a:ext cx="120" cy="53"/>
            </a:xfrm>
            <a:custGeom>
              <a:avLst/>
              <a:gdLst>
                <a:gd name="T0" fmla="*/ 2 w 836"/>
                <a:gd name="T1" fmla="*/ 0 h 371"/>
                <a:gd name="T2" fmla="*/ 836 w 836"/>
                <a:gd name="T3" fmla="*/ 0 h 371"/>
                <a:gd name="T4" fmla="*/ 836 w 836"/>
                <a:gd name="T5" fmla="*/ 240 h 371"/>
                <a:gd name="T6" fmla="*/ 817 w 836"/>
                <a:gd name="T7" fmla="*/ 238 h 371"/>
                <a:gd name="T8" fmla="*/ 795 w 836"/>
                <a:gd name="T9" fmla="*/ 239 h 371"/>
                <a:gd name="T10" fmla="*/ 772 w 836"/>
                <a:gd name="T11" fmla="*/ 242 h 371"/>
                <a:gd name="T12" fmla="*/ 748 w 836"/>
                <a:gd name="T13" fmla="*/ 246 h 371"/>
                <a:gd name="T14" fmla="*/ 726 w 836"/>
                <a:gd name="T15" fmla="*/ 250 h 371"/>
                <a:gd name="T16" fmla="*/ 706 w 836"/>
                <a:gd name="T17" fmla="*/ 256 h 371"/>
                <a:gd name="T18" fmla="*/ 689 w 836"/>
                <a:gd name="T19" fmla="*/ 261 h 371"/>
                <a:gd name="T20" fmla="*/ 676 w 836"/>
                <a:gd name="T21" fmla="*/ 266 h 371"/>
                <a:gd name="T22" fmla="*/ 667 w 836"/>
                <a:gd name="T23" fmla="*/ 270 h 371"/>
                <a:gd name="T24" fmla="*/ 641 w 836"/>
                <a:gd name="T25" fmla="*/ 288 h 371"/>
                <a:gd name="T26" fmla="*/ 618 w 836"/>
                <a:gd name="T27" fmla="*/ 306 h 371"/>
                <a:gd name="T28" fmla="*/ 596 w 836"/>
                <a:gd name="T29" fmla="*/ 323 h 371"/>
                <a:gd name="T30" fmla="*/ 577 w 836"/>
                <a:gd name="T31" fmla="*/ 339 h 371"/>
                <a:gd name="T32" fmla="*/ 560 w 836"/>
                <a:gd name="T33" fmla="*/ 353 h 371"/>
                <a:gd name="T34" fmla="*/ 546 w 836"/>
                <a:gd name="T35" fmla="*/ 362 h 371"/>
                <a:gd name="T36" fmla="*/ 532 w 836"/>
                <a:gd name="T37" fmla="*/ 368 h 371"/>
                <a:gd name="T38" fmla="*/ 510 w 836"/>
                <a:gd name="T39" fmla="*/ 371 h 371"/>
                <a:gd name="T40" fmla="*/ 488 w 836"/>
                <a:gd name="T41" fmla="*/ 370 h 371"/>
                <a:gd name="T42" fmla="*/ 466 w 836"/>
                <a:gd name="T43" fmla="*/ 364 h 371"/>
                <a:gd name="T44" fmla="*/ 446 w 836"/>
                <a:gd name="T45" fmla="*/ 357 h 371"/>
                <a:gd name="T46" fmla="*/ 426 w 836"/>
                <a:gd name="T47" fmla="*/ 346 h 371"/>
                <a:gd name="T48" fmla="*/ 406 w 836"/>
                <a:gd name="T49" fmla="*/ 335 h 371"/>
                <a:gd name="T50" fmla="*/ 385 w 836"/>
                <a:gd name="T51" fmla="*/ 323 h 371"/>
                <a:gd name="T52" fmla="*/ 363 w 836"/>
                <a:gd name="T53" fmla="*/ 312 h 371"/>
                <a:gd name="T54" fmla="*/ 340 w 836"/>
                <a:gd name="T55" fmla="*/ 302 h 371"/>
                <a:gd name="T56" fmla="*/ 314 w 836"/>
                <a:gd name="T57" fmla="*/ 293 h 371"/>
                <a:gd name="T58" fmla="*/ 292 w 836"/>
                <a:gd name="T59" fmla="*/ 287 h 371"/>
                <a:gd name="T60" fmla="*/ 273 w 836"/>
                <a:gd name="T61" fmla="*/ 286 h 371"/>
                <a:gd name="T62" fmla="*/ 257 w 836"/>
                <a:gd name="T63" fmla="*/ 286 h 371"/>
                <a:gd name="T64" fmla="*/ 241 w 836"/>
                <a:gd name="T65" fmla="*/ 289 h 371"/>
                <a:gd name="T66" fmla="*/ 228 w 836"/>
                <a:gd name="T67" fmla="*/ 294 h 371"/>
                <a:gd name="T68" fmla="*/ 214 w 836"/>
                <a:gd name="T69" fmla="*/ 299 h 371"/>
                <a:gd name="T70" fmla="*/ 199 w 836"/>
                <a:gd name="T71" fmla="*/ 305 h 371"/>
                <a:gd name="T72" fmla="*/ 183 w 836"/>
                <a:gd name="T73" fmla="*/ 311 h 371"/>
                <a:gd name="T74" fmla="*/ 165 w 836"/>
                <a:gd name="T75" fmla="*/ 315 h 371"/>
                <a:gd name="T76" fmla="*/ 145 w 836"/>
                <a:gd name="T77" fmla="*/ 318 h 371"/>
                <a:gd name="T78" fmla="*/ 121 w 836"/>
                <a:gd name="T79" fmla="*/ 319 h 371"/>
                <a:gd name="T80" fmla="*/ 95 w 836"/>
                <a:gd name="T81" fmla="*/ 318 h 371"/>
                <a:gd name="T82" fmla="*/ 72 w 836"/>
                <a:gd name="T83" fmla="*/ 312 h 371"/>
                <a:gd name="T84" fmla="*/ 54 w 836"/>
                <a:gd name="T85" fmla="*/ 303 h 371"/>
                <a:gd name="T86" fmla="*/ 39 w 836"/>
                <a:gd name="T87" fmla="*/ 293 h 371"/>
                <a:gd name="T88" fmla="*/ 27 w 836"/>
                <a:gd name="T89" fmla="*/ 279 h 371"/>
                <a:gd name="T90" fmla="*/ 17 w 836"/>
                <a:gd name="T91" fmla="*/ 262 h 371"/>
                <a:gd name="T92" fmla="*/ 10 w 836"/>
                <a:gd name="T93" fmla="*/ 244 h 371"/>
                <a:gd name="T94" fmla="*/ 5 w 836"/>
                <a:gd name="T95" fmla="*/ 225 h 371"/>
                <a:gd name="T96" fmla="*/ 2 w 836"/>
                <a:gd name="T97" fmla="*/ 204 h 371"/>
                <a:gd name="T98" fmla="*/ 1 w 836"/>
                <a:gd name="T99" fmla="*/ 183 h 371"/>
                <a:gd name="T100" fmla="*/ 0 w 836"/>
                <a:gd name="T101" fmla="*/ 161 h 371"/>
                <a:gd name="T102" fmla="*/ 1 w 836"/>
                <a:gd name="T103" fmla="*/ 137 h 371"/>
                <a:gd name="T104" fmla="*/ 2 w 836"/>
                <a:gd name="T105" fmla="*/ 115 h 371"/>
                <a:gd name="T106" fmla="*/ 3 w 836"/>
                <a:gd name="T107" fmla="*/ 93 h 371"/>
                <a:gd name="T108" fmla="*/ 4 w 836"/>
                <a:gd name="T109" fmla="*/ 72 h 371"/>
                <a:gd name="T110" fmla="*/ 5 w 836"/>
                <a:gd name="T111" fmla="*/ 52 h 371"/>
                <a:gd name="T112" fmla="*/ 5 w 836"/>
                <a:gd name="T113" fmla="*/ 33 h 371"/>
                <a:gd name="T114" fmla="*/ 4 w 836"/>
                <a:gd name="T115" fmla="*/ 15 h 371"/>
                <a:gd name="T116" fmla="*/ 2 w 836"/>
                <a:gd name="T117"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36" h="371">
                  <a:moveTo>
                    <a:pt x="2" y="0"/>
                  </a:moveTo>
                  <a:lnTo>
                    <a:pt x="836" y="0"/>
                  </a:lnTo>
                  <a:lnTo>
                    <a:pt x="836" y="240"/>
                  </a:lnTo>
                  <a:lnTo>
                    <a:pt x="817" y="238"/>
                  </a:lnTo>
                  <a:lnTo>
                    <a:pt x="795" y="239"/>
                  </a:lnTo>
                  <a:lnTo>
                    <a:pt x="772" y="242"/>
                  </a:lnTo>
                  <a:lnTo>
                    <a:pt x="748" y="246"/>
                  </a:lnTo>
                  <a:lnTo>
                    <a:pt x="726" y="250"/>
                  </a:lnTo>
                  <a:lnTo>
                    <a:pt x="706" y="256"/>
                  </a:lnTo>
                  <a:lnTo>
                    <a:pt x="689" y="261"/>
                  </a:lnTo>
                  <a:lnTo>
                    <a:pt x="676" y="266"/>
                  </a:lnTo>
                  <a:lnTo>
                    <a:pt x="667" y="270"/>
                  </a:lnTo>
                  <a:lnTo>
                    <a:pt x="641" y="288"/>
                  </a:lnTo>
                  <a:lnTo>
                    <a:pt x="618" y="306"/>
                  </a:lnTo>
                  <a:lnTo>
                    <a:pt x="596" y="323"/>
                  </a:lnTo>
                  <a:lnTo>
                    <a:pt x="577" y="339"/>
                  </a:lnTo>
                  <a:lnTo>
                    <a:pt x="560" y="353"/>
                  </a:lnTo>
                  <a:lnTo>
                    <a:pt x="546" y="362"/>
                  </a:lnTo>
                  <a:lnTo>
                    <a:pt x="532" y="368"/>
                  </a:lnTo>
                  <a:lnTo>
                    <a:pt x="510" y="371"/>
                  </a:lnTo>
                  <a:lnTo>
                    <a:pt x="488" y="370"/>
                  </a:lnTo>
                  <a:lnTo>
                    <a:pt x="466" y="364"/>
                  </a:lnTo>
                  <a:lnTo>
                    <a:pt x="446" y="357"/>
                  </a:lnTo>
                  <a:lnTo>
                    <a:pt x="426" y="346"/>
                  </a:lnTo>
                  <a:lnTo>
                    <a:pt x="406" y="335"/>
                  </a:lnTo>
                  <a:lnTo>
                    <a:pt x="385" y="323"/>
                  </a:lnTo>
                  <a:lnTo>
                    <a:pt x="363" y="312"/>
                  </a:lnTo>
                  <a:lnTo>
                    <a:pt x="340" y="302"/>
                  </a:lnTo>
                  <a:lnTo>
                    <a:pt x="314" y="293"/>
                  </a:lnTo>
                  <a:lnTo>
                    <a:pt x="292" y="287"/>
                  </a:lnTo>
                  <a:lnTo>
                    <a:pt x="273" y="286"/>
                  </a:lnTo>
                  <a:lnTo>
                    <a:pt x="257" y="286"/>
                  </a:lnTo>
                  <a:lnTo>
                    <a:pt x="241" y="289"/>
                  </a:lnTo>
                  <a:lnTo>
                    <a:pt x="228" y="294"/>
                  </a:lnTo>
                  <a:lnTo>
                    <a:pt x="214" y="299"/>
                  </a:lnTo>
                  <a:lnTo>
                    <a:pt x="199" y="305"/>
                  </a:lnTo>
                  <a:lnTo>
                    <a:pt x="183" y="311"/>
                  </a:lnTo>
                  <a:lnTo>
                    <a:pt x="165" y="315"/>
                  </a:lnTo>
                  <a:lnTo>
                    <a:pt x="145" y="318"/>
                  </a:lnTo>
                  <a:lnTo>
                    <a:pt x="121" y="319"/>
                  </a:lnTo>
                  <a:lnTo>
                    <a:pt x="95" y="318"/>
                  </a:lnTo>
                  <a:lnTo>
                    <a:pt x="72" y="312"/>
                  </a:lnTo>
                  <a:lnTo>
                    <a:pt x="54" y="303"/>
                  </a:lnTo>
                  <a:lnTo>
                    <a:pt x="39" y="293"/>
                  </a:lnTo>
                  <a:lnTo>
                    <a:pt x="27" y="279"/>
                  </a:lnTo>
                  <a:lnTo>
                    <a:pt x="17" y="262"/>
                  </a:lnTo>
                  <a:lnTo>
                    <a:pt x="10" y="244"/>
                  </a:lnTo>
                  <a:lnTo>
                    <a:pt x="5" y="225"/>
                  </a:lnTo>
                  <a:lnTo>
                    <a:pt x="2" y="204"/>
                  </a:lnTo>
                  <a:lnTo>
                    <a:pt x="1" y="183"/>
                  </a:lnTo>
                  <a:lnTo>
                    <a:pt x="0" y="161"/>
                  </a:lnTo>
                  <a:lnTo>
                    <a:pt x="1" y="137"/>
                  </a:lnTo>
                  <a:lnTo>
                    <a:pt x="2" y="115"/>
                  </a:lnTo>
                  <a:lnTo>
                    <a:pt x="3" y="93"/>
                  </a:lnTo>
                  <a:lnTo>
                    <a:pt x="4" y="72"/>
                  </a:lnTo>
                  <a:lnTo>
                    <a:pt x="5" y="52"/>
                  </a:lnTo>
                  <a:lnTo>
                    <a:pt x="5" y="33"/>
                  </a:lnTo>
                  <a:lnTo>
                    <a:pt x="4" y="15"/>
                  </a:lnTo>
                  <a:lnTo>
                    <a:pt x="2"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30" name="Freeform 459"/>
            <p:cNvSpPr>
              <a:spLocks/>
            </p:cNvSpPr>
            <p:nvPr/>
          </p:nvSpPr>
          <p:spPr bwMode="auto">
            <a:xfrm>
              <a:off x="5256" y="2025"/>
              <a:ext cx="104" cy="76"/>
            </a:xfrm>
            <a:custGeom>
              <a:avLst/>
              <a:gdLst>
                <a:gd name="T0" fmla="*/ 186 w 733"/>
                <a:gd name="T1" fmla="*/ 0 h 531"/>
                <a:gd name="T2" fmla="*/ 211 w 733"/>
                <a:gd name="T3" fmla="*/ 2 h 531"/>
                <a:gd name="T4" fmla="*/ 236 w 733"/>
                <a:gd name="T5" fmla="*/ 9 h 531"/>
                <a:gd name="T6" fmla="*/ 259 w 733"/>
                <a:gd name="T7" fmla="*/ 23 h 531"/>
                <a:gd name="T8" fmla="*/ 283 w 733"/>
                <a:gd name="T9" fmla="*/ 42 h 531"/>
                <a:gd name="T10" fmla="*/ 308 w 733"/>
                <a:gd name="T11" fmla="*/ 67 h 531"/>
                <a:gd name="T12" fmla="*/ 335 w 733"/>
                <a:gd name="T13" fmla="*/ 100 h 531"/>
                <a:gd name="T14" fmla="*/ 344 w 733"/>
                <a:gd name="T15" fmla="*/ 115 h 531"/>
                <a:gd name="T16" fmla="*/ 351 w 733"/>
                <a:gd name="T17" fmla="*/ 129 h 531"/>
                <a:gd name="T18" fmla="*/ 357 w 733"/>
                <a:gd name="T19" fmla="*/ 142 h 531"/>
                <a:gd name="T20" fmla="*/ 362 w 733"/>
                <a:gd name="T21" fmla="*/ 155 h 531"/>
                <a:gd name="T22" fmla="*/ 369 w 733"/>
                <a:gd name="T23" fmla="*/ 167 h 531"/>
                <a:gd name="T24" fmla="*/ 377 w 733"/>
                <a:gd name="T25" fmla="*/ 176 h 531"/>
                <a:gd name="T26" fmla="*/ 390 w 733"/>
                <a:gd name="T27" fmla="*/ 186 h 531"/>
                <a:gd name="T28" fmla="*/ 407 w 733"/>
                <a:gd name="T29" fmla="*/ 193 h 531"/>
                <a:gd name="T30" fmla="*/ 425 w 733"/>
                <a:gd name="T31" fmla="*/ 196 h 531"/>
                <a:gd name="T32" fmla="*/ 444 w 733"/>
                <a:gd name="T33" fmla="*/ 195 h 531"/>
                <a:gd name="T34" fmla="*/ 464 w 733"/>
                <a:gd name="T35" fmla="*/ 192 h 531"/>
                <a:gd name="T36" fmla="*/ 484 w 733"/>
                <a:gd name="T37" fmla="*/ 187 h 531"/>
                <a:gd name="T38" fmla="*/ 506 w 733"/>
                <a:gd name="T39" fmla="*/ 183 h 531"/>
                <a:gd name="T40" fmla="*/ 527 w 733"/>
                <a:gd name="T41" fmla="*/ 180 h 531"/>
                <a:gd name="T42" fmla="*/ 549 w 733"/>
                <a:gd name="T43" fmla="*/ 180 h 531"/>
                <a:gd name="T44" fmla="*/ 571 w 733"/>
                <a:gd name="T45" fmla="*/ 186 h 531"/>
                <a:gd name="T46" fmla="*/ 593 w 733"/>
                <a:gd name="T47" fmla="*/ 196 h 531"/>
                <a:gd name="T48" fmla="*/ 611 w 733"/>
                <a:gd name="T49" fmla="*/ 211 h 531"/>
                <a:gd name="T50" fmla="*/ 627 w 733"/>
                <a:gd name="T51" fmla="*/ 231 h 531"/>
                <a:gd name="T52" fmla="*/ 642 w 733"/>
                <a:gd name="T53" fmla="*/ 254 h 531"/>
                <a:gd name="T54" fmla="*/ 655 w 733"/>
                <a:gd name="T55" fmla="*/ 280 h 531"/>
                <a:gd name="T56" fmla="*/ 668 w 733"/>
                <a:gd name="T57" fmla="*/ 309 h 531"/>
                <a:gd name="T58" fmla="*/ 678 w 733"/>
                <a:gd name="T59" fmla="*/ 340 h 531"/>
                <a:gd name="T60" fmla="*/ 689 w 733"/>
                <a:gd name="T61" fmla="*/ 372 h 531"/>
                <a:gd name="T62" fmla="*/ 698 w 733"/>
                <a:gd name="T63" fmla="*/ 404 h 531"/>
                <a:gd name="T64" fmla="*/ 707 w 733"/>
                <a:gd name="T65" fmla="*/ 437 h 531"/>
                <a:gd name="T66" fmla="*/ 715 w 733"/>
                <a:gd name="T67" fmla="*/ 470 h 531"/>
                <a:gd name="T68" fmla="*/ 725 w 733"/>
                <a:gd name="T69" fmla="*/ 502 h 531"/>
                <a:gd name="T70" fmla="*/ 733 w 733"/>
                <a:gd name="T71" fmla="*/ 531 h 531"/>
                <a:gd name="T72" fmla="*/ 0 w 733"/>
                <a:gd name="T73" fmla="*/ 531 h 531"/>
                <a:gd name="T74" fmla="*/ 0 w 733"/>
                <a:gd name="T75" fmla="*/ 44 h 531"/>
                <a:gd name="T76" fmla="*/ 18 w 733"/>
                <a:gd name="T77" fmla="*/ 38 h 531"/>
                <a:gd name="T78" fmla="*/ 38 w 733"/>
                <a:gd name="T79" fmla="*/ 30 h 531"/>
                <a:gd name="T80" fmla="*/ 59 w 733"/>
                <a:gd name="T81" fmla="*/ 25 h 531"/>
                <a:gd name="T82" fmla="*/ 80 w 733"/>
                <a:gd name="T83" fmla="*/ 20 h 531"/>
                <a:gd name="T84" fmla="*/ 101 w 733"/>
                <a:gd name="T85" fmla="*/ 15 h 531"/>
                <a:gd name="T86" fmla="*/ 119 w 733"/>
                <a:gd name="T87" fmla="*/ 10 h 531"/>
                <a:gd name="T88" fmla="*/ 136 w 733"/>
                <a:gd name="T89" fmla="*/ 7 h 531"/>
                <a:gd name="T90" fmla="*/ 149 w 733"/>
                <a:gd name="T91" fmla="*/ 5 h 531"/>
                <a:gd name="T92" fmla="*/ 156 w 733"/>
                <a:gd name="T93" fmla="*/ 4 h 531"/>
                <a:gd name="T94" fmla="*/ 160 w 733"/>
                <a:gd name="T95" fmla="*/ 3 h 531"/>
                <a:gd name="T96" fmla="*/ 186 w 733"/>
                <a:gd name="T97" fmla="*/ 0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33" h="531">
                  <a:moveTo>
                    <a:pt x="186" y="0"/>
                  </a:moveTo>
                  <a:lnTo>
                    <a:pt x="211" y="2"/>
                  </a:lnTo>
                  <a:lnTo>
                    <a:pt x="236" y="9"/>
                  </a:lnTo>
                  <a:lnTo>
                    <a:pt x="259" y="23"/>
                  </a:lnTo>
                  <a:lnTo>
                    <a:pt x="283" y="42"/>
                  </a:lnTo>
                  <a:lnTo>
                    <a:pt x="308" y="67"/>
                  </a:lnTo>
                  <a:lnTo>
                    <a:pt x="335" y="100"/>
                  </a:lnTo>
                  <a:lnTo>
                    <a:pt x="344" y="115"/>
                  </a:lnTo>
                  <a:lnTo>
                    <a:pt x="351" y="129"/>
                  </a:lnTo>
                  <a:lnTo>
                    <a:pt x="357" y="142"/>
                  </a:lnTo>
                  <a:lnTo>
                    <a:pt x="362" y="155"/>
                  </a:lnTo>
                  <a:lnTo>
                    <a:pt x="369" y="167"/>
                  </a:lnTo>
                  <a:lnTo>
                    <a:pt x="377" y="176"/>
                  </a:lnTo>
                  <a:lnTo>
                    <a:pt x="390" y="186"/>
                  </a:lnTo>
                  <a:lnTo>
                    <a:pt x="407" y="193"/>
                  </a:lnTo>
                  <a:lnTo>
                    <a:pt x="425" y="196"/>
                  </a:lnTo>
                  <a:lnTo>
                    <a:pt x="444" y="195"/>
                  </a:lnTo>
                  <a:lnTo>
                    <a:pt x="464" y="192"/>
                  </a:lnTo>
                  <a:lnTo>
                    <a:pt x="484" y="187"/>
                  </a:lnTo>
                  <a:lnTo>
                    <a:pt x="506" y="183"/>
                  </a:lnTo>
                  <a:lnTo>
                    <a:pt x="527" y="180"/>
                  </a:lnTo>
                  <a:lnTo>
                    <a:pt x="549" y="180"/>
                  </a:lnTo>
                  <a:lnTo>
                    <a:pt x="571" y="186"/>
                  </a:lnTo>
                  <a:lnTo>
                    <a:pt x="593" y="196"/>
                  </a:lnTo>
                  <a:lnTo>
                    <a:pt x="611" y="211"/>
                  </a:lnTo>
                  <a:lnTo>
                    <a:pt x="627" y="231"/>
                  </a:lnTo>
                  <a:lnTo>
                    <a:pt x="642" y="254"/>
                  </a:lnTo>
                  <a:lnTo>
                    <a:pt x="655" y="280"/>
                  </a:lnTo>
                  <a:lnTo>
                    <a:pt x="668" y="309"/>
                  </a:lnTo>
                  <a:lnTo>
                    <a:pt x="678" y="340"/>
                  </a:lnTo>
                  <a:lnTo>
                    <a:pt x="689" y="372"/>
                  </a:lnTo>
                  <a:lnTo>
                    <a:pt x="698" y="404"/>
                  </a:lnTo>
                  <a:lnTo>
                    <a:pt x="707" y="437"/>
                  </a:lnTo>
                  <a:lnTo>
                    <a:pt x="715" y="470"/>
                  </a:lnTo>
                  <a:lnTo>
                    <a:pt x="725" y="502"/>
                  </a:lnTo>
                  <a:lnTo>
                    <a:pt x="733" y="531"/>
                  </a:lnTo>
                  <a:lnTo>
                    <a:pt x="0" y="531"/>
                  </a:lnTo>
                  <a:lnTo>
                    <a:pt x="0" y="44"/>
                  </a:lnTo>
                  <a:lnTo>
                    <a:pt x="18" y="38"/>
                  </a:lnTo>
                  <a:lnTo>
                    <a:pt x="38" y="30"/>
                  </a:lnTo>
                  <a:lnTo>
                    <a:pt x="59" y="25"/>
                  </a:lnTo>
                  <a:lnTo>
                    <a:pt x="80" y="20"/>
                  </a:lnTo>
                  <a:lnTo>
                    <a:pt x="101" y="15"/>
                  </a:lnTo>
                  <a:lnTo>
                    <a:pt x="119" y="10"/>
                  </a:lnTo>
                  <a:lnTo>
                    <a:pt x="136" y="7"/>
                  </a:lnTo>
                  <a:lnTo>
                    <a:pt x="149" y="5"/>
                  </a:lnTo>
                  <a:lnTo>
                    <a:pt x="156" y="4"/>
                  </a:lnTo>
                  <a:lnTo>
                    <a:pt x="160" y="3"/>
                  </a:lnTo>
                  <a:lnTo>
                    <a:pt x="186"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031" name="Group 462"/>
          <p:cNvGrpSpPr>
            <a:grpSpLocks noChangeAspect="1"/>
          </p:cNvGrpSpPr>
          <p:nvPr/>
        </p:nvGrpSpPr>
        <p:grpSpPr bwMode="auto">
          <a:xfrm>
            <a:off x="7869144" y="2510665"/>
            <a:ext cx="542728" cy="411480"/>
            <a:chOff x="5785" y="1904"/>
            <a:chExt cx="306" cy="232"/>
          </a:xfrm>
        </p:grpSpPr>
        <p:sp useBgFill="1">
          <p:nvSpPr>
            <p:cNvPr id="1034" name="Freeform 464"/>
            <p:cNvSpPr>
              <a:spLocks/>
            </p:cNvSpPr>
            <p:nvPr/>
          </p:nvSpPr>
          <p:spPr bwMode="auto">
            <a:xfrm>
              <a:off x="5785" y="1904"/>
              <a:ext cx="306" cy="232"/>
            </a:xfrm>
            <a:custGeom>
              <a:avLst/>
              <a:gdLst>
                <a:gd name="T0" fmla="*/ 112 w 2136"/>
                <a:gd name="T1" fmla="*/ 0 h 1630"/>
                <a:gd name="T2" fmla="*/ 2024 w 2136"/>
                <a:gd name="T3" fmla="*/ 0 h 1630"/>
                <a:gd name="T4" fmla="*/ 2049 w 2136"/>
                <a:gd name="T5" fmla="*/ 2 h 1630"/>
                <a:gd name="T6" fmla="*/ 2074 w 2136"/>
                <a:gd name="T7" fmla="*/ 11 h 1630"/>
                <a:gd name="T8" fmla="*/ 2094 w 2136"/>
                <a:gd name="T9" fmla="*/ 24 h 1630"/>
                <a:gd name="T10" fmla="*/ 2112 w 2136"/>
                <a:gd name="T11" fmla="*/ 41 h 1630"/>
                <a:gd name="T12" fmla="*/ 2124 w 2136"/>
                <a:gd name="T13" fmla="*/ 62 h 1630"/>
                <a:gd name="T14" fmla="*/ 2133 w 2136"/>
                <a:gd name="T15" fmla="*/ 87 h 1630"/>
                <a:gd name="T16" fmla="*/ 2136 w 2136"/>
                <a:gd name="T17" fmla="*/ 112 h 1630"/>
                <a:gd name="T18" fmla="*/ 2136 w 2136"/>
                <a:gd name="T19" fmla="*/ 1518 h 1630"/>
                <a:gd name="T20" fmla="*/ 2133 w 2136"/>
                <a:gd name="T21" fmla="*/ 1543 h 1630"/>
                <a:gd name="T22" fmla="*/ 2124 w 2136"/>
                <a:gd name="T23" fmla="*/ 1568 h 1630"/>
                <a:gd name="T24" fmla="*/ 2112 w 2136"/>
                <a:gd name="T25" fmla="*/ 1588 h 1630"/>
                <a:gd name="T26" fmla="*/ 2094 w 2136"/>
                <a:gd name="T27" fmla="*/ 1606 h 1630"/>
                <a:gd name="T28" fmla="*/ 2074 w 2136"/>
                <a:gd name="T29" fmla="*/ 1618 h 1630"/>
                <a:gd name="T30" fmla="*/ 2049 w 2136"/>
                <a:gd name="T31" fmla="*/ 1627 h 1630"/>
                <a:gd name="T32" fmla="*/ 2024 w 2136"/>
                <a:gd name="T33" fmla="*/ 1630 h 1630"/>
                <a:gd name="T34" fmla="*/ 112 w 2136"/>
                <a:gd name="T35" fmla="*/ 1630 h 1630"/>
                <a:gd name="T36" fmla="*/ 87 w 2136"/>
                <a:gd name="T37" fmla="*/ 1627 h 1630"/>
                <a:gd name="T38" fmla="*/ 62 w 2136"/>
                <a:gd name="T39" fmla="*/ 1618 h 1630"/>
                <a:gd name="T40" fmla="*/ 42 w 2136"/>
                <a:gd name="T41" fmla="*/ 1606 h 1630"/>
                <a:gd name="T42" fmla="*/ 24 w 2136"/>
                <a:gd name="T43" fmla="*/ 1588 h 1630"/>
                <a:gd name="T44" fmla="*/ 12 w 2136"/>
                <a:gd name="T45" fmla="*/ 1568 h 1630"/>
                <a:gd name="T46" fmla="*/ 3 w 2136"/>
                <a:gd name="T47" fmla="*/ 1543 h 1630"/>
                <a:gd name="T48" fmla="*/ 0 w 2136"/>
                <a:gd name="T49" fmla="*/ 1518 h 1630"/>
                <a:gd name="T50" fmla="*/ 0 w 2136"/>
                <a:gd name="T51" fmla="*/ 112 h 1630"/>
                <a:gd name="T52" fmla="*/ 3 w 2136"/>
                <a:gd name="T53" fmla="*/ 87 h 1630"/>
                <a:gd name="T54" fmla="*/ 12 w 2136"/>
                <a:gd name="T55" fmla="*/ 62 h 1630"/>
                <a:gd name="T56" fmla="*/ 24 w 2136"/>
                <a:gd name="T57" fmla="*/ 41 h 1630"/>
                <a:gd name="T58" fmla="*/ 42 w 2136"/>
                <a:gd name="T59" fmla="*/ 24 h 1630"/>
                <a:gd name="T60" fmla="*/ 62 w 2136"/>
                <a:gd name="T61" fmla="*/ 11 h 1630"/>
                <a:gd name="T62" fmla="*/ 87 w 2136"/>
                <a:gd name="T63" fmla="*/ 2 h 1630"/>
                <a:gd name="T64" fmla="*/ 112 w 2136"/>
                <a:gd name="T65"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36" h="1630">
                  <a:moveTo>
                    <a:pt x="112" y="0"/>
                  </a:moveTo>
                  <a:lnTo>
                    <a:pt x="2024" y="0"/>
                  </a:lnTo>
                  <a:lnTo>
                    <a:pt x="2049" y="2"/>
                  </a:lnTo>
                  <a:lnTo>
                    <a:pt x="2074" y="11"/>
                  </a:lnTo>
                  <a:lnTo>
                    <a:pt x="2094" y="24"/>
                  </a:lnTo>
                  <a:lnTo>
                    <a:pt x="2112" y="41"/>
                  </a:lnTo>
                  <a:lnTo>
                    <a:pt x="2124" y="62"/>
                  </a:lnTo>
                  <a:lnTo>
                    <a:pt x="2133" y="87"/>
                  </a:lnTo>
                  <a:lnTo>
                    <a:pt x="2136" y="112"/>
                  </a:lnTo>
                  <a:lnTo>
                    <a:pt x="2136" y="1518"/>
                  </a:lnTo>
                  <a:lnTo>
                    <a:pt x="2133" y="1543"/>
                  </a:lnTo>
                  <a:lnTo>
                    <a:pt x="2124" y="1568"/>
                  </a:lnTo>
                  <a:lnTo>
                    <a:pt x="2112" y="1588"/>
                  </a:lnTo>
                  <a:lnTo>
                    <a:pt x="2094" y="1606"/>
                  </a:lnTo>
                  <a:lnTo>
                    <a:pt x="2074" y="1618"/>
                  </a:lnTo>
                  <a:lnTo>
                    <a:pt x="2049" y="1627"/>
                  </a:lnTo>
                  <a:lnTo>
                    <a:pt x="2024" y="1630"/>
                  </a:lnTo>
                  <a:lnTo>
                    <a:pt x="112" y="1630"/>
                  </a:lnTo>
                  <a:lnTo>
                    <a:pt x="87" y="1627"/>
                  </a:lnTo>
                  <a:lnTo>
                    <a:pt x="62" y="1618"/>
                  </a:lnTo>
                  <a:lnTo>
                    <a:pt x="42" y="1606"/>
                  </a:lnTo>
                  <a:lnTo>
                    <a:pt x="24" y="1588"/>
                  </a:lnTo>
                  <a:lnTo>
                    <a:pt x="12" y="1568"/>
                  </a:lnTo>
                  <a:lnTo>
                    <a:pt x="3" y="1543"/>
                  </a:lnTo>
                  <a:lnTo>
                    <a:pt x="0" y="1518"/>
                  </a:lnTo>
                  <a:lnTo>
                    <a:pt x="0" y="112"/>
                  </a:lnTo>
                  <a:lnTo>
                    <a:pt x="3" y="87"/>
                  </a:lnTo>
                  <a:lnTo>
                    <a:pt x="12" y="62"/>
                  </a:lnTo>
                  <a:lnTo>
                    <a:pt x="24" y="41"/>
                  </a:lnTo>
                  <a:lnTo>
                    <a:pt x="42" y="24"/>
                  </a:lnTo>
                  <a:lnTo>
                    <a:pt x="62" y="11"/>
                  </a:lnTo>
                  <a:lnTo>
                    <a:pt x="87" y="2"/>
                  </a:lnTo>
                  <a:lnTo>
                    <a:pt x="112"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35" name="Freeform 465"/>
            <p:cNvSpPr>
              <a:spLocks noEditPoints="1"/>
            </p:cNvSpPr>
            <p:nvPr/>
          </p:nvSpPr>
          <p:spPr bwMode="auto">
            <a:xfrm>
              <a:off x="5801" y="1920"/>
              <a:ext cx="274" cy="200"/>
            </a:xfrm>
            <a:custGeom>
              <a:avLst/>
              <a:gdLst>
                <a:gd name="T0" fmla="*/ 113 w 1912"/>
                <a:gd name="T1" fmla="*/ 113 h 1406"/>
                <a:gd name="T2" fmla="*/ 113 w 1912"/>
                <a:gd name="T3" fmla="*/ 1293 h 1406"/>
                <a:gd name="T4" fmla="*/ 1799 w 1912"/>
                <a:gd name="T5" fmla="*/ 1293 h 1406"/>
                <a:gd name="T6" fmla="*/ 1799 w 1912"/>
                <a:gd name="T7" fmla="*/ 113 h 1406"/>
                <a:gd name="T8" fmla="*/ 113 w 1912"/>
                <a:gd name="T9" fmla="*/ 113 h 1406"/>
                <a:gd name="T10" fmla="*/ 0 w 1912"/>
                <a:gd name="T11" fmla="*/ 0 h 1406"/>
                <a:gd name="T12" fmla="*/ 1912 w 1912"/>
                <a:gd name="T13" fmla="*/ 0 h 1406"/>
                <a:gd name="T14" fmla="*/ 1912 w 1912"/>
                <a:gd name="T15" fmla="*/ 1406 h 1406"/>
                <a:gd name="T16" fmla="*/ 0 w 1912"/>
                <a:gd name="T17" fmla="*/ 1406 h 1406"/>
                <a:gd name="T18" fmla="*/ 0 w 1912"/>
                <a:gd name="T19" fmla="*/ 0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12" h="1406">
                  <a:moveTo>
                    <a:pt x="113" y="113"/>
                  </a:moveTo>
                  <a:lnTo>
                    <a:pt x="113" y="1293"/>
                  </a:lnTo>
                  <a:lnTo>
                    <a:pt x="1799" y="1293"/>
                  </a:lnTo>
                  <a:lnTo>
                    <a:pt x="1799" y="113"/>
                  </a:lnTo>
                  <a:lnTo>
                    <a:pt x="113" y="113"/>
                  </a:lnTo>
                  <a:close/>
                  <a:moveTo>
                    <a:pt x="0" y="0"/>
                  </a:moveTo>
                  <a:lnTo>
                    <a:pt x="1912" y="0"/>
                  </a:lnTo>
                  <a:lnTo>
                    <a:pt x="1912" y="1406"/>
                  </a:lnTo>
                  <a:lnTo>
                    <a:pt x="0" y="1406"/>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36" name="Rectangle 466"/>
            <p:cNvSpPr>
              <a:spLocks noChangeArrowheads="1"/>
            </p:cNvSpPr>
            <p:nvPr/>
          </p:nvSpPr>
          <p:spPr bwMode="auto">
            <a:xfrm>
              <a:off x="5834" y="1952"/>
              <a:ext cx="208" cy="136"/>
            </a:xfrm>
            <a:prstGeom prst="rect">
              <a:avLst/>
            </a:prstGeom>
            <a:solidFill>
              <a:srgbClr val="94E6EB"/>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37" name="Freeform 467"/>
            <p:cNvSpPr>
              <a:spLocks/>
            </p:cNvSpPr>
            <p:nvPr/>
          </p:nvSpPr>
          <p:spPr bwMode="auto">
            <a:xfrm>
              <a:off x="5834" y="1952"/>
              <a:ext cx="208" cy="115"/>
            </a:xfrm>
            <a:custGeom>
              <a:avLst/>
              <a:gdLst>
                <a:gd name="T0" fmla="*/ 1462 w 1462"/>
                <a:gd name="T1" fmla="*/ 0 h 808"/>
                <a:gd name="T2" fmla="*/ 1428 w 1462"/>
                <a:gd name="T3" fmla="*/ 793 h 808"/>
                <a:gd name="T4" fmla="*/ 1347 w 1462"/>
                <a:gd name="T5" fmla="*/ 806 h 808"/>
                <a:gd name="T6" fmla="*/ 1244 w 1462"/>
                <a:gd name="T7" fmla="*/ 805 h 808"/>
                <a:gd name="T8" fmla="*/ 1136 w 1462"/>
                <a:gd name="T9" fmla="*/ 784 h 808"/>
                <a:gd name="T10" fmla="*/ 1054 w 1462"/>
                <a:gd name="T11" fmla="*/ 752 h 808"/>
                <a:gd name="T12" fmla="*/ 1006 w 1462"/>
                <a:gd name="T13" fmla="*/ 714 h 808"/>
                <a:gd name="T14" fmla="*/ 967 w 1462"/>
                <a:gd name="T15" fmla="*/ 670 h 808"/>
                <a:gd name="T16" fmla="*/ 938 w 1462"/>
                <a:gd name="T17" fmla="*/ 625 h 808"/>
                <a:gd name="T18" fmla="*/ 920 w 1462"/>
                <a:gd name="T19" fmla="*/ 587 h 808"/>
                <a:gd name="T20" fmla="*/ 902 w 1462"/>
                <a:gd name="T21" fmla="*/ 554 h 808"/>
                <a:gd name="T22" fmla="*/ 886 w 1462"/>
                <a:gd name="T23" fmla="*/ 541 h 808"/>
                <a:gd name="T24" fmla="*/ 868 w 1462"/>
                <a:gd name="T25" fmla="*/ 537 h 808"/>
                <a:gd name="T26" fmla="*/ 847 w 1462"/>
                <a:gd name="T27" fmla="*/ 531 h 808"/>
                <a:gd name="T28" fmla="*/ 812 w 1462"/>
                <a:gd name="T29" fmla="*/ 520 h 808"/>
                <a:gd name="T30" fmla="*/ 770 w 1462"/>
                <a:gd name="T31" fmla="*/ 500 h 808"/>
                <a:gd name="T32" fmla="*/ 727 w 1462"/>
                <a:gd name="T33" fmla="*/ 472 h 808"/>
                <a:gd name="T34" fmla="*/ 688 w 1462"/>
                <a:gd name="T35" fmla="*/ 435 h 808"/>
                <a:gd name="T36" fmla="*/ 660 w 1462"/>
                <a:gd name="T37" fmla="*/ 391 h 808"/>
                <a:gd name="T38" fmla="*/ 652 w 1462"/>
                <a:gd name="T39" fmla="*/ 364 h 808"/>
                <a:gd name="T40" fmla="*/ 652 w 1462"/>
                <a:gd name="T41" fmla="*/ 360 h 808"/>
                <a:gd name="T42" fmla="*/ 651 w 1462"/>
                <a:gd name="T43" fmla="*/ 355 h 808"/>
                <a:gd name="T44" fmla="*/ 650 w 1462"/>
                <a:gd name="T45" fmla="*/ 350 h 808"/>
                <a:gd name="T46" fmla="*/ 641 w 1462"/>
                <a:gd name="T47" fmla="*/ 348 h 808"/>
                <a:gd name="T48" fmla="*/ 606 w 1462"/>
                <a:gd name="T49" fmla="*/ 349 h 808"/>
                <a:gd name="T50" fmla="*/ 554 w 1462"/>
                <a:gd name="T51" fmla="*/ 359 h 808"/>
                <a:gd name="T52" fmla="*/ 496 w 1462"/>
                <a:gd name="T53" fmla="*/ 375 h 808"/>
                <a:gd name="T54" fmla="*/ 456 w 1462"/>
                <a:gd name="T55" fmla="*/ 388 h 808"/>
                <a:gd name="T56" fmla="*/ 396 w 1462"/>
                <a:gd name="T57" fmla="*/ 411 h 808"/>
                <a:gd name="T58" fmla="*/ 369 w 1462"/>
                <a:gd name="T59" fmla="*/ 418 h 808"/>
                <a:gd name="T60" fmla="*/ 334 w 1462"/>
                <a:gd name="T61" fmla="*/ 423 h 808"/>
                <a:gd name="T62" fmla="*/ 303 w 1462"/>
                <a:gd name="T63" fmla="*/ 423 h 808"/>
                <a:gd name="T64" fmla="*/ 243 w 1462"/>
                <a:gd name="T65" fmla="*/ 419 h 808"/>
                <a:gd name="T66" fmla="*/ 175 w 1462"/>
                <a:gd name="T67" fmla="*/ 406 h 808"/>
                <a:gd name="T68" fmla="*/ 126 w 1462"/>
                <a:gd name="T69" fmla="*/ 389 h 808"/>
                <a:gd name="T70" fmla="*/ 82 w 1462"/>
                <a:gd name="T71" fmla="*/ 369 h 808"/>
                <a:gd name="T72" fmla="*/ 29 w 1462"/>
                <a:gd name="T73" fmla="*/ 327 h 808"/>
                <a:gd name="T74" fmla="*/ 0 w 1462"/>
                <a:gd name="T75" fmla="*/ 0 h 8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62" h="808">
                  <a:moveTo>
                    <a:pt x="0" y="0"/>
                  </a:moveTo>
                  <a:lnTo>
                    <a:pt x="1462" y="0"/>
                  </a:lnTo>
                  <a:lnTo>
                    <a:pt x="1462" y="784"/>
                  </a:lnTo>
                  <a:lnTo>
                    <a:pt x="1428" y="793"/>
                  </a:lnTo>
                  <a:lnTo>
                    <a:pt x="1389" y="801"/>
                  </a:lnTo>
                  <a:lnTo>
                    <a:pt x="1347" y="806"/>
                  </a:lnTo>
                  <a:lnTo>
                    <a:pt x="1299" y="808"/>
                  </a:lnTo>
                  <a:lnTo>
                    <a:pt x="1244" y="805"/>
                  </a:lnTo>
                  <a:lnTo>
                    <a:pt x="1189" y="798"/>
                  </a:lnTo>
                  <a:lnTo>
                    <a:pt x="1136" y="784"/>
                  </a:lnTo>
                  <a:lnTo>
                    <a:pt x="1082" y="766"/>
                  </a:lnTo>
                  <a:lnTo>
                    <a:pt x="1054" y="752"/>
                  </a:lnTo>
                  <a:lnTo>
                    <a:pt x="1029" y="735"/>
                  </a:lnTo>
                  <a:lnTo>
                    <a:pt x="1006" y="714"/>
                  </a:lnTo>
                  <a:lnTo>
                    <a:pt x="985" y="693"/>
                  </a:lnTo>
                  <a:lnTo>
                    <a:pt x="967" y="670"/>
                  </a:lnTo>
                  <a:lnTo>
                    <a:pt x="951" y="646"/>
                  </a:lnTo>
                  <a:lnTo>
                    <a:pt x="938" y="625"/>
                  </a:lnTo>
                  <a:lnTo>
                    <a:pt x="929" y="605"/>
                  </a:lnTo>
                  <a:lnTo>
                    <a:pt x="920" y="587"/>
                  </a:lnTo>
                  <a:lnTo>
                    <a:pt x="912" y="569"/>
                  </a:lnTo>
                  <a:lnTo>
                    <a:pt x="902" y="554"/>
                  </a:lnTo>
                  <a:lnTo>
                    <a:pt x="892" y="543"/>
                  </a:lnTo>
                  <a:lnTo>
                    <a:pt x="886" y="541"/>
                  </a:lnTo>
                  <a:lnTo>
                    <a:pt x="878" y="539"/>
                  </a:lnTo>
                  <a:lnTo>
                    <a:pt x="868" y="537"/>
                  </a:lnTo>
                  <a:lnTo>
                    <a:pt x="861" y="535"/>
                  </a:lnTo>
                  <a:lnTo>
                    <a:pt x="847" y="531"/>
                  </a:lnTo>
                  <a:lnTo>
                    <a:pt x="831" y="526"/>
                  </a:lnTo>
                  <a:lnTo>
                    <a:pt x="812" y="520"/>
                  </a:lnTo>
                  <a:lnTo>
                    <a:pt x="791" y="510"/>
                  </a:lnTo>
                  <a:lnTo>
                    <a:pt x="770" y="500"/>
                  </a:lnTo>
                  <a:lnTo>
                    <a:pt x="748" y="487"/>
                  </a:lnTo>
                  <a:lnTo>
                    <a:pt x="727" y="472"/>
                  </a:lnTo>
                  <a:lnTo>
                    <a:pt x="707" y="455"/>
                  </a:lnTo>
                  <a:lnTo>
                    <a:pt x="688" y="435"/>
                  </a:lnTo>
                  <a:lnTo>
                    <a:pt x="673" y="414"/>
                  </a:lnTo>
                  <a:lnTo>
                    <a:pt x="660" y="391"/>
                  </a:lnTo>
                  <a:lnTo>
                    <a:pt x="653" y="364"/>
                  </a:lnTo>
                  <a:lnTo>
                    <a:pt x="652" y="364"/>
                  </a:lnTo>
                  <a:lnTo>
                    <a:pt x="652" y="362"/>
                  </a:lnTo>
                  <a:lnTo>
                    <a:pt x="652" y="360"/>
                  </a:lnTo>
                  <a:lnTo>
                    <a:pt x="651" y="357"/>
                  </a:lnTo>
                  <a:lnTo>
                    <a:pt x="651" y="355"/>
                  </a:lnTo>
                  <a:lnTo>
                    <a:pt x="650" y="352"/>
                  </a:lnTo>
                  <a:lnTo>
                    <a:pt x="650" y="350"/>
                  </a:lnTo>
                  <a:lnTo>
                    <a:pt x="650" y="349"/>
                  </a:lnTo>
                  <a:lnTo>
                    <a:pt x="641" y="348"/>
                  </a:lnTo>
                  <a:lnTo>
                    <a:pt x="630" y="348"/>
                  </a:lnTo>
                  <a:lnTo>
                    <a:pt x="606" y="349"/>
                  </a:lnTo>
                  <a:lnTo>
                    <a:pt x="581" y="353"/>
                  </a:lnTo>
                  <a:lnTo>
                    <a:pt x="554" y="359"/>
                  </a:lnTo>
                  <a:lnTo>
                    <a:pt x="525" y="367"/>
                  </a:lnTo>
                  <a:lnTo>
                    <a:pt x="496" y="375"/>
                  </a:lnTo>
                  <a:lnTo>
                    <a:pt x="469" y="383"/>
                  </a:lnTo>
                  <a:lnTo>
                    <a:pt x="456" y="388"/>
                  </a:lnTo>
                  <a:lnTo>
                    <a:pt x="424" y="398"/>
                  </a:lnTo>
                  <a:lnTo>
                    <a:pt x="396" y="411"/>
                  </a:lnTo>
                  <a:lnTo>
                    <a:pt x="383" y="415"/>
                  </a:lnTo>
                  <a:lnTo>
                    <a:pt x="369" y="418"/>
                  </a:lnTo>
                  <a:lnTo>
                    <a:pt x="352" y="420"/>
                  </a:lnTo>
                  <a:lnTo>
                    <a:pt x="334" y="423"/>
                  </a:lnTo>
                  <a:lnTo>
                    <a:pt x="317" y="423"/>
                  </a:lnTo>
                  <a:lnTo>
                    <a:pt x="303" y="423"/>
                  </a:lnTo>
                  <a:lnTo>
                    <a:pt x="275" y="423"/>
                  </a:lnTo>
                  <a:lnTo>
                    <a:pt x="243" y="419"/>
                  </a:lnTo>
                  <a:lnTo>
                    <a:pt x="210" y="414"/>
                  </a:lnTo>
                  <a:lnTo>
                    <a:pt x="175" y="406"/>
                  </a:lnTo>
                  <a:lnTo>
                    <a:pt x="142" y="393"/>
                  </a:lnTo>
                  <a:lnTo>
                    <a:pt x="126" y="389"/>
                  </a:lnTo>
                  <a:lnTo>
                    <a:pt x="107" y="380"/>
                  </a:lnTo>
                  <a:lnTo>
                    <a:pt x="82" y="369"/>
                  </a:lnTo>
                  <a:lnTo>
                    <a:pt x="57" y="351"/>
                  </a:lnTo>
                  <a:lnTo>
                    <a:pt x="29" y="327"/>
                  </a:lnTo>
                  <a:lnTo>
                    <a:pt x="0" y="297"/>
                  </a:lnTo>
                  <a:lnTo>
                    <a:pt x="0"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38" name="Freeform 468"/>
            <p:cNvSpPr>
              <a:spLocks/>
            </p:cNvSpPr>
            <p:nvPr/>
          </p:nvSpPr>
          <p:spPr bwMode="auto">
            <a:xfrm>
              <a:off x="5834" y="1952"/>
              <a:ext cx="208" cy="106"/>
            </a:xfrm>
            <a:custGeom>
              <a:avLst/>
              <a:gdLst>
                <a:gd name="T0" fmla="*/ 1462 w 1462"/>
                <a:gd name="T1" fmla="*/ 0 h 744"/>
                <a:gd name="T2" fmla="*/ 1439 w 1462"/>
                <a:gd name="T3" fmla="*/ 725 h 744"/>
                <a:gd name="T4" fmla="*/ 1382 w 1462"/>
                <a:gd name="T5" fmla="*/ 736 h 744"/>
                <a:gd name="T6" fmla="*/ 1314 w 1462"/>
                <a:gd name="T7" fmla="*/ 744 h 744"/>
                <a:gd name="T8" fmla="*/ 1237 w 1462"/>
                <a:gd name="T9" fmla="*/ 739 h 744"/>
                <a:gd name="T10" fmla="*/ 1151 w 1462"/>
                <a:gd name="T11" fmla="*/ 721 h 744"/>
                <a:gd name="T12" fmla="*/ 1084 w 1462"/>
                <a:gd name="T13" fmla="*/ 695 h 744"/>
                <a:gd name="T14" fmla="*/ 1044 w 1462"/>
                <a:gd name="T15" fmla="*/ 661 h 744"/>
                <a:gd name="T16" fmla="*/ 1010 w 1462"/>
                <a:gd name="T17" fmla="*/ 620 h 744"/>
                <a:gd name="T18" fmla="*/ 987 w 1462"/>
                <a:gd name="T19" fmla="*/ 580 h 744"/>
                <a:gd name="T20" fmla="*/ 969 w 1462"/>
                <a:gd name="T21" fmla="*/ 541 h 744"/>
                <a:gd name="T22" fmla="*/ 946 w 1462"/>
                <a:gd name="T23" fmla="*/ 507 h 744"/>
                <a:gd name="T24" fmla="*/ 916 w 1462"/>
                <a:gd name="T25" fmla="*/ 484 h 744"/>
                <a:gd name="T26" fmla="*/ 875 w 1462"/>
                <a:gd name="T27" fmla="*/ 472 h 744"/>
                <a:gd name="T28" fmla="*/ 849 w 1462"/>
                <a:gd name="T29" fmla="*/ 465 h 744"/>
                <a:gd name="T30" fmla="*/ 811 w 1462"/>
                <a:gd name="T31" fmla="*/ 449 h 744"/>
                <a:gd name="T32" fmla="*/ 771 w 1462"/>
                <a:gd name="T33" fmla="*/ 425 h 744"/>
                <a:gd name="T34" fmla="*/ 735 w 1462"/>
                <a:gd name="T35" fmla="*/ 393 h 744"/>
                <a:gd name="T36" fmla="*/ 715 w 1462"/>
                <a:gd name="T37" fmla="*/ 352 h 744"/>
                <a:gd name="T38" fmla="*/ 710 w 1462"/>
                <a:gd name="T39" fmla="*/ 325 h 744"/>
                <a:gd name="T40" fmla="*/ 705 w 1462"/>
                <a:gd name="T41" fmla="*/ 311 h 744"/>
                <a:gd name="T42" fmla="*/ 695 w 1462"/>
                <a:gd name="T43" fmla="*/ 301 h 744"/>
                <a:gd name="T44" fmla="*/ 660 w 1462"/>
                <a:gd name="T45" fmla="*/ 286 h 744"/>
                <a:gd name="T46" fmla="*/ 617 w 1462"/>
                <a:gd name="T47" fmla="*/ 283 h 744"/>
                <a:gd name="T48" fmla="*/ 567 w 1462"/>
                <a:gd name="T49" fmla="*/ 291 h 744"/>
                <a:gd name="T50" fmla="*/ 514 w 1462"/>
                <a:gd name="T51" fmla="*/ 303 h 744"/>
                <a:gd name="T52" fmla="*/ 463 w 1462"/>
                <a:gd name="T53" fmla="*/ 318 h 744"/>
                <a:gd name="T54" fmla="*/ 400 w 1462"/>
                <a:gd name="T55" fmla="*/ 339 h 744"/>
                <a:gd name="T56" fmla="*/ 362 w 1462"/>
                <a:gd name="T57" fmla="*/ 355 h 744"/>
                <a:gd name="T58" fmla="*/ 336 w 1462"/>
                <a:gd name="T59" fmla="*/ 358 h 744"/>
                <a:gd name="T60" fmla="*/ 294 w 1462"/>
                <a:gd name="T61" fmla="*/ 359 h 744"/>
                <a:gd name="T62" fmla="*/ 242 w 1462"/>
                <a:gd name="T63" fmla="*/ 355 h 744"/>
                <a:gd name="T64" fmla="*/ 188 w 1462"/>
                <a:gd name="T65" fmla="*/ 342 h 744"/>
                <a:gd name="T66" fmla="*/ 160 w 1462"/>
                <a:gd name="T67" fmla="*/ 332 h 744"/>
                <a:gd name="T68" fmla="*/ 144 w 1462"/>
                <a:gd name="T69" fmla="*/ 327 h 744"/>
                <a:gd name="T70" fmla="*/ 116 w 1462"/>
                <a:gd name="T71" fmla="*/ 314 h 744"/>
                <a:gd name="T72" fmla="*/ 81 w 1462"/>
                <a:gd name="T73" fmla="*/ 288 h 744"/>
                <a:gd name="T74" fmla="*/ 41 w 1462"/>
                <a:gd name="T75" fmla="*/ 246 h 744"/>
                <a:gd name="T76" fmla="*/ 0 w 1462"/>
                <a:gd name="T77" fmla="*/ 182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62" h="744">
                  <a:moveTo>
                    <a:pt x="0" y="0"/>
                  </a:moveTo>
                  <a:lnTo>
                    <a:pt x="1462" y="0"/>
                  </a:lnTo>
                  <a:lnTo>
                    <a:pt x="1462" y="717"/>
                  </a:lnTo>
                  <a:lnTo>
                    <a:pt x="1439" y="725"/>
                  </a:lnTo>
                  <a:lnTo>
                    <a:pt x="1411" y="731"/>
                  </a:lnTo>
                  <a:lnTo>
                    <a:pt x="1382" y="736"/>
                  </a:lnTo>
                  <a:lnTo>
                    <a:pt x="1350" y="742"/>
                  </a:lnTo>
                  <a:lnTo>
                    <a:pt x="1314" y="744"/>
                  </a:lnTo>
                  <a:lnTo>
                    <a:pt x="1277" y="743"/>
                  </a:lnTo>
                  <a:lnTo>
                    <a:pt x="1237" y="739"/>
                  </a:lnTo>
                  <a:lnTo>
                    <a:pt x="1195" y="733"/>
                  </a:lnTo>
                  <a:lnTo>
                    <a:pt x="1151" y="721"/>
                  </a:lnTo>
                  <a:lnTo>
                    <a:pt x="1105" y="706"/>
                  </a:lnTo>
                  <a:lnTo>
                    <a:pt x="1084" y="695"/>
                  </a:lnTo>
                  <a:lnTo>
                    <a:pt x="1063" y="679"/>
                  </a:lnTo>
                  <a:lnTo>
                    <a:pt x="1044" y="661"/>
                  </a:lnTo>
                  <a:lnTo>
                    <a:pt x="1026" y="641"/>
                  </a:lnTo>
                  <a:lnTo>
                    <a:pt x="1010" y="620"/>
                  </a:lnTo>
                  <a:lnTo>
                    <a:pt x="996" y="599"/>
                  </a:lnTo>
                  <a:lnTo>
                    <a:pt x="987" y="580"/>
                  </a:lnTo>
                  <a:lnTo>
                    <a:pt x="978" y="561"/>
                  </a:lnTo>
                  <a:lnTo>
                    <a:pt x="969" y="541"/>
                  </a:lnTo>
                  <a:lnTo>
                    <a:pt x="958" y="523"/>
                  </a:lnTo>
                  <a:lnTo>
                    <a:pt x="946" y="507"/>
                  </a:lnTo>
                  <a:lnTo>
                    <a:pt x="932" y="492"/>
                  </a:lnTo>
                  <a:lnTo>
                    <a:pt x="916" y="484"/>
                  </a:lnTo>
                  <a:lnTo>
                    <a:pt x="897" y="477"/>
                  </a:lnTo>
                  <a:lnTo>
                    <a:pt x="875" y="472"/>
                  </a:lnTo>
                  <a:lnTo>
                    <a:pt x="864" y="470"/>
                  </a:lnTo>
                  <a:lnTo>
                    <a:pt x="849" y="465"/>
                  </a:lnTo>
                  <a:lnTo>
                    <a:pt x="831" y="458"/>
                  </a:lnTo>
                  <a:lnTo>
                    <a:pt x="811" y="449"/>
                  </a:lnTo>
                  <a:lnTo>
                    <a:pt x="791" y="438"/>
                  </a:lnTo>
                  <a:lnTo>
                    <a:pt x="771" y="425"/>
                  </a:lnTo>
                  <a:lnTo>
                    <a:pt x="752" y="410"/>
                  </a:lnTo>
                  <a:lnTo>
                    <a:pt x="735" y="393"/>
                  </a:lnTo>
                  <a:lnTo>
                    <a:pt x="723" y="373"/>
                  </a:lnTo>
                  <a:lnTo>
                    <a:pt x="715" y="352"/>
                  </a:lnTo>
                  <a:lnTo>
                    <a:pt x="712" y="336"/>
                  </a:lnTo>
                  <a:lnTo>
                    <a:pt x="710" y="325"/>
                  </a:lnTo>
                  <a:lnTo>
                    <a:pt x="708" y="317"/>
                  </a:lnTo>
                  <a:lnTo>
                    <a:pt x="705" y="311"/>
                  </a:lnTo>
                  <a:lnTo>
                    <a:pt x="700" y="306"/>
                  </a:lnTo>
                  <a:lnTo>
                    <a:pt x="695" y="301"/>
                  </a:lnTo>
                  <a:lnTo>
                    <a:pt x="679" y="292"/>
                  </a:lnTo>
                  <a:lnTo>
                    <a:pt x="660" y="286"/>
                  </a:lnTo>
                  <a:lnTo>
                    <a:pt x="639" y="283"/>
                  </a:lnTo>
                  <a:lnTo>
                    <a:pt x="617" y="283"/>
                  </a:lnTo>
                  <a:lnTo>
                    <a:pt x="593" y="286"/>
                  </a:lnTo>
                  <a:lnTo>
                    <a:pt x="567" y="291"/>
                  </a:lnTo>
                  <a:lnTo>
                    <a:pt x="541" y="296"/>
                  </a:lnTo>
                  <a:lnTo>
                    <a:pt x="514" y="303"/>
                  </a:lnTo>
                  <a:lnTo>
                    <a:pt x="488" y="311"/>
                  </a:lnTo>
                  <a:lnTo>
                    <a:pt x="463" y="318"/>
                  </a:lnTo>
                  <a:lnTo>
                    <a:pt x="437" y="326"/>
                  </a:lnTo>
                  <a:lnTo>
                    <a:pt x="400" y="339"/>
                  </a:lnTo>
                  <a:lnTo>
                    <a:pt x="368" y="353"/>
                  </a:lnTo>
                  <a:lnTo>
                    <a:pt x="362" y="355"/>
                  </a:lnTo>
                  <a:lnTo>
                    <a:pt x="352" y="356"/>
                  </a:lnTo>
                  <a:lnTo>
                    <a:pt x="336" y="358"/>
                  </a:lnTo>
                  <a:lnTo>
                    <a:pt x="316" y="359"/>
                  </a:lnTo>
                  <a:lnTo>
                    <a:pt x="294" y="359"/>
                  </a:lnTo>
                  <a:lnTo>
                    <a:pt x="268" y="358"/>
                  </a:lnTo>
                  <a:lnTo>
                    <a:pt x="242" y="355"/>
                  </a:lnTo>
                  <a:lnTo>
                    <a:pt x="214" y="350"/>
                  </a:lnTo>
                  <a:lnTo>
                    <a:pt x="188" y="342"/>
                  </a:lnTo>
                  <a:lnTo>
                    <a:pt x="162" y="332"/>
                  </a:lnTo>
                  <a:lnTo>
                    <a:pt x="160" y="332"/>
                  </a:lnTo>
                  <a:lnTo>
                    <a:pt x="153" y="330"/>
                  </a:lnTo>
                  <a:lnTo>
                    <a:pt x="144" y="327"/>
                  </a:lnTo>
                  <a:lnTo>
                    <a:pt x="132" y="322"/>
                  </a:lnTo>
                  <a:lnTo>
                    <a:pt x="116" y="314"/>
                  </a:lnTo>
                  <a:lnTo>
                    <a:pt x="99" y="303"/>
                  </a:lnTo>
                  <a:lnTo>
                    <a:pt x="81" y="288"/>
                  </a:lnTo>
                  <a:lnTo>
                    <a:pt x="61" y="269"/>
                  </a:lnTo>
                  <a:lnTo>
                    <a:pt x="41" y="246"/>
                  </a:lnTo>
                  <a:lnTo>
                    <a:pt x="20" y="217"/>
                  </a:lnTo>
                  <a:lnTo>
                    <a:pt x="0" y="182"/>
                  </a:lnTo>
                  <a:lnTo>
                    <a:pt x="0"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39" name="Freeform 469"/>
            <p:cNvSpPr>
              <a:spLocks/>
            </p:cNvSpPr>
            <p:nvPr/>
          </p:nvSpPr>
          <p:spPr bwMode="auto">
            <a:xfrm>
              <a:off x="5834" y="2013"/>
              <a:ext cx="208" cy="75"/>
            </a:xfrm>
            <a:custGeom>
              <a:avLst/>
              <a:gdLst>
                <a:gd name="T0" fmla="*/ 31 w 1462"/>
                <a:gd name="T1" fmla="*/ 20 h 527"/>
                <a:gd name="T2" fmla="*/ 85 w 1462"/>
                <a:gd name="T3" fmla="*/ 46 h 527"/>
                <a:gd name="T4" fmla="*/ 110 w 1462"/>
                <a:gd name="T5" fmla="*/ 55 h 527"/>
                <a:gd name="T6" fmla="*/ 155 w 1462"/>
                <a:gd name="T7" fmla="*/ 71 h 527"/>
                <a:gd name="T8" fmla="*/ 236 w 1462"/>
                <a:gd name="T9" fmla="*/ 87 h 527"/>
                <a:gd name="T10" fmla="*/ 303 w 1462"/>
                <a:gd name="T11" fmla="*/ 90 h 527"/>
                <a:gd name="T12" fmla="*/ 361 w 1462"/>
                <a:gd name="T13" fmla="*/ 88 h 527"/>
                <a:gd name="T14" fmla="*/ 401 w 1462"/>
                <a:gd name="T15" fmla="*/ 81 h 527"/>
                <a:gd name="T16" fmla="*/ 426 w 1462"/>
                <a:gd name="T17" fmla="*/ 74 h 527"/>
                <a:gd name="T18" fmla="*/ 441 w 1462"/>
                <a:gd name="T19" fmla="*/ 66 h 527"/>
                <a:gd name="T20" fmla="*/ 485 w 1462"/>
                <a:gd name="T21" fmla="*/ 50 h 527"/>
                <a:gd name="T22" fmla="*/ 616 w 1462"/>
                <a:gd name="T23" fmla="*/ 70 h 527"/>
                <a:gd name="T24" fmla="*/ 664 w 1462"/>
                <a:gd name="T25" fmla="*/ 116 h 527"/>
                <a:gd name="T26" fmla="*/ 715 w 1462"/>
                <a:gd name="T27" fmla="*/ 150 h 527"/>
                <a:gd name="T28" fmla="*/ 762 w 1462"/>
                <a:gd name="T29" fmla="*/ 173 h 527"/>
                <a:gd name="T30" fmla="*/ 795 w 1462"/>
                <a:gd name="T31" fmla="*/ 187 h 527"/>
                <a:gd name="T32" fmla="*/ 849 w 1462"/>
                <a:gd name="T33" fmla="*/ 234 h 527"/>
                <a:gd name="T34" fmla="*/ 882 w 1462"/>
                <a:gd name="T35" fmla="*/ 288 h 527"/>
                <a:gd name="T36" fmla="*/ 926 w 1462"/>
                <a:gd name="T37" fmla="*/ 342 h 527"/>
                <a:gd name="T38" fmla="*/ 981 w 1462"/>
                <a:gd name="T39" fmla="*/ 390 h 527"/>
                <a:gd name="T40" fmla="*/ 1046 w 1462"/>
                <a:gd name="T41" fmla="*/ 426 h 527"/>
                <a:gd name="T42" fmla="*/ 1172 w 1462"/>
                <a:gd name="T43" fmla="*/ 463 h 527"/>
                <a:gd name="T44" fmla="*/ 1299 w 1462"/>
                <a:gd name="T45" fmla="*/ 475 h 527"/>
                <a:gd name="T46" fmla="*/ 1388 w 1462"/>
                <a:gd name="T47" fmla="*/ 469 h 527"/>
                <a:gd name="T48" fmla="*/ 1462 w 1462"/>
                <a:gd name="T49" fmla="*/ 454 h 527"/>
                <a:gd name="T50" fmla="*/ 1045 w 1462"/>
                <a:gd name="T51" fmla="*/ 527 h 527"/>
                <a:gd name="T52" fmla="*/ 973 w 1462"/>
                <a:gd name="T53" fmla="*/ 497 h 527"/>
                <a:gd name="T54" fmla="*/ 904 w 1462"/>
                <a:gd name="T55" fmla="*/ 452 h 527"/>
                <a:gd name="T56" fmla="*/ 845 w 1462"/>
                <a:gd name="T57" fmla="*/ 396 h 527"/>
                <a:gd name="T58" fmla="*/ 799 w 1462"/>
                <a:gd name="T59" fmla="*/ 337 h 527"/>
                <a:gd name="T60" fmla="*/ 763 w 1462"/>
                <a:gd name="T61" fmla="*/ 278 h 527"/>
                <a:gd name="T62" fmla="*/ 690 w 1462"/>
                <a:gd name="T63" fmla="*/ 245 h 527"/>
                <a:gd name="T64" fmla="*/ 613 w 1462"/>
                <a:gd name="T65" fmla="*/ 197 h 527"/>
                <a:gd name="T66" fmla="*/ 543 w 1462"/>
                <a:gd name="T67" fmla="*/ 133 h 527"/>
                <a:gd name="T68" fmla="*/ 530 w 1462"/>
                <a:gd name="T69" fmla="*/ 136 h 527"/>
                <a:gd name="T70" fmla="*/ 516 w 1462"/>
                <a:gd name="T71" fmla="*/ 141 h 527"/>
                <a:gd name="T72" fmla="*/ 499 w 1462"/>
                <a:gd name="T73" fmla="*/ 147 h 527"/>
                <a:gd name="T74" fmla="*/ 483 w 1462"/>
                <a:gd name="T75" fmla="*/ 153 h 527"/>
                <a:gd name="T76" fmla="*/ 455 w 1462"/>
                <a:gd name="T77" fmla="*/ 165 h 527"/>
                <a:gd name="T78" fmla="*/ 418 w 1462"/>
                <a:gd name="T79" fmla="*/ 175 h 527"/>
                <a:gd name="T80" fmla="*/ 369 w 1462"/>
                <a:gd name="T81" fmla="*/ 183 h 527"/>
                <a:gd name="T82" fmla="*/ 303 w 1462"/>
                <a:gd name="T83" fmla="*/ 186 h 527"/>
                <a:gd name="T84" fmla="*/ 223 w 1462"/>
                <a:gd name="T85" fmla="*/ 182 h 527"/>
                <a:gd name="T86" fmla="*/ 128 w 1462"/>
                <a:gd name="T87" fmla="*/ 163 h 527"/>
                <a:gd name="T88" fmla="*/ 56 w 1462"/>
                <a:gd name="T89" fmla="*/ 138 h 527"/>
                <a:gd name="T90" fmla="*/ 0 w 1462"/>
                <a:gd name="T91" fmla="*/ 113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62" h="527">
                  <a:moveTo>
                    <a:pt x="0" y="0"/>
                  </a:moveTo>
                  <a:lnTo>
                    <a:pt x="31" y="20"/>
                  </a:lnTo>
                  <a:lnTo>
                    <a:pt x="59" y="35"/>
                  </a:lnTo>
                  <a:lnTo>
                    <a:pt x="85" y="46"/>
                  </a:lnTo>
                  <a:lnTo>
                    <a:pt x="106" y="54"/>
                  </a:lnTo>
                  <a:lnTo>
                    <a:pt x="110" y="55"/>
                  </a:lnTo>
                  <a:lnTo>
                    <a:pt x="114" y="57"/>
                  </a:lnTo>
                  <a:lnTo>
                    <a:pt x="155" y="71"/>
                  </a:lnTo>
                  <a:lnTo>
                    <a:pt x="196" y="80"/>
                  </a:lnTo>
                  <a:lnTo>
                    <a:pt x="236" y="87"/>
                  </a:lnTo>
                  <a:lnTo>
                    <a:pt x="271" y="90"/>
                  </a:lnTo>
                  <a:lnTo>
                    <a:pt x="303" y="90"/>
                  </a:lnTo>
                  <a:lnTo>
                    <a:pt x="335" y="90"/>
                  </a:lnTo>
                  <a:lnTo>
                    <a:pt x="361" y="88"/>
                  </a:lnTo>
                  <a:lnTo>
                    <a:pt x="383" y="84"/>
                  </a:lnTo>
                  <a:lnTo>
                    <a:pt x="401" y="81"/>
                  </a:lnTo>
                  <a:lnTo>
                    <a:pt x="415" y="77"/>
                  </a:lnTo>
                  <a:lnTo>
                    <a:pt x="426" y="74"/>
                  </a:lnTo>
                  <a:lnTo>
                    <a:pt x="434" y="70"/>
                  </a:lnTo>
                  <a:lnTo>
                    <a:pt x="441" y="66"/>
                  </a:lnTo>
                  <a:lnTo>
                    <a:pt x="461" y="58"/>
                  </a:lnTo>
                  <a:lnTo>
                    <a:pt x="485" y="50"/>
                  </a:lnTo>
                  <a:lnTo>
                    <a:pt x="575" y="22"/>
                  </a:lnTo>
                  <a:lnTo>
                    <a:pt x="616" y="70"/>
                  </a:lnTo>
                  <a:lnTo>
                    <a:pt x="640" y="95"/>
                  </a:lnTo>
                  <a:lnTo>
                    <a:pt x="664" y="116"/>
                  </a:lnTo>
                  <a:lnTo>
                    <a:pt x="690" y="134"/>
                  </a:lnTo>
                  <a:lnTo>
                    <a:pt x="715" y="150"/>
                  </a:lnTo>
                  <a:lnTo>
                    <a:pt x="739" y="163"/>
                  </a:lnTo>
                  <a:lnTo>
                    <a:pt x="762" y="173"/>
                  </a:lnTo>
                  <a:lnTo>
                    <a:pt x="781" y="182"/>
                  </a:lnTo>
                  <a:lnTo>
                    <a:pt x="795" y="187"/>
                  </a:lnTo>
                  <a:lnTo>
                    <a:pt x="831" y="200"/>
                  </a:lnTo>
                  <a:lnTo>
                    <a:pt x="849" y="234"/>
                  </a:lnTo>
                  <a:lnTo>
                    <a:pt x="864" y="261"/>
                  </a:lnTo>
                  <a:lnTo>
                    <a:pt x="882" y="288"/>
                  </a:lnTo>
                  <a:lnTo>
                    <a:pt x="902" y="316"/>
                  </a:lnTo>
                  <a:lnTo>
                    <a:pt x="926" y="342"/>
                  </a:lnTo>
                  <a:lnTo>
                    <a:pt x="953" y="368"/>
                  </a:lnTo>
                  <a:lnTo>
                    <a:pt x="981" y="390"/>
                  </a:lnTo>
                  <a:lnTo>
                    <a:pt x="1013" y="410"/>
                  </a:lnTo>
                  <a:lnTo>
                    <a:pt x="1046" y="426"/>
                  </a:lnTo>
                  <a:lnTo>
                    <a:pt x="1108" y="447"/>
                  </a:lnTo>
                  <a:lnTo>
                    <a:pt x="1172" y="463"/>
                  </a:lnTo>
                  <a:lnTo>
                    <a:pt x="1235" y="472"/>
                  </a:lnTo>
                  <a:lnTo>
                    <a:pt x="1299" y="475"/>
                  </a:lnTo>
                  <a:lnTo>
                    <a:pt x="1345" y="473"/>
                  </a:lnTo>
                  <a:lnTo>
                    <a:pt x="1388" y="469"/>
                  </a:lnTo>
                  <a:lnTo>
                    <a:pt x="1427" y="463"/>
                  </a:lnTo>
                  <a:lnTo>
                    <a:pt x="1462" y="454"/>
                  </a:lnTo>
                  <a:lnTo>
                    <a:pt x="1462" y="527"/>
                  </a:lnTo>
                  <a:lnTo>
                    <a:pt x="1045" y="527"/>
                  </a:lnTo>
                  <a:lnTo>
                    <a:pt x="1011" y="515"/>
                  </a:lnTo>
                  <a:lnTo>
                    <a:pt x="973" y="497"/>
                  </a:lnTo>
                  <a:lnTo>
                    <a:pt x="937" y="476"/>
                  </a:lnTo>
                  <a:lnTo>
                    <a:pt x="904" y="452"/>
                  </a:lnTo>
                  <a:lnTo>
                    <a:pt x="874" y="426"/>
                  </a:lnTo>
                  <a:lnTo>
                    <a:pt x="845" y="396"/>
                  </a:lnTo>
                  <a:lnTo>
                    <a:pt x="821" y="366"/>
                  </a:lnTo>
                  <a:lnTo>
                    <a:pt x="799" y="337"/>
                  </a:lnTo>
                  <a:lnTo>
                    <a:pt x="780" y="306"/>
                  </a:lnTo>
                  <a:lnTo>
                    <a:pt x="763" y="278"/>
                  </a:lnTo>
                  <a:lnTo>
                    <a:pt x="727" y="263"/>
                  </a:lnTo>
                  <a:lnTo>
                    <a:pt x="690" y="245"/>
                  </a:lnTo>
                  <a:lnTo>
                    <a:pt x="651" y="224"/>
                  </a:lnTo>
                  <a:lnTo>
                    <a:pt x="613" y="197"/>
                  </a:lnTo>
                  <a:lnTo>
                    <a:pt x="577" y="167"/>
                  </a:lnTo>
                  <a:lnTo>
                    <a:pt x="543" y="133"/>
                  </a:lnTo>
                  <a:lnTo>
                    <a:pt x="538" y="134"/>
                  </a:lnTo>
                  <a:lnTo>
                    <a:pt x="530" y="136"/>
                  </a:lnTo>
                  <a:lnTo>
                    <a:pt x="522" y="139"/>
                  </a:lnTo>
                  <a:lnTo>
                    <a:pt x="516" y="141"/>
                  </a:lnTo>
                  <a:lnTo>
                    <a:pt x="513" y="141"/>
                  </a:lnTo>
                  <a:lnTo>
                    <a:pt x="499" y="147"/>
                  </a:lnTo>
                  <a:lnTo>
                    <a:pt x="489" y="151"/>
                  </a:lnTo>
                  <a:lnTo>
                    <a:pt x="483" y="153"/>
                  </a:lnTo>
                  <a:lnTo>
                    <a:pt x="470" y="159"/>
                  </a:lnTo>
                  <a:lnTo>
                    <a:pt x="455" y="165"/>
                  </a:lnTo>
                  <a:lnTo>
                    <a:pt x="438" y="171"/>
                  </a:lnTo>
                  <a:lnTo>
                    <a:pt x="418" y="175"/>
                  </a:lnTo>
                  <a:lnTo>
                    <a:pt x="395" y="179"/>
                  </a:lnTo>
                  <a:lnTo>
                    <a:pt x="369" y="183"/>
                  </a:lnTo>
                  <a:lnTo>
                    <a:pt x="338" y="186"/>
                  </a:lnTo>
                  <a:lnTo>
                    <a:pt x="303" y="186"/>
                  </a:lnTo>
                  <a:lnTo>
                    <a:pt x="265" y="185"/>
                  </a:lnTo>
                  <a:lnTo>
                    <a:pt x="223" y="182"/>
                  </a:lnTo>
                  <a:lnTo>
                    <a:pt x="176" y="174"/>
                  </a:lnTo>
                  <a:lnTo>
                    <a:pt x="128" y="163"/>
                  </a:lnTo>
                  <a:lnTo>
                    <a:pt x="78" y="146"/>
                  </a:lnTo>
                  <a:lnTo>
                    <a:pt x="56" y="138"/>
                  </a:lnTo>
                  <a:lnTo>
                    <a:pt x="30" y="128"/>
                  </a:lnTo>
                  <a:lnTo>
                    <a:pt x="0" y="113"/>
                  </a:lnTo>
                  <a:lnTo>
                    <a:pt x="0" y="0"/>
                  </a:lnTo>
                  <a:close/>
                </a:path>
              </a:pathLst>
            </a:custGeom>
            <a:solidFill>
              <a:srgbClr val="00B9F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40" name="Freeform 470"/>
            <p:cNvSpPr>
              <a:spLocks/>
            </p:cNvSpPr>
            <p:nvPr/>
          </p:nvSpPr>
          <p:spPr bwMode="auto">
            <a:xfrm>
              <a:off x="5977" y="1991"/>
              <a:ext cx="27" cy="26"/>
            </a:xfrm>
            <a:custGeom>
              <a:avLst/>
              <a:gdLst>
                <a:gd name="T0" fmla="*/ 93 w 186"/>
                <a:gd name="T1" fmla="*/ 0 h 185"/>
                <a:gd name="T2" fmla="*/ 114 w 186"/>
                <a:gd name="T3" fmla="*/ 2 h 185"/>
                <a:gd name="T4" fmla="*/ 134 w 186"/>
                <a:gd name="T5" fmla="*/ 9 h 185"/>
                <a:gd name="T6" fmla="*/ 151 w 186"/>
                <a:gd name="T7" fmla="*/ 20 h 185"/>
                <a:gd name="T8" fmla="*/ 165 w 186"/>
                <a:gd name="T9" fmla="*/ 35 h 185"/>
                <a:gd name="T10" fmla="*/ 176 w 186"/>
                <a:gd name="T11" fmla="*/ 51 h 185"/>
                <a:gd name="T12" fmla="*/ 183 w 186"/>
                <a:gd name="T13" fmla="*/ 70 h 185"/>
                <a:gd name="T14" fmla="*/ 186 w 186"/>
                <a:gd name="T15" fmla="*/ 93 h 185"/>
                <a:gd name="T16" fmla="*/ 183 w 186"/>
                <a:gd name="T17" fmla="*/ 114 h 185"/>
                <a:gd name="T18" fmla="*/ 176 w 186"/>
                <a:gd name="T19" fmla="*/ 133 h 185"/>
                <a:gd name="T20" fmla="*/ 165 w 186"/>
                <a:gd name="T21" fmla="*/ 150 h 185"/>
                <a:gd name="T22" fmla="*/ 151 w 186"/>
                <a:gd name="T23" fmla="*/ 164 h 185"/>
                <a:gd name="T24" fmla="*/ 134 w 186"/>
                <a:gd name="T25" fmla="*/ 175 h 185"/>
                <a:gd name="T26" fmla="*/ 114 w 186"/>
                <a:gd name="T27" fmla="*/ 182 h 185"/>
                <a:gd name="T28" fmla="*/ 93 w 186"/>
                <a:gd name="T29" fmla="*/ 185 h 185"/>
                <a:gd name="T30" fmla="*/ 71 w 186"/>
                <a:gd name="T31" fmla="*/ 182 h 185"/>
                <a:gd name="T32" fmla="*/ 51 w 186"/>
                <a:gd name="T33" fmla="*/ 175 h 185"/>
                <a:gd name="T34" fmla="*/ 34 w 186"/>
                <a:gd name="T35" fmla="*/ 164 h 185"/>
                <a:gd name="T36" fmla="*/ 20 w 186"/>
                <a:gd name="T37" fmla="*/ 150 h 185"/>
                <a:gd name="T38" fmla="*/ 9 w 186"/>
                <a:gd name="T39" fmla="*/ 133 h 185"/>
                <a:gd name="T40" fmla="*/ 2 w 186"/>
                <a:gd name="T41" fmla="*/ 114 h 185"/>
                <a:gd name="T42" fmla="*/ 0 w 186"/>
                <a:gd name="T43" fmla="*/ 93 h 185"/>
                <a:gd name="T44" fmla="*/ 2 w 186"/>
                <a:gd name="T45" fmla="*/ 70 h 185"/>
                <a:gd name="T46" fmla="*/ 9 w 186"/>
                <a:gd name="T47" fmla="*/ 51 h 185"/>
                <a:gd name="T48" fmla="*/ 20 w 186"/>
                <a:gd name="T49" fmla="*/ 35 h 185"/>
                <a:gd name="T50" fmla="*/ 34 w 186"/>
                <a:gd name="T51" fmla="*/ 20 h 185"/>
                <a:gd name="T52" fmla="*/ 51 w 186"/>
                <a:gd name="T53" fmla="*/ 9 h 185"/>
                <a:gd name="T54" fmla="*/ 71 w 186"/>
                <a:gd name="T55" fmla="*/ 2 h 185"/>
                <a:gd name="T56" fmla="*/ 93 w 186"/>
                <a:gd name="T57"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6" h="185">
                  <a:moveTo>
                    <a:pt x="93" y="0"/>
                  </a:moveTo>
                  <a:lnTo>
                    <a:pt x="114" y="2"/>
                  </a:lnTo>
                  <a:lnTo>
                    <a:pt x="134" y="9"/>
                  </a:lnTo>
                  <a:lnTo>
                    <a:pt x="151" y="20"/>
                  </a:lnTo>
                  <a:lnTo>
                    <a:pt x="165" y="35"/>
                  </a:lnTo>
                  <a:lnTo>
                    <a:pt x="176" y="51"/>
                  </a:lnTo>
                  <a:lnTo>
                    <a:pt x="183" y="70"/>
                  </a:lnTo>
                  <a:lnTo>
                    <a:pt x="186" y="93"/>
                  </a:lnTo>
                  <a:lnTo>
                    <a:pt x="183" y="114"/>
                  </a:lnTo>
                  <a:lnTo>
                    <a:pt x="176" y="133"/>
                  </a:lnTo>
                  <a:lnTo>
                    <a:pt x="165" y="150"/>
                  </a:lnTo>
                  <a:lnTo>
                    <a:pt x="151" y="164"/>
                  </a:lnTo>
                  <a:lnTo>
                    <a:pt x="134" y="175"/>
                  </a:lnTo>
                  <a:lnTo>
                    <a:pt x="114" y="182"/>
                  </a:lnTo>
                  <a:lnTo>
                    <a:pt x="93" y="185"/>
                  </a:lnTo>
                  <a:lnTo>
                    <a:pt x="71" y="182"/>
                  </a:lnTo>
                  <a:lnTo>
                    <a:pt x="51" y="175"/>
                  </a:lnTo>
                  <a:lnTo>
                    <a:pt x="34" y="164"/>
                  </a:lnTo>
                  <a:lnTo>
                    <a:pt x="20" y="150"/>
                  </a:lnTo>
                  <a:lnTo>
                    <a:pt x="9" y="133"/>
                  </a:lnTo>
                  <a:lnTo>
                    <a:pt x="2" y="114"/>
                  </a:lnTo>
                  <a:lnTo>
                    <a:pt x="0" y="93"/>
                  </a:lnTo>
                  <a:lnTo>
                    <a:pt x="2" y="70"/>
                  </a:lnTo>
                  <a:lnTo>
                    <a:pt x="9" y="51"/>
                  </a:lnTo>
                  <a:lnTo>
                    <a:pt x="20" y="35"/>
                  </a:lnTo>
                  <a:lnTo>
                    <a:pt x="34" y="20"/>
                  </a:lnTo>
                  <a:lnTo>
                    <a:pt x="51" y="9"/>
                  </a:lnTo>
                  <a:lnTo>
                    <a:pt x="71" y="2"/>
                  </a:lnTo>
                  <a:lnTo>
                    <a:pt x="93"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41" name="Freeform 471"/>
            <p:cNvSpPr>
              <a:spLocks/>
            </p:cNvSpPr>
            <p:nvPr/>
          </p:nvSpPr>
          <p:spPr bwMode="auto">
            <a:xfrm>
              <a:off x="5949" y="1968"/>
              <a:ext cx="21" cy="21"/>
            </a:xfrm>
            <a:custGeom>
              <a:avLst/>
              <a:gdLst>
                <a:gd name="T0" fmla="*/ 76 w 151"/>
                <a:gd name="T1" fmla="*/ 0 h 151"/>
                <a:gd name="T2" fmla="*/ 96 w 151"/>
                <a:gd name="T3" fmla="*/ 3 h 151"/>
                <a:gd name="T4" fmla="*/ 114 w 151"/>
                <a:gd name="T5" fmla="*/ 11 h 151"/>
                <a:gd name="T6" fmla="*/ 129 w 151"/>
                <a:gd name="T7" fmla="*/ 22 h 151"/>
                <a:gd name="T8" fmla="*/ 140 w 151"/>
                <a:gd name="T9" fmla="*/ 38 h 151"/>
                <a:gd name="T10" fmla="*/ 148 w 151"/>
                <a:gd name="T11" fmla="*/ 55 h 151"/>
                <a:gd name="T12" fmla="*/ 151 w 151"/>
                <a:gd name="T13" fmla="*/ 75 h 151"/>
                <a:gd name="T14" fmla="*/ 148 w 151"/>
                <a:gd name="T15" fmla="*/ 95 h 151"/>
                <a:gd name="T16" fmla="*/ 140 w 151"/>
                <a:gd name="T17" fmla="*/ 113 h 151"/>
                <a:gd name="T18" fmla="*/ 129 w 151"/>
                <a:gd name="T19" fmla="*/ 129 h 151"/>
                <a:gd name="T20" fmla="*/ 114 w 151"/>
                <a:gd name="T21" fmla="*/ 141 h 151"/>
                <a:gd name="T22" fmla="*/ 96 w 151"/>
                <a:gd name="T23" fmla="*/ 148 h 151"/>
                <a:gd name="T24" fmla="*/ 76 w 151"/>
                <a:gd name="T25" fmla="*/ 151 h 151"/>
                <a:gd name="T26" fmla="*/ 56 w 151"/>
                <a:gd name="T27" fmla="*/ 148 h 151"/>
                <a:gd name="T28" fmla="*/ 38 w 151"/>
                <a:gd name="T29" fmla="*/ 141 h 151"/>
                <a:gd name="T30" fmla="*/ 22 w 151"/>
                <a:gd name="T31" fmla="*/ 129 h 151"/>
                <a:gd name="T32" fmla="*/ 11 w 151"/>
                <a:gd name="T33" fmla="*/ 113 h 151"/>
                <a:gd name="T34" fmla="*/ 3 w 151"/>
                <a:gd name="T35" fmla="*/ 95 h 151"/>
                <a:gd name="T36" fmla="*/ 0 w 151"/>
                <a:gd name="T37" fmla="*/ 75 h 151"/>
                <a:gd name="T38" fmla="*/ 3 w 151"/>
                <a:gd name="T39" fmla="*/ 55 h 151"/>
                <a:gd name="T40" fmla="*/ 11 w 151"/>
                <a:gd name="T41" fmla="*/ 38 h 151"/>
                <a:gd name="T42" fmla="*/ 22 w 151"/>
                <a:gd name="T43" fmla="*/ 22 h 151"/>
                <a:gd name="T44" fmla="*/ 38 w 151"/>
                <a:gd name="T45" fmla="*/ 11 h 151"/>
                <a:gd name="T46" fmla="*/ 56 w 151"/>
                <a:gd name="T47" fmla="*/ 3 h 151"/>
                <a:gd name="T48" fmla="*/ 76 w 151"/>
                <a:gd name="T49"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1" h="151">
                  <a:moveTo>
                    <a:pt x="76" y="0"/>
                  </a:moveTo>
                  <a:lnTo>
                    <a:pt x="96" y="3"/>
                  </a:lnTo>
                  <a:lnTo>
                    <a:pt x="114" y="11"/>
                  </a:lnTo>
                  <a:lnTo>
                    <a:pt x="129" y="22"/>
                  </a:lnTo>
                  <a:lnTo>
                    <a:pt x="140" y="38"/>
                  </a:lnTo>
                  <a:lnTo>
                    <a:pt x="148" y="55"/>
                  </a:lnTo>
                  <a:lnTo>
                    <a:pt x="151" y="75"/>
                  </a:lnTo>
                  <a:lnTo>
                    <a:pt x="148" y="95"/>
                  </a:lnTo>
                  <a:lnTo>
                    <a:pt x="140" y="113"/>
                  </a:lnTo>
                  <a:lnTo>
                    <a:pt x="129" y="129"/>
                  </a:lnTo>
                  <a:lnTo>
                    <a:pt x="114" y="141"/>
                  </a:lnTo>
                  <a:lnTo>
                    <a:pt x="96" y="148"/>
                  </a:lnTo>
                  <a:lnTo>
                    <a:pt x="76" y="151"/>
                  </a:lnTo>
                  <a:lnTo>
                    <a:pt x="56" y="148"/>
                  </a:lnTo>
                  <a:lnTo>
                    <a:pt x="38" y="141"/>
                  </a:lnTo>
                  <a:lnTo>
                    <a:pt x="22" y="129"/>
                  </a:lnTo>
                  <a:lnTo>
                    <a:pt x="11" y="113"/>
                  </a:lnTo>
                  <a:lnTo>
                    <a:pt x="3" y="95"/>
                  </a:lnTo>
                  <a:lnTo>
                    <a:pt x="0" y="75"/>
                  </a:lnTo>
                  <a:lnTo>
                    <a:pt x="3" y="55"/>
                  </a:lnTo>
                  <a:lnTo>
                    <a:pt x="11" y="38"/>
                  </a:lnTo>
                  <a:lnTo>
                    <a:pt x="22" y="22"/>
                  </a:lnTo>
                  <a:lnTo>
                    <a:pt x="38" y="11"/>
                  </a:lnTo>
                  <a:lnTo>
                    <a:pt x="56" y="3"/>
                  </a:lnTo>
                  <a:lnTo>
                    <a:pt x="76"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42" name="Freeform 472"/>
            <p:cNvSpPr>
              <a:spLocks/>
            </p:cNvSpPr>
            <p:nvPr/>
          </p:nvSpPr>
          <p:spPr bwMode="auto">
            <a:xfrm>
              <a:off x="5887" y="1967"/>
              <a:ext cx="17" cy="16"/>
            </a:xfrm>
            <a:custGeom>
              <a:avLst/>
              <a:gdLst>
                <a:gd name="T0" fmla="*/ 58 w 116"/>
                <a:gd name="T1" fmla="*/ 0 h 116"/>
                <a:gd name="T2" fmla="*/ 77 w 116"/>
                <a:gd name="T3" fmla="*/ 3 h 116"/>
                <a:gd name="T4" fmla="*/ 93 w 116"/>
                <a:gd name="T5" fmla="*/ 10 h 116"/>
                <a:gd name="T6" fmla="*/ 106 w 116"/>
                <a:gd name="T7" fmla="*/ 23 h 116"/>
                <a:gd name="T8" fmla="*/ 113 w 116"/>
                <a:gd name="T9" fmla="*/ 39 h 116"/>
                <a:gd name="T10" fmla="*/ 116 w 116"/>
                <a:gd name="T11" fmla="*/ 58 h 116"/>
                <a:gd name="T12" fmla="*/ 113 w 116"/>
                <a:gd name="T13" fmla="*/ 76 h 116"/>
                <a:gd name="T14" fmla="*/ 106 w 116"/>
                <a:gd name="T15" fmla="*/ 92 h 116"/>
                <a:gd name="T16" fmla="*/ 93 w 116"/>
                <a:gd name="T17" fmla="*/ 104 h 116"/>
                <a:gd name="T18" fmla="*/ 77 w 116"/>
                <a:gd name="T19" fmla="*/ 113 h 116"/>
                <a:gd name="T20" fmla="*/ 58 w 116"/>
                <a:gd name="T21" fmla="*/ 116 h 116"/>
                <a:gd name="T22" fmla="*/ 40 w 116"/>
                <a:gd name="T23" fmla="*/ 113 h 116"/>
                <a:gd name="T24" fmla="*/ 24 w 116"/>
                <a:gd name="T25" fmla="*/ 104 h 116"/>
                <a:gd name="T26" fmla="*/ 12 w 116"/>
                <a:gd name="T27" fmla="*/ 92 h 116"/>
                <a:gd name="T28" fmla="*/ 3 w 116"/>
                <a:gd name="T29" fmla="*/ 76 h 116"/>
                <a:gd name="T30" fmla="*/ 0 w 116"/>
                <a:gd name="T31" fmla="*/ 58 h 116"/>
                <a:gd name="T32" fmla="*/ 3 w 116"/>
                <a:gd name="T33" fmla="*/ 39 h 116"/>
                <a:gd name="T34" fmla="*/ 12 w 116"/>
                <a:gd name="T35" fmla="*/ 23 h 116"/>
                <a:gd name="T36" fmla="*/ 24 w 116"/>
                <a:gd name="T37" fmla="*/ 10 h 116"/>
                <a:gd name="T38" fmla="*/ 40 w 116"/>
                <a:gd name="T39" fmla="*/ 3 h 116"/>
                <a:gd name="T40" fmla="*/ 58 w 116"/>
                <a:gd name="T4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6" h="116">
                  <a:moveTo>
                    <a:pt x="58" y="0"/>
                  </a:moveTo>
                  <a:lnTo>
                    <a:pt x="77" y="3"/>
                  </a:lnTo>
                  <a:lnTo>
                    <a:pt x="93" y="10"/>
                  </a:lnTo>
                  <a:lnTo>
                    <a:pt x="106" y="23"/>
                  </a:lnTo>
                  <a:lnTo>
                    <a:pt x="113" y="39"/>
                  </a:lnTo>
                  <a:lnTo>
                    <a:pt x="116" y="58"/>
                  </a:lnTo>
                  <a:lnTo>
                    <a:pt x="113" y="76"/>
                  </a:lnTo>
                  <a:lnTo>
                    <a:pt x="106" y="92"/>
                  </a:lnTo>
                  <a:lnTo>
                    <a:pt x="93" y="104"/>
                  </a:lnTo>
                  <a:lnTo>
                    <a:pt x="77" y="113"/>
                  </a:lnTo>
                  <a:lnTo>
                    <a:pt x="58" y="116"/>
                  </a:lnTo>
                  <a:lnTo>
                    <a:pt x="40" y="113"/>
                  </a:lnTo>
                  <a:lnTo>
                    <a:pt x="24" y="104"/>
                  </a:lnTo>
                  <a:lnTo>
                    <a:pt x="12" y="92"/>
                  </a:lnTo>
                  <a:lnTo>
                    <a:pt x="3" y="76"/>
                  </a:lnTo>
                  <a:lnTo>
                    <a:pt x="0" y="58"/>
                  </a:lnTo>
                  <a:lnTo>
                    <a:pt x="3" y="39"/>
                  </a:lnTo>
                  <a:lnTo>
                    <a:pt x="12" y="23"/>
                  </a:lnTo>
                  <a:lnTo>
                    <a:pt x="24" y="10"/>
                  </a:lnTo>
                  <a:lnTo>
                    <a:pt x="40" y="3"/>
                  </a:lnTo>
                  <a:lnTo>
                    <a:pt x="58"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984" name="Group 983"/>
          <p:cNvGrpSpPr>
            <a:grpSpLocks noChangeAspect="1"/>
          </p:cNvGrpSpPr>
          <p:nvPr/>
        </p:nvGrpSpPr>
        <p:grpSpPr>
          <a:xfrm>
            <a:off x="4817029" y="2510665"/>
            <a:ext cx="542728" cy="411480"/>
            <a:chOff x="5047488" y="2971800"/>
            <a:chExt cx="542728" cy="411480"/>
          </a:xfrm>
        </p:grpSpPr>
        <p:sp useBgFill="1">
          <p:nvSpPr>
            <p:cNvPr id="8" name="Freeform 6"/>
            <p:cNvSpPr>
              <a:spLocks/>
            </p:cNvSpPr>
            <p:nvPr/>
          </p:nvSpPr>
          <p:spPr bwMode="auto">
            <a:xfrm>
              <a:off x="5047488" y="2971800"/>
              <a:ext cx="542728" cy="411480"/>
            </a:xfrm>
            <a:custGeom>
              <a:avLst/>
              <a:gdLst>
                <a:gd name="T0" fmla="*/ 112 w 2136"/>
                <a:gd name="T1" fmla="*/ 0 h 1630"/>
                <a:gd name="T2" fmla="*/ 2024 w 2136"/>
                <a:gd name="T3" fmla="*/ 0 h 1630"/>
                <a:gd name="T4" fmla="*/ 2049 w 2136"/>
                <a:gd name="T5" fmla="*/ 2 h 1630"/>
                <a:gd name="T6" fmla="*/ 2074 w 2136"/>
                <a:gd name="T7" fmla="*/ 11 h 1630"/>
                <a:gd name="T8" fmla="*/ 2094 w 2136"/>
                <a:gd name="T9" fmla="*/ 24 h 1630"/>
                <a:gd name="T10" fmla="*/ 2112 w 2136"/>
                <a:gd name="T11" fmla="*/ 41 h 1630"/>
                <a:gd name="T12" fmla="*/ 2124 w 2136"/>
                <a:gd name="T13" fmla="*/ 62 h 1630"/>
                <a:gd name="T14" fmla="*/ 2133 w 2136"/>
                <a:gd name="T15" fmla="*/ 87 h 1630"/>
                <a:gd name="T16" fmla="*/ 2136 w 2136"/>
                <a:gd name="T17" fmla="*/ 112 h 1630"/>
                <a:gd name="T18" fmla="*/ 2136 w 2136"/>
                <a:gd name="T19" fmla="*/ 1518 h 1630"/>
                <a:gd name="T20" fmla="*/ 2133 w 2136"/>
                <a:gd name="T21" fmla="*/ 1543 h 1630"/>
                <a:gd name="T22" fmla="*/ 2124 w 2136"/>
                <a:gd name="T23" fmla="*/ 1568 h 1630"/>
                <a:gd name="T24" fmla="*/ 2112 w 2136"/>
                <a:gd name="T25" fmla="*/ 1588 h 1630"/>
                <a:gd name="T26" fmla="*/ 2094 w 2136"/>
                <a:gd name="T27" fmla="*/ 1606 h 1630"/>
                <a:gd name="T28" fmla="*/ 2074 w 2136"/>
                <a:gd name="T29" fmla="*/ 1618 h 1630"/>
                <a:gd name="T30" fmla="*/ 2049 w 2136"/>
                <a:gd name="T31" fmla="*/ 1627 h 1630"/>
                <a:gd name="T32" fmla="*/ 2024 w 2136"/>
                <a:gd name="T33" fmla="*/ 1630 h 1630"/>
                <a:gd name="T34" fmla="*/ 112 w 2136"/>
                <a:gd name="T35" fmla="*/ 1630 h 1630"/>
                <a:gd name="T36" fmla="*/ 87 w 2136"/>
                <a:gd name="T37" fmla="*/ 1627 h 1630"/>
                <a:gd name="T38" fmla="*/ 62 w 2136"/>
                <a:gd name="T39" fmla="*/ 1618 h 1630"/>
                <a:gd name="T40" fmla="*/ 42 w 2136"/>
                <a:gd name="T41" fmla="*/ 1606 h 1630"/>
                <a:gd name="T42" fmla="*/ 24 w 2136"/>
                <a:gd name="T43" fmla="*/ 1588 h 1630"/>
                <a:gd name="T44" fmla="*/ 12 w 2136"/>
                <a:gd name="T45" fmla="*/ 1568 h 1630"/>
                <a:gd name="T46" fmla="*/ 3 w 2136"/>
                <a:gd name="T47" fmla="*/ 1543 h 1630"/>
                <a:gd name="T48" fmla="*/ 0 w 2136"/>
                <a:gd name="T49" fmla="*/ 1518 h 1630"/>
                <a:gd name="T50" fmla="*/ 0 w 2136"/>
                <a:gd name="T51" fmla="*/ 112 h 1630"/>
                <a:gd name="T52" fmla="*/ 3 w 2136"/>
                <a:gd name="T53" fmla="*/ 87 h 1630"/>
                <a:gd name="T54" fmla="*/ 12 w 2136"/>
                <a:gd name="T55" fmla="*/ 62 h 1630"/>
                <a:gd name="T56" fmla="*/ 24 w 2136"/>
                <a:gd name="T57" fmla="*/ 41 h 1630"/>
                <a:gd name="T58" fmla="*/ 42 w 2136"/>
                <a:gd name="T59" fmla="*/ 24 h 1630"/>
                <a:gd name="T60" fmla="*/ 62 w 2136"/>
                <a:gd name="T61" fmla="*/ 11 h 1630"/>
                <a:gd name="T62" fmla="*/ 87 w 2136"/>
                <a:gd name="T63" fmla="*/ 2 h 1630"/>
                <a:gd name="T64" fmla="*/ 112 w 2136"/>
                <a:gd name="T65"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36" h="1630">
                  <a:moveTo>
                    <a:pt x="112" y="0"/>
                  </a:moveTo>
                  <a:lnTo>
                    <a:pt x="2024" y="0"/>
                  </a:lnTo>
                  <a:lnTo>
                    <a:pt x="2049" y="2"/>
                  </a:lnTo>
                  <a:lnTo>
                    <a:pt x="2074" y="11"/>
                  </a:lnTo>
                  <a:lnTo>
                    <a:pt x="2094" y="24"/>
                  </a:lnTo>
                  <a:lnTo>
                    <a:pt x="2112" y="41"/>
                  </a:lnTo>
                  <a:lnTo>
                    <a:pt x="2124" y="62"/>
                  </a:lnTo>
                  <a:lnTo>
                    <a:pt x="2133" y="87"/>
                  </a:lnTo>
                  <a:lnTo>
                    <a:pt x="2136" y="112"/>
                  </a:lnTo>
                  <a:lnTo>
                    <a:pt x="2136" y="1518"/>
                  </a:lnTo>
                  <a:lnTo>
                    <a:pt x="2133" y="1543"/>
                  </a:lnTo>
                  <a:lnTo>
                    <a:pt x="2124" y="1568"/>
                  </a:lnTo>
                  <a:lnTo>
                    <a:pt x="2112" y="1588"/>
                  </a:lnTo>
                  <a:lnTo>
                    <a:pt x="2094" y="1606"/>
                  </a:lnTo>
                  <a:lnTo>
                    <a:pt x="2074" y="1618"/>
                  </a:lnTo>
                  <a:lnTo>
                    <a:pt x="2049" y="1627"/>
                  </a:lnTo>
                  <a:lnTo>
                    <a:pt x="2024" y="1630"/>
                  </a:lnTo>
                  <a:lnTo>
                    <a:pt x="112" y="1630"/>
                  </a:lnTo>
                  <a:lnTo>
                    <a:pt x="87" y="1627"/>
                  </a:lnTo>
                  <a:lnTo>
                    <a:pt x="62" y="1618"/>
                  </a:lnTo>
                  <a:lnTo>
                    <a:pt x="42" y="1606"/>
                  </a:lnTo>
                  <a:lnTo>
                    <a:pt x="24" y="1588"/>
                  </a:lnTo>
                  <a:lnTo>
                    <a:pt x="12" y="1568"/>
                  </a:lnTo>
                  <a:lnTo>
                    <a:pt x="3" y="1543"/>
                  </a:lnTo>
                  <a:lnTo>
                    <a:pt x="0" y="1518"/>
                  </a:lnTo>
                  <a:lnTo>
                    <a:pt x="0" y="112"/>
                  </a:lnTo>
                  <a:lnTo>
                    <a:pt x="3" y="87"/>
                  </a:lnTo>
                  <a:lnTo>
                    <a:pt x="12" y="62"/>
                  </a:lnTo>
                  <a:lnTo>
                    <a:pt x="24" y="41"/>
                  </a:lnTo>
                  <a:lnTo>
                    <a:pt x="42" y="24"/>
                  </a:lnTo>
                  <a:lnTo>
                    <a:pt x="62" y="11"/>
                  </a:lnTo>
                  <a:lnTo>
                    <a:pt x="87" y="2"/>
                  </a:lnTo>
                  <a:lnTo>
                    <a:pt x="112"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 name="Freeform 7"/>
            <p:cNvSpPr>
              <a:spLocks noEditPoints="1"/>
            </p:cNvSpPr>
            <p:nvPr/>
          </p:nvSpPr>
          <p:spPr bwMode="auto">
            <a:xfrm>
              <a:off x="5075866" y="3000178"/>
              <a:ext cx="485972" cy="354724"/>
            </a:xfrm>
            <a:custGeom>
              <a:avLst/>
              <a:gdLst>
                <a:gd name="T0" fmla="*/ 113 w 1912"/>
                <a:gd name="T1" fmla="*/ 113 h 1406"/>
                <a:gd name="T2" fmla="*/ 113 w 1912"/>
                <a:gd name="T3" fmla="*/ 1293 h 1406"/>
                <a:gd name="T4" fmla="*/ 1799 w 1912"/>
                <a:gd name="T5" fmla="*/ 1293 h 1406"/>
                <a:gd name="T6" fmla="*/ 1799 w 1912"/>
                <a:gd name="T7" fmla="*/ 113 h 1406"/>
                <a:gd name="T8" fmla="*/ 113 w 1912"/>
                <a:gd name="T9" fmla="*/ 113 h 1406"/>
                <a:gd name="T10" fmla="*/ 0 w 1912"/>
                <a:gd name="T11" fmla="*/ 0 h 1406"/>
                <a:gd name="T12" fmla="*/ 1912 w 1912"/>
                <a:gd name="T13" fmla="*/ 0 h 1406"/>
                <a:gd name="T14" fmla="*/ 1912 w 1912"/>
                <a:gd name="T15" fmla="*/ 1406 h 1406"/>
                <a:gd name="T16" fmla="*/ 0 w 1912"/>
                <a:gd name="T17" fmla="*/ 1406 h 1406"/>
                <a:gd name="T18" fmla="*/ 0 w 1912"/>
                <a:gd name="T19" fmla="*/ 0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12" h="1406">
                  <a:moveTo>
                    <a:pt x="113" y="113"/>
                  </a:moveTo>
                  <a:lnTo>
                    <a:pt x="113" y="1293"/>
                  </a:lnTo>
                  <a:lnTo>
                    <a:pt x="1799" y="1293"/>
                  </a:lnTo>
                  <a:lnTo>
                    <a:pt x="1799" y="113"/>
                  </a:lnTo>
                  <a:lnTo>
                    <a:pt x="113" y="113"/>
                  </a:lnTo>
                  <a:close/>
                  <a:moveTo>
                    <a:pt x="0" y="0"/>
                  </a:moveTo>
                  <a:lnTo>
                    <a:pt x="1912" y="0"/>
                  </a:lnTo>
                  <a:lnTo>
                    <a:pt x="1912" y="1406"/>
                  </a:lnTo>
                  <a:lnTo>
                    <a:pt x="0" y="1406"/>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 name="Rectangle 8"/>
            <p:cNvSpPr>
              <a:spLocks noChangeArrowheads="1"/>
            </p:cNvSpPr>
            <p:nvPr/>
          </p:nvSpPr>
          <p:spPr bwMode="auto">
            <a:xfrm>
              <a:off x="5134395" y="3056934"/>
              <a:ext cx="368913" cy="241212"/>
            </a:xfrm>
            <a:prstGeom prst="rect">
              <a:avLst/>
            </a:prstGeom>
            <a:solidFill>
              <a:srgbClr val="94E6EB"/>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 name="Freeform 9"/>
            <p:cNvSpPr>
              <a:spLocks/>
            </p:cNvSpPr>
            <p:nvPr/>
          </p:nvSpPr>
          <p:spPr bwMode="auto">
            <a:xfrm>
              <a:off x="5134395" y="3056934"/>
              <a:ext cx="368913" cy="241212"/>
            </a:xfrm>
            <a:custGeom>
              <a:avLst/>
              <a:gdLst>
                <a:gd name="T0" fmla="*/ 1462 w 1462"/>
                <a:gd name="T1" fmla="*/ 565 h 956"/>
                <a:gd name="T2" fmla="*/ 1447 w 1462"/>
                <a:gd name="T3" fmla="*/ 581 h 956"/>
                <a:gd name="T4" fmla="*/ 1433 w 1462"/>
                <a:gd name="T5" fmla="*/ 595 h 956"/>
                <a:gd name="T6" fmla="*/ 1400 w 1462"/>
                <a:gd name="T7" fmla="*/ 613 h 956"/>
                <a:gd name="T8" fmla="*/ 1380 w 1462"/>
                <a:gd name="T9" fmla="*/ 615 h 956"/>
                <a:gd name="T10" fmla="*/ 1366 w 1462"/>
                <a:gd name="T11" fmla="*/ 669 h 956"/>
                <a:gd name="T12" fmla="*/ 1336 w 1462"/>
                <a:gd name="T13" fmla="*/ 716 h 956"/>
                <a:gd name="T14" fmla="*/ 1313 w 1462"/>
                <a:gd name="T15" fmla="*/ 744 h 956"/>
                <a:gd name="T16" fmla="*/ 1300 w 1462"/>
                <a:gd name="T17" fmla="*/ 763 h 956"/>
                <a:gd name="T18" fmla="*/ 1281 w 1462"/>
                <a:gd name="T19" fmla="*/ 798 h 956"/>
                <a:gd name="T20" fmla="*/ 1259 w 1462"/>
                <a:gd name="T21" fmla="*/ 838 h 956"/>
                <a:gd name="T22" fmla="*/ 1211 w 1462"/>
                <a:gd name="T23" fmla="*/ 874 h 956"/>
                <a:gd name="T24" fmla="*/ 1161 w 1462"/>
                <a:gd name="T25" fmla="*/ 888 h 956"/>
                <a:gd name="T26" fmla="*/ 1122 w 1462"/>
                <a:gd name="T27" fmla="*/ 877 h 956"/>
                <a:gd name="T28" fmla="*/ 1102 w 1462"/>
                <a:gd name="T29" fmla="*/ 874 h 956"/>
                <a:gd name="T30" fmla="*/ 1058 w 1462"/>
                <a:gd name="T31" fmla="*/ 861 h 956"/>
                <a:gd name="T32" fmla="*/ 1024 w 1462"/>
                <a:gd name="T33" fmla="*/ 823 h 956"/>
                <a:gd name="T34" fmla="*/ 1007 w 1462"/>
                <a:gd name="T35" fmla="*/ 779 h 956"/>
                <a:gd name="T36" fmla="*/ 982 w 1462"/>
                <a:gd name="T37" fmla="*/ 763 h 956"/>
                <a:gd name="T38" fmla="*/ 936 w 1462"/>
                <a:gd name="T39" fmla="*/ 752 h 956"/>
                <a:gd name="T40" fmla="*/ 898 w 1462"/>
                <a:gd name="T41" fmla="*/ 774 h 956"/>
                <a:gd name="T42" fmla="*/ 875 w 1462"/>
                <a:gd name="T43" fmla="*/ 779 h 956"/>
                <a:gd name="T44" fmla="*/ 838 w 1462"/>
                <a:gd name="T45" fmla="*/ 771 h 956"/>
                <a:gd name="T46" fmla="*/ 807 w 1462"/>
                <a:gd name="T47" fmla="*/ 739 h 956"/>
                <a:gd name="T48" fmla="*/ 794 w 1462"/>
                <a:gd name="T49" fmla="*/ 700 h 956"/>
                <a:gd name="T50" fmla="*/ 791 w 1462"/>
                <a:gd name="T51" fmla="*/ 679 h 956"/>
                <a:gd name="T52" fmla="*/ 781 w 1462"/>
                <a:gd name="T53" fmla="*/ 677 h 956"/>
                <a:gd name="T54" fmla="*/ 769 w 1462"/>
                <a:gd name="T55" fmla="*/ 674 h 956"/>
                <a:gd name="T56" fmla="*/ 757 w 1462"/>
                <a:gd name="T57" fmla="*/ 669 h 956"/>
                <a:gd name="T58" fmla="*/ 723 w 1462"/>
                <a:gd name="T59" fmla="*/ 649 h 956"/>
                <a:gd name="T60" fmla="*/ 682 w 1462"/>
                <a:gd name="T61" fmla="*/ 614 h 956"/>
                <a:gd name="T62" fmla="*/ 660 w 1462"/>
                <a:gd name="T63" fmla="*/ 581 h 956"/>
                <a:gd name="T64" fmla="*/ 632 w 1462"/>
                <a:gd name="T65" fmla="*/ 557 h 956"/>
                <a:gd name="T66" fmla="*/ 596 w 1462"/>
                <a:gd name="T67" fmla="*/ 531 h 956"/>
                <a:gd name="T68" fmla="*/ 568 w 1462"/>
                <a:gd name="T69" fmla="*/ 529 h 956"/>
                <a:gd name="T70" fmla="*/ 604 w 1462"/>
                <a:gd name="T71" fmla="*/ 560 h 956"/>
                <a:gd name="T72" fmla="*/ 634 w 1462"/>
                <a:gd name="T73" fmla="*/ 606 h 956"/>
                <a:gd name="T74" fmla="*/ 651 w 1462"/>
                <a:gd name="T75" fmla="*/ 645 h 956"/>
                <a:gd name="T76" fmla="*/ 658 w 1462"/>
                <a:gd name="T77" fmla="*/ 683 h 956"/>
                <a:gd name="T78" fmla="*/ 668 w 1462"/>
                <a:gd name="T79" fmla="*/ 714 h 956"/>
                <a:gd name="T80" fmla="*/ 670 w 1462"/>
                <a:gd name="T81" fmla="*/ 761 h 956"/>
                <a:gd name="T82" fmla="*/ 658 w 1462"/>
                <a:gd name="T83" fmla="*/ 808 h 956"/>
                <a:gd name="T84" fmla="*/ 662 w 1462"/>
                <a:gd name="T85" fmla="*/ 841 h 956"/>
                <a:gd name="T86" fmla="*/ 664 w 1462"/>
                <a:gd name="T87" fmla="*/ 868 h 956"/>
                <a:gd name="T88" fmla="*/ 676 w 1462"/>
                <a:gd name="T89" fmla="*/ 889 h 956"/>
                <a:gd name="T90" fmla="*/ 719 w 1462"/>
                <a:gd name="T91" fmla="*/ 924 h 956"/>
                <a:gd name="T92" fmla="*/ 0 w 1462"/>
                <a:gd name="T93" fmla="*/ 956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462" h="956">
                  <a:moveTo>
                    <a:pt x="0" y="0"/>
                  </a:moveTo>
                  <a:lnTo>
                    <a:pt x="1462" y="0"/>
                  </a:lnTo>
                  <a:lnTo>
                    <a:pt x="1462" y="565"/>
                  </a:lnTo>
                  <a:lnTo>
                    <a:pt x="1458" y="570"/>
                  </a:lnTo>
                  <a:lnTo>
                    <a:pt x="1452" y="576"/>
                  </a:lnTo>
                  <a:lnTo>
                    <a:pt x="1447" y="581"/>
                  </a:lnTo>
                  <a:lnTo>
                    <a:pt x="1443" y="585"/>
                  </a:lnTo>
                  <a:lnTo>
                    <a:pt x="1440" y="588"/>
                  </a:lnTo>
                  <a:lnTo>
                    <a:pt x="1433" y="595"/>
                  </a:lnTo>
                  <a:lnTo>
                    <a:pt x="1425" y="601"/>
                  </a:lnTo>
                  <a:lnTo>
                    <a:pt x="1413" y="607"/>
                  </a:lnTo>
                  <a:lnTo>
                    <a:pt x="1400" y="613"/>
                  </a:lnTo>
                  <a:lnTo>
                    <a:pt x="1383" y="615"/>
                  </a:lnTo>
                  <a:lnTo>
                    <a:pt x="1382" y="615"/>
                  </a:lnTo>
                  <a:lnTo>
                    <a:pt x="1380" y="615"/>
                  </a:lnTo>
                  <a:lnTo>
                    <a:pt x="1379" y="633"/>
                  </a:lnTo>
                  <a:lnTo>
                    <a:pt x="1373" y="651"/>
                  </a:lnTo>
                  <a:lnTo>
                    <a:pt x="1366" y="669"/>
                  </a:lnTo>
                  <a:lnTo>
                    <a:pt x="1357" y="686"/>
                  </a:lnTo>
                  <a:lnTo>
                    <a:pt x="1347" y="702"/>
                  </a:lnTo>
                  <a:lnTo>
                    <a:pt x="1336" y="716"/>
                  </a:lnTo>
                  <a:lnTo>
                    <a:pt x="1327" y="728"/>
                  </a:lnTo>
                  <a:lnTo>
                    <a:pt x="1318" y="737"/>
                  </a:lnTo>
                  <a:lnTo>
                    <a:pt x="1313" y="744"/>
                  </a:lnTo>
                  <a:lnTo>
                    <a:pt x="1311" y="746"/>
                  </a:lnTo>
                  <a:lnTo>
                    <a:pt x="1306" y="752"/>
                  </a:lnTo>
                  <a:lnTo>
                    <a:pt x="1300" y="763"/>
                  </a:lnTo>
                  <a:lnTo>
                    <a:pt x="1293" y="774"/>
                  </a:lnTo>
                  <a:lnTo>
                    <a:pt x="1287" y="787"/>
                  </a:lnTo>
                  <a:lnTo>
                    <a:pt x="1281" y="798"/>
                  </a:lnTo>
                  <a:lnTo>
                    <a:pt x="1277" y="806"/>
                  </a:lnTo>
                  <a:lnTo>
                    <a:pt x="1271" y="823"/>
                  </a:lnTo>
                  <a:lnTo>
                    <a:pt x="1259" y="838"/>
                  </a:lnTo>
                  <a:lnTo>
                    <a:pt x="1245" y="851"/>
                  </a:lnTo>
                  <a:lnTo>
                    <a:pt x="1229" y="864"/>
                  </a:lnTo>
                  <a:lnTo>
                    <a:pt x="1211" y="874"/>
                  </a:lnTo>
                  <a:lnTo>
                    <a:pt x="1193" y="881"/>
                  </a:lnTo>
                  <a:lnTo>
                    <a:pt x="1176" y="886"/>
                  </a:lnTo>
                  <a:lnTo>
                    <a:pt x="1161" y="888"/>
                  </a:lnTo>
                  <a:lnTo>
                    <a:pt x="1161" y="888"/>
                  </a:lnTo>
                  <a:lnTo>
                    <a:pt x="1141" y="885"/>
                  </a:lnTo>
                  <a:lnTo>
                    <a:pt x="1122" y="877"/>
                  </a:lnTo>
                  <a:lnTo>
                    <a:pt x="1118" y="877"/>
                  </a:lnTo>
                  <a:lnTo>
                    <a:pt x="1113" y="876"/>
                  </a:lnTo>
                  <a:lnTo>
                    <a:pt x="1102" y="874"/>
                  </a:lnTo>
                  <a:lnTo>
                    <a:pt x="1088" y="872"/>
                  </a:lnTo>
                  <a:lnTo>
                    <a:pt x="1073" y="867"/>
                  </a:lnTo>
                  <a:lnTo>
                    <a:pt x="1058" y="861"/>
                  </a:lnTo>
                  <a:lnTo>
                    <a:pt x="1045" y="851"/>
                  </a:lnTo>
                  <a:lnTo>
                    <a:pt x="1033" y="839"/>
                  </a:lnTo>
                  <a:lnTo>
                    <a:pt x="1024" y="823"/>
                  </a:lnTo>
                  <a:lnTo>
                    <a:pt x="1017" y="807"/>
                  </a:lnTo>
                  <a:lnTo>
                    <a:pt x="1011" y="790"/>
                  </a:lnTo>
                  <a:lnTo>
                    <a:pt x="1007" y="779"/>
                  </a:lnTo>
                  <a:lnTo>
                    <a:pt x="1002" y="767"/>
                  </a:lnTo>
                  <a:lnTo>
                    <a:pt x="992" y="764"/>
                  </a:lnTo>
                  <a:lnTo>
                    <a:pt x="982" y="763"/>
                  </a:lnTo>
                  <a:lnTo>
                    <a:pt x="960" y="757"/>
                  </a:lnTo>
                  <a:lnTo>
                    <a:pt x="938" y="751"/>
                  </a:lnTo>
                  <a:lnTo>
                    <a:pt x="936" y="752"/>
                  </a:lnTo>
                  <a:lnTo>
                    <a:pt x="925" y="760"/>
                  </a:lnTo>
                  <a:lnTo>
                    <a:pt x="913" y="768"/>
                  </a:lnTo>
                  <a:lnTo>
                    <a:pt x="898" y="774"/>
                  </a:lnTo>
                  <a:lnTo>
                    <a:pt x="880" y="777"/>
                  </a:lnTo>
                  <a:lnTo>
                    <a:pt x="878" y="777"/>
                  </a:lnTo>
                  <a:lnTo>
                    <a:pt x="875" y="779"/>
                  </a:lnTo>
                  <a:lnTo>
                    <a:pt x="871" y="779"/>
                  </a:lnTo>
                  <a:lnTo>
                    <a:pt x="854" y="776"/>
                  </a:lnTo>
                  <a:lnTo>
                    <a:pt x="838" y="771"/>
                  </a:lnTo>
                  <a:lnTo>
                    <a:pt x="825" y="762"/>
                  </a:lnTo>
                  <a:lnTo>
                    <a:pt x="816" y="751"/>
                  </a:lnTo>
                  <a:lnTo>
                    <a:pt x="807" y="739"/>
                  </a:lnTo>
                  <a:lnTo>
                    <a:pt x="802" y="727"/>
                  </a:lnTo>
                  <a:lnTo>
                    <a:pt x="798" y="713"/>
                  </a:lnTo>
                  <a:lnTo>
                    <a:pt x="794" y="700"/>
                  </a:lnTo>
                  <a:lnTo>
                    <a:pt x="792" y="690"/>
                  </a:lnTo>
                  <a:lnTo>
                    <a:pt x="791" y="680"/>
                  </a:lnTo>
                  <a:lnTo>
                    <a:pt x="791" y="679"/>
                  </a:lnTo>
                  <a:lnTo>
                    <a:pt x="787" y="678"/>
                  </a:lnTo>
                  <a:lnTo>
                    <a:pt x="784" y="677"/>
                  </a:lnTo>
                  <a:lnTo>
                    <a:pt x="781" y="677"/>
                  </a:lnTo>
                  <a:lnTo>
                    <a:pt x="779" y="676"/>
                  </a:lnTo>
                  <a:lnTo>
                    <a:pt x="773" y="675"/>
                  </a:lnTo>
                  <a:lnTo>
                    <a:pt x="769" y="674"/>
                  </a:lnTo>
                  <a:lnTo>
                    <a:pt x="766" y="673"/>
                  </a:lnTo>
                  <a:lnTo>
                    <a:pt x="764" y="672"/>
                  </a:lnTo>
                  <a:lnTo>
                    <a:pt x="757" y="669"/>
                  </a:lnTo>
                  <a:lnTo>
                    <a:pt x="748" y="664"/>
                  </a:lnTo>
                  <a:lnTo>
                    <a:pt x="735" y="657"/>
                  </a:lnTo>
                  <a:lnTo>
                    <a:pt x="723" y="649"/>
                  </a:lnTo>
                  <a:lnTo>
                    <a:pt x="709" y="639"/>
                  </a:lnTo>
                  <a:lnTo>
                    <a:pt x="695" y="627"/>
                  </a:lnTo>
                  <a:lnTo>
                    <a:pt x="682" y="614"/>
                  </a:lnTo>
                  <a:lnTo>
                    <a:pt x="672" y="600"/>
                  </a:lnTo>
                  <a:lnTo>
                    <a:pt x="664" y="584"/>
                  </a:lnTo>
                  <a:lnTo>
                    <a:pt x="660" y="581"/>
                  </a:lnTo>
                  <a:lnTo>
                    <a:pt x="657" y="578"/>
                  </a:lnTo>
                  <a:lnTo>
                    <a:pt x="644" y="569"/>
                  </a:lnTo>
                  <a:lnTo>
                    <a:pt x="632" y="557"/>
                  </a:lnTo>
                  <a:lnTo>
                    <a:pt x="619" y="542"/>
                  </a:lnTo>
                  <a:lnTo>
                    <a:pt x="608" y="537"/>
                  </a:lnTo>
                  <a:lnTo>
                    <a:pt x="596" y="531"/>
                  </a:lnTo>
                  <a:lnTo>
                    <a:pt x="583" y="527"/>
                  </a:lnTo>
                  <a:lnTo>
                    <a:pt x="562" y="519"/>
                  </a:lnTo>
                  <a:lnTo>
                    <a:pt x="568" y="529"/>
                  </a:lnTo>
                  <a:lnTo>
                    <a:pt x="575" y="538"/>
                  </a:lnTo>
                  <a:lnTo>
                    <a:pt x="591" y="548"/>
                  </a:lnTo>
                  <a:lnTo>
                    <a:pt x="604" y="560"/>
                  </a:lnTo>
                  <a:lnTo>
                    <a:pt x="617" y="574"/>
                  </a:lnTo>
                  <a:lnTo>
                    <a:pt x="627" y="589"/>
                  </a:lnTo>
                  <a:lnTo>
                    <a:pt x="634" y="606"/>
                  </a:lnTo>
                  <a:lnTo>
                    <a:pt x="637" y="625"/>
                  </a:lnTo>
                  <a:lnTo>
                    <a:pt x="644" y="634"/>
                  </a:lnTo>
                  <a:lnTo>
                    <a:pt x="651" y="645"/>
                  </a:lnTo>
                  <a:lnTo>
                    <a:pt x="656" y="659"/>
                  </a:lnTo>
                  <a:lnTo>
                    <a:pt x="658" y="677"/>
                  </a:lnTo>
                  <a:lnTo>
                    <a:pt x="658" y="683"/>
                  </a:lnTo>
                  <a:lnTo>
                    <a:pt x="658" y="691"/>
                  </a:lnTo>
                  <a:lnTo>
                    <a:pt x="663" y="702"/>
                  </a:lnTo>
                  <a:lnTo>
                    <a:pt x="668" y="714"/>
                  </a:lnTo>
                  <a:lnTo>
                    <a:pt x="670" y="727"/>
                  </a:lnTo>
                  <a:lnTo>
                    <a:pt x="671" y="743"/>
                  </a:lnTo>
                  <a:lnTo>
                    <a:pt x="670" y="761"/>
                  </a:lnTo>
                  <a:lnTo>
                    <a:pt x="666" y="780"/>
                  </a:lnTo>
                  <a:lnTo>
                    <a:pt x="657" y="799"/>
                  </a:lnTo>
                  <a:lnTo>
                    <a:pt x="658" y="808"/>
                  </a:lnTo>
                  <a:lnTo>
                    <a:pt x="659" y="820"/>
                  </a:lnTo>
                  <a:lnTo>
                    <a:pt x="661" y="829"/>
                  </a:lnTo>
                  <a:lnTo>
                    <a:pt x="662" y="841"/>
                  </a:lnTo>
                  <a:lnTo>
                    <a:pt x="663" y="850"/>
                  </a:lnTo>
                  <a:lnTo>
                    <a:pt x="664" y="858"/>
                  </a:lnTo>
                  <a:lnTo>
                    <a:pt x="664" y="868"/>
                  </a:lnTo>
                  <a:lnTo>
                    <a:pt x="667" y="882"/>
                  </a:lnTo>
                  <a:lnTo>
                    <a:pt x="672" y="886"/>
                  </a:lnTo>
                  <a:lnTo>
                    <a:pt x="676" y="889"/>
                  </a:lnTo>
                  <a:lnTo>
                    <a:pt x="692" y="899"/>
                  </a:lnTo>
                  <a:lnTo>
                    <a:pt x="708" y="912"/>
                  </a:lnTo>
                  <a:lnTo>
                    <a:pt x="719" y="924"/>
                  </a:lnTo>
                  <a:lnTo>
                    <a:pt x="727" y="939"/>
                  </a:lnTo>
                  <a:lnTo>
                    <a:pt x="729" y="956"/>
                  </a:lnTo>
                  <a:lnTo>
                    <a:pt x="0" y="956"/>
                  </a:lnTo>
                  <a:lnTo>
                    <a:pt x="0"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2" name="Freeform 10"/>
            <p:cNvSpPr>
              <a:spLocks/>
            </p:cNvSpPr>
            <p:nvPr/>
          </p:nvSpPr>
          <p:spPr bwMode="auto">
            <a:xfrm>
              <a:off x="5134395" y="3056934"/>
              <a:ext cx="368913" cy="241212"/>
            </a:xfrm>
            <a:custGeom>
              <a:avLst/>
              <a:gdLst>
                <a:gd name="T0" fmla="*/ 1452 w 1462"/>
                <a:gd name="T1" fmla="*/ 444 h 956"/>
                <a:gd name="T2" fmla="*/ 1428 w 1462"/>
                <a:gd name="T3" fmla="*/ 468 h 956"/>
                <a:gd name="T4" fmla="*/ 1422 w 1462"/>
                <a:gd name="T5" fmla="*/ 516 h 956"/>
                <a:gd name="T6" fmla="*/ 1394 w 1462"/>
                <a:gd name="T7" fmla="*/ 551 h 956"/>
                <a:gd name="T8" fmla="*/ 1365 w 1462"/>
                <a:gd name="T9" fmla="*/ 558 h 956"/>
                <a:gd name="T10" fmla="*/ 1308 w 1462"/>
                <a:gd name="T11" fmla="*/ 563 h 956"/>
                <a:gd name="T12" fmla="*/ 1299 w 1462"/>
                <a:gd name="T13" fmla="*/ 574 h 956"/>
                <a:gd name="T14" fmla="*/ 1317 w 1462"/>
                <a:gd name="T15" fmla="*/ 610 h 956"/>
                <a:gd name="T16" fmla="*/ 1315 w 1462"/>
                <a:gd name="T17" fmla="*/ 640 h 956"/>
                <a:gd name="T18" fmla="*/ 1283 w 1462"/>
                <a:gd name="T19" fmla="*/ 689 h 956"/>
                <a:gd name="T20" fmla="*/ 1256 w 1462"/>
                <a:gd name="T21" fmla="*/ 724 h 956"/>
                <a:gd name="T22" fmla="*/ 1229 w 1462"/>
                <a:gd name="T23" fmla="*/ 775 h 956"/>
                <a:gd name="T24" fmla="*/ 1212 w 1462"/>
                <a:gd name="T25" fmla="*/ 805 h 956"/>
                <a:gd name="T26" fmla="*/ 1168 w 1462"/>
                <a:gd name="T27" fmla="*/ 829 h 956"/>
                <a:gd name="T28" fmla="*/ 1137 w 1462"/>
                <a:gd name="T29" fmla="*/ 821 h 956"/>
                <a:gd name="T30" fmla="*/ 1090 w 1462"/>
                <a:gd name="T31" fmla="*/ 812 h 956"/>
                <a:gd name="T32" fmla="*/ 1063 w 1462"/>
                <a:gd name="T33" fmla="*/ 762 h 956"/>
                <a:gd name="T34" fmla="*/ 1024 w 1462"/>
                <a:gd name="T35" fmla="*/ 713 h 956"/>
                <a:gd name="T36" fmla="*/ 960 w 1462"/>
                <a:gd name="T37" fmla="*/ 698 h 956"/>
                <a:gd name="T38" fmla="*/ 916 w 1462"/>
                <a:gd name="T39" fmla="*/ 696 h 956"/>
                <a:gd name="T40" fmla="*/ 874 w 1462"/>
                <a:gd name="T41" fmla="*/ 720 h 956"/>
                <a:gd name="T42" fmla="*/ 851 w 1462"/>
                <a:gd name="T43" fmla="*/ 695 h 956"/>
                <a:gd name="T44" fmla="*/ 842 w 1462"/>
                <a:gd name="T45" fmla="*/ 646 h 956"/>
                <a:gd name="T46" fmla="*/ 806 w 1462"/>
                <a:gd name="T47" fmla="*/ 623 h 956"/>
                <a:gd name="T48" fmla="*/ 780 w 1462"/>
                <a:gd name="T49" fmla="*/ 616 h 956"/>
                <a:gd name="T50" fmla="*/ 739 w 1462"/>
                <a:gd name="T51" fmla="*/ 589 h 956"/>
                <a:gd name="T52" fmla="*/ 713 w 1462"/>
                <a:gd name="T53" fmla="*/ 551 h 956"/>
                <a:gd name="T54" fmla="*/ 673 w 1462"/>
                <a:gd name="T55" fmla="*/ 517 h 956"/>
                <a:gd name="T56" fmla="*/ 626 w 1462"/>
                <a:gd name="T57" fmla="*/ 482 h 956"/>
                <a:gd name="T58" fmla="*/ 558 w 1462"/>
                <a:gd name="T59" fmla="*/ 453 h 956"/>
                <a:gd name="T60" fmla="*/ 528 w 1462"/>
                <a:gd name="T61" fmla="*/ 415 h 956"/>
                <a:gd name="T62" fmla="*/ 530 w 1462"/>
                <a:gd name="T63" fmla="*/ 348 h 956"/>
                <a:gd name="T64" fmla="*/ 536 w 1462"/>
                <a:gd name="T65" fmla="*/ 301 h 956"/>
                <a:gd name="T66" fmla="*/ 496 w 1462"/>
                <a:gd name="T67" fmla="*/ 275 h 956"/>
                <a:gd name="T68" fmla="*/ 507 w 1462"/>
                <a:gd name="T69" fmla="*/ 255 h 956"/>
                <a:gd name="T70" fmla="*/ 519 w 1462"/>
                <a:gd name="T71" fmla="*/ 227 h 956"/>
                <a:gd name="T72" fmla="*/ 490 w 1462"/>
                <a:gd name="T73" fmla="*/ 190 h 956"/>
                <a:gd name="T74" fmla="*/ 457 w 1462"/>
                <a:gd name="T75" fmla="*/ 230 h 956"/>
                <a:gd name="T76" fmla="*/ 434 w 1462"/>
                <a:gd name="T77" fmla="*/ 255 h 956"/>
                <a:gd name="T78" fmla="*/ 425 w 1462"/>
                <a:gd name="T79" fmla="*/ 301 h 956"/>
                <a:gd name="T80" fmla="*/ 455 w 1462"/>
                <a:gd name="T81" fmla="*/ 343 h 956"/>
                <a:gd name="T82" fmla="*/ 446 w 1462"/>
                <a:gd name="T83" fmla="*/ 410 h 956"/>
                <a:gd name="T84" fmla="*/ 452 w 1462"/>
                <a:gd name="T85" fmla="*/ 469 h 956"/>
                <a:gd name="T86" fmla="*/ 499 w 1462"/>
                <a:gd name="T87" fmla="*/ 528 h 956"/>
                <a:gd name="T88" fmla="*/ 536 w 1462"/>
                <a:gd name="T89" fmla="*/ 580 h 956"/>
                <a:gd name="T90" fmla="*/ 570 w 1462"/>
                <a:gd name="T91" fmla="*/ 607 h 956"/>
                <a:gd name="T92" fmla="*/ 584 w 1462"/>
                <a:gd name="T93" fmla="*/ 650 h 956"/>
                <a:gd name="T94" fmla="*/ 601 w 1462"/>
                <a:gd name="T95" fmla="*/ 677 h 956"/>
                <a:gd name="T96" fmla="*/ 593 w 1462"/>
                <a:gd name="T97" fmla="*/ 698 h 956"/>
                <a:gd name="T98" fmla="*/ 608 w 1462"/>
                <a:gd name="T99" fmla="*/ 721 h 956"/>
                <a:gd name="T100" fmla="*/ 612 w 1462"/>
                <a:gd name="T101" fmla="*/ 756 h 956"/>
                <a:gd name="T102" fmla="*/ 600 w 1462"/>
                <a:gd name="T103" fmla="*/ 790 h 956"/>
                <a:gd name="T104" fmla="*/ 604 w 1462"/>
                <a:gd name="T105" fmla="*/ 841 h 956"/>
                <a:gd name="T106" fmla="*/ 612 w 1462"/>
                <a:gd name="T107" fmla="*/ 906 h 956"/>
                <a:gd name="T108" fmla="*/ 656 w 1462"/>
                <a:gd name="T109" fmla="*/ 944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62" h="956">
                  <a:moveTo>
                    <a:pt x="0" y="0"/>
                  </a:moveTo>
                  <a:lnTo>
                    <a:pt x="1462" y="0"/>
                  </a:lnTo>
                  <a:lnTo>
                    <a:pt x="1462" y="436"/>
                  </a:lnTo>
                  <a:lnTo>
                    <a:pt x="1452" y="444"/>
                  </a:lnTo>
                  <a:lnTo>
                    <a:pt x="1444" y="450"/>
                  </a:lnTo>
                  <a:lnTo>
                    <a:pt x="1437" y="457"/>
                  </a:lnTo>
                  <a:lnTo>
                    <a:pt x="1431" y="463"/>
                  </a:lnTo>
                  <a:lnTo>
                    <a:pt x="1428" y="468"/>
                  </a:lnTo>
                  <a:lnTo>
                    <a:pt x="1427" y="475"/>
                  </a:lnTo>
                  <a:lnTo>
                    <a:pt x="1426" y="487"/>
                  </a:lnTo>
                  <a:lnTo>
                    <a:pt x="1424" y="501"/>
                  </a:lnTo>
                  <a:lnTo>
                    <a:pt x="1422" y="516"/>
                  </a:lnTo>
                  <a:lnTo>
                    <a:pt x="1418" y="528"/>
                  </a:lnTo>
                  <a:lnTo>
                    <a:pt x="1410" y="537"/>
                  </a:lnTo>
                  <a:lnTo>
                    <a:pt x="1401" y="545"/>
                  </a:lnTo>
                  <a:lnTo>
                    <a:pt x="1394" y="551"/>
                  </a:lnTo>
                  <a:lnTo>
                    <a:pt x="1389" y="556"/>
                  </a:lnTo>
                  <a:lnTo>
                    <a:pt x="1383" y="557"/>
                  </a:lnTo>
                  <a:lnTo>
                    <a:pt x="1376" y="558"/>
                  </a:lnTo>
                  <a:lnTo>
                    <a:pt x="1365" y="558"/>
                  </a:lnTo>
                  <a:lnTo>
                    <a:pt x="1351" y="560"/>
                  </a:lnTo>
                  <a:lnTo>
                    <a:pt x="1335" y="561"/>
                  </a:lnTo>
                  <a:lnTo>
                    <a:pt x="1320" y="562"/>
                  </a:lnTo>
                  <a:lnTo>
                    <a:pt x="1308" y="563"/>
                  </a:lnTo>
                  <a:lnTo>
                    <a:pt x="1299" y="564"/>
                  </a:lnTo>
                  <a:lnTo>
                    <a:pt x="1296" y="565"/>
                  </a:lnTo>
                  <a:lnTo>
                    <a:pt x="1296" y="567"/>
                  </a:lnTo>
                  <a:lnTo>
                    <a:pt x="1299" y="574"/>
                  </a:lnTo>
                  <a:lnTo>
                    <a:pt x="1304" y="582"/>
                  </a:lnTo>
                  <a:lnTo>
                    <a:pt x="1308" y="592"/>
                  </a:lnTo>
                  <a:lnTo>
                    <a:pt x="1313" y="601"/>
                  </a:lnTo>
                  <a:lnTo>
                    <a:pt x="1317" y="610"/>
                  </a:lnTo>
                  <a:lnTo>
                    <a:pt x="1322" y="616"/>
                  </a:lnTo>
                  <a:lnTo>
                    <a:pt x="1322" y="621"/>
                  </a:lnTo>
                  <a:lnTo>
                    <a:pt x="1319" y="630"/>
                  </a:lnTo>
                  <a:lnTo>
                    <a:pt x="1315" y="640"/>
                  </a:lnTo>
                  <a:lnTo>
                    <a:pt x="1308" y="652"/>
                  </a:lnTo>
                  <a:lnTo>
                    <a:pt x="1300" y="664"/>
                  </a:lnTo>
                  <a:lnTo>
                    <a:pt x="1292" y="677"/>
                  </a:lnTo>
                  <a:lnTo>
                    <a:pt x="1283" y="689"/>
                  </a:lnTo>
                  <a:lnTo>
                    <a:pt x="1276" y="698"/>
                  </a:lnTo>
                  <a:lnTo>
                    <a:pt x="1270" y="706"/>
                  </a:lnTo>
                  <a:lnTo>
                    <a:pt x="1263" y="713"/>
                  </a:lnTo>
                  <a:lnTo>
                    <a:pt x="1256" y="724"/>
                  </a:lnTo>
                  <a:lnTo>
                    <a:pt x="1249" y="736"/>
                  </a:lnTo>
                  <a:lnTo>
                    <a:pt x="1241" y="750"/>
                  </a:lnTo>
                  <a:lnTo>
                    <a:pt x="1234" y="763"/>
                  </a:lnTo>
                  <a:lnTo>
                    <a:pt x="1229" y="775"/>
                  </a:lnTo>
                  <a:lnTo>
                    <a:pt x="1223" y="785"/>
                  </a:lnTo>
                  <a:lnTo>
                    <a:pt x="1221" y="792"/>
                  </a:lnTo>
                  <a:lnTo>
                    <a:pt x="1218" y="798"/>
                  </a:lnTo>
                  <a:lnTo>
                    <a:pt x="1212" y="805"/>
                  </a:lnTo>
                  <a:lnTo>
                    <a:pt x="1202" y="812"/>
                  </a:lnTo>
                  <a:lnTo>
                    <a:pt x="1191" y="820"/>
                  </a:lnTo>
                  <a:lnTo>
                    <a:pt x="1179" y="825"/>
                  </a:lnTo>
                  <a:lnTo>
                    <a:pt x="1168" y="829"/>
                  </a:lnTo>
                  <a:lnTo>
                    <a:pt x="1159" y="830"/>
                  </a:lnTo>
                  <a:lnTo>
                    <a:pt x="1152" y="828"/>
                  </a:lnTo>
                  <a:lnTo>
                    <a:pt x="1146" y="824"/>
                  </a:lnTo>
                  <a:lnTo>
                    <a:pt x="1137" y="821"/>
                  </a:lnTo>
                  <a:lnTo>
                    <a:pt x="1125" y="820"/>
                  </a:lnTo>
                  <a:lnTo>
                    <a:pt x="1113" y="818"/>
                  </a:lnTo>
                  <a:lnTo>
                    <a:pt x="1101" y="816"/>
                  </a:lnTo>
                  <a:lnTo>
                    <a:pt x="1090" y="812"/>
                  </a:lnTo>
                  <a:lnTo>
                    <a:pt x="1082" y="807"/>
                  </a:lnTo>
                  <a:lnTo>
                    <a:pt x="1075" y="800"/>
                  </a:lnTo>
                  <a:lnTo>
                    <a:pt x="1069" y="782"/>
                  </a:lnTo>
                  <a:lnTo>
                    <a:pt x="1063" y="762"/>
                  </a:lnTo>
                  <a:lnTo>
                    <a:pt x="1055" y="743"/>
                  </a:lnTo>
                  <a:lnTo>
                    <a:pt x="1045" y="726"/>
                  </a:lnTo>
                  <a:lnTo>
                    <a:pt x="1036" y="718"/>
                  </a:lnTo>
                  <a:lnTo>
                    <a:pt x="1024" y="713"/>
                  </a:lnTo>
                  <a:lnTo>
                    <a:pt x="1009" y="709"/>
                  </a:lnTo>
                  <a:lnTo>
                    <a:pt x="992" y="706"/>
                  </a:lnTo>
                  <a:lnTo>
                    <a:pt x="976" y="702"/>
                  </a:lnTo>
                  <a:lnTo>
                    <a:pt x="960" y="698"/>
                  </a:lnTo>
                  <a:lnTo>
                    <a:pt x="948" y="692"/>
                  </a:lnTo>
                  <a:lnTo>
                    <a:pt x="937" y="689"/>
                  </a:lnTo>
                  <a:lnTo>
                    <a:pt x="926" y="691"/>
                  </a:lnTo>
                  <a:lnTo>
                    <a:pt x="916" y="696"/>
                  </a:lnTo>
                  <a:lnTo>
                    <a:pt x="904" y="704"/>
                  </a:lnTo>
                  <a:lnTo>
                    <a:pt x="895" y="711"/>
                  </a:lnTo>
                  <a:lnTo>
                    <a:pt x="884" y="717"/>
                  </a:lnTo>
                  <a:lnTo>
                    <a:pt x="874" y="720"/>
                  </a:lnTo>
                  <a:lnTo>
                    <a:pt x="865" y="719"/>
                  </a:lnTo>
                  <a:lnTo>
                    <a:pt x="859" y="714"/>
                  </a:lnTo>
                  <a:lnTo>
                    <a:pt x="855" y="706"/>
                  </a:lnTo>
                  <a:lnTo>
                    <a:pt x="851" y="695"/>
                  </a:lnTo>
                  <a:lnTo>
                    <a:pt x="849" y="683"/>
                  </a:lnTo>
                  <a:lnTo>
                    <a:pt x="848" y="670"/>
                  </a:lnTo>
                  <a:lnTo>
                    <a:pt x="846" y="657"/>
                  </a:lnTo>
                  <a:lnTo>
                    <a:pt x="842" y="646"/>
                  </a:lnTo>
                  <a:lnTo>
                    <a:pt x="836" y="638"/>
                  </a:lnTo>
                  <a:lnTo>
                    <a:pt x="826" y="632"/>
                  </a:lnTo>
                  <a:lnTo>
                    <a:pt x="817" y="627"/>
                  </a:lnTo>
                  <a:lnTo>
                    <a:pt x="806" y="623"/>
                  </a:lnTo>
                  <a:lnTo>
                    <a:pt x="796" y="621"/>
                  </a:lnTo>
                  <a:lnTo>
                    <a:pt x="789" y="619"/>
                  </a:lnTo>
                  <a:lnTo>
                    <a:pt x="785" y="618"/>
                  </a:lnTo>
                  <a:lnTo>
                    <a:pt x="780" y="616"/>
                  </a:lnTo>
                  <a:lnTo>
                    <a:pt x="771" y="612"/>
                  </a:lnTo>
                  <a:lnTo>
                    <a:pt x="762" y="605"/>
                  </a:lnTo>
                  <a:lnTo>
                    <a:pt x="750" y="598"/>
                  </a:lnTo>
                  <a:lnTo>
                    <a:pt x="739" y="589"/>
                  </a:lnTo>
                  <a:lnTo>
                    <a:pt x="730" y="580"/>
                  </a:lnTo>
                  <a:lnTo>
                    <a:pt x="721" y="571"/>
                  </a:lnTo>
                  <a:lnTo>
                    <a:pt x="718" y="562"/>
                  </a:lnTo>
                  <a:lnTo>
                    <a:pt x="713" y="551"/>
                  </a:lnTo>
                  <a:lnTo>
                    <a:pt x="705" y="543"/>
                  </a:lnTo>
                  <a:lnTo>
                    <a:pt x="694" y="535"/>
                  </a:lnTo>
                  <a:lnTo>
                    <a:pt x="682" y="526"/>
                  </a:lnTo>
                  <a:lnTo>
                    <a:pt x="673" y="517"/>
                  </a:lnTo>
                  <a:lnTo>
                    <a:pt x="664" y="506"/>
                  </a:lnTo>
                  <a:lnTo>
                    <a:pt x="656" y="498"/>
                  </a:lnTo>
                  <a:lnTo>
                    <a:pt x="643" y="490"/>
                  </a:lnTo>
                  <a:lnTo>
                    <a:pt x="626" y="482"/>
                  </a:lnTo>
                  <a:lnTo>
                    <a:pt x="607" y="474"/>
                  </a:lnTo>
                  <a:lnTo>
                    <a:pt x="589" y="468"/>
                  </a:lnTo>
                  <a:lnTo>
                    <a:pt x="571" y="461"/>
                  </a:lnTo>
                  <a:lnTo>
                    <a:pt x="558" y="453"/>
                  </a:lnTo>
                  <a:lnTo>
                    <a:pt x="549" y="446"/>
                  </a:lnTo>
                  <a:lnTo>
                    <a:pt x="541" y="434"/>
                  </a:lnTo>
                  <a:lnTo>
                    <a:pt x="533" y="425"/>
                  </a:lnTo>
                  <a:lnTo>
                    <a:pt x="528" y="415"/>
                  </a:lnTo>
                  <a:lnTo>
                    <a:pt x="525" y="404"/>
                  </a:lnTo>
                  <a:lnTo>
                    <a:pt x="524" y="390"/>
                  </a:lnTo>
                  <a:lnTo>
                    <a:pt x="525" y="368"/>
                  </a:lnTo>
                  <a:lnTo>
                    <a:pt x="530" y="348"/>
                  </a:lnTo>
                  <a:lnTo>
                    <a:pt x="536" y="330"/>
                  </a:lnTo>
                  <a:lnTo>
                    <a:pt x="542" y="315"/>
                  </a:lnTo>
                  <a:lnTo>
                    <a:pt x="542" y="308"/>
                  </a:lnTo>
                  <a:lnTo>
                    <a:pt x="536" y="301"/>
                  </a:lnTo>
                  <a:lnTo>
                    <a:pt x="526" y="294"/>
                  </a:lnTo>
                  <a:lnTo>
                    <a:pt x="516" y="287"/>
                  </a:lnTo>
                  <a:lnTo>
                    <a:pt x="505" y="280"/>
                  </a:lnTo>
                  <a:lnTo>
                    <a:pt x="496" y="275"/>
                  </a:lnTo>
                  <a:lnTo>
                    <a:pt x="493" y="269"/>
                  </a:lnTo>
                  <a:lnTo>
                    <a:pt x="494" y="264"/>
                  </a:lnTo>
                  <a:lnTo>
                    <a:pt x="500" y="260"/>
                  </a:lnTo>
                  <a:lnTo>
                    <a:pt x="507" y="255"/>
                  </a:lnTo>
                  <a:lnTo>
                    <a:pt x="516" y="249"/>
                  </a:lnTo>
                  <a:lnTo>
                    <a:pt x="521" y="241"/>
                  </a:lnTo>
                  <a:lnTo>
                    <a:pt x="522" y="236"/>
                  </a:lnTo>
                  <a:lnTo>
                    <a:pt x="519" y="227"/>
                  </a:lnTo>
                  <a:lnTo>
                    <a:pt x="512" y="219"/>
                  </a:lnTo>
                  <a:lnTo>
                    <a:pt x="505" y="209"/>
                  </a:lnTo>
                  <a:lnTo>
                    <a:pt x="498" y="200"/>
                  </a:lnTo>
                  <a:lnTo>
                    <a:pt x="490" y="190"/>
                  </a:lnTo>
                  <a:lnTo>
                    <a:pt x="481" y="203"/>
                  </a:lnTo>
                  <a:lnTo>
                    <a:pt x="472" y="214"/>
                  </a:lnTo>
                  <a:lnTo>
                    <a:pt x="464" y="224"/>
                  </a:lnTo>
                  <a:lnTo>
                    <a:pt x="457" y="230"/>
                  </a:lnTo>
                  <a:lnTo>
                    <a:pt x="452" y="232"/>
                  </a:lnTo>
                  <a:lnTo>
                    <a:pt x="447" y="236"/>
                  </a:lnTo>
                  <a:lnTo>
                    <a:pt x="441" y="244"/>
                  </a:lnTo>
                  <a:lnTo>
                    <a:pt x="434" y="255"/>
                  </a:lnTo>
                  <a:lnTo>
                    <a:pt x="429" y="268"/>
                  </a:lnTo>
                  <a:lnTo>
                    <a:pt x="426" y="281"/>
                  </a:lnTo>
                  <a:lnTo>
                    <a:pt x="423" y="292"/>
                  </a:lnTo>
                  <a:lnTo>
                    <a:pt x="425" y="301"/>
                  </a:lnTo>
                  <a:lnTo>
                    <a:pt x="431" y="312"/>
                  </a:lnTo>
                  <a:lnTo>
                    <a:pt x="439" y="321"/>
                  </a:lnTo>
                  <a:lnTo>
                    <a:pt x="448" y="332"/>
                  </a:lnTo>
                  <a:lnTo>
                    <a:pt x="455" y="343"/>
                  </a:lnTo>
                  <a:lnTo>
                    <a:pt x="457" y="354"/>
                  </a:lnTo>
                  <a:lnTo>
                    <a:pt x="456" y="371"/>
                  </a:lnTo>
                  <a:lnTo>
                    <a:pt x="451" y="391"/>
                  </a:lnTo>
                  <a:lnTo>
                    <a:pt x="446" y="410"/>
                  </a:lnTo>
                  <a:lnTo>
                    <a:pt x="439" y="429"/>
                  </a:lnTo>
                  <a:lnTo>
                    <a:pt x="438" y="442"/>
                  </a:lnTo>
                  <a:lnTo>
                    <a:pt x="444" y="455"/>
                  </a:lnTo>
                  <a:lnTo>
                    <a:pt x="452" y="469"/>
                  </a:lnTo>
                  <a:lnTo>
                    <a:pt x="464" y="483"/>
                  </a:lnTo>
                  <a:lnTo>
                    <a:pt x="476" y="498"/>
                  </a:lnTo>
                  <a:lnTo>
                    <a:pt x="488" y="512"/>
                  </a:lnTo>
                  <a:lnTo>
                    <a:pt x="499" y="528"/>
                  </a:lnTo>
                  <a:lnTo>
                    <a:pt x="509" y="544"/>
                  </a:lnTo>
                  <a:lnTo>
                    <a:pt x="519" y="558"/>
                  </a:lnTo>
                  <a:lnTo>
                    <a:pt x="527" y="570"/>
                  </a:lnTo>
                  <a:lnTo>
                    <a:pt x="536" y="580"/>
                  </a:lnTo>
                  <a:lnTo>
                    <a:pt x="542" y="585"/>
                  </a:lnTo>
                  <a:lnTo>
                    <a:pt x="550" y="591"/>
                  </a:lnTo>
                  <a:lnTo>
                    <a:pt x="560" y="598"/>
                  </a:lnTo>
                  <a:lnTo>
                    <a:pt x="570" y="607"/>
                  </a:lnTo>
                  <a:lnTo>
                    <a:pt x="578" y="619"/>
                  </a:lnTo>
                  <a:lnTo>
                    <a:pt x="579" y="632"/>
                  </a:lnTo>
                  <a:lnTo>
                    <a:pt x="580" y="641"/>
                  </a:lnTo>
                  <a:lnTo>
                    <a:pt x="584" y="650"/>
                  </a:lnTo>
                  <a:lnTo>
                    <a:pt x="589" y="657"/>
                  </a:lnTo>
                  <a:lnTo>
                    <a:pt x="595" y="664"/>
                  </a:lnTo>
                  <a:lnTo>
                    <a:pt x="599" y="671"/>
                  </a:lnTo>
                  <a:lnTo>
                    <a:pt x="601" y="677"/>
                  </a:lnTo>
                  <a:lnTo>
                    <a:pt x="600" y="687"/>
                  </a:lnTo>
                  <a:lnTo>
                    <a:pt x="597" y="693"/>
                  </a:lnTo>
                  <a:lnTo>
                    <a:pt x="594" y="697"/>
                  </a:lnTo>
                  <a:lnTo>
                    <a:pt x="593" y="698"/>
                  </a:lnTo>
                  <a:lnTo>
                    <a:pt x="595" y="700"/>
                  </a:lnTo>
                  <a:lnTo>
                    <a:pt x="599" y="706"/>
                  </a:lnTo>
                  <a:lnTo>
                    <a:pt x="604" y="713"/>
                  </a:lnTo>
                  <a:lnTo>
                    <a:pt x="608" y="721"/>
                  </a:lnTo>
                  <a:lnTo>
                    <a:pt x="612" y="728"/>
                  </a:lnTo>
                  <a:lnTo>
                    <a:pt x="613" y="736"/>
                  </a:lnTo>
                  <a:lnTo>
                    <a:pt x="613" y="746"/>
                  </a:lnTo>
                  <a:lnTo>
                    <a:pt x="612" y="756"/>
                  </a:lnTo>
                  <a:lnTo>
                    <a:pt x="608" y="766"/>
                  </a:lnTo>
                  <a:lnTo>
                    <a:pt x="603" y="774"/>
                  </a:lnTo>
                  <a:lnTo>
                    <a:pt x="601" y="781"/>
                  </a:lnTo>
                  <a:lnTo>
                    <a:pt x="600" y="790"/>
                  </a:lnTo>
                  <a:lnTo>
                    <a:pt x="600" y="802"/>
                  </a:lnTo>
                  <a:lnTo>
                    <a:pt x="601" y="814"/>
                  </a:lnTo>
                  <a:lnTo>
                    <a:pt x="602" y="828"/>
                  </a:lnTo>
                  <a:lnTo>
                    <a:pt x="604" y="841"/>
                  </a:lnTo>
                  <a:lnTo>
                    <a:pt x="605" y="850"/>
                  </a:lnTo>
                  <a:lnTo>
                    <a:pt x="606" y="858"/>
                  </a:lnTo>
                  <a:lnTo>
                    <a:pt x="608" y="880"/>
                  </a:lnTo>
                  <a:lnTo>
                    <a:pt x="612" y="906"/>
                  </a:lnTo>
                  <a:lnTo>
                    <a:pt x="617" y="916"/>
                  </a:lnTo>
                  <a:lnTo>
                    <a:pt x="627" y="925"/>
                  </a:lnTo>
                  <a:lnTo>
                    <a:pt x="641" y="935"/>
                  </a:lnTo>
                  <a:lnTo>
                    <a:pt x="656" y="944"/>
                  </a:lnTo>
                  <a:lnTo>
                    <a:pt x="672" y="956"/>
                  </a:lnTo>
                  <a:lnTo>
                    <a:pt x="0" y="956"/>
                  </a:lnTo>
                  <a:lnTo>
                    <a:pt x="0"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3" name="Freeform 11"/>
            <p:cNvSpPr>
              <a:spLocks/>
            </p:cNvSpPr>
            <p:nvPr/>
          </p:nvSpPr>
          <p:spPr bwMode="auto">
            <a:xfrm>
              <a:off x="5230171" y="3237843"/>
              <a:ext cx="33699" cy="33699"/>
            </a:xfrm>
            <a:custGeom>
              <a:avLst/>
              <a:gdLst>
                <a:gd name="T0" fmla="*/ 67 w 133"/>
                <a:gd name="T1" fmla="*/ 0 h 133"/>
                <a:gd name="T2" fmla="*/ 84 w 133"/>
                <a:gd name="T3" fmla="*/ 2 h 133"/>
                <a:gd name="T4" fmla="*/ 101 w 133"/>
                <a:gd name="T5" fmla="*/ 10 h 133"/>
                <a:gd name="T6" fmla="*/ 113 w 133"/>
                <a:gd name="T7" fmla="*/ 19 h 133"/>
                <a:gd name="T8" fmla="*/ 124 w 133"/>
                <a:gd name="T9" fmla="*/ 33 h 133"/>
                <a:gd name="T10" fmla="*/ 131 w 133"/>
                <a:gd name="T11" fmla="*/ 49 h 133"/>
                <a:gd name="T12" fmla="*/ 133 w 133"/>
                <a:gd name="T13" fmla="*/ 67 h 133"/>
                <a:gd name="T14" fmla="*/ 131 w 133"/>
                <a:gd name="T15" fmla="*/ 85 h 133"/>
                <a:gd name="T16" fmla="*/ 124 w 133"/>
                <a:gd name="T17" fmla="*/ 101 h 133"/>
                <a:gd name="T18" fmla="*/ 113 w 133"/>
                <a:gd name="T19" fmla="*/ 114 h 133"/>
                <a:gd name="T20" fmla="*/ 101 w 133"/>
                <a:gd name="T21" fmla="*/ 124 h 133"/>
                <a:gd name="T22" fmla="*/ 84 w 133"/>
                <a:gd name="T23" fmla="*/ 131 h 133"/>
                <a:gd name="T24" fmla="*/ 67 w 133"/>
                <a:gd name="T25" fmla="*/ 133 h 133"/>
                <a:gd name="T26" fmla="*/ 49 w 133"/>
                <a:gd name="T27" fmla="*/ 131 h 133"/>
                <a:gd name="T28" fmla="*/ 33 w 133"/>
                <a:gd name="T29" fmla="*/ 124 h 133"/>
                <a:gd name="T30" fmla="*/ 19 w 133"/>
                <a:gd name="T31" fmla="*/ 114 h 133"/>
                <a:gd name="T32" fmla="*/ 9 w 133"/>
                <a:gd name="T33" fmla="*/ 101 h 133"/>
                <a:gd name="T34" fmla="*/ 2 w 133"/>
                <a:gd name="T35" fmla="*/ 85 h 133"/>
                <a:gd name="T36" fmla="*/ 0 w 133"/>
                <a:gd name="T37" fmla="*/ 67 h 133"/>
                <a:gd name="T38" fmla="*/ 2 w 133"/>
                <a:gd name="T39" fmla="*/ 49 h 133"/>
                <a:gd name="T40" fmla="*/ 9 w 133"/>
                <a:gd name="T41" fmla="*/ 33 h 133"/>
                <a:gd name="T42" fmla="*/ 19 w 133"/>
                <a:gd name="T43" fmla="*/ 19 h 133"/>
                <a:gd name="T44" fmla="*/ 33 w 133"/>
                <a:gd name="T45" fmla="*/ 10 h 133"/>
                <a:gd name="T46" fmla="*/ 49 w 133"/>
                <a:gd name="T47" fmla="*/ 2 h 133"/>
                <a:gd name="T48" fmla="*/ 67 w 133"/>
                <a:gd name="T49"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3" h="133">
                  <a:moveTo>
                    <a:pt x="67" y="0"/>
                  </a:moveTo>
                  <a:lnTo>
                    <a:pt x="84" y="2"/>
                  </a:lnTo>
                  <a:lnTo>
                    <a:pt x="101" y="10"/>
                  </a:lnTo>
                  <a:lnTo>
                    <a:pt x="113" y="19"/>
                  </a:lnTo>
                  <a:lnTo>
                    <a:pt x="124" y="33"/>
                  </a:lnTo>
                  <a:lnTo>
                    <a:pt x="131" y="49"/>
                  </a:lnTo>
                  <a:lnTo>
                    <a:pt x="133" y="67"/>
                  </a:lnTo>
                  <a:lnTo>
                    <a:pt x="131" y="85"/>
                  </a:lnTo>
                  <a:lnTo>
                    <a:pt x="124" y="101"/>
                  </a:lnTo>
                  <a:lnTo>
                    <a:pt x="113" y="114"/>
                  </a:lnTo>
                  <a:lnTo>
                    <a:pt x="101" y="124"/>
                  </a:lnTo>
                  <a:lnTo>
                    <a:pt x="84" y="131"/>
                  </a:lnTo>
                  <a:lnTo>
                    <a:pt x="67" y="133"/>
                  </a:lnTo>
                  <a:lnTo>
                    <a:pt x="49" y="131"/>
                  </a:lnTo>
                  <a:lnTo>
                    <a:pt x="33" y="124"/>
                  </a:lnTo>
                  <a:lnTo>
                    <a:pt x="19" y="114"/>
                  </a:lnTo>
                  <a:lnTo>
                    <a:pt x="9" y="101"/>
                  </a:lnTo>
                  <a:lnTo>
                    <a:pt x="2" y="85"/>
                  </a:lnTo>
                  <a:lnTo>
                    <a:pt x="0" y="67"/>
                  </a:lnTo>
                  <a:lnTo>
                    <a:pt x="2" y="49"/>
                  </a:lnTo>
                  <a:lnTo>
                    <a:pt x="9" y="33"/>
                  </a:lnTo>
                  <a:lnTo>
                    <a:pt x="19" y="19"/>
                  </a:lnTo>
                  <a:lnTo>
                    <a:pt x="33" y="10"/>
                  </a:lnTo>
                  <a:lnTo>
                    <a:pt x="49" y="2"/>
                  </a:lnTo>
                  <a:lnTo>
                    <a:pt x="67"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4" name="Freeform 12"/>
            <p:cNvSpPr>
              <a:spLocks/>
            </p:cNvSpPr>
            <p:nvPr/>
          </p:nvSpPr>
          <p:spPr bwMode="auto">
            <a:xfrm>
              <a:off x="5161000" y="3213012"/>
              <a:ext cx="30152" cy="30152"/>
            </a:xfrm>
            <a:custGeom>
              <a:avLst/>
              <a:gdLst>
                <a:gd name="T0" fmla="*/ 58 w 117"/>
                <a:gd name="T1" fmla="*/ 0 h 117"/>
                <a:gd name="T2" fmla="*/ 77 w 117"/>
                <a:gd name="T3" fmla="*/ 3 h 117"/>
                <a:gd name="T4" fmla="*/ 93 w 117"/>
                <a:gd name="T5" fmla="*/ 10 h 117"/>
                <a:gd name="T6" fmla="*/ 105 w 117"/>
                <a:gd name="T7" fmla="*/ 23 h 117"/>
                <a:gd name="T8" fmla="*/ 114 w 117"/>
                <a:gd name="T9" fmla="*/ 40 h 117"/>
                <a:gd name="T10" fmla="*/ 117 w 117"/>
                <a:gd name="T11" fmla="*/ 58 h 117"/>
                <a:gd name="T12" fmla="*/ 114 w 117"/>
                <a:gd name="T13" fmla="*/ 77 h 117"/>
                <a:gd name="T14" fmla="*/ 105 w 117"/>
                <a:gd name="T15" fmla="*/ 93 h 117"/>
                <a:gd name="T16" fmla="*/ 93 w 117"/>
                <a:gd name="T17" fmla="*/ 106 h 117"/>
                <a:gd name="T18" fmla="*/ 77 w 117"/>
                <a:gd name="T19" fmla="*/ 114 h 117"/>
                <a:gd name="T20" fmla="*/ 58 w 117"/>
                <a:gd name="T21" fmla="*/ 117 h 117"/>
                <a:gd name="T22" fmla="*/ 40 w 117"/>
                <a:gd name="T23" fmla="*/ 114 h 117"/>
                <a:gd name="T24" fmla="*/ 24 w 117"/>
                <a:gd name="T25" fmla="*/ 106 h 117"/>
                <a:gd name="T26" fmla="*/ 11 w 117"/>
                <a:gd name="T27" fmla="*/ 93 h 117"/>
                <a:gd name="T28" fmla="*/ 3 w 117"/>
                <a:gd name="T29" fmla="*/ 77 h 117"/>
                <a:gd name="T30" fmla="*/ 0 w 117"/>
                <a:gd name="T31" fmla="*/ 58 h 117"/>
                <a:gd name="T32" fmla="*/ 3 w 117"/>
                <a:gd name="T33" fmla="*/ 40 h 117"/>
                <a:gd name="T34" fmla="*/ 11 w 117"/>
                <a:gd name="T35" fmla="*/ 23 h 117"/>
                <a:gd name="T36" fmla="*/ 24 w 117"/>
                <a:gd name="T37" fmla="*/ 10 h 117"/>
                <a:gd name="T38" fmla="*/ 40 w 117"/>
                <a:gd name="T39" fmla="*/ 3 h 117"/>
                <a:gd name="T40" fmla="*/ 58 w 117"/>
                <a:gd name="T4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7" h="117">
                  <a:moveTo>
                    <a:pt x="58" y="0"/>
                  </a:moveTo>
                  <a:lnTo>
                    <a:pt x="77" y="3"/>
                  </a:lnTo>
                  <a:lnTo>
                    <a:pt x="93" y="10"/>
                  </a:lnTo>
                  <a:lnTo>
                    <a:pt x="105" y="23"/>
                  </a:lnTo>
                  <a:lnTo>
                    <a:pt x="114" y="40"/>
                  </a:lnTo>
                  <a:lnTo>
                    <a:pt x="117" y="58"/>
                  </a:lnTo>
                  <a:lnTo>
                    <a:pt x="114" y="77"/>
                  </a:lnTo>
                  <a:lnTo>
                    <a:pt x="105" y="93"/>
                  </a:lnTo>
                  <a:lnTo>
                    <a:pt x="93" y="106"/>
                  </a:lnTo>
                  <a:lnTo>
                    <a:pt x="77" y="114"/>
                  </a:lnTo>
                  <a:lnTo>
                    <a:pt x="58" y="117"/>
                  </a:lnTo>
                  <a:lnTo>
                    <a:pt x="40" y="114"/>
                  </a:lnTo>
                  <a:lnTo>
                    <a:pt x="24" y="106"/>
                  </a:lnTo>
                  <a:lnTo>
                    <a:pt x="11" y="93"/>
                  </a:lnTo>
                  <a:lnTo>
                    <a:pt x="3" y="77"/>
                  </a:lnTo>
                  <a:lnTo>
                    <a:pt x="0" y="58"/>
                  </a:lnTo>
                  <a:lnTo>
                    <a:pt x="3" y="40"/>
                  </a:lnTo>
                  <a:lnTo>
                    <a:pt x="11" y="23"/>
                  </a:lnTo>
                  <a:lnTo>
                    <a:pt x="24" y="10"/>
                  </a:lnTo>
                  <a:lnTo>
                    <a:pt x="40" y="3"/>
                  </a:lnTo>
                  <a:lnTo>
                    <a:pt x="5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5" name="Freeform 13"/>
            <p:cNvSpPr>
              <a:spLocks/>
            </p:cNvSpPr>
            <p:nvPr/>
          </p:nvSpPr>
          <p:spPr bwMode="auto">
            <a:xfrm>
              <a:off x="5370287" y="3159804"/>
              <a:ext cx="30152" cy="28378"/>
            </a:xfrm>
            <a:custGeom>
              <a:avLst/>
              <a:gdLst>
                <a:gd name="T0" fmla="*/ 59 w 117"/>
                <a:gd name="T1" fmla="*/ 0 h 117"/>
                <a:gd name="T2" fmla="*/ 77 w 117"/>
                <a:gd name="T3" fmla="*/ 3 h 117"/>
                <a:gd name="T4" fmla="*/ 93 w 117"/>
                <a:gd name="T5" fmla="*/ 11 h 117"/>
                <a:gd name="T6" fmla="*/ 105 w 117"/>
                <a:gd name="T7" fmla="*/ 24 h 117"/>
                <a:gd name="T8" fmla="*/ 114 w 117"/>
                <a:gd name="T9" fmla="*/ 40 h 117"/>
                <a:gd name="T10" fmla="*/ 117 w 117"/>
                <a:gd name="T11" fmla="*/ 58 h 117"/>
                <a:gd name="T12" fmla="*/ 114 w 117"/>
                <a:gd name="T13" fmla="*/ 77 h 117"/>
                <a:gd name="T14" fmla="*/ 105 w 117"/>
                <a:gd name="T15" fmla="*/ 93 h 117"/>
                <a:gd name="T16" fmla="*/ 93 w 117"/>
                <a:gd name="T17" fmla="*/ 105 h 117"/>
                <a:gd name="T18" fmla="*/ 77 w 117"/>
                <a:gd name="T19" fmla="*/ 114 h 117"/>
                <a:gd name="T20" fmla="*/ 59 w 117"/>
                <a:gd name="T21" fmla="*/ 117 h 117"/>
                <a:gd name="T22" fmla="*/ 40 w 117"/>
                <a:gd name="T23" fmla="*/ 114 h 117"/>
                <a:gd name="T24" fmla="*/ 24 w 117"/>
                <a:gd name="T25" fmla="*/ 105 h 117"/>
                <a:gd name="T26" fmla="*/ 11 w 117"/>
                <a:gd name="T27" fmla="*/ 93 h 117"/>
                <a:gd name="T28" fmla="*/ 3 w 117"/>
                <a:gd name="T29" fmla="*/ 77 h 117"/>
                <a:gd name="T30" fmla="*/ 0 w 117"/>
                <a:gd name="T31" fmla="*/ 58 h 117"/>
                <a:gd name="T32" fmla="*/ 3 w 117"/>
                <a:gd name="T33" fmla="*/ 40 h 117"/>
                <a:gd name="T34" fmla="*/ 11 w 117"/>
                <a:gd name="T35" fmla="*/ 24 h 117"/>
                <a:gd name="T36" fmla="*/ 24 w 117"/>
                <a:gd name="T37" fmla="*/ 11 h 117"/>
                <a:gd name="T38" fmla="*/ 40 w 117"/>
                <a:gd name="T39" fmla="*/ 3 h 117"/>
                <a:gd name="T40" fmla="*/ 59 w 117"/>
                <a:gd name="T4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7" h="117">
                  <a:moveTo>
                    <a:pt x="59" y="0"/>
                  </a:moveTo>
                  <a:lnTo>
                    <a:pt x="77" y="3"/>
                  </a:lnTo>
                  <a:lnTo>
                    <a:pt x="93" y="11"/>
                  </a:lnTo>
                  <a:lnTo>
                    <a:pt x="105" y="24"/>
                  </a:lnTo>
                  <a:lnTo>
                    <a:pt x="114" y="40"/>
                  </a:lnTo>
                  <a:lnTo>
                    <a:pt x="117" y="58"/>
                  </a:lnTo>
                  <a:lnTo>
                    <a:pt x="114" y="77"/>
                  </a:lnTo>
                  <a:lnTo>
                    <a:pt x="105" y="93"/>
                  </a:lnTo>
                  <a:lnTo>
                    <a:pt x="93" y="105"/>
                  </a:lnTo>
                  <a:lnTo>
                    <a:pt x="77" y="114"/>
                  </a:lnTo>
                  <a:lnTo>
                    <a:pt x="59" y="117"/>
                  </a:lnTo>
                  <a:lnTo>
                    <a:pt x="40" y="114"/>
                  </a:lnTo>
                  <a:lnTo>
                    <a:pt x="24" y="105"/>
                  </a:lnTo>
                  <a:lnTo>
                    <a:pt x="11" y="93"/>
                  </a:lnTo>
                  <a:lnTo>
                    <a:pt x="3" y="77"/>
                  </a:lnTo>
                  <a:lnTo>
                    <a:pt x="0" y="58"/>
                  </a:lnTo>
                  <a:lnTo>
                    <a:pt x="3" y="40"/>
                  </a:lnTo>
                  <a:lnTo>
                    <a:pt x="11" y="24"/>
                  </a:lnTo>
                  <a:lnTo>
                    <a:pt x="24" y="11"/>
                  </a:lnTo>
                  <a:lnTo>
                    <a:pt x="40" y="3"/>
                  </a:lnTo>
                  <a:lnTo>
                    <a:pt x="59"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6" name="Freeform 14"/>
            <p:cNvSpPr>
              <a:spLocks/>
            </p:cNvSpPr>
            <p:nvPr/>
          </p:nvSpPr>
          <p:spPr bwMode="auto">
            <a:xfrm>
              <a:off x="5432364" y="3111916"/>
              <a:ext cx="30152" cy="30152"/>
            </a:xfrm>
            <a:custGeom>
              <a:avLst/>
              <a:gdLst>
                <a:gd name="T0" fmla="*/ 59 w 117"/>
                <a:gd name="T1" fmla="*/ 0 h 116"/>
                <a:gd name="T2" fmla="*/ 77 w 117"/>
                <a:gd name="T3" fmla="*/ 2 h 116"/>
                <a:gd name="T4" fmla="*/ 93 w 117"/>
                <a:gd name="T5" fmla="*/ 10 h 116"/>
                <a:gd name="T6" fmla="*/ 106 w 117"/>
                <a:gd name="T7" fmla="*/ 23 h 116"/>
                <a:gd name="T8" fmla="*/ 114 w 117"/>
                <a:gd name="T9" fmla="*/ 40 h 116"/>
                <a:gd name="T10" fmla="*/ 117 w 117"/>
                <a:gd name="T11" fmla="*/ 58 h 116"/>
                <a:gd name="T12" fmla="*/ 114 w 117"/>
                <a:gd name="T13" fmla="*/ 77 h 116"/>
                <a:gd name="T14" fmla="*/ 106 w 117"/>
                <a:gd name="T15" fmla="*/ 93 h 116"/>
                <a:gd name="T16" fmla="*/ 93 w 117"/>
                <a:gd name="T17" fmla="*/ 105 h 116"/>
                <a:gd name="T18" fmla="*/ 77 w 117"/>
                <a:gd name="T19" fmla="*/ 114 h 116"/>
                <a:gd name="T20" fmla="*/ 59 w 117"/>
                <a:gd name="T21" fmla="*/ 116 h 116"/>
                <a:gd name="T22" fmla="*/ 40 w 117"/>
                <a:gd name="T23" fmla="*/ 114 h 116"/>
                <a:gd name="T24" fmla="*/ 24 w 117"/>
                <a:gd name="T25" fmla="*/ 105 h 116"/>
                <a:gd name="T26" fmla="*/ 12 w 117"/>
                <a:gd name="T27" fmla="*/ 93 h 116"/>
                <a:gd name="T28" fmla="*/ 3 w 117"/>
                <a:gd name="T29" fmla="*/ 77 h 116"/>
                <a:gd name="T30" fmla="*/ 0 w 117"/>
                <a:gd name="T31" fmla="*/ 58 h 116"/>
                <a:gd name="T32" fmla="*/ 3 w 117"/>
                <a:gd name="T33" fmla="*/ 40 h 116"/>
                <a:gd name="T34" fmla="*/ 12 w 117"/>
                <a:gd name="T35" fmla="*/ 23 h 116"/>
                <a:gd name="T36" fmla="*/ 24 w 117"/>
                <a:gd name="T37" fmla="*/ 10 h 116"/>
                <a:gd name="T38" fmla="*/ 40 w 117"/>
                <a:gd name="T39" fmla="*/ 2 h 116"/>
                <a:gd name="T40" fmla="*/ 59 w 117"/>
                <a:gd name="T4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7" h="116">
                  <a:moveTo>
                    <a:pt x="59" y="0"/>
                  </a:moveTo>
                  <a:lnTo>
                    <a:pt x="77" y="2"/>
                  </a:lnTo>
                  <a:lnTo>
                    <a:pt x="93" y="10"/>
                  </a:lnTo>
                  <a:lnTo>
                    <a:pt x="106" y="23"/>
                  </a:lnTo>
                  <a:lnTo>
                    <a:pt x="114" y="40"/>
                  </a:lnTo>
                  <a:lnTo>
                    <a:pt x="117" y="58"/>
                  </a:lnTo>
                  <a:lnTo>
                    <a:pt x="114" y="77"/>
                  </a:lnTo>
                  <a:lnTo>
                    <a:pt x="106" y="93"/>
                  </a:lnTo>
                  <a:lnTo>
                    <a:pt x="93" y="105"/>
                  </a:lnTo>
                  <a:lnTo>
                    <a:pt x="77" y="114"/>
                  </a:lnTo>
                  <a:lnTo>
                    <a:pt x="59" y="116"/>
                  </a:lnTo>
                  <a:lnTo>
                    <a:pt x="40" y="114"/>
                  </a:lnTo>
                  <a:lnTo>
                    <a:pt x="24" y="105"/>
                  </a:lnTo>
                  <a:lnTo>
                    <a:pt x="12" y="93"/>
                  </a:lnTo>
                  <a:lnTo>
                    <a:pt x="3" y="77"/>
                  </a:lnTo>
                  <a:lnTo>
                    <a:pt x="0" y="58"/>
                  </a:lnTo>
                  <a:lnTo>
                    <a:pt x="3" y="40"/>
                  </a:lnTo>
                  <a:lnTo>
                    <a:pt x="12" y="23"/>
                  </a:lnTo>
                  <a:lnTo>
                    <a:pt x="24" y="10"/>
                  </a:lnTo>
                  <a:lnTo>
                    <a:pt x="40" y="2"/>
                  </a:lnTo>
                  <a:lnTo>
                    <a:pt x="59"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7" name="Freeform 15"/>
            <p:cNvSpPr>
              <a:spLocks noEditPoints="1"/>
            </p:cNvSpPr>
            <p:nvPr/>
          </p:nvSpPr>
          <p:spPr bwMode="auto">
            <a:xfrm>
              <a:off x="5164547" y="3076444"/>
              <a:ext cx="310384" cy="200419"/>
            </a:xfrm>
            <a:custGeom>
              <a:avLst/>
              <a:gdLst>
                <a:gd name="T0" fmla="*/ 139 w 1225"/>
                <a:gd name="T1" fmla="*/ 713 h 788"/>
                <a:gd name="T2" fmla="*/ 156 w 1225"/>
                <a:gd name="T3" fmla="*/ 747 h 788"/>
                <a:gd name="T4" fmla="*/ 139 w 1225"/>
                <a:gd name="T5" fmla="*/ 781 h 788"/>
                <a:gd name="T6" fmla="*/ 101 w 1225"/>
                <a:gd name="T7" fmla="*/ 786 h 788"/>
                <a:gd name="T8" fmla="*/ 75 w 1225"/>
                <a:gd name="T9" fmla="*/ 761 h 788"/>
                <a:gd name="T10" fmla="*/ 81 w 1225"/>
                <a:gd name="T11" fmla="*/ 723 h 788"/>
                <a:gd name="T12" fmla="*/ 114 w 1225"/>
                <a:gd name="T13" fmla="*/ 706 h 788"/>
                <a:gd name="T14" fmla="*/ 1048 w 1225"/>
                <a:gd name="T15" fmla="*/ 546 h 788"/>
                <a:gd name="T16" fmla="*/ 1064 w 1225"/>
                <a:gd name="T17" fmla="*/ 579 h 788"/>
                <a:gd name="T18" fmla="*/ 1048 w 1225"/>
                <a:gd name="T19" fmla="*/ 613 h 788"/>
                <a:gd name="T20" fmla="*/ 1010 w 1225"/>
                <a:gd name="T21" fmla="*/ 619 h 788"/>
                <a:gd name="T22" fmla="*/ 983 w 1225"/>
                <a:gd name="T23" fmla="*/ 593 h 788"/>
                <a:gd name="T24" fmla="*/ 989 w 1225"/>
                <a:gd name="T25" fmla="*/ 555 h 788"/>
                <a:gd name="T26" fmla="*/ 1023 w 1225"/>
                <a:gd name="T27" fmla="*/ 538 h 788"/>
                <a:gd name="T28" fmla="*/ 295 w 1225"/>
                <a:gd name="T29" fmla="*/ 488 h 788"/>
                <a:gd name="T30" fmla="*/ 313 w 1225"/>
                <a:gd name="T31" fmla="*/ 523 h 788"/>
                <a:gd name="T32" fmla="*/ 295 w 1225"/>
                <a:gd name="T33" fmla="*/ 557 h 788"/>
                <a:gd name="T34" fmla="*/ 257 w 1225"/>
                <a:gd name="T35" fmla="*/ 563 h 788"/>
                <a:gd name="T36" fmla="*/ 230 w 1225"/>
                <a:gd name="T37" fmla="*/ 537 h 788"/>
                <a:gd name="T38" fmla="*/ 236 w 1225"/>
                <a:gd name="T39" fmla="*/ 498 h 788"/>
                <a:gd name="T40" fmla="*/ 270 w 1225"/>
                <a:gd name="T41" fmla="*/ 481 h 788"/>
                <a:gd name="T42" fmla="*/ 1208 w 1225"/>
                <a:gd name="T43" fmla="*/ 348 h 788"/>
                <a:gd name="T44" fmla="*/ 1225 w 1225"/>
                <a:gd name="T45" fmla="*/ 382 h 788"/>
                <a:gd name="T46" fmla="*/ 1208 w 1225"/>
                <a:gd name="T47" fmla="*/ 415 h 788"/>
                <a:gd name="T48" fmla="*/ 1171 w 1225"/>
                <a:gd name="T49" fmla="*/ 421 h 788"/>
                <a:gd name="T50" fmla="*/ 1145 w 1225"/>
                <a:gd name="T51" fmla="*/ 394 h 788"/>
                <a:gd name="T52" fmla="*/ 1150 w 1225"/>
                <a:gd name="T53" fmla="*/ 357 h 788"/>
                <a:gd name="T54" fmla="*/ 1184 w 1225"/>
                <a:gd name="T55" fmla="*/ 340 h 788"/>
                <a:gd name="T56" fmla="*/ 671 w 1225"/>
                <a:gd name="T57" fmla="*/ 308 h 788"/>
                <a:gd name="T58" fmla="*/ 688 w 1225"/>
                <a:gd name="T59" fmla="*/ 341 h 788"/>
                <a:gd name="T60" fmla="*/ 671 w 1225"/>
                <a:gd name="T61" fmla="*/ 375 h 788"/>
                <a:gd name="T62" fmla="*/ 633 w 1225"/>
                <a:gd name="T63" fmla="*/ 381 h 788"/>
                <a:gd name="T64" fmla="*/ 607 w 1225"/>
                <a:gd name="T65" fmla="*/ 354 h 788"/>
                <a:gd name="T66" fmla="*/ 613 w 1225"/>
                <a:gd name="T67" fmla="*/ 317 h 788"/>
                <a:gd name="T68" fmla="*/ 647 w 1225"/>
                <a:gd name="T69" fmla="*/ 300 h 788"/>
                <a:gd name="T70" fmla="*/ 67 w 1225"/>
                <a:gd name="T71" fmla="*/ 257 h 788"/>
                <a:gd name="T72" fmla="*/ 84 w 1225"/>
                <a:gd name="T73" fmla="*/ 291 h 788"/>
                <a:gd name="T74" fmla="*/ 67 w 1225"/>
                <a:gd name="T75" fmla="*/ 326 h 788"/>
                <a:gd name="T76" fmla="*/ 28 w 1225"/>
                <a:gd name="T77" fmla="*/ 331 h 788"/>
                <a:gd name="T78" fmla="*/ 2 w 1225"/>
                <a:gd name="T79" fmla="*/ 305 h 788"/>
                <a:gd name="T80" fmla="*/ 8 w 1225"/>
                <a:gd name="T81" fmla="*/ 265 h 788"/>
                <a:gd name="T82" fmla="*/ 42 w 1225"/>
                <a:gd name="T83" fmla="*/ 249 h 788"/>
                <a:gd name="T84" fmla="*/ 549 w 1225"/>
                <a:gd name="T85" fmla="*/ 201 h 788"/>
                <a:gd name="T86" fmla="*/ 566 w 1225"/>
                <a:gd name="T87" fmla="*/ 235 h 788"/>
                <a:gd name="T88" fmla="*/ 549 w 1225"/>
                <a:gd name="T89" fmla="*/ 269 h 788"/>
                <a:gd name="T90" fmla="*/ 511 w 1225"/>
                <a:gd name="T91" fmla="*/ 274 h 788"/>
                <a:gd name="T92" fmla="*/ 485 w 1225"/>
                <a:gd name="T93" fmla="*/ 247 h 788"/>
                <a:gd name="T94" fmla="*/ 491 w 1225"/>
                <a:gd name="T95" fmla="*/ 211 h 788"/>
                <a:gd name="T96" fmla="*/ 524 w 1225"/>
                <a:gd name="T97" fmla="*/ 194 h 788"/>
                <a:gd name="T98" fmla="*/ 491 w 1225"/>
                <a:gd name="T99" fmla="*/ 24 h 788"/>
                <a:gd name="T100" fmla="*/ 508 w 1225"/>
                <a:gd name="T101" fmla="*/ 57 h 788"/>
                <a:gd name="T102" fmla="*/ 491 w 1225"/>
                <a:gd name="T103" fmla="*/ 91 h 788"/>
                <a:gd name="T104" fmla="*/ 454 w 1225"/>
                <a:gd name="T105" fmla="*/ 96 h 788"/>
                <a:gd name="T106" fmla="*/ 427 w 1225"/>
                <a:gd name="T107" fmla="*/ 70 h 788"/>
                <a:gd name="T108" fmla="*/ 433 w 1225"/>
                <a:gd name="T109" fmla="*/ 33 h 788"/>
                <a:gd name="T110" fmla="*/ 467 w 1225"/>
                <a:gd name="T111" fmla="*/ 16 h 788"/>
                <a:gd name="T112" fmla="*/ 1052 w 1225"/>
                <a:gd name="T113" fmla="*/ 8 h 788"/>
                <a:gd name="T114" fmla="*/ 1069 w 1225"/>
                <a:gd name="T115" fmla="*/ 41 h 788"/>
                <a:gd name="T116" fmla="*/ 1052 w 1225"/>
                <a:gd name="T117" fmla="*/ 75 h 788"/>
                <a:gd name="T118" fmla="*/ 1015 w 1225"/>
                <a:gd name="T119" fmla="*/ 81 h 788"/>
                <a:gd name="T120" fmla="*/ 988 w 1225"/>
                <a:gd name="T121" fmla="*/ 54 h 788"/>
                <a:gd name="T122" fmla="*/ 994 w 1225"/>
                <a:gd name="T123" fmla="*/ 17 h 788"/>
                <a:gd name="T124" fmla="*/ 1027 w 1225"/>
                <a:gd name="T125" fmla="*/ 0 h 7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25" h="788">
                  <a:moveTo>
                    <a:pt x="114" y="706"/>
                  </a:moveTo>
                  <a:lnTo>
                    <a:pt x="127" y="708"/>
                  </a:lnTo>
                  <a:lnTo>
                    <a:pt x="139" y="713"/>
                  </a:lnTo>
                  <a:lnTo>
                    <a:pt x="148" y="723"/>
                  </a:lnTo>
                  <a:lnTo>
                    <a:pt x="154" y="734"/>
                  </a:lnTo>
                  <a:lnTo>
                    <a:pt x="156" y="747"/>
                  </a:lnTo>
                  <a:lnTo>
                    <a:pt x="154" y="761"/>
                  </a:lnTo>
                  <a:lnTo>
                    <a:pt x="148" y="771"/>
                  </a:lnTo>
                  <a:lnTo>
                    <a:pt x="139" y="781"/>
                  </a:lnTo>
                  <a:lnTo>
                    <a:pt x="127" y="786"/>
                  </a:lnTo>
                  <a:lnTo>
                    <a:pt x="114" y="788"/>
                  </a:lnTo>
                  <a:lnTo>
                    <a:pt x="101" y="786"/>
                  </a:lnTo>
                  <a:lnTo>
                    <a:pt x="89" y="781"/>
                  </a:lnTo>
                  <a:lnTo>
                    <a:pt x="81" y="771"/>
                  </a:lnTo>
                  <a:lnTo>
                    <a:pt x="75" y="761"/>
                  </a:lnTo>
                  <a:lnTo>
                    <a:pt x="73" y="747"/>
                  </a:lnTo>
                  <a:lnTo>
                    <a:pt x="75" y="734"/>
                  </a:lnTo>
                  <a:lnTo>
                    <a:pt x="81" y="723"/>
                  </a:lnTo>
                  <a:lnTo>
                    <a:pt x="89" y="713"/>
                  </a:lnTo>
                  <a:lnTo>
                    <a:pt x="101" y="708"/>
                  </a:lnTo>
                  <a:lnTo>
                    <a:pt x="114" y="706"/>
                  </a:lnTo>
                  <a:close/>
                  <a:moveTo>
                    <a:pt x="1023" y="538"/>
                  </a:moveTo>
                  <a:lnTo>
                    <a:pt x="1036" y="540"/>
                  </a:lnTo>
                  <a:lnTo>
                    <a:pt x="1048" y="546"/>
                  </a:lnTo>
                  <a:lnTo>
                    <a:pt x="1056" y="555"/>
                  </a:lnTo>
                  <a:lnTo>
                    <a:pt x="1062" y="566"/>
                  </a:lnTo>
                  <a:lnTo>
                    <a:pt x="1064" y="579"/>
                  </a:lnTo>
                  <a:lnTo>
                    <a:pt x="1062" y="593"/>
                  </a:lnTo>
                  <a:lnTo>
                    <a:pt x="1056" y="605"/>
                  </a:lnTo>
                  <a:lnTo>
                    <a:pt x="1048" y="613"/>
                  </a:lnTo>
                  <a:lnTo>
                    <a:pt x="1036" y="619"/>
                  </a:lnTo>
                  <a:lnTo>
                    <a:pt x="1023" y="621"/>
                  </a:lnTo>
                  <a:lnTo>
                    <a:pt x="1010" y="619"/>
                  </a:lnTo>
                  <a:lnTo>
                    <a:pt x="998" y="613"/>
                  </a:lnTo>
                  <a:lnTo>
                    <a:pt x="989" y="605"/>
                  </a:lnTo>
                  <a:lnTo>
                    <a:pt x="983" y="593"/>
                  </a:lnTo>
                  <a:lnTo>
                    <a:pt x="981" y="579"/>
                  </a:lnTo>
                  <a:lnTo>
                    <a:pt x="983" y="566"/>
                  </a:lnTo>
                  <a:lnTo>
                    <a:pt x="989" y="555"/>
                  </a:lnTo>
                  <a:lnTo>
                    <a:pt x="998" y="546"/>
                  </a:lnTo>
                  <a:lnTo>
                    <a:pt x="1010" y="540"/>
                  </a:lnTo>
                  <a:lnTo>
                    <a:pt x="1023" y="538"/>
                  </a:lnTo>
                  <a:close/>
                  <a:moveTo>
                    <a:pt x="270" y="481"/>
                  </a:moveTo>
                  <a:lnTo>
                    <a:pt x="284" y="483"/>
                  </a:lnTo>
                  <a:lnTo>
                    <a:pt x="295" y="488"/>
                  </a:lnTo>
                  <a:lnTo>
                    <a:pt x="305" y="498"/>
                  </a:lnTo>
                  <a:lnTo>
                    <a:pt x="311" y="509"/>
                  </a:lnTo>
                  <a:lnTo>
                    <a:pt x="313" y="523"/>
                  </a:lnTo>
                  <a:lnTo>
                    <a:pt x="311" y="537"/>
                  </a:lnTo>
                  <a:lnTo>
                    <a:pt x="305" y="549"/>
                  </a:lnTo>
                  <a:lnTo>
                    <a:pt x="295" y="557"/>
                  </a:lnTo>
                  <a:lnTo>
                    <a:pt x="284" y="563"/>
                  </a:lnTo>
                  <a:lnTo>
                    <a:pt x="270" y="565"/>
                  </a:lnTo>
                  <a:lnTo>
                    <a:pt x="257" y="563"/>
                  </a:lnTo>
                  <a:lnTo>
                    <a:pt x="246" y="557"/>
                  </a:lnTo>
                  <a:lnTo>
                    <a:pt x="236" y="549"/>
                  </a:lnTo>
                  <a:lnTo>
                    <a:pt x="230" y="537"/>
                  </a:lnTo>
                  <a:lnTo>
                    <a:pt x="228" y="523"/>
                  </a:lnTo>
                  <a:lnTo>
                    <a:pt x="230" y="509"/>
                  </a:lnTo>
                  <a:lnTo>
                    <a:pt x="236" y="498"/>
                  </a:lnTo>
                  <a:lnTo>
                    <a:pt x="246" y="488"/>
                  </a:lnTo>
                  <a:lnTo>
                    <a:pt x="257" y="483"/>
                  </a:lnTo>
                  <a:lnTo>
                    <a:pt x="270" y="481"/>
                  </a:lnTo>
                  <a:close/>
                  <a:moveTo>
                    <a:pt x="1184" y="340"/>
                  </a:moveTo>
                  <a:lnTo>
                    <a:pt x="1197" y="343"/>
                  </a:lnTo>
                  <a:lnTo>
                    <a:pt x="1208" y="348"/>
                  </a:lnTo>
                  <a:lnTo>
                    <a:pt x="1218" y="357"/>
                  </a:lnTo>
                  <a:lnTo>
                    <a:pt x="1223" y="368"/>
                  </a:lnTo>
                  <a:lnTo>
                    <a:pt x="1225" y="382"/>
                  </a:lnTo>
                  <a:lnTo>
                    <a:pt x="1223" y="394"/>
                  </a:lnTo>
                  <a:lnTo>
                    <a:pt x="1218" y="406"/>
                  </a:lnTo>
                  <a:lnTo>
                    <a:pt x="1208" y="415"/>
                  </a:lnTo>
                  <a:lnTo>
                    <a:pt x="1197" y="421"/>
                  </a:lnTo>
                  <a:lnTo>
                    <a:pt x="1184" y="423"/>
                  </a:lnTo>
                  <a:lnTo>
                    <a:pt x="1171" y="421"/>
                  </a:lnTo>
                  <a:lnTo>
                    <a:pt x="1160" y="415"/>
                  </a:lnTo>
                  <a:lnTo>
                    <a:pt x="1150" y="406"/>
                  </a:lnTo>
                  <a:lnTo>
                    <a:pt x="1145" y="394"/>
                  </a:lnTo>
                  <a:lnTo>
                    <a:pt x="1143" y="382"/>
                  </a:lnTo>
                  <a:lnTo>
                    <a:pt x="1145" y="368"/>
                  </a:lnTo>
                  <a:lnTo>
                    <a:pt x="1150" y="357"/>
                  </a:lnTo>
                  <a:lnTo>
                    <a:pt x="1160" y="348"/>
                  </a:lnTo>
                  <a:lnTo>
                    <a:pt x="1171" y="343"/>
                  </a:lnTo>
                  <a:lnTo>
                    <a:pt x="1184" y="340"/>
                  </a:lnTo>
                  <a:close/>
                  <a:moveTo>
                    <a:pt x="647" y="300"/>
                  </a:moveTo>
                  <a:lnTo>
                    <a:pt x="660" y="302"/>
                  </a:lnTo>
                  <a:lnTo>
                    <a:pt x="671" y="308"/>
                  </a:lnTo>
                  <a:lnTo>
                    <a:pt x="680" y="317"/>
                  </a:lnTo>
                  <a:lnTo>
                    <a:pt x="686" y="329"/>
                  </a:lnTo>
                  <a:lnTo>
                    <a:pt x="688" y="341"/>
                  </a:lnTo>
                  <a:lnTo>
                    <a:pt x="686" y="354"/>
                  </a:lnTo>
                  <a:lnTo>
                    <a:pt x="680" y="366"/>
                  </a:lnTo>
                  <a:lnTo>
                    <a:pt x="671" y="375"/>
                  </a:lnTo>
                  <a:lnTo>
                    <a:pt x="660" y="381"/>
                  </a:lnTo>
                  <a:lnTo>
                    <a:pt x="647" y="383"/>
                  </a:lnTo>
                  <a:lnTo>
                    <a:pt x="633" y="381"/>
                  </a:lnTo>
                  <a:lnTo>
                    <a:pt x="622" y="375"/>
                  </a:lnTo>
                  <a:lnTo>
                    <a:pt x="613" y="366"/>
                  </a:lnTo>
                  <a:lnTo>
                    <a:pt x="607" y="354"/>
                  </a:lnTo>
                  <a:lnTo>
                    <a:pt x="605" y="341"/>
                  </a:lnTo>
                  <a:lnTo>
                    <a:pt x="607" y="329"/>
                  </a:lnTo>
                  <a:lnTo>
                    <a:pt x="613" y="317"/>
                  </a:lnTo>
                  <a:lnTo>
                    <a:pt x="622" y="308"/>
                  </a:lnTo>
                  <a:lnTo>
                    <a:pt x="633" y="302"/>
                  </a:lnTo>
                  <a:lnTo>
                    <a:pt x="647" y="300"/>
                  </a:lnTo>
                  <a:close/>
                  <a:moveTo>
                    <a:pt x="42" y="249"/>
                  </a:moveTo>
                  <a:lnTo>
                    <a:pt x="56" y="251"/>
                  </a:lnTo>
                  <a:lnTo>
                    <a:pt x="67" y="257"/>
                  </a:lnTo>
                  <a:lnTo>
                    <a:pt x="77" y="265"/>
                  </a:lnTo>
                  <a:lnTo>
                    <a:pt x="82" y="277"/>
                  </a:lnTo>
                  <a:lnTo>
                    <a:pt x="84" y="291"/>
                  </a:lnTo>
                  <a:lnTo>
                    <a:pt x="82" y="305"/>
                  </a:lnTo>
                  <a:lnTo>
                    <a:pt x="77" y="316"/>
                  </a:lnTo>
                  <a:lnTo>
                    <a:pt x="67" y="326"/>
                  </a:lnTo>
                  <a:lnTo>
                    <a:pt x="56" y="331"/>
                  </a:lnTo>
                  <a:lnTo>
                    <a:pt x="42" y="333"/>
                  </a:lnTo>
                  <a:lnTo>
                    <a:pt x="28" y="331"/>
                  </a:lnTo>
                  <a:lnTo>
                    <a:pt x="17" y="326"/>
                  </a:lnTo>
                  <a:lnTo>
                    <a:pt x="8" y="316"/>
                  </a:lnTo>
                  <a:lnTo>
                    <a:pt x="2" y="305"/>
                  </a:lnTo>
                  <a:lnTo>
                    <a:pt x="0" y="291"/>
                  </a:lnTo>
                  <a:lnTo>
                    <a:pt x="2" y="277"/>
                  </a:lnTo>
                  <a:lnTo>
                    <a:pt x="8" y="265"/>
                  </a:lnTo>
                  <a:lnTo>
                    <a:pt x="17" y="257"/>
                  </a:lnTo>
                  <a:lnTo>
                    <a:pt x="28" y="251"/>
                  </a:lnTo>
                  <a:lnTo>
                    <a:pt x="42" y="249"/>
                  </a:lnTo>
                  <a:close/>
                  <a:moveTo>
                    <a:pt x="524" y="194"/>
                  </a:moveTo>
                  <a:lnTo>
                    <a:pt x="537" y="196"/>
                  </a:lnTo>
                  <a:lnTo>
                    <a:pt x="549" y="201"/>
                  </a:lnTo>
                  <a:lnTo>
                    <a:pt x="557" y="211"/>
                  </a:lnTo>
                  <a:lnTo>
                    <a:pt x="564" y="222"/>
                  </a:lnTo>
                  <a:lnTo>
                    <a:pt x="566" y="235"/>
                  </a:lnTo>
                  <a:lnTo>
                    <a:pt x="564" y="247"/>
                  </a:lnTo>
                  <a:lnTo>
                    <a:pt x="557" y="259"/>
                  </a:lnTo>
                  <a:lnTo>
                    <a:pt x="549" y="269"/>
                  </a:lnTo>
                  <a:lnTo>
                    <a:pt x="537" y="274"/>
                  </a:lnTo>
                  <a:lnTo>
                    <a:pt x="524" y="276"/>
                  </a:lnTo>
                  <a:lnTo>
                    <a:pt x="511" y="274"/>
                  </a:lnTo>
                  <a:lnTo>
                    <a:pt x="499" y="269"/>
                  </a:lnTo>
                  <a:lnTo>
                    <a:pt x="491" y="259"/>
                  </a:lnTo>
                  <a:lnTo>
                    <a:pt x="485" y="247"/>
                  </a:lnTo>
                  <a:lnTo>
                    <a:pt x="482" y="235"/>
                  </a:lnTo>
                  <a:lnTo>
                    <a:pt x="485" y="222"/>
                  </a:lnTo>
                  <a:lnTo>
                    <a:pt x="491" y="211"/>
                  </a:lnTo>
                  <a:lnTo>
                    <a:pt x="499" y="201"/>
                  </a:lnTo>
                  <a:lnTo>
                    <a:pt x="511" y="196"/>
                  </a:lnTo>
                  <a:lnTo>
                    <a:pt x="524" y="194"/>
                  </a:lnTo>
                  <a:close/>
                  <a:moveTo>
                    <a:pt x="467" y="16"/>
                  </a:moveTo>
                  <a:lnTo>
                    <a:pt x="479" y="18"/>
                  </a:lnTo>
                  <a:lnTo>
                    <a:pt x="491" y="24"/>
                  </a:lnTo>
                  <a:lnTo>
                    <a:pt x="500" y="33"/>
                  </a:lnTo>
                  <a:lnTo>
                    <a:pt x="506" y="45"/>
                  </a:lnTo>
                  <a:lnTo>
                    <a:pt x="508" y="57"/>
                  </a:lnTo>
                  <a:lnTo>
                    <a:pt x="506" y="70"/>
                  </a:lnTo>
                  <a:lnTo>
                    <a:pt x="500" y="82"/>
                  </a:lnTo>
                  <a:lnTo>
                    <a:pt x="491" y="91"/>
                  </a:lnTo>
                  <a:lnTo>
                    <a:pt x="479" y="96"/>
                  </a:lnTo>
                  <a:lnTo>
                    <a:pt x="467" y="99"/>
                  </a:lnTo>
                  <a:lnTo>
                    <a:pt x="454" y="96"/>
                  </a:lnTo>
                  <a:lnTo>
                    <a:pt x="442" y="91"/>
                  </a:lnTo>
                  <a:lnTo>
                    <a:pt x="433" y="82"/>
                  </a:lnTo>
                  <a:lnTo>
                    <a:pt x="427" y="70"/>
                  </a:lnTo>
                  <a:lnTo>
                    <a:pt x="425" y="57"/>
                  </a:lnTo>
                  <a:lnTo>
                    <a:pt x="427" y="45"/>
                  </a:lnTo>
                  <a:lnTo>
                    <a:pt x="433" y="33"/>
                  </a:lnTo>
                  <a:lnTo>
                    <a:pt x="442" y="24"/>
                  </a:lnTo>
                  <a:lnTo>
                    <a:pt x="454" y="18"/>
                  </a:lnTo>
                  <a:lnTo>
                    <a:pt x="467" y="16"/>
                  </a:lnTo>
                  <a:close/>
                  <a:moveTo>
                    <a:pt x="1027" y="0"/>
                  </a:moveTo>
                  <a:lnTo>
                    <a:pt x="1040" y="2"/>
                  </a:lnTo>
                  <a:lnTo>
                    <a:pt x="1052" y="8"/>
                  </a:lnTo>
                  <a:lnTo>
                    <a:pt x="1061" y="17"/>
                  </a:lnTo>
                  <a:lnTo>
                    <a:pt x="1067" y="28"/>
                  </a:lnTo>
                  <a:lnTo>
                    <a:pt x="1069" y="41"/>
                  </a:lnTo>
                  <a:lnTo>
                    <a:pt x="1067" y="54"/>
                  </a:lnTo>
                  <a:lnTo>
                    <a:pt x="1061" y="66"/>
                  </a:lnTo>
                  <a:lnTo>
                    <a:pt x="1052" y="75"/>
                  </a:lnTo>
                  <a:lnTo>
                    <a:pt x="1040" y="81"/>
                  </a:lnTo>
                  <a:lnTo>
                    <a:pt x="1027" y="83"/>
                  </a:lnTo>
                  <a:lnTo>
                    <a:pt x="1015" y="81"/>
                  </a:lnTo>
                  <a:lnTo>
                    <a:pt x="1003" y="75"/>
                  </a:lnTo>
                  <a:lnTo>
                    <a:pt x="994" y="66"/>
                  </a:lnTo>
                  <a:lnTo>
                    <a:pt x="988" y="54"/>
                  </a:lnTo>
                  <a:lnTo>
                    <a:pt x="986" y="41"/>
                  </a:lnTo>
                  <a:lnTo>
                    <a:pt x="988" y="28"/>
                  </a:lnTo>
                  <a:lnTo>
                    <a:pt x="994" y="17"/>
                  </a:lnTo>
                  <a:lnTo>
                    <a:pt x="1003" y="8"/>
                  </a:lnTo>
                  <a:lnTo>
                    <a:pt x="1015" y="2"/>
                  </a:lnTo>
                  <a:lnTo>
                    <a:pt x="1027"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8" name="Freeform 16"/>
            <p:cNvSpPr>
              <a:spLocks/>
            </p:cNvSpPr>
            <p:nvPr/>
          </p:nvSpPr>
          <p:spPr bwMode="auto">
            <a:xfrm>
              <a:off x="5171641" y="3088859"/>
              <a:ext cx="33699" cy="33699"/>
            </a:xfrm>
            <a:custGeom>
              <a:avLst/>
              <a:gdLst>
                <a:gd name="T0" fmla="*/ 66 w 131"/>
                <a:gd name="T1" fmla="*/ 0 h 131"/>
                <a:gd name="T2" fmla="*/ 84 w 131"/>
                <a:gd name="T3" fmla="*/ 2 h 131"/>
                <a:gd name="T4" fmla="*/ 98 w 131"/>
                <a:gd name="T5" fmla="*/ 8 h 131"/>
                <a:gd name="T6" fmla="*/ 112 w 131"/>
                <a:gd name="T7" fmla="*/ 19 h 131"/>
                <a:gd name="T8" fmla="*/ 123 w 131"/>
                <a:gd name="T9" fmla="*/ 33 h 131"/>
                <a:gd name="T10" fmla="*/ 129 w 131"/>
                <a:gd name="T11" fmla="*/ 47 h 131"/>
                <a:gd name="T12" fmla="*/ 131 w 131"/>
                <a:gd name="T13" fmla="*/ 65 h 131"/>
                <a:gd name="T14" fmla="*/ 129 w 131"/>
                <a:gd name="T15" fmla="*/ 82 h 131"/>
                <a:gd name="T16" fmla="*/ 123 w 131"/>
                <a:gd name="T17" fmla="*/ 98 h 131"/>
                <a:gd name="T18" fmla="*/ 112 w 131"/>
                <a:gd name="T19" fmla="*/ 112 h 131"/>
                <a:gd name="T20" fmla="*/ 98 w 131"/>
                <a:gd name="T21" fmla="*/ 121 h 131"/>
                <a:gd name="T22" fmla="*/ 84 w 131"/>
                <a:gd name="T23" fmla="*/ 129 h 131"/>
                <a:gd name="T24" fmla="*/ 66 w 131"/>
                <a:gd name="T25" fmla="*/ 131 h 131"/>
                <a:gd name="T26" fmla="*/ 49 w 131"/>
                <a:gd name="T27" fmla="*/ 129 h 131"/>
                <a:gd name="T28" fmla="*/ 33 w 131"/>
                <a:gd name="T29" fmla="*/ 121 h 131"/>
                <a:gd name="T30" fmla="*/ 19 w 131"/>
                <a:gd name="T31" fmla="*/ 112 h 131"/>
                <a:gd name="T32" fmla="*/ 10 w 131"/>
                <a:gd name="T33" fmla="*/ 98 h 131"/>
                <a:gd name="T34" fmla="*/ 2 w 131"/>
                <a:gd name="T35" fmla="*/ 82 h 131"/>
                <a:gd name="T36" fmla="*/ 0 w 131"/>
                <a:gd name="T37" fmla="*/ 65 h 131"/>
                <a:gd name="T38" fmla="*/ 2 w 131"/>
                <a:gd name="T39" fmla="*/ 47 h 131"/>
                <a:gd name="T40" fmla="*/ 10 w 131"/>
                <a:gd name="T41" fmla="*/ 33 h 131"/>
                <a:gd name="T42" fmla="*/ 19 w 131"/>
                <a:gd name="T43" fmla="*/ 19 h 131"/>
                <a:gd name="T44" fmla="*/ 33 w 131"/>
                <a:gd name="T45" fmla="*/ 8 h 131"/>
                <a:gd name="T46" fmla="*/ 49 w 131"/>
                <a:gd name="T47" fmla="*/ 2 h 131"/>
                <a:gd name="T48" fmla="*/ 66 w 131"/>
                <a:gd name="T4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1" h="131">
                  <a:moveTo>
                    <a:pt x="66" y="0"/>
                  </a:moveTo>
                  <a:lnTo>
                    <a:pt x="84" y="2"/>
                  </a:lnTo>
                  <a:lnTo>
                    <a:pt x="98" y="8"/>
                  </a:lnTo>
                  <a:lnTo>
                    <a:pt x="112" y="19"/>
                  </a:lnTo>
                  <a:lnTo>
                    <a:pt x="123" y="33"/>
                  </a:lnTo>
                  <a:lnTo>
                    <a:pt x="129" y="47"/>
                  </a:lnTo>
                  <a:lnTo>
                    <a:pt x="131" y="65"/>
                  </a:lnTo>
                  <a:lnTo>
                    <a:pt x="129" y="82"/>
                  </a:lnTo>
                  <a:lnTo>
                    <a:pt x="123" y="98"/>
                  </a:lnTo>
                  <a:lnTo>
                    <a:pt x="112" y="112"/>
                  </a:lnTo>
                  <a:lnTo>
                    <a:pt x="98" y="121"/>
                  </a:lnTo>
                  <a:lnTo>
                    <a:pt x="84" y="129"/>
                  </a:lnTo>
                  <a:lnTo>
                    <a:pt x="66" y="131"/>
                  </a:lnTo>
                  <a:lnTo>
                    <a:pt x="49" y="129"/>
                  </a:lnTo>
                  <a:lnTo>
                    <a:pt x="33" y="121"/>
                  </a:lnTo>
                  <a:lnTo>
                    <a:pt x="19" y="112"/>
                  </a:lnTo>
                  <a:lnTo>
                    <a:pt x="10" y="98"/>
                  </a:lnTo>
                  <a:lnTo>
                    <a:pt x="2" y="82"/>
                  </a:lnTo>
                  <a:lnTo>
                    <a:pt x="0" y="65"/>
                  </a:lnTo>
                  <a:lnTo>
                    <a:pt x="2" y="47"/>
                  </a:lnTo>
                  <a:lnTo>
                    <a:pt x="10" y="33"/>
                  </a:lnTo>
                  <a:lnTo>
                    <a:pt x="19" y="19"/>
                  </a:lnTo>
                  <a:lnTo>
                    <a:pt x="33" y="8"/>
                  </a:lnTo>
                  <a:lnTo>
                    <a:pt x="49" y="2"/>
                  </a:lnTo>
                  <a:lnTo>
                    <a:pt x="66"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 name="Freeform 17"/>
            <p:cNvSpPr>
              <a:spLocks/>
            </p:cNvSpPr>
            <p:nvPr/>
          </p:nvSpPr>
          <p:spPr bwMode="auto">
            <a:xfrm>
              <a:off x="5327720" y="3083538"/>
              <a:ext cx="37246" cy="37246"/>
            </a:xfrm>
            <a:custGeom>
              <a:avLst/>
              <a:gdLst>
                <a:gd name="T0" fmla="*/ 74 w 149"/>
                <a:gd name="T1" fmla="*/ 0 h 149"/>
                <a:gd name="T2" fmla="*/ 94 w 149"/>
                <a:gd name="T3" fmla="*/ 2 h 149"/>
                <a:gd name="T4" fmla="*/ 112 w 149"/>
                <a:gd name="T5" fmla="*/ 9 h 149"/>
                <a:gd name="T6" fmla="*/ 127 w 149"/>
                <a:gd name="T7" fmla="*/ 21 h 149"/>
                <a:gd name="T8" fmla="*/ 138 w 149"/>
                <a:gd name="T9" fmla="*/ 36 h 149"/>
                <a:gd name="T10" fmla="*/ 146 w 149"/>
                <a:gd name="T11" fmla="*/ 54 h 149"/>
                <a:gd name="T12" fmla="*/ 149 w 149"/>
                <a:gd name="T13" fmla="*/ 74 h 149"/>
                <a:gd name="T14" fmla="*/ 146 w 149"/>
                <a:gd name="T15" fmla="*/ 94 h 149"/>
                <a:gd name="T16" fmla="*/ 138 w 149"/>
                <a:gd name="T17" fmla="*/ 112 h 149"/>
                <a:gd name="T18" fmla="*/ 127 w 149"/>
                <a:gd name="T19" fmla="*/ 127 h 149"/>
                <a:gd name="T20" fmla="*/ 112 w 149"/>
                <a:gd name="T21" fmla="*/ 138 h 149"/>
                <a:gd name="T22" fmla="*/ 94 w 149"/>
                <a:gd name="T23" fmla="*/ 146 h 149"/>
                <a:gd name="T24" fmla="*/ 74 w 149"/>
                <a:gd name="T25" fmla="*/ 149 h 149"/>
                <a:gd name="T26" fmla="*/ 55 w 149"/>
                <a:gd name="T27" fmla="*/ 146 h 149"/>
                <a:gd name="T28" fmla="*/ 37 w 149"/>
                <a:gd name="T29" fmla="*/ 138 h 149"/>
                <a:gd name="T30" fmla="*/ 21 w 149"/>
                <a:gd name="T31" fmla="*/ 127 h 149"/>
                <a:gd name="T32" fmla="*/ 9 w 149"/>
                <a:gd name="T33" fmla="*/ 112 h 149"/>
                <a:gd name="T34" fmla="*/ 2 w 149"/>
                <a:gd name="T35" fmla="*/ 94 h 149"/>
                <a:gd name="T36" fmla="*/ 0 w 149"/>
                <a:gd name="T37" fmla="*/ 74 h 149"/>
                <a:gd name="T38" fmla="*/ 2 w 149"/>
                <a:gd name="T39" fmla="*/ 54 h 149"/>
                <a:gd name="T40" fmla="*/ 9 w 149"/>
                <a:gd name="T41" fmla="*/ 36 h 149"/>
                <a:gd name="T42" fmla="*/ 21 w 149"/>
                <a:gd name="T43" fmla="*/ 21 h 149"/>
                <a:gd name="T44" fmla="*/ 37 w 149"/>
                <a:gd name="T45" fmla="*/ 9 h 149"/>
                <a:gd name="T46" fmla="*/ 55 w 149"/>
                <a:gd name="T47" fmla="*/ 2 h 149"/>
                <a:gd name="T48" fmla="*/ 74 w 149"/>
                <a:gd name="T49"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9" h="149">
                  <a:moveTo>
                    <a:pt x="74" y="0"/>
                  </a:moveTo>
                  <a:lnTo>
                    <a:pt x="94" y="2"/>
                  </a:lnTo>
                  <a:lnTo>
                    <a:pt x="112" y="9"/>
                  </a:lnTo>
                  <a:lnTo>
                    <a:pt x="127" y="21"/>
                  </a:lnTo>
                  <a:lnTo>
                    <a:pt x="138" y="36"/>
                  </a:lnTo>
                  <a:lnTo>
                    <a:pt x="146" y="54"/>
                  </a:lnTo>
                  <a:lnTo>
                    <a:pt x="149" y="74"/>
                  </a:lnTo>
                  <a:lnTo>
                    <a:pt x="146" y="94"/>
                  </a:lnTo>
                  <a:lnTo>
                    <a:pt x="138" y="112"/>
                  </a:lnTo>
                  <a:lnTo>
                    <a:pt x="127" y="127"/>
                  </a:lnTo>
                  <a:lnTo>
                    <a:pt x="112" y="138"/>
                  </a:lnTo>
                  <a:lnTo>
                    <a:pt x="94" y="146"/>
                  </a:lnTo>
                  <a:lnTo>
                    <a:pt x="74" y="149"/>
                  </a:lnTo>
                  <a:lnTo>
                    <a:pt x="55" y="146"/>
                  </a:lnTo>
                  <a:lnTo>
                    <a:pt x="37" y="138"/>
                  </a:lnTo>
                  <a:lnTo>
                    <a:pt x="21" y="127"/>
                  </a:lnTo>
                  <a:lnTo>
                    <a:pt x="9" y="112"/>
                  </a:lnTo>
                  <a:lnTo>
                    <a:pt x="2" y="94"/>
                  </a:lnTo>
                  <a:lnTo>
                    <a:pt x="0" y="74"/>
                  </a:lnTo>
                  <a:lnTo>
                    <a:pt x="2" y="54"/>
                  </a:lnTo>
                  <a:lnTo>
                    <a:pt x="9" y="36"/>
                  </a:lnTo>
                  <a:lnTo>
                    <a:pt x="21" y="21"/>
                  </a:lnTo>
                  <a:lnTo>
                    <a:pt x="37" y="9"/>
                  </a:lnTo>
                  <a:lnTo>
                    <a:pt x="55" y="2"/>
                  </a:lnTo>
                  <a:lnTo>
                    <a:pt x="74"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20" name="Group 20"/>
          <p:cNvGrpSpPr>
            <a:grpSpLocks noChangeAspect="1"/>
          </p:cNvGrpSpPr>
          <p:nvPr/>
        </p:nvGrpSpPr>
        <p:grpSpPr bwMode="auto">
          <a:xfrm>
            <a:off x="4817029" y="1709580"/>
            <a:ext cx="580953" cy="457200"/>
            <a:chOff x="3185" y="1326"/>
            <a:chExt cx="338" cy="266"/>
          </a:xfrm>
        </p:grpSpPr>
        <p:sp useBgFill="1">
          <p:nvSpPr>
            <p:cNvPr id="23" name="Freeform 22"/>
            <p:cNvSpPr>
              <a:spLocks/>
            </p:cNvSpPr>
            <p:nvPr/>
          </p:nvSpPr>
          <p:spPr bwMode="auto">
            <a:xfrm>
              <a:off x="3185" y="1326"/>
              <a:ext cx="338" cy="266"/>
            </a:xfrm>
            <a:custGeom>
              <a:avLst/>
              <a:gdLst>
                <a:gd name="T0" fmla="*/ 113 w 2362"/>
                <a:gd name="T1" fmla="*/ 0 h 1856"/>
                <a:gd name="T2" fmla="*/ 2249 w 2362"/>
                <a:gd name="T3" fmla="*/ 0 h 1856"/>
                <a:gd name="T4" fmla="*/ 2275 w 2362"/>
                <a:gd name="T5" fmla="*/ 3 h 1856"/>
                <a:gd name="T6" fmla="*/ 2299 w 2362"/>
                <a:gd name="T7" fmla="*/ 12 h 1856"/>
                <a:gd name="T8" fmla="*/ 2320 w 2362"/>
                <a:gd name="T9" fmla="*/ 25 h 1856"/>
                <a:gd name="T10" fmla="*/ 2337 w 2362"/>
                <a:gd name="T11" fmla="*/ 42 h 1856"/>
                <a:gd name="T12" fmla="*/ 2350 w 2362"/>
                <a:gd name="T13" fmla="*/ 63 h 1856"/>
                <a:gd name="T14" fmla="*/ 2359 w 2362"/>
                <a:gd name="T15" fmla="*/ 87 h 1856"/>
                <a:gd name="T16" fmla="*/ 2362 w 2362"/>
                <a:gd name="T17" fmla="*/ 113 h 1856"/>
                <a:gd name="T18" fmla="*/ 2362 w 2362"/>
                <a:gd name="T19" fmla="*/ 1743 h 1856"/>
                <a:gd name="T20" fmla="*/ 2359 w 2362"/>
                <a:gd name="T21" fmla="*/ 1769 h 1856"/>
                <a:gd name="T22" fmla="*/ 2350 w 2362"/>
                <a:gd name="T23" fmla="*/ 1793 h 1856"/>
                <a:gd name="T24" fmla="*/ 2337 w 2362"/>
                <a:gd name="T25" fmla="*/ 1814 h 1856"/>
                <a:gd name="T26" fmla="*/ 2320 w 2362"/>
                <a:gd name="T27" fmla="*/ 1831 h 1856"/>
                <a:gd name="T28" fmla="*/ 2299 w 2362"/>
                <a:gd name="T29" fmla="*/ 1844 h 1856"/>
                <a:gd name="T30" fmla="*/ 2275 w 2362"/>
                <a:gd name="T31" fmla="*/ 1853 h 1856"/>
                <a:gd name="T32" fmla="*/ 2249 w 2362"/>
                <a:gd name="T33" fmla="*/ 1856 h 1856"/>
                <a:gd name="T34" fmla="*/ 113 w 2362"/>
                <a:gd name="T35" fmla="*/ 1856 h 1856"/>
                <a:gd name="T36" fmla="*/ 87 w 2362"/>
                <a:gd name="T37" fmla="*/ 1853 h 1856"/>
                <a:gd name="T38" fmla="*/ 63 w 2362"/>
                <a:gd name="T39" fmla="*/ 1844 h 1856"/>
                <a:gd name="T40" fmla="*/ 42 w 2362"/>
                <a:gd name="T41" fmla="*/ 1831 h 1856"/>
                <a:gd name="T42" fmla="*/ 25 w 2362"/>
                <a:gd name="T43" fmla="*/ 1814 h 1856"/>
                <a:gd name="T44" fmla="*/ 12 w 2362"/>
                <a:gd name="T45" fmla="*/ 1793 h 1856"/>
                <a:gd name="T46" fmla="*/ 3 w 2362"/>
                <a:gd name="T47" fmla="*/ 1769 h 1856"/>
                <a:gd name="T48" fmla="*/ 0 w 2362"/>
                <a:gd name="T49" fmla="*/ 1743 h 1856"/>
                <a:gd name="T50" fmla="*/ 0 w 2362"/>
                <a:gd name="T51" fmla="*/ 113 h 1856"/>
                <a:gd name="T52" fmla="*/ 3 w 2362"/>
                <a:gd name="T53" fmla="*/ 87 h 1856"/>
                <a:gd name="T54" fmla="*/ 12 w 2362"/>
                <a:gd name="T55" fmla="*/ 63 h 1856"/>
                <a:gd name="T56" fmla="*/ 25 w 2362"/>
                <a:gd name="T57" fmla="*/ 42 h 1856"/>
                <a:gd name="T58" fmla="*/ 42 w 2362"/>
                <a:gd name="T59" fmla="*/ 25 h 1856"/>
                <a:gd name="T60" fmla="*/ 63 w 2362"/>
                <a:gd name="T61" fmla="*/ 12 h 1856"/>
                <a:gd name="T62" fmla="*/ 87 w 2362"/>
                <a:gd name="T63" fmla="*/ 3 h 1856"/>
                <a:gd name="T64" fmla="*/ 113 w 2362"/>
                <a:gd name="T65" fmla="*/ 0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56">
                  <a:moveTo>
                    <a:pt x="113" y="0"/>
                  </a:moveTo>
                  <a:lnTo>
                    <a:pt x="2249" y="0"/>
                  </a:lnTo>
                  <a:lnTo>
                    <a:pt x="2275" y="3"/>
                  </a:lnTo>
                  <a:lnTo>
                    <a:pt x="2299" y="12"/>
                  </a:lnTo>
                  <a:lnTo>
                    <a:pt x="2320" y="25"/>
                  </a:lnTo>
                  <a:lnTo>
                    <a:pt x="2337" y="42"/>
                  </a:lnTo>
                  <a:lnTo>
                    <a:pt x="2350" y="63"/>
                  </a:lnTo>
                  <a:lnTo>
                    <a:pt x="2359" y="87"/>
                  </a:lnTo>
                  <a:lnTo>
                    <a:pt x="2362" y="113"/>
                  </a:lnTo>
                  <a:lnTo>
                    <a:pt x="2362" y="1743"/>
                  </a:lnTo>
                  <a:lnTo>
                    <a:pt x="2359" y="1769"/>
                  </a:lnTo>
                  <a:lnTo>
                    <a:pt x="2350" y="1793"/>
                  </a:lnTo>
                  <a:lnTo>
                    <a:pt x="2337" y="1814"/>
                  </a:lnTo>
                  <a:lnTo>
                    <a:pt x="2320" y="1831"/>
                  </a:lnTo>
                  <a:lnTo>
                    <a:pt x="2299" y="1844"/>
                  </a:lnTo>
                  <a:lnTo>
                    <a:pt x="2275" y="1853"/>
                  </a:lnTo>
                  <a:lnTo>
                    <a:pt x="2249" y="1856"/>
                  </a:lnTo>
                  <a:lnTo>
                    <a:pt x="113" y="1856"/>
                  </a:lnTo>
                  <a:lnTo>
                    <a:pt x="87" y="1853"/>
                  </a:lnTo>
                  <a:lnTo>
                    <a:pt x="63" y="1844"/>
                  </a:lnTo>
                  <a:lnTo>
                    <a:pt x="42" y="1831"/>
                  </a:lnTo>
                  <a:lnTo>
                    <a:pt x="25" y="1814"/>
                  </a:lnTo>
                  <a:lnTo>
                    <a:pt x="12" y="1793"/>
                  </a:lnTo>
                  <a:lnTo>
                    <a:pt x="3" y="1769"/>
                  </a:lnTo>
                  <a:lnTo>
                    <a:pt x="0" y="1743"/>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4" name="Freeform 23"/>
            <p:cNvSpPr>
              <a:spLocks noEditPoints="1"/>
            </p:cNvSpPr>
            <p:nvPr/>
          </p:nvSpPr>
          <p:spPr bwMode="auto">
            <a:xfrm>
              <a:off x="3201" y="1343"/>
              <a:ext cx="306" cy="232"/>
            </a:xfrm>
            <a:custGeom>
              <a:avLst/>
              <a:gdLst>
                <a:gd name="T0" fmla="*/ 225 w 2136"/>
                <a:gd name="T1" fmla="*/ 562 h 1630"/>
                <a:gd name="T2" fmla="*/ 506 w 2136"/>
                <a:gd name="T3" fmla="*/ 562 h 1630"/>
                <a:gd name="T4" fmla="*/ 506 w 2136"/>
                <a:gd name="T5" fmla="*/ 1405 h 1630"/>
                <a:gd name="T6" fmla="*/ 225 w 2136"/>
                <a:gd name="T7" fmla="*/ 1405 h 1630"/>
                <a:gd name="T8" fmla="*/ 225 w 2136"/>
                <a:gd name="T9" fmla="*/ 562 h 1630"/>
                <a:gd name="T10" fmla="*/ 112 w 2136"/>
                <a:gd name="T11" fmla="*/ 112 h 1630"/>
                <a:gd name="T12" fmla="*/ 112 w 2136"/>
                <a:gd name="T13" fmla="*/ 1518 h 1630"/>
                <a:gd name="T14" fmla="*/ 2024 w 2136"/>
                <a:gd name="T15" fmla="*/ 1518 h 1630"/>
                <a:gd name="T16" fmla="*/ 2024 w 2136"/>
                <a:gd name="T17" fmla="*/ 112 h 1630"/>
                <a:gd name="T18" fmla="*/ 112 w 2136"/>
                <a:gd name="T19" fmla="*/ 112 h 1630"/>
                <a:gd name="T20" fmla="*/ 0 w 2136"/>
                <a:gd name="T21" fmla="*/ 0 h 1630"/>
                <a:gd name="T22" fmla="*/ 2136 w 2136"/>
                <a:gd name="T23" fmla="*/ 0 h 1630"/>
                <a:gd name="T24" fmla="*/ 2136 w 2136"/>
                <a:gd name="T25" fmla="*/ 1630 h 1630"/>
                <a:gd name="T26" fmla="*/ 0 w 2136"/>
                <a:gd name="T27" fmla="*/ 1630 h 1630"/>
                <a:gd name="T28" fmla="*/ 0 w 2136"/>
                <a:gd name="T29"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36" h="1630">
                  <a:moveTo>
                    <a:pt x="225" y="562"/>
                  </a:moveTo>
                  <a:lnTo>
                    <a:pt x="506" y="562"/>
                  </a:lnTo>
                  <a:lnTo>
                    <a:pt x="506" y="1405"/>
                  </a:lnTo>
                  <a:lnTo>
                    <a:pt x="225" y="1405"/>
                  </a:lnTo>
                  <a:lnTo>
                    <a:pt x="225" y="562"/>
                  </a:lnTo>
                  <a:close/>
                  <a:moveTo>
                    <a:pt x="112" y="112"/>
                  </a:moveTo>
                  <a:lnTo>
                    <a:pt x="112" y="1518"/>
                  </a:lnTo>
                  <a:lnTo>
                    <a:pt x="2024" y="1518"/>
                  </a:lnTo>
                  <a:lnTo>
                    <a:pt x="2024" y="112"/>
                  </a:lnTo>
                  <a:lnTo>
                    <a:pt x="112" y="112"/>
                  </a:lnTo>
                  <a:close/>
                  <a:moveTo>
                    <a:pt x="0" y="0"/>
                  </a:moveTo>
                  <a:lnTo>
                    <a:pt x="2136" y="0"/>
                  </a:lnTo>
                  <a:lnTo>
                    <a:pt x="2136" y="1630"/>
                  </a:lnTo>
                  <a:lnTo>
                    <a:pt x="0" y="163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5" name="Rectangle 24"/>
            <p:cNvSpPr>
              <a:spLocks noChangeArrowheads="1"/>
            </p:cNvSpPr>
            <p:nvPr/>
          </p:nvSpPr>
          <p:spPr bwMode="auto">
            <a:xfrm>
              <a:off x="3234" y="1375"/>
              <a:ext cx="240" cy="32"/>
            </a:xfrm>
            <a:prstGeom prst="rect">
              <a:avLst/>
            </a:prstGeom>
            <a:solidFill>
              <a:srgbClr val="7DD2F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6" name="Rectangle 25"/>
            <p:cNvSpPr>
              <a:spLocks noChangeArrowheads="1"/>
            </p:cNvSpPr>
            <p:nvPr/>
          </p:nvSpPr>
          <p:spPr bwMode="auto">
            <a:xfrm>
              <a:off x="3290" y="1423"/>
              <a:ext cx="184" cy="120"/>
            </a:xfrm>
            <a:prstGeom prst="rect">
              <a:avLst/>
            </a:prstGeom>
            <a:solidFill>
              <a:srgbClr val="94E6EB"/>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7" name="Freeform 26"/>
            <p:cNvSpPr>
              <a:spLocks/>
            </p:cNvSpPr>
            <p:nvPr/>
          </p:nvSpPr>
          <p:spPr bwMode="auto">
            <a:xfrm>
              <a:off x="3290" y="1423"/>
              <a:ext cx="184" cy="120"/>
            </a:xfrm>
            <a:custGeom>
              <a:avLst/>
              <a:gdLst>
                <a:gd name="T0" fmla="*/ 1293 w 1293"/>
                <a:gd name="T1" fmla="*/ 499 h 843"/>
                <a:gd name="T2" fmla="*/ 1280 w 1293"/>
                <a:gd name="T3" fmla="*/ 512 h 843"/>
                <a:gd name="T4" fmla="*/ 1268 w 1293"/>
                <a:gd name="T5" fmla="*/ 524 h 843"/>
                <a:gd name="T6" fmla="*/ 1238 w 1293"/>
                <a:gd name="T7" fmla="*/ 541 h 843"/>
                <a:gd name="T8" fmla="*/ 1220 w 1293"/>
                <a:gd name="T9" fmla="*/ 558 h 843"/>
                <a:gd name="T10" fmla="*/ 1201 w 1293"/>
                <a:gd name="T11" fmla="*/ 605 h 843"/>
                <a:gd name="T12" fmla="*/ 1174 w 1293"/>
                <a:gd name="T13" fmla="*/ 642 h 843"/>
                <a:gd name="T14" fmla="*/ 1160 w 1293"/>
                <a:gd name="T15" fmla="*/ 658 h 843"/>
                <a:gd name="T16" fmla="*/ 1144 w 1293"/>
                <a:gd name="T17" fmla="*/ 683 h 843"/>
                <a:gd name="T18" fmla="*/ 1130 w 1293"/>
                <a:gd name="T19" fmla="*/ 711 h 843"/>
                <a:gd name="T20" fmla="*/ 1095 w 1293"/>
                <a:gd name="T21" fmla="*/ 756 h 843"/>
                <a:gd name="T22" fmla="*/ 1043 w 1293"/>
                <a:gd name="T23" fmla="*/ 782 h 843"/>
                <a:gd name="T24" fmla="*/ 1009 w 1293"/>
                <a:gd name="T25" fmla="*/ 781 h 843"/>
                <a:gd name="T26" fmla="*/ 985 w 1293"/>
                <a:gd name="T27" fmla="*/ 772 h 843"/>
                <a:gd name="T28" fmla="*/ 950 w 1293"/>
                <a:gd name="T29" fmla="*/ 765 h 843"/>
                <a:gd name="T30" fmla="*/ 914 w 1293"/>
                <a:gd name="T31" fmla="*/ 741 h 843"/>
                <a:gd name="T32" fmla="*/ 895 w 1293"/>
                <a:gd name="T33" fmla="*/ 697 h 843"/>
                <a:gd name="T34" fmla="*/ 878 w 1293"/>
                <a:gd name="T35" fmla="*/ 674 h 843"/>
                <a:gd name="T36" fmla="*/ 829 w 1293"/>
                <a:gd name="T37" fmla="*/ 662 h 843"/>
                <a:gd name="T38" fmla="*/ 807 w 1293"/>
                <a:gd name="T39" fmla="*/ 677 h 843"/>
                <a:gd name="T40" fmla="*/ 776 w 1293"/>
                <a:gd name="T41" fmla="*/ 687 h 843"/>
                <a:gd name="T42" fmla="*/ 753 w 1293"/>
                <a:gd name="T43" fmla="*/ 685 h 843"/>
                <a:gd name="T44" fmla="*/ 718 w 1293"/>
                <a:gd name="T45" fmla="*/ 658 h 843"/>
                <a:gd name="T46" fmla="*/ 704 w 1293"/>
                <a:gd name="T47" fmla="*/ 620 h 843"/>
                <a:gd name="T48" fmla="*/ 699 w 1293"/>
                <a:gd name="T49" fmla="*/ 599 h 843"/>
                <a:gd name="T50" fmla="*/ 691 w 1293"/>
                <a:gd name="T51" fmla="*/ 597 h 843"/>
                <a:gd name="T52" fmla="*/ 680 w 1293"/>
                <a:gd name="T53" fmla="*/ 595 h 843"/>
                <a:gd name="T54" fmla="*/ 669 w 1293"/>
                <a:gd name="T55" fmla="*/ 589 h 843"/>
                <a:gd name="T56" fmla="*/ 633 w 1293"/>
                <a:gd name="T57" fmla="*/ 567 h 843"/>
                <a:gd name="T58" fmla="*/ 596 w 1293"/>
                <a:gd name="T59" fmla="*/ 530 h 843"/>
                <a:gd name="T60" fmla="*/ 581 w 1293"/>
                <a:gd name="T61" fmla="*/ 510 h 843"/>
                <a:gd name="T62" fmla="*/ 547 w 1293"/>
                <a:gd name="T63" fmla="*/ 479 h 843"/>
                <a:gd name="T64" fmla="*/ 515 w 1293"/>
                <a:gd name="T65" fmla="*/ 465 h 843"/>
                <a:gd name="T66" fmla="*/ 509 w 1293"/>
                <a:gd name="T67" fmla="*/ 474 h 843"/>
                <a:gd name="T68" fmla="*/ 551 w 1293"/>
                <a:gd name="T69" fmla="*/ 514 h 843"/>
                <a:gd name="T70" fmla="*/ 569 w 1293"/>
                <a:gd name="T71" fmla="*/ 559 h 843"/>
                <a:gd name="T72" fmla="*/ 583 w 1293"/>
                <a:gd name="T73" fmla="*/ 597 h 843"/>
                <a:gd name="T74" fmla="*/ 587 w 1293"/>
                <a:gd name="T75" fmla="*/ 619 h 843"/>
                <a:gd name="T76" fmla="*/ 594 w 1293"/>
                <a:gd name="T77" fmla="*/ 656 h 843"/>
                <a:gd name="T78" fmla="*/ 582 w 1293"/>
                <a:gd name="T79" fmla="*/ 705 h 843"/>
                <a:gd name="T80" fmla="*/ 585 w 1293"/>
                <a:gd name="T81" fmla="*/ 731 h 843"/>
                <a:gd name="T82" fmla="*/ 587 w 1293"/>
                <a:gd name="T83" fmla="*/ 756 h 843"/>
                <a:gd name="T84" fmla="*/ 595 w 1293"/>
                <a:gd name="T85" fmla="*/ 782 h 843"/>
                <a:gd name="T86" fmla="*/ 626 w 1293"/>
                <a:gd name="T87" fmla="*/ 804 h 843"/>
                <a:gd name="T88" fmla="*/ 645 w 1293"/>
                <a:gd name="T89" fmla="*/ 843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93" h="843">
                  <a:moveTo>
                    <a:pt x="0" y="0"/>
                  </a:moveTo>
                  <a:lnTo>
                    <a:pt x="1293" y="0"/>
                  </a:lnTo>
                  <a:lnTo>
                    <a:pt x="1293" y="499"/>
                  </a:lnTo>
                  <a:lnTo>
                    <a:pt x="1290" y="503"/>
                  </a:lnTo>
                  <a:lnTo>
                    <a:pt x="1286" y="508"/>
                  </a:lnTo>
                  <a:lnTo>
                    <a:pt x="1280" y="512"/>
                  </a:lnTo>
                  <a:lnTo>
                    <a:pt x="1277" y="517"/>
                  </a:lnTo>
                  <a:lnTo>
                    <a:pt x="1274" y="519"/>
                  </a:lnTo>
                  <a:lnTo>
                    <a:pt x="1268" y="524"/>
                  </a:lnTo>
                  <a:lnTo>
                    <a:pt x="1260" y="530"/>
                  </a:lnTo>
                  <a:lnTo>
                    <a:pt x="1251" y="537"/>
                  </a:lnTo>
                  <a:lnTo>
                    <a:pt x="1238" y="541"/>
                  </a:lnTo>
                  <a:lnTo>
                    <a:pt x="1223" y="542"/>
                  </a:lnTo>
                  <a:lnTo>
                    <a:pt x="1221" y="543"/>
                  </a:lnTo>
                  <a:lnTo>
                    <a:pt x="1220" y="558"/>
                  </a:lnTo>
                  <a:lnTo>
                    <a:pt x="1216" y="575"/>
                  </a:lnTo>
                  <a:lnTo>
                    <a:pt x="1208" y="591"/>
                  </a:lnTo>
                  <a:lnTo>
                    <a:pt x="1201" y="605"/>
                  </a:lnTo>
                  <a:lnTo>
                    <a:pt x="1192" y="619"/>
                  </a:lnTo>
                  <a:lnTo>
                    <a:pt x="1182" y="632"/>
                  </a:lnTo>
                  <a:lnTo>
                    <a:pt x="1174" y="642"/>
                  </a:lnTo>
                  <a:lnTo>
                    <a:pt x="1166" y="651"/>
                  </a:lnTo>
                  <a:lnTo>
                    <a:pt x="1162" y="656"/>
                  </a:lnTo>
                  <a:lnTo>
                    <a:pt x="1160" y="658"/>
                  </a:lnTo>
                  <a:lnTo>
                    <a:pt x="1156" y="663"/>
                  </a:lnTo>
                  <a:lnTo>
                    <a:pt x="1150" y="673"/>
                  </a:lnTo>
                  <a:lnTo>
                    <a:pt x="1144" y="683"/>
                  </a:lnTo>
                  <a:lnTo>
                    <a:pt x="1138" y="694"/>
                  </a:lnTo>
                  <a:lnTo>
                    <a:pt x="1133" y="704"/>
                  </a:lnTo>
                  <a:lnTo>
                    <a:pt x="1130" y="711"/>
                  </a:lnTo>
                  <a:lnTo>
                    <a:pt x="1123" y="728"/>
                  </a:lnTo>
                  <a:lnTo>
                    <a:pt x="1111" y="743"/>
                  </a:lnTo>
                  <a:lnTo>
                    <a:pt x="1095" y="756"/>
                  </a:lnTo>
                  <a:lnTo>
                    <a:pt x="1079" y="767"/>
                  </a:lnTo>
                  <a:lnTo>
                    <a:pt x="1060" y="776"/>
                  </a:lnTo>
                  <a:lnTo>
                    <a:pt x="1043" y="782"/>
                  </a:lnTo>
                  <a:lnTo>
                    <a:pt x="1027" y="784"/>
                  </a:lnTo>
                  <a:lnTo>
                    <a:pt x="1027" y="784"/>
                  </a:lnTo>
                  <a:lnTo>
                    <a:pt x="1009" y="781"/>
                  </a:lnTo>
                  <a:lnTo>
                    <a:pt x="993" y="773"/>
                  </a:lnTo>
                  <a:lnTo>
                    <a:pt x="989" y="773"/>
                  </a:lnTo>
                  <a:lnTo>
                    <a:pt x="985" y="772"/>
                  </a:lnTo>
                  <a:lnTo>
                    <a:pt x="974" y="771"/>
                  </a:lnTo>
                  <a:lnTo>
                    <a:pt x="962" y="769"/>
                  </a:lnTo>
                  <a:lnTo>
                    <a:pt x="950" y="765"/>
                  </a:lnTo>
                  <a:lnTo>
                    <a:pt x="937" y="760"/>
                  </a:lnTo>
                  <a:lnTo>
                    <a:pt x="924" y="751"/>
                  </a:lnTo>
                  <a:lnTo>
                    <a:pt x="914" y="741"/>
                  </a:lnTo>
                  <a:lnTo>
                    <a:pt x="905" y="726"/>
                  </a:lnTo>
                  <a:lnTo>
                    <a:pt x="900" y="712"/>
                  </a:lnTo>
                  <a:lnTo>
                    <a:pt x="895" y="697"/>
                  </a:lnTo>
                  <a:lnTo>
                    <a:pt x="891" y="687"/>
                  </a:lnTo>
                  <a:lnTo>
                    <a:pt x="887" y="676"/>
                  </a:lnTo>
                  <a:lnTo>
                    <a:pt x="878" y="674"/>
                  </a:lnTo>
                  <a:lnTo>
                    <a:pt x="868" y="673"/>
                  </a:lnTo>
                  <a:lnTo>
                    <a:pt x="849" y="669"/>
                  </a:lnTo>
                  <a:lnTo>
                    <a:pt x="829" y="662"/>
                  </a:lnTo>
                  <a:lnTo>
                    <a:pt x="828" y="663"/>
                  </a:lnTo>
                  <a:lnTo>
                    <a:pt x="819" y="670"/>
                  </a:lnTo>
                  <a:lnTo>
                    <a:pt x="807" y="677"/>
                  </a:lnTo>
                  <a:lnTo>
                    <a:pt x="794" y="682"/>
                  </a:lnTo>
                  <a:lnTo>
                    <a:pt x="779" y="687"/>
                  </a:lnTo>
                  <a:lnTo>
                    <a:pt x="776" y="687"/>
                  </a:lnTo>
                  <a:lnTo>
                    <a:pt x="773" y="687"/>
                  </a:lnTo>
                  <a:lnTo>
                    <a:pt x="771" y="687"/>
                  </a:lnTo>
                  <a:lnTo>
                    <a:pt x="753" y="685"/>
                  </a:lnTo>
                  <a:lnTo>
                    <a:pt x="738" y="678"/>
                  </a:lnTo>
                  <a:lnTo>
                    <a:pt x="727" y="670"/>
                  </a:lnTo>
                  <a:lnTo>
                    <a:pt x="718" y="658"/>
                  </a:lnTo>
                  <a:lnTo>
                    <a:pt x="711" y="645"/>
                  </a:lnTo>
                  <a:lnTo>
                    <a:pt x="707" y="633"/>
                  </a:lnTo>
                  <a:lnTo>
                    <a:pt x="704" y="620"/>
                  </a:lnTo>
                  <a:lnTo>
                    <a:pt x="701" y="610"/>
                  </a:lnTo>
                  <a:lnTo>
                    <a:pt x="699" y="600"/>
                  </a:lnTo>
                  <a:lnTo>
                    <a:pt x="699" y="599"/>
                  </a:lnTo>
                  <a:lnTo>
                    <a:pt x="696" y="598"/>
                  </a:lnTo>
                  <a:lnTo>
                    <a:pt x="693" y="598"/>
                  </a:lnTo>
                  <a:lnTo>
                    <a:pt x="691" y="597"/>
                  </a:lnTo>
                  <a:lnTo>
                    <a:pt x="689" y="597"/>
                  </a:lnTo>
                  <a:lnTo>
                    <a:pt x="685" y="596"/>
                  </a:lnTo>
                  <a:lnTo>
                    <a:pt x="680" y="595"/>
                  </a:lnTo>
                  <a:lnTo>
                    <a:pt x="678" y="594"/>
                  </a:lnTo>
                  <a:lnTo>
                    <a:pt x="675" y="593"/>
                  </a:lnTo>
                  <a:lnTo>
                    <a:pt x="669" y="589"/>
                  </a:lnTo>
                  <a:lnTo>
                    <a:pt x="658" y="584"/>
                  </a:lnTo>
                  <a:lnTo>
                    <a:pt x="645" y="577"/>
                  </a:lnTo>
                  <a:lnTo>
                    <a:pt x="633" y="567"/>
                  </a:lnTo>
                  <a:lnTo>
                    <a:pt x="619" y="557"/>
                  </a:lnTo>
                  <a:lnTo>
                    <a:pt x="606" y="544"/>
                  </a:lnTo>
                  <a:lnTo>
                    <a:pt x="596" y="530"/>
                  </a:lnTo>
                  <a:lnTo>
                    <a:pt x="587" y="516"/>
                  </a:lnTo>
                  <a:lnTo>
                    <a:pt x="584" y="512"/>
                  </a:lnTo>
                  <a:lnTo>
                    <a:pt x="581" y="510"/>
                  </a:lnTo>
                  <a:lnTo>
                    <a:pt x="570" y="502"/>
                  </a:lnTo>
                  <a:lnTo>
                    <a:pt x="559" y="491"/>
                  </a:lnTo>
                  <a:lnTo>
                    <a:pt x="547" y="479"/>
                  </a:lnTo>
                  <a:lnTo>
                    <a:pt x="539" y="474"/>
                  </a:lnTo>
                  <a:lnTo>
                    <a:pt x="527" y="469"/>
                  </a:lnTo>
                  <a:lnTo>
                    <a:pt x="515" y="465"/>
                  </a:lnTo>
                  <a:lnTo>
                    <a:pt x="496" y="457"/>
                  </a:lnTo>
                  <a:lnTo>
                    <a:pt x="503" y="467"/>
                  </a:lnTo>
                  <a:lnTo>
                    <a:pt x="509" y="474"/>
                  </a:lnTo>
                  <a:lnTo>
                    <a:pt x="525" y="485"/>
                  </a:lnTo>
                  <a:lnTo>
                    <a:pt x="540" y="499"/>
                  </a:lnTo>
                  <a:lnTo>
                    <a:pt x="551" y="514"/>
                  </a:lnTo>
                  <a:lnTo>
                    <a:pt x="560" y="531"/>
                  </a:lnTo>
                  <a:lnTo>
                    <a:pt x="564" y="551"/>
                  </a:lnTo>
                  <a:lnTo>
                    <a:pt x="569" y="559"/>
                  </a:lnTo>
                  <a:lnTo>
                    <a:pt x="576" y="569"/>
                  </a:lnTo>
                  <a:lnTo>
                    <a:pt x="581" y="582"/>
                  </a:lnTo>
                  <a:lnTo>
                    <a:pt x="583" y="597"/>
                  </a:lnTo>
                  <a:lnTo>
                    <a:pt x="582" y="603"/>
                  </a:lnTo>
                  <a:lnTo>
                    <a:pt x="582" y="610"/>
                  </a:lnTo>
                  <a:lnTo>
                    <a:pt x="587" y="619"/>
                  </a:lnTo>
                  <a:lnTo>
                    <a:pt x="590" y="630"/>
                  </a:lnTo>
                  <a:lnTo>
                    <a:pt x="593" y="641"/>
                  </a:lnTo>
                  <a:lnTo>
                    <a:pt x="594" y="656"/>
                  </a:lnTo>
                  <a:lnTo>
                    <a:pt x="593" y="672"/>
                  </a:lnTo>
                  <a:lnTo>
                    <a:pt x="588" y="688"/>
                  </a:lnTo>
                  <a:lnTo>
                    <a:pt x="582" y="705"/>
                  </a:lnTo>
                  <a:lnTo>
                    <a:pt x="582" y="713"/>
                  </a:lnTo>
                  <a:lnTo>
                    <a:pt x="584" y="724"/>
                  </a:lnTo>
                  <a:lnTo>
                    <a:pt x="585" y="731"/>
                  </a:lnTo>
                  <a:lnTo>
                    <a:pt x="586" y="742"/>
                  </a:lnTo>
                  <a:lnTo>
                    <a:pt x="587" y="751"/>
                  </a:lnTo>
                  <a:lnTo>
                    <a:pt x="587" y="756"/>
                  </a:lnTo>
                  <a:lnTo>
                    <a:pt x="588" y="766"/>
                  </a:lnTo>
                  <a:lnTo>
                    <a:pt x="589" y="779"/>
                  </a:lnTo>
                  <a:lnTo>
                    <a:pt x="595" y="782"/>
                  </a:lnTo>
                  <a:lnTo>
                    <a:pt x="599" y="785"/>
                  </a:lnTo>
                  <a:lnTo>
                    <a:pt x="613" y="793"/>
                  </a:lnTo>
                  <a:lnTo>
                    <a:pt x="626" y="804"/>
                  </a:lnTo>
                  <a:lnTo>
                    <a:pt x="637" y="816"/>
                  </a:lnTo>
                  <a:lnTo>
                    <a:pt x="643" y="828"/>
                  </a:lnTo>
                  <a:lnTo>
                    <a:pt x="645" y="843"/>
                  </a:lnTo>
                  <a:lnTo>
                    <a:pt x="0" y="843"/>
                  </a:lnTo>
                  <a:lnTo>
                    <a:pt x="0"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8" name="Freeform 27"/>
            <p:cNvSpPr>
              <a:spLocks/>
            </p:cNvSpPr>
            <p:nvPr/>
          </p:nvSpPr>
          <p:spPr bwMode="auto">
            <a:xfrm>
              <a:off x="3290" y="1423"/>
              <a:ext cx="184" cy="120"/>
            </a:xfrm>
            <a:custGeom>
              <a:avLst/>
              <a:gdLst>
                <a:gd name="T0" fmla="*/ 1283 w 1293"/>
                <a:gd name="T1" fmla="*/ 393 h 843"/>
                <a:gd name="T2" fmla="*/ 1262 w 1293"/>
                <a:gd name="T3" fmla="*/ 419 h 843"/>
                <a:gd name="T4" fmla="*/ 1254 w 1293"/>
                <a:gd name="T5" fmla="*/ 466 h 843"/>
                <a:gd name="T6" fmla="*/ 1229 w 1293"/>
                <a:gd name="T7" fmla="*/ 490 h 843"/>
                <a:gd name="T8" fmla="*/ 1195 w 1293"/>
                <a:gd name="T9" fmla="*/ 493 h 843"/>
                <a:gd name="T10" fmla="*/ 1149 w 1293"/>
                <a:gd name="T11" fmla="*/ 498 h 843"/>
                <a:gd name="T12" fmla="*/ 1154 w 1293"/>
                <a:gd name="T13" fmla="*/ 513 h 843"/>
                <a:gd name="T14" fmla="*/ 1169 w 1293"/>
                <a:gd name="T15" fmla="*/ 543 h 843"/>
                <a:gd name="T16" fmla="*/ 1158 w 1293"/>
                <a:gd name="T17" fmla="*/ 576 h 843"/>
                <a:gd name="T18" fmla="*/ 1129 w 1293"/>
                <a:gd name="T19" fmla="*/ 616 h 843"/>
                <a:gd name="T20" fmla="*/ 1102 w 1293"/>
                <a:gd name="T21" fmla="*/ 654 h 843"/>
                <a:gd name="T22" fmla="*/ 1081 w 1293"/>
                <a:gd name="T23" fmla="*/ 698 h 843"/>
                <a:gd name="T24" fmla="*/ 1053 w 1293"/>
                <a:gd name="T25" fmla="*/ 723 h 843"/>
                <a:gd name="T26" fmla="*/ 1019 w 1293"/>
                <a:gd name="T27" fmla="*/ 730 h 843"/>
                <a:gd name="T28" fmla="*/ 979 w 1293"/>
                <a:gd name="T29" fmla="*/ 720 h 843"/>
                <a:gd name="T30" fmla="*/ 945 w 1293"/>
                <a:gd name="T31" fmla="*/ 689 h 843"/>
                <a:gd name="T32" fmla="*/ 917 w 1293"/>
                <a:gd name="T33" fmla="*/ 634 h 843"/>
                <a:gd name="T34" fmla="*/ 863 w 1293"/>
                <a:gd name="T35" fmla="*/ 619 h 843"/>
                <a:gd name="T36" fmla="*/ 817 w 1293"/>
                <a:gd name="T37" fmla="*/ 611 h 843"/>
                <a:gd name="T38" fmla="*/ 773 w 1293"/>
                <a:gd name="T39" fmla="*/ 636 h 843"/>
                <a:gd name="T40" fmla="*/ 753 w 1293"/>
                <a:gd name="T41" fmla="*/ 614 h 843"/>
                <a:gd name="T42" fmla="*/ 745 w 1293"/>
                <a:gd name="T43" fmla="*/ 569 h 843"/>
                <a:gd name="T44" fmla="*/ 707 w 1293"/>
                <a:gd name="T45" fmla="*/ 548 h 843"/>
                <a:gd name="T46" fmla="*/ 680 w 1293"/>
                <a:gd name="T47" fmla="*/ 539 h 843"/>
                <a:gd name="T48" fmla="*/ 639 w 1293"/>
                <a:gd name="T49" fmla="*/ 505 h 843"/>
                <a:gd name="T50" fmla="*/ 614 w 1293"/>
                <a:gd name="T51" fmla="*/ 471 h 843"/>
                <a:gd name="T52" fmla="*/ 581 w 1293"/>
                <a:gd name="T53" fmla="*/ 439 h 843"/>
                <a:gd name="T54" fmla="*/ 521 w 1293"/>
                <a:gd name="T55" fmla="*/ 412 h 843"/>
                <a:gd name="T56" fmla="*/ 479 w 1293"/>
                <a:gd name="T57" fmla="*/ 383 h 843"/>
                <a:gd name="T58" fmla="*/ 464 w 1293"/>
                <a:gd name="T59" fmla="*/ 343 h 843"/>
                <a:gd name="T60" fmla="*/ 480 w 1293"/>
                <a:gd name="T61" fmla="*/ 278 h 843"/>
                <a:gd name="T62" fmla="*/ 456 w 1293"/>
                <a:gd name="T63" fmla="*/ 254 h 843"/>
                <a:gd name="T64" fmla="*/ 437 w 1293"/>
                <a:gd name="T65" fmla="*/ 232 h 843"/>
                <a:gd name="T66" fmla="*/ 462 w 1293"/>
                <a:gd name="T67" fmla="*/ 212 h 843"/>
                <a:gd name="T68" fmla="*/ 447 w 1293"/>
                <a:gd name="T69" fmla="*/ 185 h 843"/>
                <a:gd name="T70" fmla="*/ 418 w 1293"/>
                <a:gd name="T71" fmla="*/ 189 h 843"/>
                <a:gd name="T72" fmla="*/ 395 w 1293"/>
                <a:gd name="T73" fmla="*/ 208 h 843"/>
                <a:gd name="T74" fmla="*/ 376 w 1293"/>
                <a:gd name="T75" fmla="*/ 247 h 843"/>
                <a:gd name="T76" fmla="*/ 389 w 1293"/>
                <a:gd name="T77" fmla="*/ 284 h 843"/>
                <a:gd name="T78" fmla="*/ 404 w 1293"/>
                <a:gd name="T79" fmla="*/ 327 h 843"/>
                <a:gd name="T80" fmla="*/ 388 w 1293"/>
                <a:gd name="T81" fmla="*/ 390 h 843"/>
                <a:gd name="T82" fmla="*/ 421 w 1293"/>
                <a:gd name="T83" fmla="*/ 439 h 843"/>
                <a:gd name="T84" fmla="*/ 458 w 1293"/>
                <a:gd name="T85" fmla="*/ 492 h 843"/>
                <a:gd name="T86" fmla="*/ 487 w 1293"/>
                <a:gd name="T87" fmla="*/ 521 h 843"/>
                <a:gd name="T88" fmla="*/ 512 w 1293"/>
                <a:gd name="T89" fmla="*/ 557 h 843"/>
                <a:gd name="T90" fmla="*/ 529 w 1293"/>
                <a:gd name="T91" fmla="*/ 591 h 843"/>
                <a:gd name="T92" fmla="*/ 526 w 1293"/>
                <a:gd name="T93" fmla="*/ 615 h 843"/>
                <a:gd name="T94" fmla="*/ 535 w 1293"/>
                <a:gd name="T95" fmla="*/ 630 h 843"/>
                <a:gd name="T96" fmla="*/ 542 w 1293"/>
                <a:gd name="T97" fmla="*/ 662 h 843"/>
                <a:gd name="T98" fmla="*/ 530 w 1293"/>
                <a:gd name="T99" fmla="*/ 699 h 843"/>
                <a:gd name="T100" fmla="*/ 536 w 1293"/>
                <a:gd name="T101" fmla="*/ 749 h 843"/>
                <a:gd name="T102" fmla="*/ 545 w 1293"/>
                <a:gd name="T103" fmla="*/ 808 h 843"/>
                <a:gd name="T104" fmla="*/ 594 w 1293"/>
                <a:gd name="T105" fmla="*/ 843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93" h="843">
                  <a:moveTo>
                    <a:pt x="0" y="0"/>
                  </a:moveTo>
                  <a:lnTo>
                    <a:pt x="1293" y="0"/>
                  </a:lnTo>
                  <a:lnTo>
                    <a:pt x="1293" y="385"/>
                  </a:lnTo>
                  <a:lnTo>
                    <a:pt x="1283" y="393"/>
                  </a:lnTo>
                  <a:lnTo>
                    <a:pt x="1274" y="400"/>
                  </a:lnTo>
                  <a:lnTo>
                    <a:pt x="1268" y="408"/>
                  </a:lnTo>
                  <a:lnTo>
                    <a:pt x="1263" y="413"/>
                  </a:lnTo>
                  <a:lnTo>
                    <a:pt x="1262" y="419"/>
                  </a:lnTo>
                  <a:lnTo>
                    <a:pt x="1261" y="430"/>
                  </a:lnTo>
                  <a:lnTo>
                    <a:pt x="1260" y="443"/>
                  </a:lnTo>
                  <a:lnTo>
                    <a:pt x="1258" y="454"/>
                  </a:lnTo>
                  <a:lnTo>
                    <a:pt x="1254" y="466"/>
                  </a:lnTo>
                  <a:lnTo>
                    <a:pt x="1248" y="473"/>
                  </a:lnTo>
                  <a:lnTo>
                    <a:pt x="1240" y="481"/>
                  </a:lnTo>
                  <a:lnTo>
                    <a:pt x="1234" y="487"/>
                  </a:lnTo>
                  <a:lnTo>
                    <a:pt x="1229" y="490"/>
                  </a:lnTo>
                  <a:lnTo>
                    <a:pt x="1223" y="491"/>
                  </a:lnTo>
                  <a:lnTo>
                    <a:pt x="1217" y="491"/>
                  </a:lnTo>
                  <a:lnTo>
                    <a:pt x="1207" y="492"/>
                  </a:lnTo>
                  <a:lnTo>
                    <a:pt x="1195" y="493"/>
                  </a:lnTo>
                  <a:lnTo>
                    <a:pt x="1181" y="494"/>
                  </a:lnTo>
                  <a:lnTo>
                    <a:pt x="1168" y="496"/>
                  </a:lnTo>
                  <a:lnTo>
                    <a:pt x="1157" y="498"/>
                  </a:lnTo>
                  <a:lnTo>
                    <a:pt x="1149" y="498"/>
                  </a:lnTo>
                  <a:lnTo>
                    <a:pt x="1146" y="499"/>
                  </a:lnTo>
                  <a:lnTo>
                    <a:pt x="1147" y="501"/>
                  </a:lnTo>
                  <a:lnTo>
                    <a:pt x="1149" y="506"/>
                  </a:lnTo>
                  <a:lnTo>
                    <a:pt x="1154" y="513"/>
                  </a:lnTo>
                  <a:lnTo>
                    <a:pt x="1157" y="522"/>
                  </a:lnTo>
                  <a:lnTo>
                    <a:pt x="1161" y="530"/>
                  </a:lnTo>
                  <a:lnTo>
                    <a:pt x="1165" y="538"/>
                  </a:lnTo>
                  <a:lnTo>
                    <a:pt x="1169" y="543"/>
                  </a:lnTo>
                  <a:lnTo>
                    <a:pt x="1169" y="548"/>
                  </a:lnTo>
                  <a:lnTo>
                    <a:pt x="1167" y="556"/>
                  </a:lnTo>
                  <a:lnTo>
                    <a:pt x="1163" y="565"/>
                  </a:lnTo>
                  <a:lnTo>
                    <a:pt x="1158" y="576"/>
                  </a:lnTo>
                  <a:lnTo>
                    <a:pt x="1150" y="586"/>
                  </a:lnTo>
                  <a:lnTo>
                    <a:pt x="1143" y="598"/>
                  </a:lnTo>
                  <a:lnTo>
                    <a:pt x="1136" y="607"/>
                  </a:lnTo>
                  <a:lnTo>
                    <a:pt x="1129" y="616"/>
                  </a:lnTo>
                  <a:lnTo>
                    <a:pt x="1124" y="622"/>
                  </a:lnTo>
                  <a:lnTo>
                    <a:pt x="1118" y="630"/>
                  </a:lnTo>
                  <a:lnTo>
                    <a:pt x="1109" y="641"/>
                  </a:lnTo>
                  <a:lnTo>
                    <a:pt x="1102" y="654"/>
                  </a:lnTo>
                  <a:lnTo>
                    <a:pt x="1094" y="668"/>
                  </a:lnTo>
                  <a:lnTo>
                    <a:pt x="1088" y="681"/>
                  </a:lnTo>
                  <a:lnTo>
                    <a:pt x="1083" y="692"/>
                  </a:lnTo>
                  <a:lnTo>
                    <a:pt x="1081" y="698"/>
                  </a:lnTo>
                  <a:lnTo>
                    <a:pt x="1077" y="704"/>
                  </a:lnTo>
                  <a:lnTo>
                    <a:pt x="1072" y="710"/>
                  </a:lnTo>
                  <a:lnTo>
                    <a:pt x="1064" y="716"/>
                  </a:lnTo>
                  <a:lnTo>
                    <a:pt x="1053" y="723"/>
                  </a:lnTo>
                  <a:lnTo>
                    <a:pt x="1044" y="728"/>
                  </a:lnTo>
                  <a:lnTo>
                    <a:pt x="1034" y="732"/>
                  </a:lnTo>
                  <a:lnTo>
                    <a:pt x="1026" y="732"/>
                  </a:lnTo>
                  <a:lnTo>
                    <a:pt x="1019" y="730"/>
                  </a:lnTo>
                  <a:lnTo>
                    <a:pt x="1013" y="727"/>
                  </a:lnTo>
                  <a:lnTo>
                    <a:pt x="1002" y="724"/>
                  </a:lnTo>
                  <a:lnTo>
                    <a:pt x="991" y="723"/>
                  </a:lnTo>
                  <a:lnTo>
                    <a:pt x="979" y="720"/>
                  </a:lnTo>
                  <a:lnTo>
                    <a:pt x="968" y="717"/>
                  </a:lnTo>
                  <a:lnTo>
                    <a:pt x="958" y="713"/>
                  </a:lnTo>
                  <a:lnTo>
                    <a:pt x="952" y="706"/>
                  </a:lnTo>
                  <a:lnTo>
                    <a:pt x="945" y="689"/>
                  </a:lnTo>
                  <a:lnTo>
                    <a:pt x="940" y="672"/>
                  </a:lnTo>
                  <a:lnTo>
                    <a:pt x="934" y="655"/>
                  </a:lnTo>
                  <a:lnTo>
                    <a:pt x="924" y="640"/>
                  </a:lnTo>
                  <a:lnTo>
                    <a:pt x="917" y="634"/>
                  </a:lnTo>
                  <a:lnTo>
                    <a:pt x="905" y="629"/>
                  </a:lnTo>
                  <a:lnTo>
                    <a:pt x="893" y="625"/>
                  </a:lnTo>
                  <a:lnTo>
                    <a:pt x="878" y="622"/>
                  </a:lnTo>
                  <a:lnTo>
                    <a:pt x="863" y="619"/>
                  </a:lnTo>
                  <a:lnTo>
                    <a:pt x="850" y="616"/>
                  </a:lnTo>
                  <a:lnTo>
                    <a:pt x="839" y="611"/>
                  </a:lnTo>
                  <a:lnTo>
                    <a:pt x="827" y="607"/>
                  </a:lnTo>
                  <a:lnTo>
                    <a:pt x="817" y="611"/>
                  </a:lnTo>
                  <a:lnTo>
                    <a:pt x="805" y="617"/>
                  </a:lnTo>
                  <a:lnTo>
                    <a:pt x="794" y="625"/>
                  </a:lnTo>
                  <a:lnTo>
                    <a:pt x="784" y="632"/>
                  </a:lnTo>
                  <a:lnTo>
                    <a:pt x="773" y="636"/>
                  </a:lnTo>
                  <a:lnTo>
                    <a:pt x="766" y="635"/>
                  </a:lnTo>
                  <a:lnTo>
                    <a:pt x="761" y="631"/>
                  </a:lnTo>
                  <a:lnTo>
                    <a:pt x="756" y="623"/>
                  </a:lnTo>
                  <a:lnTo>
                    <a:pt x="753" y="614"/>
                  </a:lnTo>
                  <a:lnTo>
                    <a:pt x="752" y="603"/>
                  </a:lnTo>
                  <a:lnTo>
                    <a:pt x="750" y="592"/>
                  </a:lnTo>
                  <a:lnTo>
                    <a:pt x="748" y="579"/>
                  </a:lnTo>
                  <a:lnTo>
                    <a:pt x="745" y="569"/>
                  </a:lnTo>
                  <a:lnTo>
                    <a:pt x="736" y="561"/>
                  </a:lnTo>
                  <a:lnTo>
                    <a:pt x="727" y="556"/>
                  </a:lnTo>
                  <a:lnTo>
                    <a:pt x="717" y="551"/>
                  </a:lnTo>
                  <a:lnTo>
                    <a:pt x="707" y="548"/>
                  </a:lnTo>
                  <a:lnTo>
                    <a:pt x="699" y="547"/>
                  </a:lnTo>
                  <a:lnTo>
                    <a:pt x="694" y="545"/>
                  </a:lnTo>
                  <a:lnTo>
                    <a:pt x="689" y="543"/>
                  </a:lnTo>
                  <a:lnTo>
                    <a:pt x="680" y="539"/>
                  </a:lnTo>
                  <a:lnTo>
                    <a:pt x="670" y="531"/>
                  </a:lnTo>
                  <a:lnTo>
                    <a:pt x="658" y="523"/>
                  </a:lnTo>
                  <a:lnTo>
                    <a:pt x="648" y="514"/>
                  </a:lnTo>
                  <a:lnTo>
                    <a:pt x="639" y="505"/>
                  </a:lnTo>
                  <a:lnTo>
                    <a:pt x="635" y="495"/>
                  </a:lnTo>
                  <a:lnTo>
                    <a:pt x="631" y="487"/>
                  </a:lnTo>
                  <a:lnTo>
                    <a:pt x="623" y="479"/>
                  </a:lnTo>
                  <a:lnTo>
                    <a:pt x="614" y="471"/>
                  </a:lnTo>
                  <a:lnTo>
                    <a:pt x="604" y="464"/>
                  </a:lnTo>
                  <a:lnTo>
                    <a:pt x="595" y="455"/>
                  </a:lnTo>
                  <a:lnTo>
                    <a:pt x="587" y="447"/>
                  </a:lnTo>
                  <a:lnTo>
                    <a:pt x="581" y="439"/>
                  </a:lnTo>
                  <a:lnTo>
                    <a:pt x="569" y="432"/>
                  </a:lnTo>
                  <a:lnTo>
                    <a:pt x="555" y="426"/>
                  </a:lnTo>
                  <a:lnTo>
                    <a:pt x="538" y="418"/>
                  </a:lnTo>
                  <a:lnTo>
                    <a:pt x="521" y="412"/>
                  </a:lnTo>
                  <a:lnTo>
                    <a:pt x="506" y="406"/>
                  </a:lnTo>
                  <a:lnTo>
                    <a:pt x="494" y="399"/>
                  </a:lnTo>
                  <a:lnTo>
                    <a:pt x="486" y="393"/>
                  </a:lnTo>
                  <a:lnTo>
                    <a:pt x="479" y="383"/>
                  </a:lnTo>
                  <a:lnTo>
                    <a:pt x="472" y="375"/>
                  </a:lnTo>
                  <a:lnTo>
                    <a:pt x="468" y="367"/>
                  </a:lnTo>
                  <a:lnTo>
                    <a:pt x="465" y="356"/>
                  </a:lnTo>
                  <a:lnTo>
                    <a:pt x="464" y="343"/>
                  </a:lnTo>
                  <a:lnTo>
                    <a:pt x="465" y="324"/>
                  </a:lnTo>
                  <a:lnTo>
                    <a:pt x="469" y="306"/>
                  </a:lnTo>
                  <a:lnTo>
                    <a:pt x="474" y="291"/>
                  </a:lnTo>
                  <a:lnTo>
                    <a:pt x="480" y="278"/>
                  </a:lnTo>
                  <a:lnTo>
                    <a:pt x="480" y="273"/>
                  </a:lnTo>
                  <a:lnTo>
                    <a:pt x="474" y="266"/>
                  </a:lnTo>
                  <a:lnTo>
                    <a:pt x="466" y="259"/>
                  </a:lnTo>
                  <a:lnTo>
                    <a:pt x="456" y="254"/>
                  </a:lnTo>
                  <a:lnTo>
                    <a:pt x="447" y="247"/>
                  </a:lnTo>
                  <a:lnTo>
                    <a:pt x="439" y="242"/>
                  </a:lnTo>
                  <a:lnTo>
                    <a:pt x="436" y="238"/>
                  </a:lnTo>
                  <a:lnTo>
                    <a:pt x="437" y="232"/>
                  </a:lnTo>
                  <a:lnTo>
                    <a:pt x="443" y="229"/>
                  </a:lnTo>
                  <a:lnTo>
                    <a:pt x="449" y="225"/>
                  </a:lnTo>
                  <a:lnTo>
                    <a:pt x="455" y="220"/>
                  </a:lnTo>
                  <a:lnTo>
                    <a:pt x="462" y="212"/>
                  </a:lnTo>
                  <a:lnTo>
                    <a:pt x="462" y="207"/>
                  </a:lnTo>
                  <a:lnTo>
                    <a:pt x="458" y="201"/>
                  </a:lnTo>
                  <a:lnTo>
                    <a:pt x="453" y="193"/>
                  </a:lnTo>
                  <a:lnTo>
                    <a:pt x="447" y="185"/>
                  </a:lnTo>
                  <a:lnTo>
                    <a:pt x="440" y="176"/>
                  </a:lnTo>
                  <a:lnTo>
                    <a:pt x="434" y="168"/>
                  </a:lnTo>
                  <a:lnTo>
                    <a:pt x="426" y="179"/>
                  </a:lnTo>
                  <a:lnTo>
                    <a:pt x="418" y="189"/>
                  </a:lnTo>
                  <a:lnTo>
                    <a:pt x="411" y="198"/>
                  </a:lnTo>
                  <a:lnTo>
                    <a:pt x="405" y="203"/>
                  </a:lnTo>
                  <a:lnTo>
                    <a:pt x="400" y="205"/>
                  </a:lnTo>
                  <a:lnTo>
                    <a:pt x="395" y="208"/>
                  </a:lnTo>
                  <a:lnTo>
                    <a:pt x="390" y="214"/>
                  </a:lnTo>
                  <a:lnTo>
                    <a:pt x="385" y="225"/>
                  </a:lnTo>
                  <a:lnTo>
                    <a:pt x="380" y="237"/>
                  </a:lnTo>
                  <a:lnTo>
                    <a:pt x="376" y="247"/>
                  </a:lnTo>
                  <a:lnTo>
                    <a:pt x="374" y="258"/>
                  </a:lnTo>
                  <a:lnTo>
                    <a:pt x="376" y="266"/>
                  </a:lnTo>
                  <a:lnTo>
                    <a:pt x="381" y="275"/>
                  </a:lnTo>
                  <a:lnTo>
                    <a:pt x="389" y="284"/>
                  </a:lnTo>
                  <a:lnTo>
                    <a:pt x="396" y="293"/>
                  </a:lnTo>
                  <a:lnTo>
                    <a:pt x="402" y="302"/>
                  </a:lnTo>
                  <a:lnTo>
                    <a:pt x="406" y="312"/>
                  </a:lnTo>
                  <a:lnTo>
                    <a:pt x="404" y="327"/>
                  </a:lnTo>
                  <a:lnTo>
                    <a:pt x="399" y="344"/>
                  </a:lnTo>
                  <a:lnTo>
                    <a:pt x="394" y="361"/>
                  </a:lnTo>
                  <a:lnTo>
                    <a:pt x="389" y="378"/>
                  </a:lnTo>
                  <a:lnTo>
                    <a:pt x="388" y="390"/>
                  </a:lnTo>
                  <a:lnTo>
                    <a:pt x="392" y="401"/>
                  </a:lnTo>
                  <a:lnTo>
                    <a:pt x="400" y="414"/>
                  </a:lnTo>
                  <a:lnTo>
                    <a:pt x="410" y="427"/>
                  </a:lnTo>
                  <a:lnTo>
                    <a:pt x="421" y="439"/>
                  </a:lnTo>
                  <a:lnTo>
                    <a:pt x="431" y="452"/>
                  </a:lnTo>
                  <a:lnTo>
                    <a:pt x="440" y="466"/>
                  </a:lnTo>
                  <a:lnTo>
                    <a:pt x="450" y="480"/>
                  </a:lnTo>
                  <a:lnTo>
                    <a:pt x="458" y="492"/>
                  </a:lnTo>
                  <a:lnTo>
                    <a:pt x="467" y="504"/>
                  </a:lnTo>
                  <a:lnTo>
                    <a:pt x="473" y="512"/>
                  </a:lnTo>
                  <a:lnTo>
                    <a:pt x="480" y="517"/>
                  </a:lnTo>
                  <a:lnTo>
                    <a:pt x="487" y="521"/>
                  </a:lnTo>
                  <a:lnTo>
                    <a:pt x="495" y="527"/>
                  </a:lnTo>
                  <a:lnTo>
                    <a:pt x="505" y="536"/>
                  </a:lnTo>
                  <a:lnTo>
                    <a:pt x="511" y="546"/>
                  </a:lnTo>
                  <a:lnTo>
                    <a:pt x="512" y="557"/>
                  </a:lnTo>
                  <a:lnTo>
                    <a:pt x="513" y="567"/>
                  </a:lnTo>
                  <a:lnTo>
                    <a:pt x="519" y="576"/>
                  </a:lnTo>
                  <a:lnTo>
                    <a:pt x="524" y="583"/>
                  </a:lnTo>
                  <a:lnTo>
                    <a:pt x="529" y="591"/>
                  </a:lnTo>
                  <a:lnTo>
                    <a:pt x="531" y="597"/>
                  </a:lnTo>
                  <a:lnTo>
                    <a:pt x="530" y="605"/>
                  </a:lnTo>
                  <a:lnTo>
                    <a:pt x="528" y="612"/>
                  </a:lnTo>
                  <a:lnTo>
                    <a:pt x="526" y="615"/>
                  </a:lnTo>
                  <a:lnTo>
                    <a:pt x="525" y="617"/>
                  </a:lnTo>
                  <a:lnTo>
                    <a:pt x="526" y="618"/>
                  </a:lnTo>
                  <a:lnTo>
                    <a:pt x="530" y="623"/>
                  </a:lnTo>
                  <a:lnTo>
                    <a:pt x="535" y="630"/>
                  </a:lnTo>
                  <a:lnTo>
                    <a:pt x="539" y="636"/>
                  </a:lnTo>
                  <a:lnTo>
                    <a:pt x="541" y="642"/>
                  </a:lnTo>
                  <a:lnTo>
                    <a:pt x="543" y="652"/>
                  </a:lnTo>
                  <a:lnTo>
                    <a:pt x="542" y="662"/>
                  </a:lnTo>
                  <a:lnTo>
                    <a:pt x="540" y="674"/>
                  </a:lnTo>
                  <a:lnTo>
                    <a:pt x="535" y="683"/>
                  </a:lnTo>
                  <a:lnTo>
                    <a:pt x="531" y="690"/>
                  </a:lnTo>
                  <a:lnTo>
                    <a:pt x="530" y="699"/>
                  </a:lnTo>
                  <a:lnTo>
                    <a:pt x="531" y="712"/>
                  </a:lnTo>
                  <a:lnTo>
                    <a:pt x="532" y="726"/>
                  </a:lnTo>
                  <a:lnTo>
                    <a:pt x="535" y="738"/>
                  </a:lnTo>
                  <a:lnTo>
                    <a:pt x="536" y="749"/>
                  </a:lnTo>
                  <a:lnTo>
                    <a:pt x="537" y="756"/>
                  </a:lnTo>
                  <a:lnTo>
                    <a:pt x="538" y="776"/>
                  </a:lnTo>
                  <a:lnTo>
                    <a:pt x="541" y="800"/>
                  </a:lnTo>
                  <a:lnTo>
                    <a:pt x="545" y="808"/>
                  </a:lnTo>
                  <a:lnTo>
                    <a:pt x="555" y="817"/>
                  </a:lnTo>
                  <a:lnTo>
                    <a:pt x="567" y="825"/>
                  </a:lnTo>
                  <a:lnTo>
                    <a:pt x="581" y="833"/>
                  </a:lnTo>
                  <a:lnTo>
                    <a:pt x="594" y="843"/>
                  </a:lnTo>
                  <a:lnTo>
                    <a:pt x="0" y="843"/>
                  </a:lnTo>
                  <a:lnTo>
                    <a:pt x="0"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9" name="Freeform 28"/>
            <p:cNvSpPr>
              <a:spLocks noEditPoints="1"/>
            </p:cNvSpPr>
            <p:nvPr/>
          </p:nvSpPr>
          <p:spPr bwMode="auto">
            <a:xfrm>
              <a:off x="3305" y="1433"/>
              <a:ext cx="155" cy="99"/>
            </a:xfrm>
            <a:custGeom>
              <a:avLst/>
              <a:gdLst>
                <a:gd name="T0" fmla="*/ 128 w 1085"/>
                <a:gd name="T1" fmla="*/ 633 h 696"/>
                <a:gd name="T2" fmla="*/ 135 w 1085"/>
                <a:gd name="T3" fmla="*/ 673 h 696"/>
                <a:gd name="T4" fmla="*/ 101 w 1085"/>
                <a:gd name="T5" fmla="*/ 696 h 696"/>
                <a:gd name="T6" fmla="*/ 67 w 1085"/>
                <a:gd name="T7" fmla="*/ 673 h 696"/>
                <a:gd name="T8" fmla="*/ 76 w 1085"/>
                <a:gd name="T9" fmla="*/ 633 h 696"/>
                <a:gd name="T10" fmla="*/ 905 w 1085"/>
                <a:gd name="T11" fmla="*/ 474 h 696"/>
                <a:gd name="T12" fmla="*/ 939 w 1085"/>
                <a:gd name="T13" fmla="*/ 496 h 696"/>
                <a:gd name="T14" fmla="*/ 932 w 1085"/>
                <a:gd name="T15" fmla="*/ 536 h 696"/>
                <a:gd name="T16" fmla="*/ 891 w 1085"/>
                <a:gd name="T17" fmla="*/ 545 h 696"/>
                <a:gd name="T18" fmla="*/ 869 w 1085"/>
                <a:gd name="T19" fmla="*/ 511 h 696"/>
                <a:gd name="T20" fmla="*/ 891 w 1085"/>
                <a:gd name="T21" fmla="*/ 477 h 696"/>
                <a:gd name="T22" fmla="*/ 254 w 1085"/>
                <a:gd name="T23" fmla="*/ 427 h 696"/>
                <a:gd name="T24" fmla="*/ 278 w 1085"/>
                <a:gd name="T25" fmla="*/ 461 h 696"/>
                <a:gd name="T26" fmla="*/ 254 w 1085"/>
                <a:gd name="T27" fmla="*/ 495 h 696"/>
                <a:gd name="T28" fmla="*/ 213 w 1085"/>
                <a:gd name="T29" fmla="*/ 488 h 696"/>
                <a:gd name="T30" fmla="*/ 205 w 1085"/>
                <a:gd name="T31" fmla="*/ 447 h 696"/>
                <a:gd name="T32" fmla="*/ 240 w 1085"/>
                <a:gd name="T33" fmla="*/ 423 h 696"/>
                <a:gd name="T34" fmla="*/ 1074 w 1085"/>
                <a:gd name="T35" fmla="*/ 310 h 696"/>
                <a:gd name="T36" fmla="*/ 1082 w 1085"/>
                <a:gd name="T37" fmla="*/ 350 h 696"/>
                <a:gd name="T38" fmla="*/ 1048 w 1085"/>
                <a:gd name="T39" fmla="*/ 373 h 696"/>
                <a:gd name="T40" fmla="*/ 1014 w 1085"/>
                <a:gd name="T41" fmla="*/ 350 h 696"/>
                <a:gd name="T42" fmla="*/ 1022 w 1085"/>
                <a:gd name="T43" fmla="*/ 310 h 696"/>
                <a:gd name="T44" fmla="*/ 573 w 1085"/>
                <a:gd name="T45" fmla="*/ 264 h 696"/>
                <a:gd name="T46" fmla="*/ 607 w 1085"/>
                <a:gd name="T47" fmla="*/ 286 h 696"/>
                <a:gd name="T48" fmla="*/ 599 w 1085"/>
                <a:gd name="T49" fmla="*/ 327 h 696"/>
                <a:gd name="T50" fmla="*/ 559 w 1085"/>
                <a:gd name="T51" fmla="*/ 335 h 696"/>
                <a:gd name="T52" fmla="*/ 536 w 1085"/>
                <a:gd name="T53" fmla="*/ 301 h 696"/>
                <a:gd name="T54" fmla="*/ 559 w 1085"/>
                <a:gd name="T55" fmla="*/ 267 h 696"/>
                <a:gd name="T56" fmla="*/ 53 w 1085"/>
                <a:gd name="T57" fmla="*/ 222 h 696"/>
                <a:gd name="T58" fmla="*/ 76 w 1085"/>
                <a:gd name="T59" fmla="*/ 256 h 696"/>
                <a:gd name="T60" fmla="*/ 53 w 1085"/>
                <a:gd name="T61" fmla="*/ 290 h 696"/>
                <a:gd name="T62" fmla="*/ 11 w 1085"/>
                <a:gd name="T63" fmla="*/ 283 h 696"/>
                <a:gd name="T64" fmla="*/ 3 w 1085"/>
                <a:gd name="T65" fmla="*/ 242 h 696"/>
                <a:gd name="T66" fmla="*/ 38 w 1085"/>
                <a:gd name="T67" fmla="*/ 218 h 696"/>
                <a:gd name="T68" fmla="*/ 490 w 1085"/>
                <a:gd name="T69" fmla="*/ 180 h 696"/>
                <a:gd name="T70" fmla="*/ 498 w 1085"/>
                <a:gd name="T71" fmla="*/ 221 h 696"/>
                <a:gd name="T72" fmla="*/ 465 w 1085"/>
                <a:gd name="T73" fmla="*/ 244 h 696"/>
                <a:gd name="T74" fmla="*/ 431 w 1085"/>
                <a:gd name="T75" fmla="*/ 221 h 696"/>
                <a:gd name="T76" fmla="*/ 438 w 1085"/>
                <a:gd name="T77" fmla="*/ 180 h 696"/>
                <a:gd name="T78" fmla="*/ 414 w 1085"/>
                <a:gd name="T79" fmla="*/ 14 h 696"/>
                <a:gd name="T80" fmla="*/ 448 w 1085"/>
                <a:gd name="T81" fmla="*/ 36 h 696"/>
                <a:gd name="T82" fmla="*/ 439 w 1085"/>
                <a:gd name="T83" fmla="*/ 76 h 696"/>
                <a:gd name="T84" fmla="*/ 399 w 1085"/>
                <a:gd name="T85" fmla="*/ 84 h 696"/>
                <a:gd name="T86" fmla="*/ 377 w 1085"/>
                <a:gd name="T87" fmla="*/ 50 h 696"/>
                <a:gd name="T88" fmla="*/ 399 w 1085"/>
                <a:gd name="T89" fmla="*/ 17 h 696"/>
                <a:gd name="T90" fmla="*/ 924 w 1085"/>
                <a:gd name="T91" fmla="*/ 2 h 696"/>
                <a:gd name="T92" fmla="*/ 946 w 1085"/>
                <a:gd name="T93" fmla="*/ 36 h 696"/>
                <a:gd name="T94" fmla="*/ 924 w 1085"/>
                <a:gd name="T95" fmla="*/ 70 h 696"/>
                <a:gd name="T96" fmla="*/ 884 w 1085"/>
                <a:gd name="T97" fmla="*/ 62 h 696"/>
                <a:gd name="T98" fmla="*/ 876 w 1085"/>
                <a:gd name="T99" fmla="*/ 22 h 696"/>
                <a:gd name="T100" fmla="*/ 909 w 1085"/>
                <a:gd name="T101"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085" h="696">
                  <a:moveTo>
                    <a:pt x="101" y="622"/>
                  </a:moveTo>
                  <a:lnTo>
                    <a:pt x="116" y="625"/>
                  </a:lnTo>
                  <a:lnTo>
                    <a:pt x="128" y="633"/>
                  </a:lnTo>
                  <a:lnTo>
                    <a:pt x="135" y="644"/>
                  </a:lnTo>
                  <a:lnTo>
                    <a:pt x="138" y="659"/>
                  </a:lnTo>
                  <a:lnTo>
                    <a:pt x="135" y="673"/>
                  </a:lnTo>
                  <a:lnTo>
                    <a:pt x="128" y="684"/>
                  </a:lnTo>
                  <a:lnTo>
                    <a:pt x="116" y="693"/>
                  </a:lnTo>
                  <a:lnTo>
                    <a:pt x="101" y="696"/>
                  </a:lnTo>
                  <a:lnTo>
                    <a:pt x="88" y="693"/>
                  </a:lnTo>
                  <a:lnTo>
                    <a:pt x="76" y="684"/>
                  </a:lnTo>
                  <a:lnTo>
                    <a:pt x="67" y="673"/>
                  </a:lnTo>
                  <a:lnTo>
                    <a:pt x="65" y="659"/>
                  </a:lnTo>
                  <a:lnTo>
                    <a:pt x="67" y="644"/>
                  </a:lnTo>
                  <a:lnTo>
                    <a:pt x="76" y="633"/>
                  </a:lnTo>
                  <a:lnTo>
                    <a:pt x="88" y="625"/>
                  </a:lnTo>
                  <a:lnTo>
                    <a:pt x="101" y="622"/>
                  </a:lnTo>
                  <a:close/>
                  <a:moveTo>
                    <a:pt x="905" y="474"/>
                  </a:moveTo>
                  <a:lnTo>
                    <a:pt x="920" y="477"/>
                  </a:lnTo>
                  <a:lnTo>
                    <a:pt x="932" y="485"/>
                  </a:lnTo>
                  <a:lnTo>
                    <a:pt x="939" y="496"/>
                  </a:lnTo>
                  <a:lnTo>
                    <a:pt x="942" y="511"/>
                  </a:lnTo>
                  <a:lnTo>
                    <a:pt x="939" y="525"/>
                  </a:lnTo>
                  <a:lnTo>
                    <a:pt x="932" y="536"/>
                  </a:lnTo>
                  <a:lnTo>
                    <a:pt x="920" y="545"/>
                  </a:lnTo>
                  <a:lnTo>
                    <a:pt x="905" y="548"/>
                  </a:lnTo>
                  <a:lnTo>
                    <a:pt x="891" y="545"/>
                  </a:lnTo>
                  <a:lnTo>
                    <a:pt x="880" y="536"/>
                  </a:lnTo>
                  <a:lnTo>
                    <a:pt x="871" y="525"/>
                  </a:lnTo>
                  <a:lnTo>
                    <a:pt x="869" y="511"/>
                  </a:lnTo>
                  <a:lnTo>
                    <a:pt x="871" y="496"/>
                  </a:lnTo>
                  <a:lnTo>
                    <a:pt x="880" y="485"/>
                  </a:lnTo>
                  <a:lnTo>
                    <a:pt x="891" y="477"/>
                  </a:lnTo>
                  <a:lnTo>
                    <a:pt x="905" y="474"/>
                  </a:lnTo>
                  <a:close/>
                  <a:moveTo>
                    <a:pt x="240" y="423"/>
                  </a:moveTo>
                  <a:lnTo>
                    <a:pt x="254" y="427"/>
                  </a:lnTo>
                  <a:lnTo>
                    <a:pt x="266" y="435"/>
                  </a:lnTo>
                  <a:lnTo>
                    <a:pt x="275" y="447"/>
                  </a:lnTo>
                  <a:lnTo>
                    <a:pt x="278" y="461"/>
                  </a:lnTo>
                  <a:lnTo>
                    <a:pt x="275" y="475"/>
                  </a:lnTo>
                  <a:lnTo>
                    <a:pt x="266" y="488"/>
                  </a:lnTo>
                  <a:lnTo>
                    <a:pt x="254" y="495"/>
                  </a:lnTo>
                  <a:lnTo>
                    <a:pt x="240" y="498"/>
                  </a:lnTo>
                  <a:lnTo>
                    <a:pt x="225" y="495"/>
                  </a:lnTo>
                  <a:lnTo>
                    <a:pt x="213" y="488"/>
                  </a:lnTo>
                  <a:lnTo>
                    <a:pt x="205" y="475"/>
                  </a:lnTo>
                  <a:lnTo>
                    <a:pt x="203" y="461"/>
                  </a:lnTo>
                  <a:lnTo>
                    <a:pt x="205" y="447"/>
                  </a:lnTo>
                  <a:lnTo>
                    <a:pt x="213" y="435"/>
                  </a:lnTo>
                  <a:lnTo>
                    <a:pt x="225" y="427"/>
                  </a:lnTo>
                  <a:lnTo>
                    <a:pt x="240" y="423"/>
                  </a:lnTo>
                  <a:close/>
                  <a:moveTo>
                    <a:pt x="1048" y="300"/>
                  </a:moveTo>
                  <a:lnTo>
                    <a:pt x="1063" y="302"/>
                  </a:lnTo>
                  <a:lnTo>
                    <a:pt x="1074" y="310"/>
                  </a:lnTo>
                  <a:lnTo>
                    <a:pt x="1082" y="322"/>
                  </a:lnTo>
                  <a:lnTo>
                    <a:pt x="1085" y="336"/>
                  </a:lnTo>
                  <a:lnTo>
                    <a:pt x="1082" y="350"/>
                  </a:lnTo>
                  <a:lnTo>
                    <a:pt x="1074" y="362"/>
                  </a:lnTo>
                  <a:lnTo>
                    <a:pt x="1063" y="370"/>
                  </a:lnTo>
                  <a:lnTo>
                    <a:pt x="1048" y="373"/>
                  </a:lnTo>
                  <a:lnTo>
                    <a:pt x="1034" y="370"/>
                  </a:lnTo>
                  <a:lnTo>
                    <a:pt x="1022" y="362"/>
                  </a:lnTo>
                  <a:lnTo>
                    <a:pt x="1014" y="350"/>
                  </a:lnTo>
                  <a:lnTo>
                    <a:pt x="1011" y="336"/>
                  </a:lnTo>
                  <a:lnTo>
                    <a:pt x="1014" y="322"/>
                  </a:lnTo>
                  <a:lnTo>
                    <a:pt x="1022" y="310"/>
                  </a:lnTo>
                  <a:lnTo>
                    <a:pt x="1034" y="302"/>
                  </a:lnTo>
                  <a:lnTo>
                    <a:pt x="1048" y="300"/>
                  </a:lnTo>
                  <a:close/>
                  <a:moveTo>
                    <a:pt x="573" y="264"/>
                  </a:moveTo>
                  <a:lnTo>
                    <a:pt x="587" y="267"/>
                  </a:lnTo>
                  <a:lnTo>
                    <a:pt x="599" y="274"/>
                  </a:lnTo>
                  <a:lnTo>
                    <a:pt x="607" y="286"/>
                  </a:lnTo>
                  <a:lnTo>
                    <a:pt x="609" y="301"/>
                  </a:lnTo>
                  <a:lnTo>
                    <a:pt x="607" y="315"/>
                  </a:lnTo>
                  <a:lnTo>
                    <a:pt x="599" y="327"/>
                  </a:lnTo>
                  <a:lnTo>
                    <a:pt x="587" y="335"/>
                  </a:lnTo>
                  <a:lnTo>
                    <a:pt x="573" y="338"/>
                  </a:lnTo>
                  <a:lnTo>
                    <a:pt x="559" y="335"/>
                  </a:lnTo>
                  <a:lnTo>
                    <a:pt x="547" y="327"/>
                  </a:lnTo>
                  <a:lnTo>
                    <a:pt x="539" y="315"/>
                  </a:lnTo>
                  <a:lnTo>
                    <a:pt x="536" y="301"/>
                  </a:lnTo>
                  <a:lnTo>
                    <a:pt x="539" y="286"/>
                  </a:lnTo>
                  <a:lnTo>
                    <a:pt x="547" y="274"/>
                  </a:lnTo>
                  <a:lnTo>
                    <a:pt x="559" y="267"/>
                  </a:lnTo>
                  <a:lnTo>
                    <a:pt x="573" y="264"/>
                  </a:lnTo>
                  <a:close/>
                  <a:moveTo>
                    <a:pt x="38" y="218"/>
                  </a:moveTo>
                  <a:lnTo>
                    <a:pt x="53" y="222"/>
                  </a:lnTo>
                  <a:lnTo>
                    <a:pt x="64" y="230"/>
                  </a:lnTo>
                  <a:lnTo>
                    <a:pt x="73" y="242"/>
                  </a:lnTo>
                  <a:lnTo>
                    <a:pt x="76" y="256"/>
                  </a:lnTo>
                  <a:lnTo>
                    <a:pt x="73" y="271"/>
                  </a:lnTo>
                  <a:lnTo>
                    <a:pt x="64" y="283"/>
                  </a:lnTo>
                  <a:lnTo>
                    <a:pt x="53" y="290"/>
                  </a:lnTo>
                  <a:lnTo>
                    <a:pt x="38" y="293"/>
                  </a:lnTo>
                  <a:lnTo>
                    <a:pt x="23" y="290"/>
                  </a:lnTo>
                  <a:lnTo>
                    <a:pt x="11" y="283"/>
                  </a:lnTo>
                  <a:lnTo>
                    <a:pt x="3" y="271"/>
                  </a:lnTo>
                  <a:lnTo>
                    <a:pt x="0" y="256"/>
                  </a:lnTo>
                  <a:lnTo>
                    <a:pt x="3" y="242"/>
                  </a:lnTo>
                  <a:lnTo>
                    <a:pt x="11" y="230"/>
                  </a:lnTo>
                  <a:lnTo>
                    <a:pt x="23" y="222"/>
                  </a:lnTo>
                  <a:lnTo>
                    <a:pt x="38" y="218"/>
                  </a:lnTo>
                  <a:close/>
                  <a:moveTo>
                    <a:pt x="465" y="170"/>
                  </a:moveTo>
                  <a:lnTo>
                    <a:pt x="478" y="173"/>
                  </a:lnTo>
                  <a:lnTo>
                    <a:pt x="490" y="180"/>
                  </a:lnTo>
                  <a:lnTo>
                    <a:pt x="498" y="192"/>
                  </a:lnTo>
                  <a:lnTo>
                    <a:pt x="501" y="207"/>
                  </a:lnTo>
                  <a:lnTo>
                    <a:pt x="498" y="221"/>
                  </a:lnTo>
                  <a:lnTo>
                    <a:pt x="490" y="232"/>
                  </a:lnTo>
                  <a:lnTo>
                    <a:pt x="478" y="241"/>
                  </a:lnTo>
                  <a:lnTo>
                    <a:pt x="465" y="244"/>
                  </a:lnTo>
                  <a:lnTo>
                    <a:pt x="450" y="241"/>
                  </a:lnTo>
                  <a:lnTo>
                    <a:pt x="438" y="232"/>
                  </a:lnTo>
                  <a:lnTo>
                    <a:pt x="431" y="221"/>
                  </a:lnTo>
                  <a:lnTo>
                    <a:pt x="428" y="207"/>
                  </a:lnTo>
                  <a:lnTo>
                    <a:pt x="431" y="192"/>
                  </a:lnTo>
                  <a:lnTo>
                    <a:pt x="438" y="180"/>
                  </a:lnTo>
                  <a:lnTo>
                    <a:pt x="450" y="173"/>
                  </a:lnTo>
                  <a:lnTo>
                    <a:pt x="465" y="170"/>
                  </a:lnTo>
                  <a:close/>
                  <a:moveTo>
                    <a:pt x="414" y="14"/>
                  </a:moveTo>
                  <a:lnTo>
                    <a:pt x="428" y="17"/>
                  </a:lnTo>
                  <a:lnTo>
                    <a:pt x="439" y="24"/>
                  </a:lnTo>
                  <a:lnTo>
                    <a:pt x="448" y="36"/>
                  </a:lnTo>
                  <a:lnTo>
                    <a:pt x="450" y="50"/>
                  </a:lnTo>
                  <a:lnTo>
                    <a:pt x="448" y="64"/>
                  </a:lnTo>
                  <a:lnTo>
                    <a:pt x="439" y="76"/>
                  </a:lnTo>
                  <a:lnTo>
                    <a:pt x="428" y="84"/>
                  </a:lnTo>
                  <a:lnTo>
                    <a:pt x="414" y="86"/>
                  </a:lnTo>
                  <a:lnTo>
                    <a:pt x="399" y="84"/>
                  </a:lnTo>
                  <a:lnTo>
                    <a:pt x="388" y="76"/>
                  </a:lnTo>
                  <a:lnTo>
                    <a:pt x="379" y="64"/>
                  </a:lnTo>
                  <a:lnTo>
                    <a:pt x="377" y="50"/>
                  </a:lnTo>
                  <a:lnTo>
                    <a:pt x="379" y="36"/>
                  </a:lnTo>
                  <a:lnTo>
                    <a:pt x="388" y="24"/>
                  </a:lnTo>
                  <a:lnTo>
                    <a:pt x="399" y="17"/>
                  </a:lnTo>
                  <a:lnTo>
                    <a:pt x="414" y="14"/>
                  </a:lnTo>
                  <a:close/>
                  <a:moveTo>
                    <a:pt x="909" y="0"/>
                  </a:moveTo>
                  <a:lnTo>
                    <a:pt x="924" y="2"/>
                  </a:lnTo>
                  <a:lnTo>
                    <a:pt x="936" y="10"/>
                  </a:lnTo>
                  <a:lnTo>
                    <a:pt x="943" y="22"/>
                  </a:lnTo>
                  <a:lnTo>
                    <a:pt x="946" y="36"/>
                  </a:lnTo>
                  <a:lnTo>
                    <a:pt x="943" y="50"/>
                  </a:lnTo>
                  <a:lnTo>
                    <a:pt x="936" y="62"/>
                  </a:lnTo>
                  <a:lnTo>
                    <a:pt x="924" y="70"/>
                  </a:lnTo>
                  <a:lnTo>
                    <a:pt x="909" y="73"/>
                  </a:lnTo>
                  <a:lnTo>
                    <a:pt x="896" y="70"/>
                  </a:lnTo>
                  <a:lnTo>
                    <a:pt x="884" y="62"/>
                  </a:lnTo>
                  <a:lnTo>
                    <a:pt x="876" y="50"/>
                  </a:lnTo>
                  <a:lnTo>
                    <a:pt x="872" y="36"/>
                  </a:lnTo>
                  <a:lnTo>
                    <a:pt x="876" y="22"/>
                  </a:lnTo>
                  <a:lnTo>
                    <a:pt x="884" y="10"/>
                  </a:lnTo>
                  <a:lnTo>
                    <a:pt x="896" y="2"/>
                  </a:lnTo>
                  <a:lnTo>
                    <a:pt x="909"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0" name="Freeform 29"/>
            <p:cNvSpPr>
              <a:spLocks noEditPoints="1"/>
            </p:cNvSpPr>
            <p:nvPr/>
          </p:nvSpPr>
          <p:spPr bwMode="auto">
            <a:xfrm>
              <a:off x="3304" y="1436"/>
              <a:ext cx="150" cy="94"/>
            </a:xfrm>
            <a:custGeom>
              <a:avLst/>
              <a:gdLst>
                <a:gd name="T0" fmla="*/ 333 w 1052"/>
                <a:gd name="T1" fmla="*/ 551 h 657"/>
                <a:gd name="T2" fmla="*/ 357 w 1052"/>
                <a:gd name="T3" fmla="*/ 599 h 657"/>
                <a:gd name="T4" fmla="*/ 333 w 1052"/>
                <a:gd name="T5" fmla="*/ 645 h 657"/>
                <a:gd name="T6" fmla="*/ 279 w 1052"/>
                <a:gd name="T7" fmla="*/ 654 h 657"/>
                <a:gd name="T8" fmla="*/ 242 w 1052"/>
                <a:gd name="T9" fmla="*/ 617 h 657"/>
                <a:gd name="T10" fmla="*/ 251 w 1052"/>
                <a:gd name="T11" fmla="*/ 564 h 657"/>
                <a:gd name="T12" fmla="*/ 298 w 1052"/>
                <a:gd name="T13" fmla="*/ 540 h 657"/>
                <a:gd name="T14" fmla="*/ 83 w 1052"/>
                <a:gd name="T15" fmla="*/ 460 h 657"/>
                <a:gd name="T16" fmla="*/ 104 w 1052"/>
                <a:gd name="T17" fmla="*/ 502 h 657"/>
                <a:gd name="T18" fmla="*/ 83 w 1052"/>
                <a:gd name="T19" fmla="*/ 543 h 657"/>
                <a:gd name="T20" fmla="*/ 36 w 1052"/>
                <a:gd name="T21" fmla="*/ 550 h 657"/>
                <a:gd name="T22" fmla="*/ 3 w 1052"/>
                <a:gd name="T23" fmla="*/ 518 h 657"/>
                <a:gd name="T24" fmla="*/ 11 w 1052"/>
                <a:gd name="T25" fmla="*/ 471 h 657"/>
                <a:gd name="T26" fmla="*/ 52 w 1052"/>
                <a:gd name="T27" fmla="*/ 450 h 657"/>
                <a:gd name="T28" fmla="*/ 811 w 1052"/>
                <a:gd name="T29" fmla="*/ 273 h 657"/>
                <a:gd name="T30" fmla="*/ 833 w 1052"/>
                <a:gd name="T31" fmla="*/ 315 h 657"/>
                <a:gd name="T32" fmla="*/ 811 w 1052"/>
                <a:gd name="T33" fmla="*/ 356 h 657"/>
                <a:gd name="T34" fmla="*/ 765 w 1052"/>
                <a:gd name="T35" fmla="*/ 363 h 657"/>
                <a:gd name="T36" fmla="*/ 732 w 1052"/>
                <a:gd name="T37" fmla="*/ 331 h 657"/>
                <a:gd name="T38" fmla="*/ 740 w 1052"/>
                <a:gd name="T39" fmla="*/ 284 h 657"/>
                <a:gd name="T40" fmla="*/ 781 w 1052"/>
                <a:gd name="T41" fmla="*/ 263 h 657"/>
                <a:gd name="T42" fmla="*/ 1031 w 1052"/>
                <a:gd name="T43" fmla="*/ 110 h 657"/>
                <a:gd name="T44" fmla="*/ 1052 w 1052"/>
                <a:gd name="T45" fmla="*/ 152 h 657"/>
                <a:gd name="T46" fmla="*/ 1031 w 1052"/>
                <a:gd name="T47" fmla="*/ 193 h 657"/>
                <a:gd name="T48" fmla="*/ 985 w 1052"/>
                <a:gd name="T49" fmla="*/ 201 h 657"/>
                <a:gd name="T50" fmla="*/ 952 w 1052"/>
                <a:gd name="T51" fmla="*/ 168 h 657"/>
                <a:gd name="T52" fmla="*/ 959 w 1052"/>
                <a:gd name="T53" fmla="*/ 122 h 657"/>
                <a:gd name="T54" fmla="*/ 1001 w 1052"/>
                <a:gd name="T55" fmla="*/ 100 h 657"/>
                <a:gd name="T56" fmla="*/ 130 w 1052"/>
                <a:gd name="T57" fmla="*/ 29 h 657"/>
                <a:gd name="T58" fmla="*/ 153 w 1052"/>
                <a:gd name="T59" fmla="*/ 75 h 657"/>
                <a:gd name="T60" fmla="*/ 130 w 1052"/>
                <a:gd name="T61" fmla="*/ 123 h 657"/>
                <a:gd name="T62" fmla="*/ 77 w 1052"/>
                <a:gd name="T63" fmla="*/ 130 h 657"/>
                <a:gd name="T64" fmla="*/ 40 w 1052"/>
                <a:gd name="T65" fmla="*/ 94 h 657"/>
                <a:gd name="T66" fmla="*/ 49 w 1052"/>
                <a:gd name="T67" fmla="*/ 41 h 657"/>
                <a:gd name="T68" fmla="*/ 95 w 1052"/>
                <a:gd name="T69" fmla="*/ 18 h 657"/>
                <a:gd name="T70" fmla="*/ 680 w 1052"/>
                <a:gd name="T71" fmla="*/ 10 h 657"/>
                <a:gd name="T72" fmla="*/ 711 w 1052"/>
                <a:gd name="T73" fmla="*/ 49 h 657"/>
                <a:gd name="T74" fmla="*/ 705 w 1052"/>
                <a:gd name="T75" fmla="*/ 99 h 657"/>
                <a:gd name="T76" fmla="*/ 665 w 1052"/>
                <a:gd name="T77" fmla="*/ 130 h 657"/>
                <a:gd name="T78" fmla="*/ 614 w 1052"/>
                <a:gd name="T79" fmla="*/ 124 h 657"/>
                <a:gd name="T80" fmla="*/ 583 w 1052"/>
                <a:gd name="T81" fmla="*/ 83 h 657"/>
                <a:gd name="T82" fmla="*/ 591 w 1052"/>
                <a:gd name="T83" fmla="*/ 33 h 657"/>
                <a:gd name="T84" fmla="*/ 630 w 1052"/>
                <a:gd name="T85" fmla="*/ 3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52" h="657">
                  <a:moveTo>
                    <a:pt x="298" y="540"/>
                  </a:moveTo>
                  <a:lnTo>
                    <a:pt x="317" y="543"/>
                  </a:lnTo>
                  <a:lnTo>
                    <a:pt x="333" y="551"/>
                  </a:lnTo>
                  <a:lnTo>
                    <a:pt x="346" y="564"/>
                  </a:lnTo>
                  <a:lnTo>
                    <a:pt x="354" y="580"/>
                  </a:lnTo>
                  <a:lnTo>
                    <a:pt x="357" y="599"/>
                  </a:lnTo>
                  <a:lnTo>
                    <a:pt x="354" y="617"/>
                  </a:lnTo>
                  <a:lnTo>
                    <a:pt x="346" y="633"/>
                  </a:lnTo>
                  <a:lnTo>
                    <a:pt x="333" y="645"/>
                  </a:lnTo>
                  <a:lnTo>
                    <a:pt x="317" y="654"/>
                  </a:lnTo>
                  <a:lnTo>
                    <a:pt x="298" y="657"/>
                  </a:lnTo>
                  <a:lnTo>
                    <a:pt x="279" y="654"/>
                  </a:lnTo>
                  <a:lnTo>
                    <a:pt x="263" y="645"/>
                  </a:lnTo>
                  <a:lnTo>
                    <a:pt x="251" y="633"/>
                  </a:lnTo>
                  <a:lnTo>
                    <a:pt x="242" y="617"/>
                  </a:lnTo>
                  <a:lnTo>
                    <a:pt x="239" y="599"/>
                  </a:lnTo>
                  <a:lnTo>
                    <a:pt x="242" y="580"/>
                  </a:lnTo>
                  <a:lnTo>
                    <a:pt x="251" y="564"/>
                  </a:lnTo>
                  <a:lnTo>
                    <a:pt x="263" y="551"/>
                  </a:lnTo>
                  <a:lnTo>
                    <a:pt x="279" y="543"/>
                  </a:lnTo>
                  <a:lnTo>
                    <a:pt x="298" y="540"/>
                  </a:lnTo>
                  <a:close/>
                  <a:moveTo>
                    <a:pt x="52" y="450"/>
                  </a:moveTo>
                  <a:lnTo>
                    <a:pt x="69" y="452"/>
                  </a:lnTo>
                  <a:lnTo>
                    <a:pt x="83" y="460"/>
                  </a:lnTo>
                  <a:lnTo>
                    <a:pt x="94" y="471"/>
                  </a:lnTo>
                  <a:lnTo>
                    <a:pt x="102" y="485"/>
                  </a:lnTo>
                  <a:lnTo>
                    <a:pt x="104" y="502"/>
                  </a:lnTo>
                  <a:lnTo>
                    <a:pt x="102" y="518"/>
                  </a:lnTo>
                  <a:lnTo>
                    <a:pt x="94" y="532"/>
                  </a:lnTo>
                  <a:lnTo>
                    <a:pt x="83" y="543"/>
                  </a:lnTo>
                  <a:lnTo>
                    <a:pt x="69" y="550"/>
                  </a:lnTo>
                  <a:lnTo>
                    <a:pt x="52" y="554"/>
                  </a:lnTo>
                  <a:lnTo>
                    <a:pt x="36" y="550"/>
                  </a:lnTo>
                  <a:lnTo>
                    <a:pt x="21" y="543"/>
                  </a:lnTo>
                  <a:lnTo>
                    <a:pt x="11" y="532"/>
                  </a:lnTo>
                  <a:lnTo>
                    <a:pt x="3" y="518"/>
                  </a:lnTo>
                  <a:lnTo>
                    <a:pt x="0" y="502"/>
                  </a:lnTo>
                  <a:lnTo>
                    <a:pt x="3" y="485"/>
                  </a:lnTo>
                  <a:lnTo>
                    <a:pt x="11" y="471"/>
                  </a:lnTo>
                  <a:lnTo>
                    <a:pt x="21" y="460"/>
                  </a:lnTo>
                  <a:lnTo>
                    <a:pt x="36" y="452"/>
                  </a:lnTo>
                  <a:lnTo>
                    <a:pt x="52" y="450"/>
                  </a:lnTo>
                  <a:close/>
                  <a:moveTo>
                    <a:pt x="781" y="263"/>
                  </a:moveTo>
                  <a:lnTo>
                    <a:pt x="798" y="265"/>
                  </a:lnTo>
                  <a:lnTo>
                    <a:pt x="811" y="273"/>
                  </a:lnTo>
                  <a:lnTo>
                    <a:pt x="823" y="284"/>
                  </a:lnTo>
                  <a:lnTo>
                    <a:pt x="830" y="298"/>
                  </a:lnTo>
                  <a:lnTo>
                    <a:pt x="833" y="315"/>
                  </a:lnTo>
                  <a:lnTo>
                    <a:pt x="830" y="331"/>
                  </a:lnTo>
                  <a:lnTo>
                    <a:pt x="823" y="345"/>
                  </a:lnTo>
                  <a:lnTo>
                    <a:pt x="811" y="356"/>
                  </a:lnTo>
                  <a:lnTo>
                    <a:pt x="798" y="363"/>
                  </a:lnTo>
                  <a:lnTo>
                    <a:pt x="781" y="367"/>
                  </a:lnTo>
                  <a:lnTo>
                    <a:pt x="765" y="363"/>
                  </a:lnTo>
                  <a:lnTo>
                    <a:pt x="750" y="356"/>
                  </a:lnTo>
                  <a:lnTo>
                    <a:pt x="740" y="345"/>
                  </a:lnTo>
                  <a:lnTo>
                    <a:pt x="732" y="331"/>
                  </a:lnTo>
                  <a:lnTo>
                    <a:pt x="729" y="315"/>
                  </a:lnTo>
                  <a:lnTo>
                    <a:pt x="732" y="298"/>
                  </a:lnTo>
                  <a:lnTo>
                    <a:pt x="740" y="284"/>
                  </a:lnTo>
                  <a:lnTo>
                    <a:pt x="750" y="273"/>
                  </a:lnTo>
                  <a:lnTo>
                    <a:pt x="765" y="265"/>
                  </a:lnTo>
                  <a:lnTo>
                    <a:pt x="781" y="263"/>
                  </a:lnTo>
                  <a:close/>
                  <a:moveTo>
                    <a:pt x="1001" y="100"/>
                  </a:moveTo>
                  <a:lnTo>
                    <a:pt x="1017" y="102"/>
                  </a:lnTo>
                  <a:lnTo>
                    <a:pt x="1031" y="110"/>
                  </a:lnTo>
                  <a:lnTo>
                    <a:pt x="1043" y="122"/>
                  </a:lnTo>
                  <a:lnTo>
                    <a:pt x="1050" y="135"/>
                  </a:lnTo>
                  <a:lnTo>
                    <a:pt x="1052" y="152"/>
                  </a:lnTo>
                  <a:lnTo>
                    <a:pt x="1050" y="168"/>
                  </a:lnTo>
                  <a:lnTo>
                    <a:pt x="1043" y="183"/>
                  </a:lnTo>
                  <a:lnTo>
                    <a:pt x="1031" y="193"/>
                  </a:lnTo>
                  <a:lnTo>
                    <a:pt x="1017" y="201"/>
                  </a:lnTo>
                  <a:lnTo>
                    <a:pt x="1001" y="204"/>
                  </a:lnTo>
                  <a:lnTo>
                    <a:pt x="985" y="201"/>
                  </a:lnTo>
                  <a:lnTo>
                    <a:pt x="970" y="193"/>
                  </a:lnTo>
                  <a:lnTo>
                    <a:pt x="959" y="183"/>
                  </a:lnTo>
                  <a:lnTo>
                    <a:pt x="952" y="168"/>
                  </a:lnTo>
                  <a:lnTo>
                    <a:pt x="949" y="152"/>
                  </a:lnTo>
                  <a:lnTo>
                    <a:pt x="952" y="135"/>
                  </a:lnTo>
                  <a:lnTo>
                    <a:pt x="959" y="122"/>
                  </a:lnTo>
                  <a:lnTo>
                    <a:pt x="970" y="110"/>
                  </a:lnTo>
                  <a:lnTo>
                    <a:pt x="985" y="102"/>
                  </a:lnTo>
                  <a:lnTo>
                    <a:pt x="1001" y="100"/>
                  </a:lnTo>
                  <a:close/>
                  <a:moveTo>
                    <a:pt x="95" y="18"/>
                  </a:moveTo>
                  <a:lnTo>
                    <a:pt x="114" y="21"/>
                  </a:lnTo>
                  <a:lnTo>
                    <a:pt x="130" y="29"/>
                  </a:lnTo>
                  <a:lnTo>
                    <a:pt x="143" y="41"/>
                  </a:lnTo>
                  <a:lnTo>
                    <a:pt x="151" y="57"/>
                  </a:lnTo>
                  <a:lnTo>
                    <a:pt x="153" y="75"/>
                  </a:lnTo>
                  <a:lnTo>
                    <a:pt x="151" y="94"/>
                  </a:lnTo>
                  <a:lnTo>
                    <a:pt x="143" y="110"/>
                  </a:lnTo>
                  <a:lnTo>
                    <a:pt x="130" y="123"/>
                  </a:lnTo>
                  <a:lnTo>
                    <a:pt x="114" y="130"/>
                  </a:lnTo>
                  <a:lnTo>
                    <a:pt x="95" y="133"/>
                  </a:lnTo>
                  <a:lnTo>
                    <a:pt x="77" y="130"/>
                  </a:lnTo>
                  <a:lnTo>
                    <a:pt x="61" y="123"/>
                  </a:lnTo>
                  <a:lnTo>
                    <a:pt x="49" y="110"/>
                  </a:lnTo>
                  <a:lnTo>
                    <a:pt x="40" y="94"/>
                  </a:lnTo>
                  <a:lnTo>
                    <a:pt x="38" y="75"/>
                  </a:lnTo>
                  <a:lnTo>
                    <a:pt x="40" y="57"/>
                  </a:lnTo>
                  <a:lnTo>
                    <a:pt x="49" y="41"/>
                  </a:lnTo>
                  <a:lnTo>
                    <a:pt x="61" y="29"/>
                  </a:lnTo>
                  <a:lnTo>
                    <a:pt x="77" y="21"/>
                  </a:lnTo>
                  <a:lnTo>
                    <a:pt x="95" y="18"/>
                  </a:lnTo>
                  <a:close/>
                  <a:moveTo>
                    <a:pt x="648" y="0"/>
                  </a:moveTo>
                  <a:lnTo>
                    <a:pt x="665" y="3"/>
                  </a:lnTo>
                  <a:lnTo>
                    <a:pt x="680" y="10"/>
                  </a:lnTo>
                  <a:lnTo>
                    <a:pt x="694" y="20"/>
                  </a:lnTo>
                  <a:lnTo>
                    <a:pt x="705" y="33"/>
                  </a:lnTo>
                  <a:lnTo>
                    <a:pt x="711" y="49"/>
                  </a:lnTo>
                  <a:lnTo>
                    <a:pt x="713" y="67"/>
                  </a:lnTo>
                  <a:lnTo>
                    <a:pt x="711" y="83"/>
                  </a:lnTo>
                  <a:lnTo>
                    <a:pt x="705" y="99"/>
                  </a:lnTo>
                  <a:lnTo>
                    <a:pt x="694" y="113"/>
                  </a:lnTo>
                  <a:lnTo>
                    <a:pt x="680" y="124"/>
                  </a:lnTo>
                  <a:lnTo>
                    <a:pt x="665" y="130"/>
                  </a:lnTo>
                  <a:lnTo>
                    <a:pt x="648" y="132"/>
                  </a:lnTo>
                  <a:lnTo>
                    <a:pt x="630" y="130"/>
                  </a:lnTo>
                  <a:lnTo>
                    <a:pt x="614" y="124"/>
                  </a:lnTo>
                  <a:lnTo>
                    <a:pt x="600" y="113"/>
                  </a:lnTo>
                  <a:lnTo>
                    <a:pt x="591" y="99"/>
                  </a:lnTo>
                  <a:lnTo>
                    <a:pt x="583" y="83"/>
                  </a:lnTo>
                  <a:lnTo>
                    <a:pt x="581" y="67"/>
                  </a:lnTo>
                  <a:lnTo>
                    <a:pt x="583" y="49"/>
                  </a:lnTo>
                  <a:lnTo>
                    <a:pt x="591" y="33"/>
                  </a:lnTo>
                  <a:lnTo>
                    <a:pt x="600" y="20"/>
                  </a:lnTo>
                  <a:lnTo>
                    <a:pt x="614" y="10"/>
                  </a:lnTo>
                  <a:lnTo>
                    <a:pt x="630" y="3"/>
                  </a:lnTo>
                  <a:lnTo>
                    <a:pt x="64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6" name="Group 5"/>
          <p:cNvGrpSpPr>
            <a:grpSpLocks noChangeAspect="1"/>
          </p:cNvGrpSpPr>
          <p:nvPr/>
        </p:nvGrpSpPr>
        <p:grpSpPr>
          <a:xfrm>
            <a:off x="5822869" y="1709580"/>
            <a:ext cx="580954" cy="457200"/>
            <a:chOff x="6102518" y="4748306"/>
            <a:chExt cx="536575" cy="422275"/>
          </a:xfrm>
        </p:grpSpPr>
        <p:sp useBgFill="1">
          <p:nvSpPr>
            <p:cNvPr id="21" name="Freeform 6"/>
            <p:cNvSpPr>
              <a:spLocks/>
            </p:cNvSpPr>
            <p:nvPr/>
          </p:nvSpPr>
          <p:spPr bwMode="auto">
            <a:xfrm>
              <a:off x="6102518" y="4748306"/>
              <a:ext cx="536575" cy="422275"/>
            </a:xfrm>
            <a:custGeom>
              <a:avLst/>
              <a:gdLst>
                <a:gd name="T0" fmla="*/ 113 w 2362"/>
                <a:gd name="T1" fmla="*/ 0 h 1856"/>
                <a:gd name="T2" fmla="*/ 2249 w 2362"/>
                <a:gd name="T3" fmla="*/ 0 h 1856"/>
                <a:gd name="T4" fmla="*/ 2275 w 2362"/>
                <a:gd name="T5" fmla="*/ 3 h 1856"/>
                <a:gd name="T6" fmla="*/ 2299 w 2362"/>
                <a:gd name="T7" fmla="*/ 12 h 1856"/>
                <a:gd name="T8" fmla="*/ 2320 w 2362"/>
                <a:gd name="T9" fmla="*/ 25 h 1856"/>
                <a:gd name="T10" fmla="*/ 2337 w 2362"/>
                <a:gd name="T11" fmla="*/ 42 h 1856"/>
                <a:gd name="T12" fmla="*/ 2350 w 2362"/>
                <a:gd name="T13" fmla="*/ 63 h 1856"/>
                <a:gd name="T14" fmla="*/ 2359 w 2362"/>
                <a:gd name="T15" fmla="*/ 87 h 1856"/>
                <a:gd name="T16" fmla="*/ 2362 w 2362"/>
                <a:gd name="T17" fmla="*/ 113 h 1856"/>
                <a:gd name="T18" fmla="*/ 2362 w 2362"/>
                <a:gd name="T19" fmla="*/ 1743 h 1856"/>
                <a:gd name="T20" fmla="*/ 2359 w 2362"/>
                <a:gd name="T21" fmla="*/ 1769 h 1856"/>
                <a:gd name="T22" fmla="*/ 2350 w 2362"/>
                <a:gd name="T23" fmla="*/ 1793 h 1856"/>
                <a:gd name="T24" fmla="*/ 2337 w 2362"/>
                <a:gd name="T25" fmla="*/ 1814 h 1856"/>
                <a:gd name="T26" fmla="*/ 2320 w 2362"/>
                <a:gd name="T27" fmla="*/ 1831 h 1856"/>
                <a:gd name="T28" fmla="*/ 2299 w 2362"/>
                <a:gd name="T29" fmla="*/ 1844 h 1856"/>
                <a:gd name="T30" fmla="*/ 2275 w 2362"/>
                <a:gd name="T31" fmla="*/ 1853 h 1856"/>
                <a:gd name="T32" fmla="*/ 2249 w 2362"/>
                <a:gd name="T33" fmla="*/ 1856 h 1856"/>
                <a:gd name="T34" fmla="*/ 113 w 2362"/>
                <a:gd name="T35" fmla="*/ 1856 h 1856"/>
                <a:gd name="T36" fmla="*/ 87 w 2362"/>
                <a:gd name="T37" fmla="*/ 1853 h 1856"/>
                <a:gd name="T38" fmla="*/ 63 w 2362"/>
                <a:gd name="T39" fmla="*/ 1844 h 1856"/>
                <a:gd name="T40" fmla="*/ 42 w 2362"/>
                <a:gd name="T41" fmla="*/ 1831 h 1856"/>
                <a:gd name="T42" fmla="*/ 25 w 2362"/>
                <a:gd name="T43" fmla="*/ 1814 h 1856"/>
                <a:gd name="T44" fmla="*/ 12 w 2362"/>
                <a:gd name="T45" fmla="*/ 1793 h 1856"/>
                <a:gd name="T46" fmla="*/ 3 w 2362"/>
                <a:gd name="T47" fmla="*/ 1769 h 1856"/>
                <a:gd name="T48" fmla="*/ 0 w 2362"/>
                <a:gd name="T49" fmla="*/ 1743 h 1856"/>
                <a:gd name="T50" fmla="*/ 0 w 2362"/>
                <a:gd name="T51" fmla="*/ 113 h 1856"/>
                <a:gd name="T52" fmla="*/ 3 w 2362"/>
                <a:gd name="T53" fmla="*/ 87 h 1856"/>
                <a:gd name="T54" fmla="*/ 12 w 2362"/>
                <a:gd name="T55" fmla="*/ 63 h 1856"/>
                <a:gd name="T56" fmla="*/ 25 w 2362"/>
                <a:gd name="T57" fmla="*/ 42 h 1856"/>
                <a:gd name="T58" fmla="*/ 42 w 2362"/>
                <a:gd name="T59" fmla="*/ 25 h 1856"/>
                <a:gd name="T60" fmla="*/ 63 w 2362"/>
                <a:gd name="T61" fmla="*/ 12 h 1856"/>
                <a:gd name="T62" fmla="*/ 87 w 2362"/>
                <a:gd name="T63" fmla="*/ 3 h 1856"/>
                <a:gd name="T64" fmla="*/ 113 w 2362"/>
                <a:gd name="T65" fmla="*/ 0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56">
                  <a:moveTo>
                    <a:pt x="113" y="0"/>
                  </a:moveTo>
                  <a:lnTo>
                    <a:pt x="2249" y="0"/>
                  </a:lnTo>
                  <a:lnTo>
                    <a:pt x="2275" y="3"/>
                  </a:lnTo>
                  <a:lnTo>
                    <a:pt x="2299" y="12"/>
                  </a:lnTo>
                  <a:lnTo>
                    <a:pt x="2320" y="25"/>
                  </a:lnTo>
                  <a:lnTo>
                    <a:pt x="2337" y="42"/>
                  </a:lnTo>
                  <a:lnTo>
                    <a:pt x="2350" y="63"/>
                  </a:lnTo>
                  <a:lnTo>
                    <a:pt x="2359" y="87"/>
                  </a:lnTo>
                  <a:lnTo>
                    <a:pt x="2362" y="113"/>
                  </a:lnTo>
                  <a:lnTo>
                    <a:pt x="2362" y="1743"/>
                  </a:lnTo>
                  <a:lnTo>
                    <a:pt x="2359" y="1769"/>
                  </a:lnTo>
                  <a:lnTo>
                    <a:pt x="2350" y="1793"/>
                  </a:lnTo>
                  <a:lnTo>
                    <a:pt x="2337" y="1814"/>
                  </a:lnTo>
                  <a:lnTo>
                    <a:pt x="2320" y="1831"/>
                  </a:lnTo>
                  <a:lnTo>
                    <a:pt x="2299" y="1844"/>
                  </a:lnTo>
                  <a:lnTo>
                    <a:pt x="2275" y="1853"/>
                  </a:lnTo>
                  <a:lnTo>
                    <a:pt x="2249" y="1856"/>
                  </a:lnTo>
                  <a:lnTo>
                    <a:pt x="113" y="1856"/>
                  </a:lnTo>
                  <a:lnTo>
                    <a:pt x="87" y="1853"/>
                  </a:lnTo>
                  <a:lnTo>
                    <a:pt x="63" y="1844"/>
                  </a:lnTo>
                  <a:lnTo>
                    <a:pt x="42" y="1831"/>
                  </a:lnTo>
                  <a:lnTo>
                    <a:pt x="25" y="1814"/>
                  </a:lnTo>
                  <a:lnTo>
                    <a:pt x="12" y="1793"/>
                  </a:lnTo>
                  <a:lnTo>
                    <a:pt x="3" y="1769"/>
                  </a:lnTo>
                  <a:lnTo>
                    <a:pt x="0" y="1743"/>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2" name="Freeform 7"/>
            <p:cNvSpPr>
              <a:spLocks noEditPoints="1"/>
            </p:cNvSpPr>
            <p:nvPr/>
          </p:nvSpPr>
          <p:spPr bwMode="auto">
            <a:xfrm>
              <a:off x="6127918" y="4775294"/>
              <a:ext cx="485775" cy="368300"/>
            </a:xfrm>
            <a:custGeom>
              <a:avLst/>
              <a:gdLst>
                <a:gd name="T0" fmla="*/ 225 w 2136"/>
                <a:gd name="T1" fmla="*/ 562 h 1630"/>
                <a:gd name="T2" fmla="*/ 506 w 2136"/>
                <a:gd name="T3" fmla="*/ 562 h 1630"/>
                <a:gd name="T4" fmla="*/ 506 w 2136"/>
                <a:gd name="T5" fmla="*/ 1405 h 1630"/>
                <a:gd name="T6" fmla="*/ 225 w 2136"/>
                <a:gd name="T7" fmla="*/ 1405 h 1630"/>
                <a:gd name="T8" fmla="*/ 225 w 2136"/>
                <a:gd name="T9" fmla="*/ 562 h 1630"/>
                <a:gd name="T10" fmla="*/ 112 w 2136"/>
                <a:gd name="T11" fmla="*/ 112 h 1630"/>
                <a:gd name="T12" fmla="*/ 112 w 2136"/>
                <a:gd name="T13" fmla="*/ 1518 h 1630"/>
                <a:gd name="T14" fmla="*/ 2024 w 2136"/>
                <a:gd name="T15" fmla="*/ 1518 h 1630"/>
                <a:gd name="T16" fmla="*/ 2024 w 2136"/>
                <a:gd name="T17" fmla="*/ 112 h 1630"/>
                <a:gd name="T18" fmla="*/ 112 w 2136"/>
                <a:gd name="T19" fmla="*/ 112 h 1630"/>
                <a:gd name="T20" fmla="*/ 0 w 2136"/>
                <a:gd name="T21" fmla="*/ 0 h 1630"/>
                <a:gd name="T22" fmla="*/ 2136 w 2136"/>
                <a:gd name="T23" fmla="*/ 0 h 1630"/>
                <a:gd name="T24" fmla="*/ 2136 w 2136"/>
                <a:gd name="T25" fmla="*/ 1630 h 1630"/>
                <a:gd name="T26" fmla="*/ 0 w 2136"/>
                <a:gd name="T27" fmla="*/ 1630 h 1630"/>
                <a:gd name="T28" fmla="*/ 0 w 2136"/>
                <a:gd name="T29"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36" h="1630">
                  <a:moveTo>
                    <a:pt x="225" y="562"/>
                  </a:moveTo>
                  <a:lnTo>
                    <a:pt x="506" y="562"/>
                  </a:lnTo>
                  <a:lnTo>
                    <a:pt x="506" y="1405"/>
                  </a:lnTo>
                  <a:lnTo>
                    <a:pt x="225" y="1405"/>
                  </a:lnTo>
                  <a:lnTo>
                    <a:pt x="225" y="562"/>
                  </a:lnTo>
                  <a:close/>
                  <a:moveTo>
                    <a:pt x="112" y="112"/>
                  </a:moveTo>
                  <a:lnTo>
                    <a:pt x="112" y="1518"/>
                  </a:lnTo>
                  <a:lnTo>
                    <a:pt x="2024" y="1518"/>
                  </a:lnTo>
                  <a:lnTo>
                    <a:pt x="2024" y="112"/>
                  </a:lnTo>
                  <a:lnTo>
                    <a:pt x="112" y="112"/>
                  </a:lnTo>
                  <a:close/>
                  <a:moveTo>
                    <a:pt x="0" y="0"/>
                  </a:moveTo>
                  <a:lnTo>
                    <a:pt x="2136" y="0"/>
                  </a:lnTo>
                  <a:lnTo>
                    <a:pt x="2136" y="1630"/>
                  </a:lnTo>
                  <a:lnTo>
                    <a:pt x="0" y="163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1" name="Rectangle 8"/>
            <p:cNvSpPr>
              <a:spLocks noChangeArrowheads="1"/>
            </p:cNvSpPr>
            <p:nvPr/>
          </p:nvSpPr>
          <p:spPr bwMode="auto">
            <a:xfrm>
              <a:off x="6180306" y="4826094"/>
              <a:ext cx="381000" cy="50800"/>
            </a:xfrm>
            <a:prstGeom prst="rect">
              <a:avLst/>
            </a:prstGeom>
            <a:solidFill>
              <a:srgbClr val="7CD2F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28" name="Rectangle 9"/>
            <p:cNvSpPr>
              <a:spLocks noChangeArrowheads="1"/>
            </p:cNvSpPr>
            <p:nvPr/>
          </p:nvSpPr>
          <p:spPr bwMode="auto">
            <a:xfrm>
              <a:off x="6269206" y="4902294"/>
              <a:ext cx="292100" cy="190500"/>
            </a:xfrm>
            <a:prstGeom prst="rect">
              <a:avLst/>
            </a:prstGeom>
            <a:solidFill>
              <a:srgbClr val="007AC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29" name="Freeform 10"/>
            <p:cNvSpPr>
              <a:spLocks/>
            </p:cNvSpPr>
            <p:nvPr/>
          </p:nvSpPr>
          <p:spPr bwMode="auto">
            <a:xfrm>
              <a:off x="6269206" y="4902294"/>
              <a:ext cx="292100" cy="190500"/>
            </a:xfrm>
            <a:custGeom>
              <a:avLst/>
              <a:gdLst>
                <a:gd name="T0" fmla="*/ 0 w 1293"/>
                <a:gd name="T1" fmla="*/ 0 h 843"/>
                <a:gd name="T2" fmla="*/ 1131 w 1293"/>
                <a:gd name="T3" fmla="*/ 0 h 843"/>
                <a:gd name="T4" fmla="*/ 1131 w 1293"/>
                <a:gd name="T5" fmla="*/ 70 h 843"/>
                <a:gd name="T6" fmla="*/ 1131 w 1293"/>
                <a:gd name="T7" fmla="*/ 136 h 843"/>
                <a:gd name="T8" fmla="*/ 1131 w 1293"/>
                <a:gd name="T9" fmla="*/ 201 h 843"/>
                <a:gd name="T10" fmla="*/ 1131 w 1293"/>
                <a:gd name="T11" fmla="*/ 267 h 843"/>
                <a:gd name="T12" fmla="*/ 1131 w 1293"/>
                <a:gd name="T13" fmla="*/ 337 h 843"/>
                <a:gd name="T14" fmla="*/ 1293 w 1293"/>
                <a:gd name="T15" fmla="*/ 337 h 843"/>
                <a:gd name="T16" fmla="*/ 1293 w 1293"/>
                <a:gd name="T17" fmla="*/ 675 h 843"/>
                <a:gd name="T18" fmla="*/ 1131 w 1293"/>
                <a:gd name="T19" fmla="*/ 675 h 843"/>
                <a:gd name="T20" fmla="*/ 1131 w 1293"/>
                <a:gd name="T21" fmla="*/ 843 h 843"/>
                <a:gd name="T22" fmla="*/ 970 w 1293"/>
                <a:gd name="T23" fmla="*/ 843 h 843"/>
                <a:gd name="T24" fmla="*/ 970 w 1293"/>
                <a:gd name="T25" fmla="*/ 675 h 843"/>
                <a:gd name="T26" fmla="*/ 808 w 1293"/>
                <a:gd name="T27" fmla="*/ 675 h 843"/>
                <a:gd name="T28" fmla="*/ 808 w 1293"/>
                <a:gd name="T29" fmla="*/ 506 h 843"/>
                <a:gd name="T30" fmla="*/ 970 w 1293"/>
                <a:gd name="T31" fmla="*/ 506 h 843"/>
                <a:gd name="T32" fmla="*/ 970 w 1293"/>
                <a:gd name="T33" fmla="*/ 337 h 843"/>
                <a:gd name="T34" fmla="*/ 808 w 1293"/>
                <a:gd name="T35" fmla="*/ 337 h 843"/>
                <a:gd name="T36" fmla="*/ 808 w 1293"/>
                <a:gd name="T37" fmla="*/ 506 h 843"/>
                <a:gd name="T38" fmla="*/ 646 w 1293"/>
                <a:gd name="T39" fmla="*/ 506 h 843"/>
                <a:gd name="T40" fmla="*/ 646 w 1293"/>
                <a:gd name="T41" fmla="*/ 675 h 843"/>
                <a:gd name="T42" fmla="*/ 808 w 1293"/>
                <a:gd name="T43" fmla="*/ 675 h 843"/>
                <a:gd name="T44" fmla="*/ 808 w 1293"/>
                <a:gd name="T45" fmla="*/ 843 h 843"/>
                <a:gd name="T46" fmla="*/ 970 w 1293"/>
                <a:gd name="T47" fmla="*/ 843 h 843"/>
                <a:gd name="T48" fmla="*/ 970 w 1293"/>
                <a:gd name="T49" fmla="*/ 843 h 843"/>
                <a:gd name="T50" fmla="*/ 0 w 1293"/>
                <a:gd name="T51" fmla="*/ 843 h 843"/>
                <a:gd name="T52" fmla="*/ 0 w 1293"/>
                <a:gd name="T53" fmla="*/ 0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93" h="843">
                  <a:moveTo>
                    <a:pt x="0" y="0"/>
                  </a:moveTo>
                  <a:lnTo>
                    <a:pt x="1131" y="0"/>
                  </a:lnTo>
                  <a:lnTo>
                    <a:pt x="1131" y="70"/>
                  </a:lnTo>
                  <a:lnTo>
                    <a:pt x="1131" y="136"/>
                  </a:lnTo>
                  <a:lnTo>
                    <a:pt x="1131" y="201"/>
                  </a:lnTo>
                  <a:lnTo>
                    <a:pt x="1131" y="267"/>
                  </a:lnTo>
                  <a:lnTo>
                    <a:pt x="1131" y="337"/>
                  </a:lnTo>
                  <a:lnTo>
                    <a:pt x="1293" y="337"/>
                  </a:lnTo>
                  <a:lnTo>
                    <a:pt x="1293" y="675"/>
                  </a:lnTo>
                  <a:lnTo>
                    <a:pt x="1131" y="675"/>
                  </a:lnTo>
                  <a:lnTo>
                    <a:pt x="1131" y="843"/>
                  </a:lnTo>
                  <a:lnTo>
                    <a:pt x="970" y="843"/>
                  </a:lnTo>
                  <a:lnTo>
                    <a:pt x="970" y="675"/>
                  </a:lnTo>
                  <a:lnTo>
                    <a:pt x="808" y="675"/>
                  </a:lnTo>
                  <a:lnTo>
                    <a:pt x="808" y="506"/>
                  </a:lnTo>
                  <a:lnTo>
                    <a:pt x="970" y="506"/>
                  </a:lnTo>
                  <a:lnTo>
                    <a:pt x="970" y="337"/>
                  </a:lnTo>
                  <a:lnTo>
                    <a:pt x="808" y="337"/>
                  </a:lnTo>
                  <a:lnTo>
                    <a:pt x="808" y="506"/>
                  </a:lnTo>
                  <a:lnTo>
                    <a:pt x="646" y="506"/>
                  </a:lnTo>
                  <a:lnTo>
                    <a:pt x="646" y="675"/>
                  </a:lnTo>
                  <a:lnTo>
                    <a:pt x="808" y="675"/>
                  </a:lnTo>
                  <a:lnTo>
                    <a:pt x="808" y="843"/>
                  </a:lnTo>
                  <a:lnTo>
                    <a:pt x="970" y="843"/>
                  </a:lnTo>
                  <a:lnTo>
                    <a:pt x="970" y="843"/>
                  </a:lnTo>
                  <a:lnTo>
                    <a:pt x="0" y="843"/>
                  </a:lnTo>
                  <a:lnTo>
                    <a:pt x="0" y="0"/>
                  </a:lnTo>
                  <a:close/>
                </a:path>
              </a:pathLst>
            </a:custGeom>
            <a:solidFill>
              <a:srgbClr val="00B9F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0" name="Freeform 11"/>
            <p:cNvSpPr>
              <a:spLocks/>
            </p:cNvSpPr>
            <p:nvPr/>
          </p:nvSpPr>
          <p:spPr bwMode="auto">
            <a:xfrm>
              <a:off x="6269206" y="4902294"/>
              <a:ext cx="255588" cy="190500"/>
            </a:xfrm>
            <a:custGeom>
              <a:avLst/>
              <a:gdLst>
                <a:gd name="T0" fmla="*/ 0 w 1131"/>
                <a:gd name="T1" fmla="*/ 0 h 843"/>
                <a:gd name="T2" fmla="*/ 1131 w 1131"/>
                <a:gd name="T3" fmla="*/ 0 h 843"/>
                <a:gd name="T4" fmla="*/ 1131 w 1131"/>
                <a:gd name="T5" fmla="*/ 169 h 843"/>
                <a:gd name="T6" fmla="*/ 808 w 1131"/>
                <a:gd name="T7" fmla="*/ 169 h 843"/>
                <a:gd name="T8" fmla="*/ 808 w 1131"/>
                <a:gd name="T9" fmla="*/ 337 h 843"/>
                <a:gd name="T10" fmla="*/ 646 w 1131"/>
                <a:gd name="T11" fmla="*/ 337 h 843"/>
                <a:gd name="T12" fmla="*/ 646 w 1131"/>
                <a:gd name="T13" fmla="*/ 506 h 843"/>
                <a:gd name="T14" fmla="*/ 485 w 1131"/>
                <a:gd name="T15" fmla="*/ 506 h 843"/>
                <a:gd name="T16" fmla="*/ 485 w 1131"/>
                <a:gd name="T17" fmla="*/ 675 h 843"/>
                <a:gd name="T18" fmla="*/ 646 w 1131"/>
                <a:gd name="T19" fmla="*/ 675 h 843"/>
                <a:gd name="T20" fmla="*/ 646 w 1131"/>
                <a:gd name="T21" fmla="*/ 843 h 843"/>
                <a:gd name="T22" fmla="*/ 485 w 1131"/>
                <a:gd name="T23" fmla="*/ 843 h 843"/>
                <a:gd name="T24" fmla="*/ 485 w 1131"/>
                <a:gd name="T25" fmla="*/ 843 h 843"/>
                <a:gd name="T26" fmla="*/ 0 w 1131"/>
                <a:gd name="T27" fmla="*/ 843 h 843"/>
                <a:gd name="T28" fmla="*/ 0 w 1131"/>
                <a:gd name="T29" fmla="*/ 0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31" h="843">
                  <a:moveTo>
                    <a:pt x="0" y="0"/>
                  </a:moveTo>
                  <a:lnTo>
                    <a:pt x="1131" y="0"/>
                  </a:lnTo>
                  <a:lnTo>
                    <a:pt x="1131" y="169"/>
                  </a:lnTo>
                  <a:lnTo>
                    <a:pt x="808" y="169"/>
                  </a:lnTo>
                  <a:lnTo>
                    <a:pt x="808" y="337"/>
                  </a:lnTo>
                  <a:lnTo>
                    <a:pt x="646" y="337"/>
                  </a:lnTo>
                  <a:lnTo>
                    <a:pt x="646" y="506"/>
                  </a:lnTo>
                  <a:lnTo>
                    <a:pt x="485" y="506"/>
                  </a:lnTo>
                  <a:lnTo>
                    <a:pt x="485" y="675"/>
                  </a:lnTo>
                  <a:lnTo>
                    <a:pt x="646" y="675"/>
                  </a:lnTo>
                  <a:lnTo>
                    <a:pt x="646" y="843"/>
                  </a:lnTo>
                  <a:lnTo>
                    <a:pt x="485" y="843"/>
                  </a:lnTo>
                  <a:lnTo>
                    <a:pt x="485" y="843"/>
                  </a:lnTo>
                  <a:lnTo>
                    <a:pt x="0" y="843"/>
                  </a:lnTo>
                  <a:lnTo>
                    <a:pt x="0"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2" name="Freeform 12"/>
            <p:cNvSpPr>
              <a:spLocks noEditPoints="1"/>
            </p:cNvSpPr>
            <p:nvPr/>
          </p:nvSpPr>
          <p:spPr bwMode="auto">
            <a:xfrm>
              <a:off x="6269206" y="4902294"/>
              <a:ext cx="255588" cy="190500"/>
            </a:xfrm>
            <a:custGeom>
              <a:avLst/>
              <a:gdLst>
                <a:gd name="T0" fmla="*/ 808 w 1131"/>
                <a:gd name="T1" fmla="*/ 0 h 843"/>
                <a:gd name="T2" fmla="*/ 1131 w 1131"/>
                <a:gd name="T3" fmla="*/ 0 h 843"/>
                <a:gd name="T4" fmla="*/ 1131 w 1131"/>
                <a:gd name="T5" fmla="*/ 169 h 843"/>
                <a:gd name="T6" fmla="*/ 808 w 1131"/>
                <a:gd name="T7" fmla="*/ 169 h 843"/>
                <a:gd name="T8" fmla="*/ 808 w 1131"/>
                <a:gd name="T9" fmla="*/ 0 h 843"/>
                <a:gd name="T10" fmla="*/ 0 w 1131"/>
                <a:gd name="T11" fmla="*/ 0 h 843"/>
                <a:gd name="T12" fmla="*/ 646 w 1131"/>
                <a:gd name="T13" fmla="*/ 0 h 843"/>
                <a:gd name="T14" fmla="*/ 646 w 1131"/>
                <a:gd name="T15" fmla="*/ 169 h 843"/>
                <a:gd name="T16" fmla="*/ 485 w 1131"/>
                <a:gd name="T17" fmla="*/ 169 h 843"/>
                <a:gd name="T18" fmla="*/ 485 w 1131"/>
                <a:gd name="T19" fmla="*/ 337 h 843"/>
                <a:gd name="T20" fmla="*/ 646 w 1131"/>
                <a:gd name="T21" fmla="*/ 337 h 843"/>
                <a:gd name="T22" fmla="*/ 646 w 1131"/>
                <a:gd name="T23" fmla="*/ 506 h 843"/>
                <a:gd name="T24" fmla="*/ 323 w 1131"/>
                <a:gd name="T25" fmla="*/ 506 h 843"/>
                <a:gd name="T26" fmla="*/ 323 w 1131"/>
                <a:gd name="T27" fmla="*/ 675 h 843"/>
                <a:gd name="T28" fmla="*/ 646 w 1131"/>
                <a:gd name="T29" fmla="*/ 675 h 843"/>
                <a:gd name="T30" fmla="*/ 646 w 1131"/>
                <a:gd name="T31" fmla="*/ 843 h 843"/>
                <a:gd name="T32" fmla="*/ 485 w 1131"/>
                <a:gd name="T33" fmla="*/ 843 h 843"/>
                <a:gd name="T34" fmla="*/ 485 w 1131"/>
                <a:gd name="T35" fmla="*/ 843 h 843"/>
                <a:gd name="T36" fmla="*/ 0 w 1131"/>
                <a:gd name="T37" fmla="*/ 843 h 843"/>
                <a:gd name="T38" fmla="*/ 0 w 1131"/>
                <a:gd name="T39" fmla="*/ 0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1" h="843">
                  <a:moveTo>
                    <a:pt x="808" y="0"/>
                  </a:moveTo>
                  <a:lnTo>
                    <a:pt x="1131" y="0"/>
                  </a:lnTo>
                  <a:lnTo>
                    <a:pt x="1131" y="169"/>
                  </a:lnTo>
                  <a:lnTo>
                    <a:pt x="808" y="169"/>
                  </a:lnTo>
                  <a:lnTo>
                    <a:pt x="808" y="0"/>
                  </a:lnTo>
                  <a:close/>
                  <a:moveTo>
                    <a:pt x="0" y="0"/>
                  </a:moveTo>
                  <a:lnTo>
                    <a:pt x="646" y="0"/>
                  </a:lnTo>
                  <a:lnTo>
                    <a:pt x="646" y="169"/>
                  </a:lnTo>
                  <a:lnTo>
                    <a:pt x="485" y="169"/>
                  </a:lnTo>
                  <a:lnTo>
                    <a:pt x="485" y="337"/>
                  </a:lnTo>
                  <a:lnTo>
                    <a:pt x="646" y="337"/>
                  </a:lnTo>
                  <a:lnTo>
                    <a:pt x="646" y="506"/>
                  </a:lnTo>
                  <a:lnTo>
                    <a:pt x="323" y="506"/>
                  </a:lnTo>
                  <a:lnTo>
                    <a:pt x="323" y="675"/>
                  </a:lnTo>
                  <a:lnTo>
                    <a:pt x="646" y="675"/>
                  </a:lnTo>
                  <a:lnTo>
                    <a:pt x="646" y="843"/>
                  </a:lnTo>
                  <a:lnTo>
                    <a:pt x="485" y="843"/>
                  </a:lnTo>
                  <a:lnTo>
                    <a:pt x="485" y="843"/>
                  </a:lnTo>
                  <a:lnTo>
                    <a:pt x="0" y="843"/>
                  </a:lnTo>
                  <a:lnTo>
                    <a:pt x="0"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33" name="Freeform 13"/>
            <p:cNvSpPr>
              <a:spLocks noEditPoints="1"/>
            </p:cNvSpPr>
            <p:nvPr/>
          </p:nvSpPr>
          <p:spPr bwMode="auto">
            <a:xfrm>
              <a:off x="6269206" y="4902294"/>
              <a:ext cx="255588" cy="190500"/>
            </a:xfrm>
            <a:custGeom>
              <a:avLst/>
              <a:gdLst>
                <a:gd name="T0" fmla="*/ 0 w 1131"/>
                <a:gd name="T1" fmla="*/ 843 h 843"/>
                <a:gd name="T2" fmla="*/ 162 w 1131"/>
                <a:gd name="T3" fmla="*/ 843 h 843"/>
                <a:gd name="T4" fmla="*/ 162 w 1131"/>
                <a:gd name="T5" fmla="*/ 843 h 843"/>
                <a:gd name="T6" fmla="*/ 0 w 1131"/>
                <a:gd name="T7" fmla="*/ 843 h 843"/>
                <a:gd name="T8" fmla="*/ 0 w 1131"/>
                <a:gd name="T9" fmla="*/ 843 h 843"/>
                <a:gd name="T10" fmla="*/ 808 w 1131"/>
                <a:gd name="T11" fmla="*/ 0 h 843"/>
                <a:gd name="T12" fmla="*/ 1131 w 1131"/>
                <a:gd name="T13" fmla="*/ 0 h 843"/>
                <a:gd name="T14" fmla="*/ 1131 w 1131"/>
                <a:gd name="T15" fmla="*/ 169 h 843"/>
                <a:gd name="T16" fmla="*/ 808 w 1131"/>
                <a:gd name="T17" fmla="*/ 169 h 843"/>
                <a:gd name="T18" fmla="*/ 808 w 1131"/>
                <a:gd name="T19" fmla="*/ 0 h 843"/>
                <a:gd name="T20" fmla="*/ 323 w 1131"/>
                <a:gd name="T21" fmla="*/ 0 h 843"/>
                <a:gd name="T22" fmla="*/ 485 w 1131"/>
                <a:gd name="T23" fmla="*/ 0 h 843"/>
                <a:gd name="T24" fmla="*/ 485 w 1131"/>
                <a:gd name="T25" fmla="*/ 506 h 843"/>
                <a:gd name="T26" fmla="*/ 323 w 1131"/>
                <a:gd name="T27" fmla="*/ 506 h 843"/>
                <a:gd name="T28" fmla="*/ 323 w 1131"/>
                <a:gd name="T29" fmla="*/ 675 h 843"/>
                <a:gd name="T30" fmla="*/ 646 w 1131"/>
                <a:gd name="T31" fmla="*/ 675 h 843"/>
                <a:gd name="T32" fmla="*/ 646 w 1131"/>
                <a:gd name="T33" fmla="*/ 843 h 843"/>
                <a:gd name="T34" fmla="*/ 485 w 1131"/>
                <a:gd name="T35" fmla="*/ 843 h 843"/>
                <a:gd name="T36" fmla="*/ 485 w 1131"/>
                <a:gd name="T37" fmla="*/ 843 h 843"/>
                <a:gd name="T38" fmla="*/ 323 w 1131"/>
                <a:gd name="T39" fmla="*/ 843 h 843"/>
                <a:gd name="T40" fmla="*/ 323 w 1131"/>
                <a:gd name="T41" fmla="*/ 843 h 843"/>
                <a:gd name="T42" fmla="*/ 162 w 1131"/>
                <a:gd name="T43" fmla="*/ 843 h 843"/>
                <a:gd name="T44" fmla="*/ 162 w 1131"/>
                <a:gd name="T45" fmla="*/ 675 h 843"/>
                <a:gd name="T46" fmla="*/ 0 w 1131"/>
                <a:gd name="T47" fmla="*/ 675 h 843"/>
                <a:gd name="T48" fmla="*/ 0 w 1131"/>
                <a:gd name="T49" fmla="*/ 337 h 843"/>
                <a:gd name="T50" fmla="*/ 162 w 1131"/>
                <a:gd name="T51" fmla="*/ 337 h 843"/>
                <a:gd name="T52" fmla="*/ 162 w 1131"/>
                <a:gd name="T53" fmla="*/ 169 h 843"/>
                <a:gd name="T54" fmla="*/ 323 w 1131"/>
                <a:gd name="T55" fmla="*/ 169 h 843"/>
                <a:gd name="T56" fmla="*/ 323 w 1131"/>
                <a:gd name="T57" fmla="*/ 0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1" h="843">
                  <a:moveTo>
                    <a:pt x="0" y="843"/>
                  </a:moveTo>
                  <a:lnTo>
                    <a:pt x="162" y="843"/>
                  </a:lnTo>
                  <a:lnTo>
                    <a:pt x="162" y="843"/>
                  </a:lnTo>
                  <a:lnTo>
                    <a:pt x="0" y="843"/>
                  </a:lnTo>
                  <a:lnTo>
                    <a:pt x="0" y="843"/>
                  </a:lnTo>
                  <a:close/>
                  <a:moveTo>
                    <a:pt x="808" y="0"/>
                  </a:moveTo>
                  <a:lnTo>
                    <a:pt x="1131" y="0"/>
                  </a:lnTo>
                  <a:lnTo>
                    <a:pt x="1131" y="169"/>
                  </a:lnTo>
                  <a:lnTo>
                    <a:pt x="808" y="169"/>
                  </a:lnTo>
                  <a:lnTo>
                    <a:pt x="808" y="0"/>
                  </a:lnTo>
                  <a:close/>
                  <a:moveTo>
                    <a:pt x="323" y="0"/>
                  </a:moveTo>
                  <a:lnTo>
                    <a:pt x="485" y="0"/>
                  </a:lnTo>
                  <a:lnTo>
                    <a:pt x="485" y="506"/>
                  </a:lnTo>
                  <a:lnTo>
                    <a:pt x="323" y="506"/>
                  </a:lnTo>
                  <a:lnTo>
                    <a:pt x="323" y="675"/>
                  </a:lnTo>
                  <a:lnTo>
                    <a:pt x="646" y="675"/>
                  </a:lnTo>
                  <a:lnTo>
                    <a:pt x="646" y="843"/>
                  </a:lnTo>
                  <a:lnTo>
                    <a:pt x="485" y="843"/>
                  </a:lnTo>
                  <a:lnTo>
                    <a:pt x="485" y="843"/>
                  </a:lnTo>
                  <a:lnTo>
                    <a:pt x="323" y="843"/>
                  </a:lnTo>
                  <a:lnTo>
                    <a:pt x="323" y="843"/>
                  </a:lnTo>
                  <a:lnTo>
                    <a:pt x="162" y="843"/>
                  </a:lnTo>
                  <a:lnTo>
                    <a:pt x="162" y="675"/>
                  </a:lnTo>
                  <a:lnTo>
                    <a:pt x="0" y="675"/>
                  </a:lnTo>
                  <a:lnTo>
                    <a:pt x="0" y="337"/>
                  </a:lnTo>
                  <a:lnTo>
                    <a:pt x="162" y="337"/>
                  </a:lnTo>
                  <a:lnTo>
                    <a:pt x="162" y="169"/>
                  </a:lnTo>
                  <a:lnTo>
                    <a:pt x="323" y="169"/>
                  </a:lnTo>
                  <a:lnTo>
                    <a:pt x="323"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45" name="Freeform 14"/>
            <p:cNvSpPr>
              <a:spLocks noEditPoints="1"/>
            </p:cNvSpPr>
            <p:nvPr/>
          </p:nvSpPr>
          <p:spPr bwMode="auto">
            <a:xfrm>
              <a:off x="6305718" y="4902294"/>
              <a:ext cx="219075" cy="190500"/>
            </a:xfrm>
            <a:custGeom>
              <a:avLst/>
              <a:gdLst>
                <a:gd name="T0" fmla="*/ 105 w 969"/>
                <a:gd name="T1" fmla="*/ 675 h 843"/>
                <a:gd name="T2" fmla="*/ 161 w 969"/>
                <a:gd name="T3" fmla="*/ 675 h 843"/>
                <a:gd name="T4" fmla="*/ 484 w 969"/>
                <a:gd name="T5" fmla="*/ 675 h 843"/>
                <a:gd name="T6" fmla="*/ 484 w 969"/>
                <a:gd name="T7" fmla="*/ 843 h 843"/>
                <a:gd name="T8" fmla="*/ 323 w 969"/>
                <a:gd name="T9" fmla="*/ 843 h 843"/>
                <a:gd name="T10" fmla="*/ 323 w 969"/>
                <a:gd name="T11" fmla="*/ 843 h 843"/>
                <a:gd name="T12" fmla="*/ 161 w 969"/>
                <a:gd name="T13" fmla="*/ 843 h 843"/>
                <a:gd name="T14" fmla="*/ 161 w 969"/>
                <a:gd name="T15" fmla="*/ 843 h 843"/>
                <a:gd name="T16" fmla="*/ 0 w 969"/>
                <a:gd name="T17" fmla="*/ 843 h 843"/>
                <a:gd name="T18" fmla="*/ 0 w 969"/>
                <a:gd name="T19" fmla="*/ 675 h 843"/>
                <a:gd name="T20" fmla="*/ 51 w 969"/>
                <a:gd name="T21" fmla="*/ 675 h 843"/>
                <a:gd name="T22" fmla="*/ 105 w 969"/>
                <a:gd name="T23" fmla="*/ 675 h 843"/>
                <a:gd name="T24" fmla="*/ 808 w 969"/>
                <a:gd name="T25" fmla="*/ 337 h 843"/>
                <a:gd name="T26" fmla="*/ 969 w 969"/>
                <a:gd name="T27" fmla="*/ 337 h 843"/>
                <a:gd name="T28" fmla="*/ 969 w 969"/>
                <a:gd name="T29" fmla="*/ 506 h 843"/>
                <a:gd name="T30" fmla="*/ 808 w 969"/>
                <a:gd name="T31" fmla="*/ 506 h 843"/>
                <a:gd name="T32" fmla="*/ 808 w 969"/>
                <a:gd name="T33" fmla="*/ 337 h 843"/>
                <a:gd name="T34" fmla="*/ 484 w 969"/>
                <a:gd name="T35" fmla="*/ 169 h 843"/>
                <a:gd name="T36" fmla="*/ 646 w 969"/>
                <a:gd name="T37" fmla="*/ 169 h 843"/>
                <a:gd name="T38" fmla="*/ 646 w 969"/>
                <a:gd name="T39" fmla="*/ 337 h 843"/>
                <a:gd name="T40" fmla="*/ 484 w 969"/>
                <a:gd name="T41" fmla="*/ 337 h 843"/>
                <a:gd name="T42" fmla="*/ 484 w 969"/>
                <a:gd name="T43" fmla="*/ 169 h 843"/>
                <a:gd name="T44" fmla="*/ 808 w 969"/>
                <a:gd name="T45" fmla="*/ 0 h 843"/>
                <a:gd name="T46" fmla="*/ 969 w 969"/>
                <a:gd name="T47" fmla="*/ 0 h 843"/>
                <a:gd name="T48" fmla="*/ 969 w 969"/>
                <a:gd name="T49" fmla="*/ 169 h 843"/>
                <a:gd name="T50" fmla="*/ 808 w 969"/>
                <a:gd name="T51" fmla="*/ 169 h 843"/>
                <a:gd name="T52" fmla="*/ 808 w 969"/>
                <a:gd name="T53" fmla="*/ 0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69" h="843">
                  <a:moveTo>
                    <a:pt x="105" y="675"/>
                  </a:moveTo>
                  <a:lnTo>
                    <a:pt x="161" y="675"/>
                  </a:lnTo>
                  <a:lnTo>
                    <a:pt x="484" y="675"/>
                  </a:lnTo>
                  <a:lnTo>
                    <a:pt x="484" y="843"/>
                  </a:lnTo>
                  <a:lnTo>
                    <a:pt x="323" y="843"/>
                  </a:lnTo>
                  <a:lnTo>
                    <a:pt x="323" y="843"/>
                  </a:lnTo>
                  <a:lnTo>
                    <a:pt x="161" y="843"/>
                  </a:lnTo>
                  <a:lnTo>
                    <a:pt x="161" y="843"/>
                  </a:lnTo>
                  <a:lnTo>
                    <a:pt x="0" y="843"/>
                  </a:lnTo>
                  <a:lnTo>
                    <a:pt x="0" y="675"/>
                  </a:lnTo>
                  <a:lnTo>
                    <a:pt x="51" y="675"/>
                  </a:lnTo>
                  <a:lnTo>
                    <a:pt x="105" y="675"/>
                  </a:lnTo>
                  <a:close/>
                  <a:moveTo>
                    <a:pt x="808" y="337"/>
                  </a:moveTo>
                  <a:lnTo>
                    <a:pt x="969" y="337"/>
                  </a:lnTo>
                  <a:lnTo>
                    <a:pt x="969" y="506"/>
                  </a:lnTo>
                  <a:lnTo>
                    <a:pt x="808" y="506"/>
                  </a:lnTo>
                  <a:lnTo>
                    <a:pt x="808" y="337"/>
                  </a:lnTo>
                  <a:close/>
                  <a:moveTo>
                    <a:pt x="484" y="169"/>
                  </a:moveTo>
                  <a:lnTo>
                    <a:pt x="646" y="169"/>
                  </a:lnTo>
                  <a:lnTo>
                    <a:pt x="646" y="337"/>
                  </a:lnTo>
                  <a:lnTo>
                    <a:pt x="484" y="337"/>
                  </a:lnTo>
                  <a:lnTo>
                    <a:pt x="484" y="169"/>
                  </a:lnTo>
                  <a:close/>
                  <a:moveTo>
                    <a:pt x="808" y="0"/>
                  </a:moveTo>
                  <a:lnTo>
                    <a:pt x="969" y="0"/>
                  </a:lnTo>
                  <a:lnTo>
                    <a:pt x="969" y="169"/>
                  </a:lnTo>
                  <a:lnTo>
                    <a:pt x="808" y="169"/>
                  </a:lnTo>
                  <a:lnTo>
                    <a:pt x="808" y="0"/>
                  </a:lnTo>
                  <a:close/>
                </a:path>
              </a:pathLst>
            </a:custGeom>
            <a:solidFill>
              <a:srgbClr val="94E6E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46" name="Freeform 15"/>
            <p:cNvSpPr>
              <a:spLocks noEditPoints="1"/>
            </p:cNvSpPr>
            <p:nvPr/>
          </p:nvSpPr>
          <p:spPr bwMode="auto">
            <a:xfrm>
              <a:off x="6269206" y="4940394"/>
              <a:ext cx="109538" cy="152400"/>
            </a:xfrm>
            <a:custGeom>
              <a:avLst/>
              <a:gdLst>
                <a:gd name="T0" fmla="*/ 213 w 485"/>
                <a:gd name="T1" fmla="*/ 506 h 674"/>
                <a:gd name="T2" fmla="*/ 267 w 485"/>
                <a:gd name="T3" fmla="*/ 506 h 674"/>
                <a:gd name="T4" fmla="*/ 485 w 485"/>
                <a:gd name="T5" fmla="*/ 506 h 674"/>
                <a:gd name="T6" fmla="*/ 485 w 485"/>
                <a:gd name="T7" fmla="*/ 674 h 674"/>
                <a:gd name="T8" fmla="*/ 323 w 485"/>
                <a:gd name="T9" fmla="*/ 674 h 674"/>
                <a:gd name="T10" fmla="*/ 323 w 485"/>
                <a:gd name="T11" fmla="*/ 674 h 674"/>
                <a:gd name="T12" fmla="*/ 162 w 485"/>
                <a:gd name="T13" fmla="*/ 674 h 674"/>
                <a:gd name="T14" fmla="*/ 162 w 485"/>
                <a:gd name="T15" fmla="*/ 506 h 674"/>
                <a:gd name="T16" fmla="*/ 213 w 485"/>
                <a:gd name="T17" fmla="*/ 506 h 674"/>
                <a:gd name="T18" fmla="*/ 323 w 485"/>
                <a:gd name="T19" fmla="*/ 168 h 674"/>
                <a:gd name="T20" fmla="*/ 485 w 485"/>
                <a:gd name="T21" fmla="*/ 168 h 674"/>
                <a:gd name="T22" fmla="*/ 485 w 485"/>
                <a:gd name="T23" fmla="*/ 337 h 674"/>
                <a:gd name="T24" fmla="*/ 323 w 485"/>
                <a:gd name="T25" fmla="*/ 337 h 674"/>
                <a:gd name="T26" fmla="*/ 323 w 485"/>
                <a:gd name="T27" fmla="*/ 168 h 674"/>
                <a:gd name="T28" fmla="*/ 0 w 485"/>
                <a:gd name="T29" fmla="*/ 168 h 674"/>
                <a:gd name="T30" fmla="*/ 162 w 485"/>
                <a:gd name="T31" fmla="*/ 168 h 674"/>
                <a:gd name="T32" fmla="*/ 162 w 485"/>
                <a:gd name="T33" fmla="*/ 337 h 674"/>
                <a:gd name="T34" fmla="*/ 0 w 485"/>
                <a:gd name="T35" fmla="*/ 337 h 674"/>
                <a:gd name="T36" fmla="*/ 0 w 485"/>
                <a:gd name="T37" fmla="*/ 168 h 674"/>
                <a:gd name="T38" fmla="*/ 162 w 485"/>
                <a:gd name="T39" fmla="*/ 0 h 674"/>
                <a:gd name="T40" fmla="*/ 323 w 485"/>
                <a:gd name="T41" fmla="*/ 0 h 674"/>
                <a:gd name="T42" fmla="*/ 323 w 485"/>
                <a:gd name="T43" fmla="*/ 168 h 674"/>
                <a:gd name="T44" fmla="*/ 162 w 485"/>
                <a:gd name="T45" fmla="*/ 168 h 674"/>
                <a:gd name="T46" fmla="*/ 162 w 485"/>
                <a:gd name="T47" fmla="*/ 0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85" h="674">
                  <a:moveTo>
                    <a:pt x="213" y="506"/>
                  </a:moveTo>
                  <a:lnTo>
                    <a:pt x="267" y="506"/>
                  </a:lnTo>
                  <a:lnTo>
                    <a:pt x="485" y="506"/>
                  </a:lnTo>
                  <a:lnTo>
                    <a:pt x="485" y="674"/>
                  </a:lnTo>
                  <a:lnTo>
                    <a:pt x="323" y="674"/>
                  </a:lnTo>
                  <a:lnTo>
                    <a:pt x="323" y="674"/>
                  </a:lnTo>
                  <a:lnTo>
                    <a:pt x="162" y="674"/>
                  </a:lnTo>
                  <a:lnTo>
                    <a:pt x="162" y="506"/>
                  </a:lnTo>
                  <a:lnTo>
                    <a:pt x="213" y="506"/>
                  </a:lnTo>
                  <a:close/>
                  <a:moveTo>
                    <a:pt x="323" y="168"/>
                  </a:moveTo>
                  <a:lnTo>
                    <a:pt x="485" y="168"/>
                  </a:lnTo>
                  <a:lnTo>
                    <a:pt x="485" y="337"/>
                  </a:lnTo>
                  <a:lnTo>
                    <a:pt x="323" y="337"/>
                  </a:lnTo>
                  <a:lnTo>
                    <a:pt x="323" y="168"/>
                  </a:lnTo>
                  <a:close/>
                  <a:moveTo>
                    <a:pt x="0" y="168"/>
                  </a:moveTo>
                  <a:lnTo>
                    <a:pt x="162" y="168"/>
                  </a:lnTo>
                  <a:lnTo>
                    <a:pt x="162" y="337"/>
                  </a:lnTo>
                  <a:lnTo>
                    <a:pt x="0" y="337"/>
                  </a:lnTo>
                  <a:lnTo>
                    <a:pt x="0" y="168"/>
                  </a:lnTo>
                  <a:close/>
                  <a:moveTo>
                    <a:pt x="162" y="0"/>
                  </a:moveTo>
                  <a:lnTo>
                    <a:pt x="323" y="0"/>
                  </a:lnTo>
                  <a:lnTo>
                    <a:pt x="323" y="168"/>
                  </a:lnTo>
                  <a:lnTo>
                    <a:pt x="162" y="168"/>
                  </a:lnTo>
                  <a:lnTo>
                    <a:pt x="162" y="0"/>
                  </a:lnTo>
                  <a:close/>
                </a:path>
              </a:pathLst>
            </a:custGeom>
            <a:solidFill>
              <a:srgbClr val="DDECB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300" name="Group 299"/>
          <p:cNvGrpSpPr>
            <a:grpSpLocks noChangeAspect="1"/>
          </p:cNvGrpSpPr>
          <p:nvPr/>
        </p:nvGrpSpPr>
        <p:grpSpPr>
          <a:xfrm>
            <a:off x="5804581" y="3318216"/>
            <a:ext cx="611435" cy="411480"/>
            <a:chOff x="5586127" y="1304205"/>
            <a:chExt cx="2717491" cy="1828800"/>
          </a:xfrm>
        </p:grpSpPr>
        <p:sp useBgFill="1">
          <p:nvSpPr>
            <p:cNvPr id="301" name="Freeform 6"/>
            <p:cNvSpPr>
              <a:spLocks/>
            </p:cNvSpPr>
            <p:nvPr/>
          </p:nvSpPr>
          <p:spPr bwMode="auto">
            <a:xfrm>
              <a:off x="5586127" y="1304205"/>
              <a:ext cx="2717491" cy="1828800"/>
            </a:xfrm>
            <a:custGeom>
              <a:avLst/>
              <a:gdLst>
                <a:gd name="T0" fmla="*/ 1293 w 2586"/>
                <a:gd name="T1" fmla="*/ 0 h 1743"/>
                <a:gd name="T2" fmla="*/ 1324 w 2586"/>
                <a:gd name="T3" fmla="*/ 2 h 1743"/>
                <a:gd name="T4" fmla="*/ 1353 w 2586"/>
                <a:gd name="T5" fmla="*/ 7 h 1743"/>
                <a:gd name="T6" fmla="*/ 1382 w 2586"/>
                <a:gd name="T7" fmla="*/ 18 h 1743"/>
                <a:gd name="T8" fmla="*/ 1409 w 2586"/>
                <a:gd name="T9" fmla="*/ 32 h 1743"/>
                <a:gd name="T10" fmla="*/ 2478 w 2586"/>
                <a:gd name="T11" fmla="*/ 678 h 1743"/>
                <a:gd name="T12" fmla="*/ 2505 w 2586"/>
                <a:gd name="T13" fmla="*/ 698 h 1743"/>
                <a:gd name="T14" fmla="*/ 2529 w 2586"/>
                <a:gd name="T15" fmla="*/ 720 h 1743"/>
                <a:gd name="T16" fmla="*/ 2549 w 2586"/>
                <a:gd name="T17" fmla="*/ 747 h 1743"/>
                <a:gd name="T18" fmla="*/ 2565 w 2586"/>
                <a:gd name="T19" fmla="*/ 775 h 1743"/>
                <a:gd name="T20" fmla="*/ 2576 w 2586"/>
                <a:gd name="T21" fmla="*/ 806 h 1743"/>
                <a:gd name="T22" fmla="*/ 2584 w 2586"/>
                <a:gd name="T23" fmla="*/ 838 h 1743"/>
                <a:gd name="T24" fmla="*/ 2586 w 2586"/>
                <a:gd name="T25" fmla="*/ 872 h 1743"/>
                <a:gd name="T26" fmla="*/ 2584 w 2586"/>
                <a:gd name="T27" fmla="*/ 904 h 1743"/>
                <a:gd name="T28" fmla="*/ 2576 w 2586"/>
                <a:gd name="T29" fmla="*/ 936 h 1743"/>
                <a:gd name="T30" fmla="*/ 2565 w 2586"/>
                <a:gd name="T31" fmla="*/ 967 h 1743"/>
                <a:gd name="T32" fmla="*/ 2549 w 2586"/>
                <a:gd name="T33" fmla="*/ 995 h 1743"/>
                <a:gd name="T34" fmla="*/ 2529 w 2586"/>
                <a:gd name="T35" fmla="*/ 1022 h 1743"/>
                <a:gd name="T36" fmla="*/ 2505 w 2586"/>
                <a:gd name="T37" fmla="*/ 1044 h 1743"/>
                <a:gd name="T38" fmla="*/ 2478 w 2586"/>
                <a:gd name="T39" fmla="*/ 1064 h 1743"/>
                <a:gd name="T40" fmla="*/ 1410 w 2586"/>
                <a:gd name="T41" fmla="*/ 1710 h 1743"/>
                <a:gd name="T42" fmla="*/ 1383 w 2586"/>
                <a:gd name="T43" fmla="*/ 1725 h 1743"/>
                <a:gd name="T44" fmla="*/ 1354 w 2586"/>
                <a:gd name="T45" fmla="*/ 1735 h 1743"/>
                <a:gd name="T46" fmla="*/ 1324 w 2586"/>
                <a:gd name="T47" fmla="*/ 1741 h 1743"/>
                <a:gd name="T48" fmla="*/ 1293 w 2586"/>
                <a:gd name="T49" fmla="*/ 1743 h 1743"/>
                <a:gd name="T50" fmla="*/ 1263 w 2586"/>
                <a:gd name="T51" fmla="*/ 1741 h 1743"/>
                <a:gd name="T52" fmla="*/ 1234 w 2586"/>
                <a:gd name="T53" fmla="*/ 1736 h 1743"/>
                <a:gd name="T54" fmla="*/ 1205 w 2586"/>
                <a:gd name="T55" fmla="*/ 1725 h 1743"/>
                <a:gd name="T56" fmla="*/ 1179 w 2586"/>
                <a:gd name="T57" fmla="*/ 1711 h 1743"/>
                <a:gd name="T58" fmla="*/ 1121 w 2586"/>
                <a:gd name="T59" fmla="*/ 1678 h 1743"/>
                <a:gd name="T60" fmla="*/ 108 w 2586"/>
                <a:gd name="T61" fmla="*/ 1064 h 1743"/>
                <a:gd name="T62" fmla="*/ 81 w 2586"/>
                <a:gd name="T63" fmla="*/ 1044 h 1743"/>
                <a:gd name="T64" fmla="*/ 57 w 2586"/>
                <a:gd name="T65" fmla="*/ 1022 h 1743"/>
                <a:gd name="T66" fmla="*/ 37 w 2586"/>
                <a:gd name="T67" fmla="*/ 995 h 1743"/>
                <a:gd name="T68" fmla="*/ 21 w 2586"/>
                <a:gd name="T69" fmla="*/ 967 h 1743"/>
                <a:gd name="T70" fmla="*/ 10 w 2586"/>
                <a:gd name="T71" fmla="*/ 936 h 1743"/>
                <a:gd name="T72" fmla="*/ 2 w 2586"/>
                <a:gd name="T73" fmla="*/ 904 h 1743"/>
                <a:gd name="T74" fmla="*/ 0 w 2586"/>
                <a:gd name="T75" fmla="*/ 872 h 1743"/>
                <a:gd name="T76" fmla="*/ 2 w 2586"/>
                <a:gd name="T77" fmla="*/ 838 h 1743"/>
                <a:gd name="T78" fmla="*/ 10 w 2586"/>
                <a:gd name="T79" fmla="*/ 806 h 1743"/>
                <a:gd name="T80" fmla="*/ 21 w 2586"/>
                <a:gd name="T81" fmla="*/ 775 h 1743"/>
                <a:gd name="T82" fmla="*/ 37 w 2586"/>
                <a:gd name="T83" fmla="*/ 747 h 1743"/>
                <a:gd name="T84" fmla="*/ 57 w 2586"/>
                <a:gd name="T85" fmla="*/ 720 h 1743"/>
                <a:gd name="T86" fmla="*/ 81 w 2586"/>
                <a:gd name="T87" fmla="*/ 698 h 1743"/>
                <a:gd name="T88" fmla="*/ 108 w 2586"/>
                <a:gd name="T89" fmla="*/ 678 h 1743"/>
                <a:gd name="T90" fmla="*/ 1177 w 2586"/>
                <a:gd name="T91" fmla="*/ 32 h 1743"/>
                <a:gd name="T92" fmla="*/ 1204 w 2586"/>
                <a:gd name="T93" fmla="*/ 18 h 1743"/>
                <a:gd name="T94" fmla="*/ 1233 w 2586"/>
                <a:gd name="T95" fmla="*/ 7 h 1743"/>
                <a:gd name="T96" fmla="*/ 1262 w 2586"/>
                <a:gd name="T97" fmla="*/ 2 h 1743"/>
                <a:gd name="T98" fmla="*/ 1293 w 2586"/>
                <a:gd name="T99" fmla="*/ 0 h 1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86" h="1743">
                  <a:moveTo>
                    <a:pt x="1293" y="0"/>
                  </a:moveTo>
                  <a:lnTo>
                    <a:pt x="1324" y="2"/>
                  </a:lnTo>
                  <a:lnTo>
                    <a:pt x="1353" y="7"/>
                  </a:lnTo>
                  <a:lnTo>
                    <a:pt x="1382" y="18"/>
                  </a:lnTo>
                  <a:lnTo>
                    <a:pt x="1409" y="32"/>
                  </a:lnTo>
                  <a:lnTo>
                    <a:pt x="2478" y="678"/>
                  </a:lnTo>
                  <a:lnTo>
                    <a:pt x="2505" y="698"/>
                  </a:lnTo>
                  <a:lnTo>
                    <a:pt x="2529" y="720"/>
                  </a:lnTo>
                  <a:lnTo>
                    <a:pt x="2549" y="747"/>
                  </a:lnTo>
                  <a:lnTo>
                    <a:pt x="2565" y="775"/>
                  </a:lnTo>
                  <a:lnTo>
                    <a:pt x="2576" y="806"/>
                  </a:lnTo>
                  <a:lnTo>
                    <a:pt x="2584" y="838"/>
                  </a:lnTo>
                  <a:lnTo>
                    <a:pt x="2586" y="872"/>
                  </a:lnTo>
                  <a:lnTo>
                    <a:pt x="2584" y="904"/>
                  </a:lnTo>
                  <a:lnTo>
                    <a:pt x="2576" y="936"/>
                  </a:lnTo>
                  <a:lnTo>
                    <a:pt x="2565" y="967"/>
                  </a:lnTo>
                  <a:lnTo>
                    <a:pt x="2549" y="995"/>
                  </a:lnTo>
                  <a:lnTo>
                    <a:pt x="2529" y="1022"/>
                  </a:lnTo>
                  <a:lnTo>
                    <a:pt x="2505" y="1044"/>
                  </a:lnTo>
                  <a:lnTo>
                    <a:pt x="2478" y="1064"/>
                  </a:lnTo>
                  <a:lnTo>
                    <a:pt x="1410" y="1710"/>
                  </a:lnTo>
                  <a:lnTo>
                    <a:pt x="1383" y="1725"/>
                  </a:lnTo>
                  <a:lnTo>
                    <a:pt x="1354" y="1735"/>
                  </a:lnTo>
                  <a:lnTo>
                    <a:pt x="1324" y="1741"/>
                  </a:lnTo>
                  <a:lnTo>
                    <a:pt x="1293" y="1743"/>
                  </a:lnTo>
                  <a:lnTo>
                    <a:pt x="1263" y="1741"/>
                  </a:lnTo>
                  <a:lnTo>
                    <a:pt x="1234" y="1736"/>
                  </a:lnTo>
                  <a:lnTo>
                    <a:pt x="1205" y="1725"/>
                  </a:lnTo>
                  <a:lnTo>
                    <a:pt x="1179" y="1711"/>
                  </a:lnTo>
                  <a:lnTo>
                    <a:pt x="1121" y="1678"/>
                  </a:lnTo>
                  <a:lnTo>
                    <a:pt x="108" y="1064"/>
                  </a:lnTo>
                  <a:lnTo>
                    <a:pt x="81" y="1044"/>
                  </a:lnTo>
                  <a:lnTo>
                    <a:pt x="57" y="1022"/>
                  </a:lnTo>
                  <a:lnTo>
                    <a:pt x="37" y="995"/>
                  </a:lnTo>
                  <a:lnTo>
                    <a:pt x="21" y="967"/>
                  </a:lnTo>
                  <a:lnTo>
                    <a:pt x="10" y="936"/>
                  </a:lnTo>
                  <a:lnTo>
                    <a:pt x="2" y="904"/>
                  </a:lnTo>
                  <a:lnTo>
                    <a:pt x="0" y="872"/>
                  </a:lnTo>
                  <a:lnTo>
                    <a:pt x="2" y="838"/>
                  </a:lnTo>
                  <a:lnTo>
                    <a:pt x="10" y="806"/>
                  </a:lnTo>
                  <a:lnTo>
                    <a:pt x="21" y="775"/>
                  </a:lnTo>
                  <a:lnTo>
                    <a:pt x="37" y="747"/>
                  </a:lnTo>
                  <a:lnTo>
                    <a:pt x="57" y="720"/>
                  </a:lnTo>
                  <a:lnTo>
                    <a:pt x="81" y="698"/>
                  </a:lnTo>
                  <a:lnTo>
                    <a:pt x="108" y="678"/>
                  </a:lnTo>
                  <a:lnTo>
                    <a:pt x="1177" y="32"/>
                  </a:lnTo>
                  <a:lnTo>
                    <a:pt x="1204" y="18"/>
                  </a:lnTo>
                  <a:lnTo>
                    <a:pt x="1233" y="7"/>
                  </a:lnTo>
                  <a:lnTo>
                    <a:pt x="1262" y="2"/>
                  </a:lnTo>
                  <a:lnTo>
                    <a:pt x="129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02" name="Freeform 7"/>
            <p:cNvSpPr>
              <a:spLocks/>
            </p:cNvSpPr>
            <p:nvPr/>
          </p:nvSpPr>
          <p:spPr bwMode="auto">
            <a:xfrm>
              <a:off x="5703640" y="1421718"/>
              <a:ext cx="2482465" cy="1593773"/>
            </a:xfrm>
            <a:custGeom>
              <a:avLst/>
              <a:gdLst>
                <a:gd name="T0" fmla="*/ 1181 w 2362"/>
                <a:gd name="T1" fmla="*/ 0 h 1519"/>
                <a:gd name="T2" fmla="*/ 1201 w 2362"/>
                <a:gd name="T3" fmla="*/ 2 h 1519"/>
                <a:gd name="T4" fmla="*/ 1221 w 2362"/>
                <a:gd name="T5" fmla="*/ 7 h 1519"/>
                <a:gd name="T6" fmla="*/ 1239 w 2362"/>
                <a:gd name="T7" fmla="*/ 16 h 1519"/>
                <a:gd name="T8" fmla="*/ 2307 w 2362"/>
                <a:gd name="T9" fmla="*/ 663 h 1519"/>
                <a:gd name="T10" fmla="*/ 2326 w 2362"/>
                <a:gd name="T11" fmla="*/ 677 h 1519"/>
                <a:gd name="T12" fmla="*/ 2341 w 2362"/>
                <a:gd name="T13" fmla="*/ 694 h 1519"/>
                <a:gd name="T14" fmla="*/ 2353 w 2362"/>
                <a:gd name="T15" fmla="*/ 714 h 1519"/>
                <a:gd name="T16" fmla="*/ 2359 w 2362"/>
                <a:gd name="T17" fmla="*/ 736 h 1519"/>
                <a:gd name="T18" fmla="*/ 2362 w 2362"/>
                <a:gd name="T19" fmla="*/ 760 h 1519"/>
                <a:gd name="T20" fmla="*/ 2359 w 2362"/>
                <a:gd name="T21" fmla="*/ 782 h 1519"/>
                <a:gd name="T22" fmla="*/ 2353 w 2362"/>
                <a:gd name="T23" fmla="*/ 804 h 1519"/>
                <a:gd name="T24" fmla="*/ 2341 w 2362"/>
                <a:gd name="T25" fmla="*/ 824 h 1519"/>
                <a:gd name="T26" fmla="*/ 2326 w 2362"/>
                <a:gd name="T27" fmla="*/ 841 h 1519"/>
                <a:gd name="T28" fmla="*/ 2307 w 2362"/>
                <a:gd name="T29" fmla="*/ 856 h 1519"/>
                <a:gd name="T30" fmla="*/ 1240 w 2362"/>
                <a:gd name="T31" fmla="*/ 1502 h 1519"/>
                <a:gd name="T32" fmla="*/ 1221 w 2362"/>
                <a:gd name="T33" fmla="*/ 1512 h 1519"/>
                <a:gd name="T34" fmla="*/ 1201 w 2362"/>
                <a:gd name="T35" fmla="*/ 1517 h 1519"/>
                <a:gd name="T36" fmla="*/ 1181 w 2362"/>
                <a:gd name="T37" fmla="*/ 1519 h 1519"/>
                <a:gd name="T38" fmla="*/ 1162 w 2362"/>
                <a:gd name="T39" fmla="*/ 1517 h 1519"/>
                <a:gd name="T40" fmla="*/ 1142 w 2362"/>
                <a:gd name="T41" fmla="*/ 1512 h 1519"/>
                <a:gd name="T42" fmla="*/ 1124 w 2362"/>
                <a:gd name="T43" fmla="*/ 1503 h 1519"/>
                <a:gd name="T44" fmla="*/ 1066 w 2362"/>
                <a:gd name="T45" fmla="*/ 1468 h 1519"/>
                <a:gd name="T46" fmla="*/ 55 w 2362"/>
                <a:gd name="T47" fmla="*/ 856 h 1519"/>
                <a:gd name="T48" fmla="*/ 36 w 2362"/>
                <a:gd name="T49" fmla="*/ 841 h 1519"/>
                <a:gd name="T50" fmla="*/ 21 w 2362"/>
                <a:gd name="T51" fmla="*/ 824 h 1519"/>
                <a:gd name="T52" fmla="*/ 9 w 2362"/>
                <a:gd name="T53" fmla="*/ 804 h 1519"/>
                <a:gd name="T54" fmla="*/ 3 w 2362"/>
                <a:gd name="T55" fmla="*/ 782 h 1519"/>
                <a:gd name="T56" fmla="*/ 0 w 2362"/>
                <a:gd name="T57" fmla="*/ 760 h 1519"/>
                <a:gd name="T58" fmla="*/ 3 w 2362"/>
                <a:gd name="T59" fmla="*/ 736 h 1519"/>
                <a:gd name="T60" fmla="*/ 9 w 2362"/>
                <a:gd name="T61" fmla="*/ 714 h 1519"/>
                <a:gd name="T62" fmla="*/ 21 w 2362"/>
                <a:gd name="T63" fmla="*/ 694 h 1519"/>
                <a:gd name="T64" fmla="*/ 36 w 2362"/>
                <a:gd name="T65" fmla="*/ 677 h 1519"/>
                <a:gd name="T66" fmla="*/ 55 w 2362"/>
                <a:gd name="T67" fmla="*/ 663 h 1519"/>
                <a:gd name="T68" fmla="*/ 1123 w 2362"/>
                <a:gd name="T69" fmla="*/ 16 h 1519"/>
                <a:gd name="T70" fmla="*/ 1141 w 2362"/>
                <a:gd name="T71" fmla="*/ 7 h 1519"/>
                <a:gd name="T72" fmla="*/ 1161 w 2362"/>
                <a:gd name="T73" fmla="*/ 2 h 1519"/>
                <a:gd name="T74" fmla="*/ 1181 w 2362"/>
                <a:gd name="T75"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62" h="1519">
                  <a:moveTo>
                    <a:pt x="1181" y="0"/>
                  </a:moveTo>
                  <a:lnTo>
                    <a:pt x="1201" y="2"/>
                  </a:lnTo>
                  <a:lnTo>
                    <a:pt x="1221" y="7"/>
                  </a:lnTo>
                  <a:lnTo>
                    <a:pt x="1239" y="16"/>
                  </a:lnTo>
                  <a:lnTo>
                    <a:pt x="2307" y="663"/>
                  </a:lnTo>
                  <a:lnTo>
                    <a:pt x="2326" y="677"/>
                  </a:lnTo>
                  <a:lnTo>
                    <a:pt x="2341" y="694"/>
                  </a:lnTo>
                  <a:lnTo>
                    <a:pt x="2353" y="714"/>
                  </a:lnTo>
                  <a:lnTo>
                    <a:pt x="2359" y="736"/>
                  </a:lnTo>
                  <a:lnTo>
                    <a:pt x="2362" y="760"/>
                  </a:lnTo>
                  <a:lnTo>
                    <a:pt x="2359" y="782"/>
                  </a:lnTo>
                  <a:lnTo>
                    <a:pt x="2353" y="804"/>
                  </a:lnTo>
                  <a:lnTo>
                    <a:pt x="2341" y="824"/>
                  </a:lnTo>
                  <a:lnTo>
                    <a:pt x="2326" y="841"/>
                  </a:lnTo>
                  <a:lnTo>
                    <a:pt x="2307" y="856"/>
                  </a:lnTo>
                  <a:lnTo>
                    <a:pt x="1240" y="1502"/>
                  </a:lnTo>
                  <a:lnTo>
                    <a:pt x="1221" y="1512"/>
                  </a:lnTo>
                  <a:lnTo>
                    <a:pt x="1201" y="1517"/>
                  </a:lnTo>
                  <a:lnTo>
                    <a:pt x="1181" y="1519"/>
                  </a:lnTo>
                  <a:lnTo>
                    <a:pt x="1162" y="1517"/>
                  </a:lnTo>
                  <a:lnTo>
                    <a:pt x="1142" y="1512"/>
                  </a:lnTo>
                  <a:lnTo>
                    <a:pt x="1124" y="1503"/>
                  </a:lnTo>
                  <a:lnTo>
                    <a:pt x="1066" y="1468"/>
                  </a:lnTo>
                  <a:lnTo>
                    <a:pt x="55" y="856"/>
                  </a:lnTo>
                  <a:lnTo>
                    <a:pt x="36" y="841"/>
                  </a:lnTo>
                  <a:lnTo>
                    <a:pt x="21" y="824"/>
                  </a:lnTo>
                  <a:lnTo>
                    <a:pt x="9" y="804"/>
                  </a:lnTo>
                  <a:lnTo>
                    <a:pt x="3" y="782"/>
                  </a:lnTo>
                  <a:lnTo>
                    <a:pt x="0" y="760"/>
                  </a:lnTo>
                  <a:lnTo>
                    <a:pt x="3" y="736"/>
                  </a:lnTo>
                  <a:lnTo>
                    <a:pt x="9" y="714"/>
                  </a:lnTo>
                  <a:lnTo>
                    <a:pt x="21" y="694"/>
                  </a:lnTo>
                  <a:lnTo>
                    <a:pt x="36" y="677"/>
                  </a:lnTo>
                  <a:lnTo>
                    <a:pt x="55" y="663"/>
                  </a:lnTo>
                  <a:lnTo>
                    <a:pt x="1123" y="16"/>
                  </a:lnTo>
                  <a:lnTo>
                    <a:pt x="1141" y="7"/>
                  </a:lnTo>
                  <a:lnTo>
                    <a:pt x="1161" y="2"/>
                  </a:lnTo>
                  <a:lnTo>
                    <a:pt x="118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03" name="Freeform 8"/>
            <p:cNvSpPr>
              <a:spLocks/>
            </p:cNvSpPr>
            <p:nvPr/>
          </p:nvSpPr>
          <p:spPr bwMode="auto">
            <a:xfrm>
              <a:off x="6695157" y="1943183"/>
              <a:ext cx="205648" cy="124858"/>
            </a:xfrm>
            <a:custGeom>
              <a:avLst/>
              <a:gdLst>
                <a:gd name="T0" fmla="*/ 0 w 199"/>
                <a:gd name="T1" fmla="*/ 0 h 120"/>
                <a:gd name="T2" fmla="*/ 199 w 199"/>
                <a:gd name="T3" fmla="*/ 120 h 120"/>
                <a:gd name="T4" fmla="*/ 0 w 199"/>
                <a:gd name="T5" fmla="*/ 0 h 120"/>
                <a:gd name="T6" fmla="*/ 0 w 199"/>
                <a:gd name="T7" fmla="*/ 0 h 120"/>
              </a:gdLst>
              <a:ahLst/>
              <a:cxnLst>
                <a:cxn ang="0">
                  <a:pos x="T0" y="T1"/>
                </a:cxn>
                <a:cxn ang="0">
                  <a:pos x="T2" y="T3"/>
                </a:cxn>
                <a:cxn ang="0">
                  <a:pos x="T4" y="T5"/>
                </a:cxn>
                <a:cxn ang="0">
                  <a:pos x="T6" y="T7"/>
                </a:cxn>
              </a:cxnLst>
              <a:rect l="0" t="0" r="r" b="b"/>
              <a:pathLst>
                <a:path w="199" h="120">
                  <a:moveTo>
                    <a:pt x="0" y="0"/>
                  </a:moveTo>
                  <a:lnTo>
                    <a:pt x="199" y="120"/>
                  </a:lnTo>
                  <a:lnTo>
                    <a:pt x="0" y="0"/>
                  </a:lnTo>
                  <a:lnTo>
                    <a:pt x="0" y="0"/>
                  </a:lnTo>
                  <a:close/>
                </a:path>
              </a:pathLst>
            </a:custGeom>
            <a:solidFill>
              <a:srgbClr val="F7D33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04" name="Freeform 9"/>
            <p:cNvSpPr>
              <a:spLocks noEditPoints="1"/>
            </p:cNvSpPr>
            <p:nvPr/>
          </p:nvSpPr>
          <p:spPr bwMode="auto">
            <a:xfrm>
              <a:off x="6034146" y="1678778"/>
              <a:ext cx="888693" cy="800559"/>
            </a:xfrm>
            <a:custGeom>
              <a:avLst/>
              <a:gdLst>
                <a:gd name="T0" fmla="*/ 198 w 845"/>
                <a:gd name="T1" fmla="*/ 513 h 763"/>
                <a:gd name="T2" fmla="*/ 414 w 845"/>
                <a:gd name="T3" fmla="*/ 642 h 763"/>
                <a:gd name="T4" fmla="*/ 215 w 845"/>
                <a:gd name="T5" fmla="*/ 763 h 763"/>
                <a:gd name="T6" fmla="*/ 0 w 845"/>
                <a:gd name="T7" fmla="*/ 633 h 763"/>
                <a:gd name="T8" fmla="*/ 198 w 845"/>
                <a:gd name="T9" fmla="*/ 513 h 763"/>
                <a:gd name="T10" fmla="*/ 629 w 845"/>
                <a:gd name="T11" fmla="*/ 251 h 763"/>
                <a:gd name="T12" fmla="*/ 845 w 845"/>
                <a:gd name="T13" fmla="*/ 382 h 763"/>
                <a:gd name="T14" fmla="*/ 629 w 845"/>
                <a:gd name="T15" fmla="*/ 513 h 763"/>
                <a:gd name="T16" fmla="*/ 414 w 845"/>
                <a:gd name="T17" fmla="*/ 382 h 763"/>
                <a:gd name="T18" fmla="*/ 629 w 845"/>
                <a:gd name="T19" fmla="*/ 251 h 763"/>
                <a:gd name="T20" fmla="*/ 646 w 845"/>
                <a:gd name="T21" fmla="*/ 0 h 763"/>
                <a:gd name="T22" fmla="*/ 845 w 845"/>
                <a:gd name="T23" fmla="*/ 121 h 763"/>
                <a:gd name="T24" fmla="*/ 629 w 845"/>
                <a:gd name="T25" fmla="*/ 251 h 763"/>
                <a:gd name="T26" fmla="*/ 431 w 845"/>
                <a:gd name="T27" fmla="*/ 130 h 763"/>
                <a:gd name="T28" fmla="*/ 646 w 845"/>
                <a:gd name="T29" fmla="*/ 0 h 7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5" h="763">
                  <a:moveTo>
                    <a:pt x="198" y="513"/>
                  </a:moveTo>
                  <a:lnTo>
                    <a:pt x="414" y="642"/>
                  </a:lnTo>
                  <a:lnTo>
                    <a:pt x="215" y="763"/>
                  </a:lnTo>
                  <a:lnTo>
                    <a:pt x="0" y="633"/>
                  </a:lnTo>
                  <a:lnTo>
                    <a:pt x="198" y="513"/>
                  </a:lnTo>
                  <a:close/>
                  <a:moveTo>
                    <a:pt x="629" y="251"/>
                  </a:moveTo>
                  <a:lnTo>
                    <a:pt x="845" y="382"/>
                  </a:lnTo>
                  <a:lnTo>
                    <a:pt x="629" y="513"/>
                  </a:lnTo>
                  <a:lnTo>
                    <a:pt x="414" y="382"/>
                  </a:lnTo>
                  <a:lnTo>
                    <a:pt x="629" y="251"/>
                  </a:lnTo>
                  <a:close/>
                  <a:moveTo>
                    <a:pt x="646" y="0"/>
                  </a:moveTo>
                  <a:lnTo>
                    <a:pt x="845" y="121"/>
                  </a:lnTo>
                  <a:lnTo>
                    <a:pt x="629" y="251"/>
                  </a:lnTo>
                  <a:lnTo>
                    <a:pt x="431" y="130"/>
                  </a:lnTo>
                  <a:lnTo>
                    <a:pt x="646" y="0"/>
                  </a:lnTo>
                  <a:close/>
                </a:path>
              </a:pathLst>
            </a:custGeom>
            <a:solidFill>
              <a:srgbClr val="DAFFA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05" name="Freeform 10"/>
            <p:cNvSpPr>
              <a:spLocks noEditPoints="1"/>
            </p:cNvSpPr>
            <p:nvPr/>
          </p:nvSpPr>
          <p:spPr bwMode="auto">
            <a:xfrm>
              <a:off x="6034146" y="1664089"/>
              <a:ext cx="2034446" cy="690390"/>
            </a:xfrm>
            <a:custGeom>
              <a:avLst/>
              <a:gdLst>
                <a:gd name="T0" fmla="*/ 1937 w 1937"/>
                <a:gd name="T1" fmla="*/ 528 h 663"/>
                <a:gd name="T2" fmla="*/ 1491 w 1937"/>
                <a:gd name="T3" fmla="*/ 528 h 663"/>
                <a:gd name="T4" fmla="*/ 431 w 1937"/>
                <a:gd name="T5" fmla="*/ 146 h 663"/>
                <a:gd name="T6" fmla="*/ 591 w 1937"/>
                <a:gd name="T7" fmla="*/ 289 h 663"/>
                <a:gd name="T8" fmla="*/ 530 w 1937"/>
                <a:gd name="T9" fmla="*/ 327 h 663"/>
                <a:gd name="T10" fmla="*/ 481 w 1937"/>
                <a:gd name="T11" fmla="*/ 355 h 663"/>
                <a:gd name="T12" fmla="*/ 445 w 1937"/>
                <a:gd name="T13" fmla="*/ 378 h 663"/>
                <a:gd name="T14" fmla="*/ 417 w 1937"/>
                <a:gd name="T15" fmla="*/ 395 h 663"/>
                <a:gd name="T16" fmla="*/ 392 w 1937"/>
                <a:gd name="T17" fmla="*/ 410 h 663"/>
                <a:gd name="T18" fmla="*/ 366 w 1937"/>
                <a:gd name="T19" fmla="*/ 425 h 663"/>
                <a:gd name="T20" fmla="*/ 339 w 1937"/>
                <a:gd name="T21" fmla="*/ 442 h 663"/>
                <a:gd name="T22" fmla="*/ 304 w 1937"/>
                <a:gd name="T23" fmla="*/ 463 h 663"/>
                <a:gd name="T24" fmla="*/ 258 w 1937"/>
                <a:gd name="T25" fmla="*/ 491 h 663"/>
                <a:gd name="T26" fmla="*/ 198 w 1937"/>
                <a:gd name="T27" fmla="*/ 528 h 663"/>
                <a:gd name="T28" fmla="*/ 36 w 1937"/>
                <a:gd name="T29" fmla="*/ 385 h 663"/>
                <a:gd name="T30" fmla="*/ 93 w 1937"/>
                <a:gd name="T31" fmla="*/ 350 h 663"/>
                <a:gd name="T32" fmla="*/ 137 w 1937"/>
                <a:gd name="T33" fmla="*/ 324 h 663"/>
                <a:gd name="T34" fmla="*/ 171 w 1937"/>
                <a:gd name="T35" fmla="*/ 304 h 663"/>
                <a:gd name="T36" fmla="*/ 197 w 1937"/>
                <a:gd name="T37" fmla="*/ 287 h 663"/>
                <a:gd name="T38" fmla="*/ 221 w 1937"/>
                <a:gd name="T39" fmla="*/ 273 h 663"/>
                <a:gd name="T40" fmla="*/ 247 w 1937"/>
                <a:gd name="T41" fmla="*/ 257 h 663"/>
                <a:gd name="T42" fmla="*/ 276 w 1937"/>
                <a:gd name="T43" fmla="*/ 239 h 663"/>
                <a:gd name="T44" fmla="*/ 314 w 1937"/>
                <a:gd name="T45" fmla="*/ 216 h 663"/>
                <a:gd name="T46" fmla="*/ 364 w 1937"/>
                <a:gd name="T47" fmla="*/ 186 h 663"/>
                <a:gd name="T48" fmla="*/ 431 w 1937"/>
                <a:gd name="T49" fmla="*/ 146 h 663"/>
                <a:gd name="T50" fmla="*/ 1283 w 1937"/>
                <a:gd name="T51" fmla="*/ 130 h 663"/>
                <a:gd name="T52" fmla="*/ 1179 w 1937"/>
                <a:gd name="T53" fmla="*/ 194 h 663"/>
                <a:gd name="T54" fmla="*/ 1083 w 1937"/>
                <a:gd name="T55" fmla="*/ 252 h 663"/>
                <a:gd name="T56" fmla="*/ 993 w 1937"/>
                <a:gd name="T57" fmla="*/ 307 h 663"/>
                <a:gd name="T58" fmla="*/ 896 w 1937"/>
                <a:gd name="T59" fmla="*/ 365 h 663"/>
                <a:gd name="T60" fmla="*/ 828 w 1937"/>
                <a:gd name="T61" fmla="*/ 386 h 663"/>
                <a:gd name="T62" fmla="*/ 681 w 1937"/>
                <a:gd name="T63" fmla="*/ 235 h 663"/>
                <a:gd name="T64" fmla="*/ 777 w 1937"/>
                <a:gd name="T65" fmla="*/ 177 h 663"/>
                <a:gd name="T66" fmla="*/ 868 w 1937"/>
                <a:gd name="T67" fmla="*/ 121 h 663"/>
                <a:gd name="T68" fmla="*/ 963 w 1937"/>
                <a:gd name="T69" fmla="*/ 64 h 663"/>
                <a:gd name="T70" fmla="*/ 1067 w 1937"/>
                <a:gd name="T71" fmla="*/ 0 h 6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7" h="663">
                  <a:moveTo>
                    <a:pt x="1714" y="392"/>
                  </a:moveTo>
                  <a:lnTo>
                    <a:pt x="1937" y="528"/>
                  </a:lnTo>
                  <a:lnTo>
                    <a:pt x="1714" y="663"/>
                  </a:lnTo>
                  <a:lnTo>
                    <a:pt x="1491" y="528"/>
                  </a:lnTo>
                  <a:lnTo>
                    <a:pt x="1714" y="392"/>
                  </a:lnTo>
                  <a:close/>
                  <a:moveTo>
                    <a:pt x="431" y="146"/>
                  </a:moveTo>
                  <a:lnTo>
                    <a:pt x="629" y="266"/>
                  </a:lnTo>
                  <a:lnTo>
                    <a:pt x="591" y="289"/>
                  </a:lnTo>
                  <a:lnTo>
                    <a:pt x="558" y="309"/>
                  </a:lnTo>
                  <a:lnTo>
                    <a:pt x="530" y="327"/>
                  </a:lnTo>
                  <a:lnTo>
                    <a:pt x="503" y="342"/>
                  </a:lnTo>
                  <a:lnTo>
                    <a:pt x="481" y="355"/>
                  </a:lnTo>
                  <a:lnTo>
                    <a:pt x="462" y="367"/>
                  </a:lnTo>
                  <a:lnTo>
                    <a:pt x="445" y="378"/>
                  </a:lnTo>
                  <a:lnTo>
                    <a:pt x="431" y="387"/>
                  </a:lnTo>
                  <a:lnTo>
                    <a:pt x="417" y="395"/>
                  </a:lnTo>
                  <a:lnTo>
                    <a:pt x="403" y="403"/>
                  </a:lnTo>
                  <a:lnTo>
                    <a:pt x="392" y="410"/>
                  </a:lnTo>
                  <a:lnTo>
                    <a:pt x="379" y="418"/>
                  </a:lnTo>
                  <a:lnTo>
                    <a:pt x="366" y="425"/>
                  </a:lnTo>
                  <a:lnTo>
                    <a:pt x="353" y="434"/>
                  </a:lnTo>
                  <a:lnTo>
                    <a:pt x="339" y="442"/>
                  </a:lnTo>
                  <a:lnTo>
                    <a:pt x="322" y="453"/>
                  </a:lnTo>
                  <a:lnTo>
                    <a:pt x="304" y="463"/>
                  </a:lnTo>
                  <a:lnTo>
                    <a:pt x="283" y="477"/>
                  </a:lnTo>
                  <a:lnTo>
                    <a:pt x="258" y="491"/>
                  </a:lnTo>
                  <a:lnTo>
                    <a:pt x="230" y="507"/>
                  </a:lnTo>
                  <a:lnTo>
                    <a:pt x="198" y="528"/>
                  </a:lnTo>
                  <a:lnTo>
                    <a:pt x="0" y="407"/>
                  </a:lnTo>
                  <a:lnTo>
                    <a:pt x="36" y="385"/>
                  </a:lnTo>
                  <a:lnTo>
                    <a:pt x="66" y="367"/>
                  </a:lnTo>
                  <a:lnTo>
                    <a:pt x="93" y="350"/>
                  </a:lnTo>
                  <a:lnTo>
                    <a:pt x="117" y="336"/>
                  </a:lnTo>
                  <a:lnTo>
                    <a:pt x="137" y="324"/>
                  </a:lnTo>
                  <a:lnTo>
                    <a:pt x="155" y="313"/>
                  </a:lnTo>
                  <a:lnTo>
                    <a:pt x="171" y="304"/>
                  </a:lnTo>
                  <a:lnTo>
                    <a:pt x="184" y="295"/>
                  </a:lnTo>
                  <a:lnTo>
                    <a:pt x="197" y="287"/>
                  </a:lnTo>
                  <a:lnTo>
                    <a:pt x="210" y="279"/>
                  </a:lnTo>
                  <a:lnTo>
                    <a:pt x="221" y="273"/>
                  </a:lnTo>
                  <a:lnTo>
                    <a:pt x="233" y="266"/>
                  </a:lnTo>
                  <a:lnTo>
                    <a:pt x="247" y="257"/>
                  </a:lnTo>
                  <a:lnTo>
                    <a:pt x="261" y="249"/>
                  </a:lnTo>
                  <a:lnTo>
                    <a:pt x="276" y="239"/>
                  </a:lnTo>
                  <a:lnTo>
                    <a:pt x="293" y="229"/>
                  </a:lnTo>
                  <a:lnTo>
                    <a:pt x="314" y="216"/>
                  </a:lnTo>
                  <a:lnTo>
                    <a:pt x="338" y="202"/>
                  </a:lnTo>
                  <a:lnTo>
                    <a:pt x="364" y="186"/>
                  </a:lnTo>
                  <a:lnTo>
                    <a:pt x="396" y="167"/>
                  </a:lnTo>
                  <a:lnTo>
                    <a:pt x="431" y="146"/>
                  </a:lnTo>
                  <a:close/>
                  <a:moveTo>
                    <a:pt x="1067" y="0"/>
                  </a:moveTo>
                  <a:lnTo>
                    <a:pt x="1283" y="130"/>
                  </a:lnTo>
                  <a:lnTo>
                    <a:pt x="1229" y="163"/>
                  </a:lnTo>
                  <a:lnTo>
                    <a:pt x="1179" y="194"/>
                  </a:lnTo>
                  <a:lnTo>
                    <a:pt x="1130" y="223"/>
                  </a:lnTo>
                  <a:lnTo>
                    <a:pt x="1083" y="252"/>
                  </a:lnTo>
                  <a:lnTo>
                    <a:pt x="1038" y="279"/>
                  </a:lnTo>
                  <a:lnTo>
                    <a:pt x="993" y="307"/>
                  </a:lnTo>
                  <a:lnTo>
                    <a:pt x="945" y="335"/>
                  </a:lnTo>
                  <a:lnTo>
                    <a:pt x="896" y="365"/>
                  </a:lnTo>
                  <a:lnTo>
                    <a:pt x="845" y="397"/>
                  </a:lnTo>
                  <a:lnTo>
                    <a:pt x="828" y="386"/>
                  </a:lnTo>
                  <a:lnTo>
                    <a:pt x="629" y="266"/>
                  </a:lnTo>
                  <a:lnTo>
                    <a:pt x="681" y="235"/>
                  </a:lnTo>
                  <a:lnTo>
                    <a:pt x="730" y="205"/>
                  </a:lnTo>
                  <a:lnTo>
                    <a:pt x="777" y="177"/>
                  </a:lnTo>
                  <a:lnTo>
                    <a:pt x="823" y="148"/>
                  </a:lnTo>
                  <a:lnTo>
                    <a:pt x="868" y="121"/>
                  </a:lnTo>
                  <a:lnTo>
                    <a:pt x="914" y="92"/>
                  </a:lnTo>
                  <a:lnTo>
                    <a:pt x="963" y="64"/>
                  </a:lnTo>
                  <a:lnTo>
                    <a:pt x="1014" y="33"/>
                  </a:lnTo>
                  <a:lnTo>
                    <a:pt x="1067" y="0"/>
                  </a:lnTo>
                  <a:close/>
                </a:path>
              </a:pathLst>
            </a:custGeom>
            <a:solidFill>
              <a:srgbClr val="F7D33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06" name="Freeform 11"/>
            <p:cNvSpPr>
              <a:spLocks noEditPoints="1"/>
            </p:cNvSpPr>
            <p:nvPr/>
          </p:nvSpPr>
          <p:spPr bwMode="auto">
            <a:xfrm>
              <a:off x="6239794" y="1935839"/>
              <a:ext cx="1593772" cy="418641"/>
            </a:xfrm>
            <a:custGeom>
              <a:avLst/>
              <a:gdLst>
                <a:gd name="T0" fmla="*/ 216 w 1516"/>
                <a:gd name="T1" fmla="*/ 136 h 396"/>
                <a:gd name="T2" fmla="*/ 431 w 1516"/>
                <a:gd name="T3" fmla="*/ 267 h 396"/>
                <a:gd name="T4" fmla="*/ 216 w 1516"/>
                <a:gd name="T5" fmla="*/ 396 h 396"/>
                <a:gd name="T6" fmla="*/ 0 w 1516"/>
                <a:gd name="T7" fmla="*/ 267 h 396"/>
                <a:gd name="T8" fmla="*/ 216 w 1516"/>
                <a:gd name="T9" fmla="*/ 136 h 396"/>
                <a:gd name="T10" fmla="*/ 862 w 1516"/>
                <a:gd name="T11" fmla="*/ 5 h 396"/>
                <a:gd name="T12" fmla="*/ 1078 w 1516"/>
                <a:gd name="T13" fmla="*/ 136 h 396"/>
                <a:gd name="T14" fmla="*/ 862 w 1516"/>
                <a:gd name="T15" fmla="*/ 267 h 396"/>
                <a:gd name="T16" fmla="*/ 647 w 1516"/>
                <a:gd name="T17" fmla="*/ 136 h 396"/>
                <a:gd name="T18" fmla="*/ 862 w 1516"/>
                <a:gd name="T19" fmla="*/ 5 h 396"/>
                <a:gd name="T20" fmla="*/ 1301 w 1516"/>
                <a:gd name="T21" fmla="*/ 0 h 396"/>
                <a:gd name="T22" fmla="*/ 1516 w 1516"/>
                <a:gd name="T23" fmla="*/ 130 h 396"/>
                <a:gd name="T24" fmla="*/ 1293 w 1516"/>
                <a:gd name="T25" fmla="*/ 267 h 396"/>
                <a:gd name="T26" fmla="*/ 1078 w 1516"/>
                <a:gd name="T27" fmla="*/ 136 h 396"/>
                <a:gd name="T28" fmla="*/ 1301 w 1516"/>
                <a:gd name="T29" fmla="*/ 0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6" h="396">
                  <a:moveTo>
                    <a:pt x="216" y="136"/>
                  </a:moveTo>
                  <a:lnTo>
                    <a:pt x="431" y="267"/>
                  </a:lnTo>
                  <a:lnTo>
                    <a:pt x="216" y="396"/>
                  </a:lnTo>
                  <a:lnTo>
                    <a:pt x="0" y="267"/>
                  </a:lnTo>
                  <a:lnTo>
                    <a:pt x="216" y="136"/>
                  </a:lnTo>
                  <a:close/>
                  <a:moveTo>
                    <a:pt x="862" y="5"/>
                  </a:moveTo>
                  <a:lnTo>
                    <a:pt x="1078" y="136"/>
                  </a:lnTo>
                  <a:lnTo>
                    <a:pt x="862" y="267"/>
                  </a:lnTo>
                  <a:lnTo>
                    <a:pt x="647" y="136"/>
                  </a:lnTo>
                  <a:lnTo>
                    <a:pt x="862" y="5"/>
                  </a:lnTo>
                  <a:close/>
                  <a:moveTo>
                    <a:pt x="1301" y="0"/>
                  </a:moveTo>
                  <a:lnTo>
                    <a:pt x="1516" y="130"/>
                  </a:lnTo>
                  <a:lnTo>
                    <a:pt x="1293" y="267"/>
                  </a:lnTo>
                  <a:lnTo>
                    <a:pt x="1078" y="136"/>
                  </a:lnTo>
                  <a:lnTo>
                    <a:pt x="1301" y="0"/>
                  </a:lnTo>
                  <a:close/>
                </a:path>
              </a:pathLst>
            </a:custGeom>
            <a:solidFill>
              <a:srgbClr val="FF863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07" name="Freeform 12"/>
            <p:cNvSpPr>
              <a:spLocks noEditPoints="1"/>
            </p:cNvSpPr>
            <p:nvPr/>
          </p:nvSpPr>
          <p:spPr bwMode="auto">
            <a:xfrm>
              <a:off x="6261827" y="2075386"/>
              <a:ext cx="1336712" cy="543499"/>
            </a:xfrm>
            <a:custGeom>
              <a:avLst/>
              <a:gdLst>
                <a:gd name="T0" fmla="*/ 199 w 1276"/>
                <a:gd name="T1" fmla="*/ 260 h 512"/>
                <a:gd name="T2" fmla="*/ 414 w 1276"/>
                <a:gd name="T3" fmla="*/ 391 h 512"/>
                <a:gd name="T4" fmla="*/ 216 w 1276"/>
                <a:gd name="T5" fmla="*/ 512 h 512"/>
                <a:gd name="T6" fmla="*/ 0 w 1276"/>
                <a:gd name="T7" fmla="*/ 381 h 512"/>
                <a:gd name="T8" fmla="*/ 199 w 1276"/>
                <a:gd name="T9" fmla="*/ 260 h 512"/>
                <a:gd name="T10" fmla="*/ 1061 w 1276"/>
                <a:gd name="T11" fmla="*/ 0 h 512"/>
                <a:gd name="T12" fmla="*/ 1276 w 1276"/>
                <a:gd name="T13" fmla="*/ 131 h 512"/>
                <a:gd name="T14" fmla="*/ 1061 w 1276"/>
                <a:gd name="T15" fmla="*/ 260 h 512"/>
                <a:gd name="T16" fmla="*/ 845 w 1276"/>
                <a:gd name="T17" fmla="*/ 131 h 512"/>
                <a:gd name="T18" fmla="*/ 1061 w 1276"/>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6" h="512">
                  <a:moveTo>
                    <a:pt x="199" y="260"/>
                  </a:moveTo>
                  <a:lnTo>
                    <a:pt x="414" y="391"/>
                  </a:lnTo>
                  <a:lnTo>
                    <a:pt x="216" y="512"/>
                  </a:lnTo>
                  <a:lnTo>
                    <a:pt x="0" y="381"/>
                  </a:lnTo>
                  <a:lnTo>
                    <a:pt x="199" y="260"/>
                  </a:lnTo>
                  <a:close/>
                  <a:moveTo>
                    <a:pt x="1061" y="0"/>
                  </a:moveTo>
                  <a:lnTo>
                    <a:pt x="1276" y="131"/>
                  </a:lnTo>
                  <a:lnTo>
                    <a:pt x="1061" y="260"/>
                  </a:lnTo>
                  <a:lnTo>
                    <a:pt x="845" y="131"/>
                  </a:lnTo>
                  <a:lnTo>
                    <a:pt x="1061" y="0"/>
                  </a:lnTo>
                  <a:close/>
                </a:path>
              </a:pathLst>
            </a:custGeom>
            <a:solidFill>
              <a:srgbClr val="A6FFF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08" name="Freeform 13"/>
            <p:cNvSpPr>
              <a:spLocks noEditPoints="1"/>
            </p:cNvSpPr>
            <p:nvPr/>
          </p:nvSpPr>
          <p:spPr bwMode="auto">
            <a:xfrm>
              <a:off x="6467475" y="2214933"/>
              <a:ext cx="1366090" cy="550843"/>
            </a:xfrm>
            <a:custGeom>
              <a:avLst/>
              <a:gdLst>
                <a:gd name="T0" fmla="*/ 646 w 1300"/>
                <a:gd name="T1" fmla="*/ 260 h 527"/>
                <a:gd name="T2" fmla="*/ 869 w 1300"/>
                <a:gd name="T3" fmla="*/ 396 h 527"/>
                <a:gd name="T4" fmla="*/ 654 w 1300"/>
                <a:gd name="T5" fmla="*/ 527 h 527"/>
                <a:gd name="T6" fmla="*/ 431 w 1300"/>
                <a:gd name="T7" fmla="*/ 390 h 527"/>
                <a:gd name="T8" fmla="*/ 646 w 1300"/>
                <a:gd name="T9" fmla="*/ 260 h 527"/>
                <a:gd name="T10" fmla="*/ 215 w 1300"/>
                <a:gd name="T11" fmla="*/ 260 h 527"/>
                <a:gd name="T12" fmla="*/ 431 w 1300"/>
                <a:gd name="T13" fmla="*/ 390 h 527"/>
                <a:gd name="T14" fmla="*/ 232 w 1300"/>
                <a:gd name="T15" fmla="*/ 512 h 527"/>
                <a:gd name="T16" fmla="*/ 17 w 1300"/>
                <a:gd name="T17" fmla="*/ 381 h 527"/>
                <a:gd name="T18" fmla="*/ 215 w 1300"/>
                <a:gd name="T19" fmla="*/ 260 h 527"/>
                <a:gd name="T20" fmla="*/ 1077 w 1300"/>
                <a:gd name="T21" fmla="*/ 0 h 527"/>
                <a:gd name="T22" fmla="*/ 1300 w 1300"/>
                <a:gd name="T23" fmla="*/ 135 h 527"/>
                <a:gd name="T24" fmla="*/ 1085 w 1300"/>
                <a:gd name="T25" fmla="*/ 265 h 527"/>
                <a:gd name="T26" fmla="*/ 862 w 1300"/>
                <a:gd name="T27" fmla="*/ 129 h 527"/>
                <a:gd name="T28" fmla="*/ 1077 w 1300"/>
                <a:gd name="T29" fmla="*/ 0 h 527"/>
                <a:gd name="T30" fmla="*/ 646 w 1300"/>
                <a:gd name="T31" fmla="*/ 0 h 527"/>
                <a:gd name="T32" fmla="*/ 862 w 1300"/>
                <a:gd name="T33" fmla="*/ 129 h 527"/>
                <a:gd name="T34" fmla="*/ 646 w 1300"/>
                <a:gd name="T35" fmla="*/ 260 h 527"/>
                <a:gd name="T36" fmla="*/ 431 w 1300"/>
                <a:gd name="T37" fmla="*/ 129 h 527"/>
                <a:gd name="T38" fmla="*/ 646 w 1300"/>
                <a:gd name="T39" fmla="*/ 0 h 527"/>
                <a:gd name="T40" fmla="*/ 215 w 1300"/>
                <a:gd name="T41" fmla="*/ 0 h 527"/>
                <a:gd name="T42" fmla="*/ 431 w 1300"/>
                <a:gd name="T43" fmla="*/ 129 h 527"/>
                <a:gd name="T44" fmla="*/ 215 w 1300"/>
                <a:gd name="T45" fmla="*/ 260 h 527"/>
                <a:gd name="T46" fmla="*/ 0 w 1300"/>
                <a:gd name="T47" fmla="*/ 129 h 527"/>
                <a:gd name="T48" fmla="*/ 215 w 1300"/>
                <a:gd name="T49" fmla="*/ 0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00" h="527">
                  <a:moveTo>
                    <a:pt x="646" y="260"/>
                  </a:moveTo>
                  <a:lnTo>
                    <a:pt x="869" y="396"/>
                  </a:lnTo>
                  <a:lnTo>
                    <a:pt x="654" y="527"/>
                  </a:lnTo>
                  <a:lnTo>
                    <a:pt x="431" y="390"/>
                  </a:lnTo>
                  <a:lnTo>
                    <a:pt x="646" y="260"/>
                  </a:lnTo>
                  <a:close/>
                  <a:moveTo>
                    <a:pt x="215" y="260"/>
                  </a:moveTo>
                  <a:lnTo>
                    <a:pt x="431" y="390"/>
                  </a:lnTo>
                  <a:lnTo>
                    <a:pt x="232" y="512"/>
                  </a:lnTo>
                  <a:lnTo>
                    <a:pt x="17" y="381"/>
                  </a:lnTo>
                  <a:lnTo>
                    <a:pt x="215" y="260"/>
                  </a:lnTo>
                  <a:close/>
                  <a:moveTo>
                    <a:pt x="1077" y="0"/>
                  </a:moveTo>
                  <a:lnTo>
                    <a:pt x="1300" y="135"/>
                  </a:lnTo>
                  <a:lnTo>
                    <a:pt x="1085" y="265"/>
                  </a:lnTo>
                  <a:lnTo>
                    <a:pt x="862" y="129"/>
                  </a:lnTo>
                  <a:lnTo>
                    <a:pt x="1077" y="0"/>
                  </a:lnTo>
                  <a:close/>
                  <a:moveTo>
                    <a:pt x="646" y="0"/>
                  </a:moveTo>
                  <a:lnTo>
                    <a:pt x="862" y="129"/>
                  </a:lnTo>
                  <a:lnTo>
                    <a:pt x="646" y="260"/>
                  </a:lnTo>
                  <a:lnTo>
                    <a:pt x="431" y="129"/>
                  </a:lnTo>
                  <a:lnTo>
                    <a:pt x="646" y="0"/>
                  </a:lnTo>
                  <a:close/>
                  <a:moveTo>
                    <a:pt x="215" y="0"/>
                  </a:moveTo>
                  <a:lnTo>
                    <a:pt x="431" y="129"/>
                  </a:lnTo>
                  <a:lnTo>
                    <a:pt x="215" y="260"/>
                  </a:lnTo>
                  <a:lnTo>
                    <a:pt x="0" y="129"/>
                  </a:lnTo>
                  <a:lnTo>
                    <a:pt x="215" y="0"/>
                  </a:lnTo>
                  <a:close/>
                </a:path>
              </a:pathLst>
            </a:custGeom>
            <a:solidFill>
              <a:srgbClr val="54ED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09" name="Freeform 14"/>
            <p:cNvSpPr>
              <a:spLocks noEditPoints="1"/>
            </p:cNvSpPr>
            <p:nvPr/>
          </p:nvSpPr>
          <p:spPr bwMode="auto">
            <a:xfrm>
              <a:off x="6695157" y="2354480"/>
              <a:ext cx="910727" cy="536154"/>
            </a:xfrm>
            <a:custGeom>
              <a:avLst/>
              <a:gdLst>
                <a:gd name="T0" fmla="*/ 216 w 870"/>
                <a:gd name="T1" fmla="*/ 261 h 517"/>
                <a:gd name="T2" fmla="*/ 439 w 870"/>
                <a:gd name="T3" fmla="*/ 398 h 517"/>
                <a:gd name="T4" fmla="*/ 240 w 870"/>
                <a:gd name="T5" fmla="*/ 517 h 517"/>
                <a:gd name="T6" fmla="*/ 182 w 870"/>
                <a:gd name="T7" fmla="*/ 482 h 517"/>
                <a:gd name="T8" fmla="*/ 17 w 870"/>
                <a:gd name="T9" fmla="*/ 383 h 517"/>
                <a:gd name="T10" fmla="*/ 216 w 870"/>
                <a:gd name="T11" fmla="*/ 261 h 517"/>
                <a:gd name="T12" fmla="*/ 647 w 870"/>
                <a:gd name="T13" fmla="*/ 0 h 517"/>
                <a:gd name="T14" fmla="*/ 870 w 870"/>
                <a:gd name="T15" fmla="*/ 136 h 517"/>
                <a:gd name="T16" fmla="*/ 654 w 870"/>
                <a:gd name="T17" fmla="*/ 267 h 517"/>
                <a:gd name="T18" fmla="*/ 431 w 870"/>
                <a:gd name="T19" fmla="*/ 131 h 517"/>
                <a:gd name="T20" fmla="*/ 647 w 870"/>
                <a:gd name="T21" fmla="*/ 0 h 517"/>
                <a:gd name="T22" fmla="*/ 216 w 870"/>
                <a:gd name="T23" fmla="*/ 0 h 517"/>
                <a:gd name="T24" fmla="*/ 431 w 870"/>
                <a:gd name="T25" fmla="*/ 131 h 517"/>
                <a:gd name="T26" fmla="*/ 216 w 870"/>
                <a:gd name="T27" fmla="*/ 261 h 517"/>
                <a:gd name="T28" fmla="*/ 0 w 870"/>
                <a:gd name="T29" fmla="*/ 131 h 517"/>
                <a:gd name="T30" fmla="*/ 216 w 870"/>
                <a:gd name="T31" fmla="*/ 0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0" h="517">
                  <a:moveTo>
                    <a:pt x="216" y="261"/>
                  </a:moveTo>
                  <a:lnTo>
                    <a:pt x="439" y="398"/>
                  </a:lnTo>
                  <a:lnTo>
                    <a:pt x="240" y="517"/>
                  </a:lnTo>
                  <a:lnTo>
                    <a:pt x="182" y="482"/>
                  </a:lnTo>
                  <a:lnTo>
                    <a:pt x="17" y="383"/>
                  </a:lnTo>
                  <a:lnTo>
                    <a:pt x="216" y="261"/>
                  </a:lnTo>
                  <a:close/>
                  <a:moveTo>
                    <a:pt x="647" y="0"/>
                  </a:moveTo>
                  <a:lnTo>
                    <a:pt x="870" y="136"/>
                  </a:lnTo>
                  <a:lnTo>
                    <a:pt x="654" y="267"/>
                  </a:lnTo>
                  <a:lnTo>
                    <a:pt x="431" y="131"/>
                  </a:lnTo>
                  <a:lnTo>
                    <a:pt x="647" y="0"/>
                  </a:lnTo>
                  <a:close/>
                  <a:moveTo>
                    <a:pt x="216" y="0"/>
                  </a:moveTo>
                  <a:lnTo>
                    <a:pt x="431" y="131"/>
                  </a:lnTo>
                  <a:lnTo>
                    <a:pt x="216" y="261"/>
                  </a:lnTo>
                  <a:lnTo>
                    <a:pt x="0" y="131"/>
                  </a:lnTo>
                  <a:lnTo>
                    <a:pt x="216" y="0"/>
                  </a:lnTo>
                  <a:close/>
                </a:path>
              </a:pathLst>
            </a:custGeom>
            <a:solidFill>
              <a:srgbClr val="288AF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10" name="Freeform 15"/>
            <p:cNvSpPr>
              <a:spLocks noEditPoints="1"/>
            </p:cNvSpPr>
            <p:nvPr/>
          </p:nvSpPr>
          <p:spPr bwMode="auto">
            <a:xfrm>
              <a:off x="5821153" y="1539232"/>
              <a:ext cx="1784731" cy="815248"/>
            </a:xfrm>
            <a:custGeom>
              <a:avLst/>
              <a:gdLst>
                <a:gd name="T0" fmla="*/ 199 w 1698"/>
                <a:gd name="T1" fmla="*/ 526 h 776"/>
                <a:gd name="T2" fmla="*/ 397 w 1698"/>
                <a:gd name="T3" fmla="*/ 647 h 776"/>
                <a:gd name="T4" fmla="*/ 199 w 1698"/>
                <a:gd name="T5" fmla="*/ 767 h 776"/>
                <a:gd name="T6" fmla="*/ 0 w 1698"/>
                <a:gd name="T7" fmla="*/ 647 h 776"/>
                <a:gd name="T8" fmla="*/ 199 w 1698"/>
                <a:gd name="T9" fmla="*/ 526 h 776"/>
                <a:gd name="T10" fmla="*/ 1044 w 1698"/>
                <a:gd name="T11" fmla="*/ 516 h 776"/>
                <a:gd name="T12" fmla="*/ 1259 w 1698"/>
                <a:gd name="T13" fmla="*/ 647 h 776"/>
                <a:gd name="T14" fmla="*/ 1044 w 1698"/>
                <a:gd name="T15" fmla="*/ 776 h 776"/>
                <a:gd name="T16" fmla="*/ 828 w 1698"/>
                <a:gd name="T17" fmla="*/ 647 h 776"/>
                <a:gd name="T18" fmla="*/ 1044 w 1698"/>
                <a:gd name="T19" fmla="*/ 516 h 776"/>
                <a:gd name="T20" fmla="*/ 1482 w 1698"/>
                <a:gd name="T21" fmla="*/ 249 h 776"/>
                <a:gd name="T22" fmla="*/ 1698 w 1698"/>
                <a:gd name="T23" fmla="*/ 380 h 776"/>
                <a:gd name="T24" fmla="*/ 1475 w 1698"/>
                <a:gd name="T25" fmla="*/ 516 h 776"/>
                <a:gd name="T26" fmla="*/ 1259 w 1698"/>
                <a:gd name="T27" fmla="*/ 385 h 776"/>
                <a:gd name="T28" fmla="*/ 1482 w 1698"/>
                <a:gd name="T29" fmla="*/ 249 h 776"/>
                <a:gd name="T30" fmla="*/ 1068 w 1698"/>
                <a:gd name="T31" fmla="*/ 0 h 776"/>
                <a:gd name="T32" fmla="*/ 1266 w 1698"/>
                <a:gd name="T33" fmla="*/ 119 h 776"/>
                <a:gd name="T34" fmla="*/ 1044 w 1698"/>
                <a:gd name="T35" fmla="*/ 255 h 776"/>
                <a:gd name="T36" fmla="*/ 845 w 1698"/>
                <a:gd name="T37" fmla="*/ 134 h 776"/>
                <a:gd name="T38" fmla="*/ 1068 w 1698"/>
                <a:gd name="T39" fmla="*/ 0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98" h="776">
                  <a:moveTo>
                    <a:pt x="199" y="526"/>
                  </a:moveTo>
                  <a:lnTo>
                    <a:pt x="397" y="647"/>
                  </a:lnTo>
                  <a:lnTo>
                    <a:pt x="199" y="767"/>
                  </a:lnTo>
                  <a:lnTo>
                    <a:pt x="0" y="647"/>
                  </a:lnTo>
                  <a:lnTo>
                    <a:pt x="199" y="526"/>
                  </a:lnTo>
                  <a:close/>
                  <a:moveTo>
                    <a:pt x="1044" y="516"/>
                  </a:moveTo>
                  <a:lnTo>
                    <a:pt x="1259" y="647"/>
                  </a:lnTo>
                  <a:lnTo>
                    <a:pt x="1044" y="776"/>
                  </a:lnTo>
                  <a:lnTo>
                    <a:pt x="828" y="647"/>
                  </a:lnTo>
                  <a:lnTo>
                    <a:pt x="1044" y="516"/>
                  </a:lnTo>
                  <a:close/>
                  <a:moveTo>
                    <a:pt x="1482" y="249"/>
                  </a:moveTo>
                  <a:lnTo>
                    <a:pt x="1698" y="380"/>
                  </a:lnTo>
                  <a:lnTo>
                    <a:pt x="1475" y="516"/>
                  </a:lnTo>
                  <a:lnTo>
                    <a:pt x="1259" y="385"/>
                  </a:lnTo>
                  <a:lnTo>
                    <a:pt x="1482" y="249"/>
                  </a:lnTo>
                  <a:close/>
                  <a:moveTo>
                    <a:pt x="1068" y="0"/>
                  </a:moveTo>
                  <a:lnTo>
                    <a:pt x="1266" y="119"/>
                  </a:lnTo>
                  <a:lnTo>
                    <a:pt x="1044" y="255"/>
                  </a:lnTo>
                  <a:lnTo>
                    <a:pt x="845" y="134"/>
                  </a:lnTo>
                  <a:lnTo>
                    <a:pt x="1068" y="0"/>
                  </a:lnTo>
                  <a:close/>
                </a:path>
              </a:pathLst>
            </a:custGeom>
            <a:solidFill>
              <a:srgbClr val="9EFF1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11" name="Freeform 16"/>
            <p:cNvSpPr>
              <a:spLocks/>
            </p:cNvSpPr>
            <p:nvPr/>
          </p:nvSpPr>
          <p:spPr bwMode="auto">
            <a:xfrm>
              <a:off x="5821153" y="1539232"/>
              <a:ext cx="2247439" cy="1351402"/>
            </a:xfrm>
            <a:custGeom>
              <a:avLst/>
              <a:gdLst>
                <a:gd name="T0" fmla="*/ 1068 w 2136"/>
                <a:gd name="T1" fmla="*/ 0 h 1293"/>
                <a:gd name="T2" fmla="*/ 2136 w 2136"/>
                <a:gd name="T3" fmla="*/ 647 h 1293"/>
                <a:gd name="T4" fmla="*/ 1068 w 2136"/>
                <a:gd name="T5" fmla="*/ 1293 h 1293"/>
                <a:gd name="T6" fmla="*/ 0 w 2136"/>
                <a:gd name="T7" fmla="*/ 647 h 1293"/>
                <a:gd name="T8" fmla="*/ 1068 w 2136"/>
                <a:gd name="T9" fmla="*/ 0 h 1293"/>
              </a:gdLst>
              <a:ahLst/>
              <a:cxnLst>
                <a:cxn ang="0">
                  <a:pos x="T0" y="T1"/>
                </a:cxn>
                <a:cxn ang="0">
                  <a:pos x="T2" y="T3"/>
                </a:cxn>
                <a:cxn ang="0">
                  <a:pos x="T4" y="T5"/>
                </a:cxn>
                <a:cxn ang="0">
                  <a:pos x="T6" y="T7"/>
                </a:cxn>
                <a:cxn ang="0">
                  <a:pos x="T8" y="T9"/>
                </a:cxn>
              </a:cxnLst>
              <a:rect l="0" t="0" r="r" b="b"/>
              <a:pathLst>
                <a:path w="2136" h="1293">
                  <a:moveTo>
                    <a:pt x="1068" y="0"/>
                  </a:moveTo>
                  <a:lnTo>
                    <a:pt x="2136" y="647"/>
                  </a:lnTo>
                  <a:lnTo>
                    <a:pt x="1068" y="1293"/>
                  </a:lnTo>
                  <a:lnTo>
                    <a:pt x="0" y="647"/>
                  </a:lnTo>
                  <a:lnTo>
                    <a:pt x="1068"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12" name="Freeform 17"/>
            <p:cNvSpPr>
              <a:spLocks noEditPoints="1"/>
            </p:cNvSpPr>
            <p:nvPr/>
          </p:nvSpPr>
          <p:spPr bwMode="auto">
            <a:xfrm>
              <a:off x="5821153" y="1539232"/>
              <a:ext cx="2247439" cy="1226545"/>
            </a:xfrm>
            <a:custGeom>
              <a:avLst/>
              <a:gdLst>
                <a:gd name="T0" fmla="*/ 1259 w 2136"/>
                <a:gd name="T1" fmla="*/ 907 h 1174"/>
                <a:gd name="T2" fmla="*/ 1482 w 2136"/>
                <a:gd name="T3" fmla="*/ 1043 h 1174"/>
                <a:gd name="T4" fmla="*/ 1267 w 2136"/>
                <a:gd name="T5" fmla="*/ 1174 h 1174"/>
                <a:gd name="T6" fmla="*/ 1044 w 2136"/>
                <a:gd name="T7" fmla="*/ 1037 h 1174"/>
                <a:gd name="T8" fmla="*/ 1259 w 2136"/>
                <a:gd name="T9" fmla="*/ 907 h 1174"/>
                <a:gd name="T10" fmla="*/ 1068 w 2136"/>
                <a:gd name="T11" fmla="*/ 0 h 1174"/>
                <a:gd name="T12" fmla="*/ 2136 w 2136"/>
                <a:gd name="T13" fmla="*/ 647 h 1174"/>
                <a:gd name="T14" fmla="*/ 1518 w 2136"/>
                <a:gd name="T15" fmla="*/ 1020 h 1174"/>
                <a:gd name="T16" fmla="*/ 1698 w 2136"/>
                <a:gd name="T17" fmla="*/ 912 h 1174"/>
                <a:gd name="T18" fmla="*/ 1475 w 2136"/>
                <a:gd name="T19" fmla="*/ 776 h 1174"/>
                <a:gd name="T20" fmla="*/ 1259 w 2136"/>
                <a:gd name="T21" fmla="*/ 907 h 1174"/>
                <a:gd name="T22" fmla="*/ 1044 w 2136"/>
                <a:gd name="T23" fmla="*/ 776 h 1174"/>
                <a:gd name="T24" fmla="*/ 828 w 2136"/>
                <a:gd name="T25" fmla="*/ 907 h 1174"/>
                <a:gd name="T26" fmla="*/ 1044 w 2136"/>
                <a:gd name="T27" fmla="*/ 1037 h 1174"/>
                <a:gd name="T28" fmla="*/ 845 w 2136"/>
                <a:gd name="T29" fmla="*/ 1159 h 1174"/>
                <a:gd name="T30" fmla="*/ 0 w 2136"/>
                <a:gd name="T31" fmla="*/ 647 h 1174"/>
                <a:gd name="T32" fmla="*/ 1068 w 2136"/>
                <a:gd name="T33" fmla="*/ 0 h 1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36" h="1174">
                  <a:moveTo>
                    <a:pt x="1259" y="907"/>
                  </a:moveTo>
                  <a:lnTo>
                    <a:pt x="1482" y="1043"/>
                  </a:lnTo>
                  <a:lnTo>
                    <a:pt x="1267" y="1174"/>
                  </a:lnTo>
                  <a:lnTo>
                    <a:pt x="1044" y="1037"/>
                  </a:lnTo>
                  <a:lnTo>
                    <a:pt x="1259" y="907"/>
                  </a:lnTo>
                  <a:close/>
                  <a:moveTo>
                    <a:pt x="1068" y="0"/>
                  </a:moveTo>
                  <a:lnTo>
                    <a:pt x="2136" y="647"/>
                  </a:lnTo>
                  <a:lnTo>
                    <a:pt x="1518" y="1020"/>
                  </a:lnTo>
                  <a:lnTo>
                    <a:pt x="1698" y="912"/>
                  </a:lnTo>
                  <a:lnTo>
                    <a:pt x="1475" y="776"/>
                  </a:lnTo>
                  <a:lnTo>
                    <a:pt x="1259" y="907"/>
                  </a:lnTo>
                  <a:lnTo>
                    <a:pt x="1044" y="776"/>
                  </a:lnTo>
                  <a:lnTo>
                    <a:pt x="828" y="907"/>
                  </a:lnTo>
                  <a:lnTo>
                    <a:pt x="1044" y="1037"/>
                  </a:lnTo>
                  <a:lnTo>
                    <a:pt x="845" y="1159"/>
                  </a:lnTo>
                  <a:lnTo>
                    <a:pt x="0" y="647"/>
                  </a:lnTo>
                  <a:lnTo>
                    <a:pt x="1068" y="0"/>
                  </a:lnTo>
                  <a:close/>
                </a:path>
              </a:pathLst>
            </a:custGeom>
            <a:solidFill>
              <a:srgbClr val="00B9F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13" name="Freeform 18"/>
            <p:cNvSpPr>
              <a:spLocks/>
            </p:cNvSpPr>
            <p:nvPr/>
          </p:nvSpPr>
          <p:spPr bwMode="auto">
            <a:xfrm>
              <a:off x="5821153" y="1539232"/>
              <a:ext cx="2247439" cy="1079653"/>
            </a:xfrm>
            <a:custGeom>
              <a:avLst/>
              <a:gdLst>
                <a:gd name="T0" fmla="*/ 1068 w 2136"/>
                <a:gd name="T1" fmla="*/ 0 h 1028"/>
                <a:gd name="T2" fmla="*/ 2136 w 2136"/>
                <a:gd name="T3" fmla="*/ 647 h 1028"/>
                <a:gd name="T4" fmla="*/ 1913 w 2136"/>
                <a:gd name="T5" fmla="*/ 782 h 1028"/>
                <a:gd name="T6" fmla="*/ 1690 w 2136"/>
                <a:gd name="T7" fmla="*/ 647 h 1028"/>
                <a:gd name="T8" fmla="*/ 1475 w 2136"/>
                <a:gd name="T9" fmla="*/ 776 h 1028"/>
                <a:gd name="T10" fmla="*/ 1475 w 2136"/>
                <a:gd name="T11" fmla="*/ 776 h 1028"/>
                <a:gd name="T12" fmla="*/ 1259 w 2136"/>
                <a:gd name="T13" fmla="*/ 647 h 1028"/>
                <a:gd name="T14" fmla="*/ 1044 w 2136"/>
                <a:gd name="T15" fmla="*/ 776 h 1028"/>
                <a:gd name="T16" fmla="*/ 1044 w 2136"/>
                <a:gd name="T17" fmla="*/ 776 h 1028"/>
                <a:gd name="T18" fmla="*/ 828 w 2136"/>
                <a:gd name="T19" fmla="*/ 647 h 1028"/>
                <a:gd name="T20" fmla="*/ 613 w 2136"/>
                <a:gd name="T21" fmla="*/ 776 h 1028"/>
                <a:gd name="T22" fmla="*/ 828 w 2136"/>
                <a:gd name="T23" fmla="*/ 907 h 1028"/>
                <a:gd name="T24" fmla="*/ 630 w 2136"/>
                <a:gd name="T25" fmla="*/ 1028 h 1028"/>
                <a:gd name="T26" fmla="*/ 0 w 2136"/>
                <a:gd name="T27" fmla="*/ 647 h 1028"/>
                <a:gd name="T28" fmla="*/ 1068 w 2136"/>
                <a:gd name="T29" fmla="*/ 0 h 1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36" h="1028">
                  <a:moveTo>
                    <a:pt x="1068" y="0"/>
                  </a:moveTo>
                  <a:lnTo>
                    <a:pt x="2136" y="647"/>
                  </a:lnTo>
                  <a:lnTo>
                    <a:pt x="1913" y="782"/>
                  </a:lnTo>
                  <a:lnTo>
                    <a:pt x="1690" y="647"/>
                  </a:lnTo>
                  <a:lnTo>
                    <a:pt x="1475" y="776"/>
                  </a:lnTo>
                  <a:lnTo>
                    <a:pt x="1475" y="776"/>
                  </a:lnTo>
                  <a:lnTo>
                    <a:pt x="1259" y="647"/>
                  </a:lnTo>
                  <a:lnTo>
                    <a:pt x="1044" y="776"/>
                  </a:lnTo>
                  <a:lnTo>
                    <a:pt x="1044" y="776"/>
                  </a:lnTo>
                  <a:lnTo>
                    <a:pt x="828" y="647"/>
                  </a:lnTo>
                  <a:lnTo>
                    <a:pt x="613" y="776"/>
                  </a:lnTo>
                  <a:lnTo>
                    <a:pt x="828" y="907"/>
                  </a:lnTo>
                  <a:lnTo>
                    <a:pt x="630" y="1028"/>
                  </a:lnTo>
                  <a:lnTo>
                    <a:pt x="0" y="647"/>
                  </a:lnTo>
                  <a:lnTo>
                    <a:pt x="1068"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14" name="Freeform 19"/>
            <p:cNvSpPr>
              <a:spLocks noEditPoints="1"/>
            </p:cNvSpPr>
            <p:nvPr/>
          </p:nvSpPr>
          <p:spPr bwMode="auto">
            <a:xfrm>
              <a:off x="5821153" y="1539232"/>
              <a:ext cx="2247439" cy="1079653"/>
            </a:xfrm>
            <a:custGeom>
              <a:avLst/>
              <a:gdLst>
                <a:gd name="T0" fmla="*/ 1475 w 2136"/>
                <a:gd name="T1" fmla="*/ 516 h 1028"/>
                <a:gd name="T2" fmla="*/ 1690 w 2136"/>
                <a:gd name="T3" fmla="*/ 647 h 1028"/>
                <a:gd name="T4" fmla="*/ 1475 w 2136"/>
                <a:gd name="T5" fmla="*/ 776 h 1028"/>
                <a:gd name="T6" fmla="*/ 1475 w 2136"/>
                <a:gd name="T7" fmla="*/ 776 h 1028"/>
                <a:gd name="T8" fmla="*/ 1259 w 2136"/>
                <a:gd name="T9" fmla="*/ 647 h 1028"/>
                <a:gd name="T10" fmla="*/ 1475 w 2136"/>
                <a:gd name="T11" fmla="*/ 516 h 1028"/>
                <a:gd name="T12" fmla="*/ 1913 w 2136"/>
                <a:gd name="T13" fmla="*/ 511 h 1028"/>
                <a:gd name="T14" fmla="*/ 2136 w 2136"/>
                <a:gd name="T15" fmla="*/ 647 h 1028"/>
                <a:gd name="T16" fmla="*/ 1913 w 2136"/>
                <a:gd name="T17" fmla="*/ 782 h 1028"/>
                <a:gd name="T18" fmla="*/ 1690 w 2136"/>
                <a:gd name="T19" fmla="*/ 647 h 1028"/>
                <a:gd name="T20" fmla="*/ 1913 w 2136"/>
                <a:gd name="T21" fmla="*/ 511 h 1028"/>
                <a:gd name="T22" fmla="*/ 1068 w 2136"/>
                <a:gd name="T23" fmla="*/ 0 h 1028"/>
                <a:gd name="T24" fmla="*/ 1698 w 2136"/>
                <a:gd name="T25" fmla="*/ 380 h 1028"/>
                <a:gd name="T26" fmla="*/ 1475 w 2136"/>
                <a:gd name="T27" fmla="*/ 516 h 1028"/>
                <a:gd name="T28" fmla="*/ 1259 w 2136"/>
                <a:gd name="T29" fmla="*/ 385 h 1028"/>
                <a:gd name="T30" fmla="*/ 1044 w 2136"/>
                <a:gd name="T31" fmla="*/ 516 h 1028"/>
                <a:gd name="T32" fmla="*/ 1259 w 2136"/>
                <a:gd name="T33" fmla="*/ 647 h 1028"/>
                <a:gd name="T34" fmla="*/ 1044 w 2136"/>
                <a:gd name="T35" fmla="*/ 776 h 1028"/>
                <a:gd name="T36" fmla="*/ 1044 w 2136"/>
                <a:gd name="T37" fmla="*/ 776 h 1028"/>
                <a:gd name="T38" fmla="*/ 828 w 2136"/>
                <a:gd name="T39" fmla="*/ 647 h 1028"/>
                <a:gd name="T40" fmla="*/ 613 w 2136"/>
                <a:gd name="T41" fmla="*/ 516 h 1028"/>
                <a:gd name="T42" fmla="*/ 397 w 2136"/>
                <a:gd name="T43" fmla="*/ 647 h 1028"/>
                <a:gd name="T44" fmla="*/ 613 w 2136"/>
                <a:gd name="T45" fmla="*/ 776 h 1028"/>
                <a:gd name="T46" fmla="*/ 828 w 2136"/>
                <a:gd name="T47" fmla="*/ 907 h 1028"/>
                <a:gd name="T48" fmla="*/ 630 w 2136"/>
                <a:gd name="T49" fmla="*/ 1028 h 1028"/>
                <a:gd name="T50" fmla="*/ 0 w 2136"/>
                <a:gd name="T51" fmla="*/ 647 h 1028"/>
                <a:gd name="T52" fmla="*/ 1068 w 2136"/>
                <a:gd name="T53" fmla="*/ 0 h 1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36" h="1028">
                  <a:moveTo>
                    <a:pt x="1475" y="516"/>
                  </a:moveTo>
                  <a:lnTo>
                    <a:pt x="1690" y="647"/>
                  </a:lnTo>
                  <a:lnTo>
                    <a:pt x="1475" y="776"/>
                  </a:lnTo>
                  <a:lnTo>
                    <a:pt x="1475" y="776"/>
                  </a:lnTo>
                  <a:lnTo>
                    <a:pt x="1259" y="647"/>
                  </a:lnTo>
                  <a:lnTo>
                    <a:pt x="1475" y="516"/>
                  </a:lnTo>
                  <a:close/>
                  <a:moveTo>
                    <a:pt x="1913" y="511"/>
                  </a:moveTo>
                  <a:lnTo>
                    <a:pt x="2136" y="647"/>
                  </a:lnTo>
                  <a:lnTo>
                    <a:pt x="1913" y="782"/>
                  </a:lnTo>
                  <a:lnTo>
                    <a:pt x="1690" y="647"/>
                  </a:lnTo>
                  <a:lnTo>
                    <a:pt x="1913" y="511"/>
                  </a:lnTo>
                  <a:close/>
                  <a:moveTo>
                    <a:pt x="1068" y="0"/>
                  </a:moveTo>
                  <a:lnTo>
                    <a:pt x="1698" y="380"/>
                  </a:lnTo>
                  <a:lnTo>
                    <a:pt x="1475" y="516"/>
                  </a:lnTo>
                  <a:lnTo>
                    <a:pt x="1259" y="385"/>
                  </a:lnTo>
                  <a:lnTo>
                    <a:pt x="1044" y="516"/>
                  </a:lnTo>
                  <a:lnTo>
                    <a:pt x="1259" y="647"/>
                  </a:lnTo>
                  <a:lnTo>
                    <a:pt x="1044" y="776"/>
                  </a:lnTo>
                  <a:lnTo>
                    <a:pt x="1044" y="776"/>
                  </a:lnTo>
                  <a:lnTo>
                    <a:pt x="828" y="647"/>
                  </a:lnTo>
                  <a:lnTo>
                    <a:pt x="613" y="516"/>
                  </a:lnTo>
                  <a:lnTo>
                    <a:pt x="397" y="647"/>
                  </a:lnTo>
                  <a:lnTo>
                    <a:pt x="613" y="776"/>
                  </a:lnTo>
                  <a:lnTo>
                    <a:pt x="828" y="907"/>
                  </a:lnTo>
                  <a:lnTo>
                    <a:pt x="630" y="1028"/>
                  </a:lnTo>
                  <a:lnTo>
                    <a:pt x="0" y="647"/>
                  </a:lnTo>
                  <a:lnTo>
                    <a:pt x="1068"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15" name="Freeform 20"/>
            <p:cNvSpPr>
              <a:spLocks noEditPoints="1"/>
            </p:cNvSpPr>
            <p:nvPr/>
          </p:nvSpPr>
          <p:spPr bwMode="auto">
            <a:xfrm>
              <a:off x="5821153" y="1539232"/>
              <a:ext cx="1784731" cy="1079653"/>
            </a:xfrm>
            <a:custGeom>
              <a:avLst/>
              <a:gdLst>
                <a:gd name="T0" fmla="*/ 397 w 1698"/>
                <a:gd name="T1" fmla="*/ 647 h 1028"/>
                <a:gd name="T2" fmla="*/ 828 w 1698"/>
                <a:gd name="T3" fmla="*/ 907 h 1028"/>
                <a:gd name="T4" fmla="*/ 0 w 1698"/>
                <a:gd name="T5" fmla="*/ 647 h 1028"/>
                <a:gd name="T6" fmla="*/ 1475 w 1698"/>
                <a:gd name="T7" fmla="*/ 516 h 1028"/>
                <a:gd name="T8" fmla="*/ 1475 w 1698"/>
                <a:gd name="T9" fmla="*/ 776 h 1028"/>
                <a:gd name="T10" fmla="*/ 1259 w 1698"/>
                <a:gd name="T11" fmla="*/ 647 h 1028"/>
                <a:gd name="T12" fmla="*/ 1482 w 1698"/>
                <a:gd name="T13" fmla="*/ 249 h 1028"/>
                <a:gd name="T14" fmla="*/ 1475 w 1698"/>
                <a:gd name="T15" fmla="*/ 516 h 1028"/>
                <a:gd name="T16" fmla="*/ 1482 w 1698"/>
                <a:gd name="T17" fmla="*/ 249 h 1028"/>
                <a:gd name="T18" fmla="*/ 1274 w 1698"/>
                <a:gd name="T19" fmla="*/ 124 h 1028"/>
                <a:gd name="T20" fmla="*/ 1266 w 1698"/>
                <a:gd name="T21" fmla="*/ 119 h 1028"/>
                <a:gd name="T22" fmla="*/ 1266 w 1698"/>
                <a:gd name="T23" fmla="*/ 119 h 1028"/>
                <a:gd name="T24" fmla="*/ 1162 w 1698"/>
                <a:gd name="T25" fmla="*/ 183 h 1028"/>
                <a:gd name="T26" fmla="*/ 1067 w 1698"/>
                <a:gd name="T27" fmla="*/ 240 h 1028"/>
                <a:gd name="T28" fmla="*/ 976 w 1698"/>
                <a:gd name="T29" fmla="*/ 296 h 1028"/>
                <a:gd name="T30" fmla="*/ 880 w 1698"/>
                <a:gd name="T31" fmla="*/ 354 h 1028"/>
                <a:gd name="T32" fmla="*/ 1259 w 1698"/>
                <a:gd name="T33" fmla="*/ 647 h 1028"/>
                <a:gd name="T34" fmla="*/ 1044 w 1698"/>
                <a:gd name="T35" fmla="*/ 776 h 1028"/>
                <a:gd name="T36" fmla="*/ 613 w 1698"/>
                <a:gd name="T37" fmla="*/ 516 h 1028"/>
                <a:gd name="T38" fmla="*/ 642 w 1698"/>
                <a:gd name="T39" fmla="*/ 498 h 1028"/>
                <a:gd name="T40" fmla="*/ 678 w 1698"/>
                <a:gd name="T41" fmla="*/ 475 h 1028"/>
                <a:gd name="T42" fmla="*/ 727 w 1698"/>
                <a:gd name="T43" fmla="*/ 447 h 1028"/>
                <a:gd name="T44" fmla="*/ 790 w 1698"/>
                <a:gd name="T45" fmla="*/ 408 h 1028"/>
                <a:gd name="T46" fmla="*/ 630 w 1698"/>
                <a:gd name="T47" fmla="*/ 265 h 1028"/>
                <a:gd name="T48" fmla="*/ 635 w 1698"/>
                <a:gd name="T49" fmla="*/ 262 h 1028"/>
                <a:gd name="T50" fmla="*/ 656 w 1698"/>
                <a:gd name="T51" fmla="*/ 248 h 1028"/>
                <a:gd name="T52" fmla="*/ 691 w 1698"/>
                <a:gd name="T53" fmla="*/ 228 h 1028"/>
                <a:gd name="T54" fmla="*/ 735 w 1698"/>
                <a:gd name="T55" fmla="*/ 201 h 1028"/>
                <a:gd name="T56" fmla="*/ 787 w 1698"/>
                <a:gd name="T57" fmla="*/ 169 h 1028"/>
                <a:gd name="T58" fmla="*/ 842 w 1698"/>
                <a:gd name="T59" fmla="*/ 136 h 1028"/>
                <a:gd name="T60" fmla="*/ 898 w 1698"/>
                <a:gd name="T61" fmla="*/ 102 h 1028"/>
                <a:gd name="T62" fmla="*/ 951 w 1698"/>
                <a:gd name="T63" fmla="*/ 71 h 1028"/>
                <a:gd name="T64" fmla="*/ 997 w 1698"/>
                <a:gd name="T65" fmla="*/ 42 h 1028"/>
                <a:gd name="T66" fmla="*/ 1034 w 1698"/>
                <a:gd name="T67" fmla="*/ 20 h 1028"/>
                <a:gd name="T68" fmla="*/ 1060 w 1698"/>
                <a:gd name="T69" fmla="*/ 5 h 1028"/>
                <a:gd name="T70" fmla="*/ 1068 w 1698"/>
                <a:gd name="T71" fmla="*/ 0 h 1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98" h="1028">
                  <a:moveTo>
                    <a:pt x="199" y="526"/>
                  </a:moveTo>
                  <a:lnTo>
                    <a:pt x="397" y="647"/>
                  </a:lnTo>
                  <a:lnTo>
                    <a:pt x="613" y="776"/>
                  </a:lnTo>
                  <a:lnTo>
                    <a:pt x="828" y="907"/>
                  </a:lnTo>
                  <a:lnTo>
                    <a:pt x="630" y="1028"/>
                  </a:lnTo>
                  <a:lnTo>
                    <a:pt x="0" y="647"/>
                  </a:lnTo>
                  <a:lnTo>
                    <a:pt x="199" y="526"/>
                  </a:lnTo>
                  <a:close/>
                  <a:moveTo>
                    <a:pt x="1475" y="516"/>
                  </a:moveTo>
                  <a:lnTo>
                    <a:pt x="1690" y="647"/>
                  </a:lnTo>
                  <a:lnTo>
                    <a:pt x="1475" y="776"/>
                  </a:lnTo>
                  <a:lnTo>
                    <a:pt x="1475" y="776"/>
                  </a:lnTo>
                  <a:lnTo>
                    <a:pt x="1259" y="647"/>
                  </a:lnTo>
                  <a:lnTo>
                    <a:pt x="1475" y="516"/>
                  </a:lnTo>
                  <a:close/>
                  <a:moveTo>
                    <a:pt x="1482" y="249"/>
                  </a:moveTo>
                  <a:lnTo>
                    <a:pt x="1698" y="380"/>
                  </a:lnTo>
                  <a:lnTo>
                    <a:pt x="1475" y="516"/>
                  </a:lnTo>
                  <a:lnTo>
                    <a:pt x="1259" y="385"/>
                  </a:lnTo>
                  <a:lnTo>
                    <a:pt x="1482" y="249"/>
                  </a:lnTo>
                  <a:close/>
                  <a:moveTo>
                    <a:pt x="1266" y="119"/>
                  </a:moveTo>
                  <a:lnTo>
                    <a:pt x="1274" y="124"/>
                  </a:lnTo>
                  <a:lnTo>
                    <a:pt x="1266" y="119"/>
                  </a:lnTo>
                  <a:lnTo>
                    <a:pt x="1266" y="119"/>
                  </a:lnTo>
                  <a:close/>
                  <a:moveTo>
                    <a:pt x="1068" y="0"/>
                  </a:moveTo>
                  <a:lnTo>
                    <a:pt x="1266" y="119"/>
                  </a:lnTo>
                  <a:lnTo>
                    <a:pt x="1213" y="152"/>
                  </a:lnTo>
                  <a:lnTo>
                    <a:pt x="1162" y="183"/>
                  </a:lnTo>
                  <a:lnTo>
                    <a:pt x="1113" y="211"/>
                  </a:lnTo>
                  <a:lnTo>
                    <a:pt x="1067" y="240"/>
                  </a:lnTo>
                  <a:lnTo>
                    <a:pt x="1022" y="267"/>
                  </a:lnTo>
                  <a:lnTo>
                    <a:pt x="976" y="296"/>
                  </a:lnTo>
                  <a:lnTo>
                    <a:pt x="929" y="324"/>
                  </a:lnTo>
                  <a:lnTo>
                    <a:pt x="880" y="354"/>
                  </a:lnTo>
                  <a:lnTo>
                    <a:pt x="828" y="385"/>
                  </a:lnTo>
                  <a:lnTo>
                    <a:pt x="1259" y="647"/>
                  </a:lnTo>
                  <a:lnTo>
                    <a:pt x="1044" y="776"/>
                  </a:lnTo>
                  <a:lnTo>
                    <a:pt x="1044" y="776"/>
                  </a:lnTo>
                  <a:lnTo>
                    <a:pt x="828" y="647"/>
                  </a:lnTo>
                  <a:lnTo>
                    <a:pt x="613" y="516"/>
                  </a:lnTo>
                  <a:lnTo>
                    <a:pt x="626" y="507"/>
                  </a:lnTo>
                  <a:lnTo>
                    <a:pt x="642" y="498"/>
                  </a:lnTo>
                  <a:lnTo>
                    <a:pt x="659" y="487"/>
                  </a:lnTo>
                  <a:lnTo>
                    <a:pt x="678" y="475"/>
                  </a:lnTo>
                  <a:lnTo>
                    <a:pt x="701" y="462"/>
                  </a:lnTo>
                  <a:lnTo>
                    <a:pt x="727" y="447"/>
                  </a:lnTo>
                  <a:lnTo>
                    <a:pt x="756" y="429"/>
                  </a:lnTo>
                  <a:lnTo>
                    <a:pt x="790" y="408"/>
                  </a:lnTo>
                  <a:lnTo>
                    <a:pt x="828" y="385"/>
                  </a:lnTo>
                  <a:lnTo>
                    <a:pt x="630" y="265"/>
                  </a:lnTo>
                  <a:lnTo>
                    <a:pt x="630" y="264"/>
                  </a:lnTo>
                  <a:lnTo>
                    <a:pt x="635" y="262"/>
                  </a:lnTo>
                  <a:lnTo>
                    <a:pt x="643" y="257"/>
                  </a:lnTo>
                  <a:lnTo>
                    <a:pt x="656" y="248"/>
                  </a:lnTo>
                  <a:lnTo>
                    <a:pt x="672" y="239"/>
                  </a:lnTo>
                  <a:lnTo>
                    <a:pt x="691" y="228"/>
                  </a:lnTo>
                  <a:lnTo>
                    <a:pt x="712" y="214"/>
                  </a:lnTo>
                  <a:lnTo>
                    <a:pt x="735" y="201"/>
                  </a:lnTo>
                  <a:lnTo>
                    <a:pt x="761" y="186"/>
                  </a:lnTo>
                  <a:lnTo>
                    <a:pt x="787" y="169"/>
                  </a:lnTo>
                  <a:lnTo>
                    <a:pt x="814" y="153"/>
                  </a:lnTo>
                  <a:lnTo>
                    <a:pt x="842" y="136"/>
                  </a:lnTo>
                  <a:lnTo>
                    <a:pt x="870" y="119"/>
                  </a:lnTo>
                  <a:lnTo>
                    <a:pt x="898" y="102"/>
                  </a:lnTo>
                  <a:lnTo>
                    <a:pt x="924" y="87"/>
                  </a:lnTo>
                  <a:lnTo>
                    <a:pt x="951" y="71"/>
                  </a:lnTo>
                  <a:lnTo>
                    <a:pt x="975" y="56"/>
                  </a:lnTo>
                  <a:lnTo>
                    <a:pt x="997" y="42"/>
                  </a:lnTo>
                  <a:lnTo>
                    <a:pt x="1017" y="31"/>
                  </a:lnTo>
                  <a:lnTo>
                    <a:pt x="1034" y="20"/>
                  </a:lnTo>
                  <a:lnTo>
                    <a:pt x="1048" y="12"/>
                  </a:lnTo>
                  <a:lnTo>
                    <a:pt x="1060" y="5"/>
                  </a:lnTo>
                  <a:lnTo>
                    <a:pt x="1066" y="1"/>
                  </a:lnTo>
                  <a:lnTo>
                    <a:pt x="1068"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16" name="Freeform 21"/>
            <p:cNvSpPr>
              <a:spLocks noEditPoints="1"/>
            </p:cNvSpPr>
            <p:nvPr/>
          </p:nvSpPr>
          <p:spPr bwMode="auto">
            <a:xfrm>
              <a:off x="6261827" y="2075386"/>
              <a:ext cx="1336712" cy="543499"/>
            </a:xfrm>
            <a:custGeom>
              <a:avLst/>
              <a:gdLst>
                <a:gd name="T0" fmla="*/ 199 w 1276"/>
                <a:gd name="T1" fmla="*/ 260 h 512"/>
                <a:gd name="T2" fmla="*/ 414 w 1276"/>
                <a:gd name="T3" fmla="*/ 391 h 512"/>
                <a:gd name="T4" fmla="*/ 216 w 1276"/>
                <a:gd name="T5" fmla="*/ 512 h 512"/>
                <a:gd name="T6" fmla="*/ 0 w 1276"/>
                <a:gd name="T7" fmla="*/ 381 h 512"/>
                <a:gd name="T8" fmla="*/ 199 w 1276"/>
                <a:gd name="T9" fmla="*/ 260 h 512"/>
                <a:gd name="T10" fmla="*/ 1061 w 1276"/>
                <a:gd name="T11" fmla="*/ 0 h 512"/>
                <a:gd name="T12" fmla="*/ 1276 w 1276"/>
                <a:gd name="T13" fmla="*/ 131 h 512"/>
                <a:gd name="T14" fmla="*/ 1061 w 1276"/>
                <a:gd name="T15" fmla="*/ 260 h 512"/>
                <a:gd name="T16" fmla="*/ 845 w 1276"/>
                <a:gd name="T17" fmla="*/ 131 h 512"/>
                <a:gd name="T18" fmla="*/ 1061 w 1276"/>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6" h="512">
                  <a:moveTo>
                    <a:pt x="199" y="260"/>
                  </a:moveTo>
                  <a:lnTo>
                    <a:pt x="414" y="391"/>
                  </a:lnTo>
                  <a:lnTo>
                    <a:pt x="216" y="512"/>
                  </a:lnTo>
                  <a:lnTo>
                    <a:pt x="0" y="381"/>
                  </a:lnTo>
                  <a:lnTo>
                    <a:pt x="199" y="260"/>
                  </a:lnTo>
                  <a:close/>
                  <a:moveTo>
                    <a:pt x="1061" y="0"/>
                  </a:moveTo>
                  <a:lnTo>
                    <a:pt x="1276" y="131"/>
                  </a:lnTo>
                  <a:lnTo>
                    <a:pt x="1061" y="260"/>
                  </a:lnTo>
                  <a:lnTo>
                    <a:pt x="845" y="131"/>
                  </a:lnTo>
                  <a:lnTo>
                    <a:pt x="1061" y="0"/>
                  </a:lnTo>
                  <a:close/>
                </a:path>
              </a:pathLst>
            </a:custGeom>
            <a:solidFill>
              <a:srgbClr val="94E6E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17" name="Freeform 22"/>
            <p:cNvSpPr>
              <a:spLocks noEditPoints="1"/>
            </p:cNvSpPr>
            <p:nvPr/>
          </p:nvSpPr>
          <p:spPr bwMode="auto">
            <a:xfrm>
              <a:off x="6034146" y="1678778"/>
              <a:ext cx="888693" cy="800559"/>
            </a:xfrm>
            <a:custGeom>
              <a:avLst/>
              <a:gdLst>
                <a:gd name="T0" fmla="*/ 198 w 845"/>
                <a:gd name="T1" fmla="*/ 513 h 763"/>
                <a:gd name="T2" fmla="*/ 414 w 845"/>
                <a:gd name="T3" fmla="*/ 642 h 763"/>
                <a:gd name="T4" fmla="*/ 215 w 845"/>
                <a:gd name="T5" fmla="*/ 763 h 763"/>
                <a:gd name="T6" fmla="*/ 0 w 845"/>
                <a:gd name="T7" fmla="*/ 633 h 763"/>
                <a:gd name="T8" fmla="*/ 198 w 845"/>
                <a:gd name="T9" fmla="*/ 513 h 763"/>
                <a:gd name="T10" fmla="*/ 629 w 845"/>
                <a:gd name="T11" fmla="*/ 251 h 763"/>
                <a:gd name="T12" fmla="*/ 845 w 845"/>
                <a:gd name="T13" fmla="*/ 382 h 763"/>
                <a:gd name="T14" fmla="*/ 629 w 845"/>
                <a:gd name="T15" fmla="*/ 513 h 763"/>
                <a:gd name="T16" fmla="*/ 414 w 845"/>
                <a:gd name="T17" fmla="*/ 382 h 763"/>
                <a:gd name="T18" fmla="*/ 629 w 845"/>
                <a:gd name="T19" fmla="*/ 251 h 763"/>
                <a:gd name="T20" fmla="*/ 646 w 845"/>
                <a:gd name="T21" fmla="*/ 0 h 763"/>
                <a:gd name="T22" fmla="*/ 845 w 845"/>
                <a:gd name="T23" fmla="*/ 121 h 763"/>
                <a:gd name="T24" fmla="*/ 629 w 845"/>
                <a:gd name="T25" fmla="*/ 251 h 763"/>
                <a:gd name="T26" fmla="*/ 431 w 845"/>
                <a:gd name="T27" fmla="*/ 130 h 763"/>
                <a:gd name="T28" fmla="*/ 646 w 845"/>
                <a:gd name="T29" fmla="*/ 0 h 7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5" h="763">
                  <a:moveTo>
                    <a:pt x="198" y="513"/>
                  </a:moveTo>
                  <a:lnTo>
                    <a:pt x="414" y="642"/>
                  </a:lnTo>
                  <a:lnTo>
                    <a:pt x="215" y="763"/>
                  </a:lnTo>
                  <a:lnTo>
                    <a:pt x="0" y="633"/>
                  </a:lnTo>
                  <a:lnTo>
                    <a:pt x="198" y="513"/>
                  </a:lnTo>
                  <a:close/>
                  <a:moveTo>
                    <a:pt x="629" y="251"/>
                  </a:moveTo>
                  <a:lnTo>
                    <a:pt x="845" y="382"/>
                  </a:lnTo>
                  <a:lnTo>
                    <a:pt x="629" y="513"/>
                  </a:lnTo>
                  <a:lnTo>
                    <a:pt x="414" y="382"/>
                  </a:lnTo>
                  <a:lnTo>
                    <a:pt x="629" y="251"/>
                  </a:lnTo>
                  <a:close/>
                  <a:moveTo>
                    <a:pt x="646" y="0"/>
                  </a:moveTo>
                  <a:lnTo>
                    <a:pt x="845" y="121"/>
                  </a:lnTo>
                  <a:lnTo>
                    <a:pt x="629" y="251"/>
                  </a:lnTo>
                  <a:lnTo>
                    <a:pt x="431" y="130"/>
                  </a:lnTo>
                  <a:lnTo>
                    <a:pt x="646" y="0"/>
                  </a:lnTo>
                  <a:close/>
                </a:path>
              </a:pathLst>
            </a:custGeom>
            <a:solidFill>
              <a:srgbClr val="DDECB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318" name="Group 317"/>
          <p:cNvGrpSpPr>
            <a:grpSpLocks noChangeAspect="1"/>
          </p:cNvGrpSpPr>
          <p:nvPr/>
        </p:nvGrpSpPr>
        <p:grpSpPr>
          <a:xfrm>
            <a:off x="5822869" y="2510665"/>
            <a:ext cx="542728" cy="411480"/>
            <a:chOff x="5694743" y="3672250"/>
            <a:chExt cx="2412124" cy="1828800"/>
          </a:xfrm>
        </p:grpSpPr>
        <p:sp useBgFill="1">
          <p:nvSpPr>
            <p:cNvPr id="319" name="Freeform 6"/>
            <p:cNvSpPr>
              <a:spLocks/>
            </p:cNvSpPr>
            <p:nvPr/>
          </p:nvSpPr>
          <p:spPr bwMode="auto">
            <a:xfrm>
              <a:off x="5694743" y="3672250"/>
              <a:ext cx="2412124" cy="1828800"/>
            </a:xfrm>
            <a:custGeom>
              <a:avLst/>
              <a:gdLst>
                <a:gd name="T0" fmla="*/ 112 w 2136"/>
                <a:gd name="T1" fmla="*/ 0 h 1630"/>
                <a:gd name="T2" fmla="*/ 2024 w 2136"/>
                <a:gd name="T3" fmla="*/ 0 h 1630"/>
                <a:gd name="T4" fmla="*/ 2049 w 2136"/>
                <a:gd name="T5" fmla="*/ 2 h 1630"/>
                <a:gd name="T6" fmla="*/ 2074 w 2136"/>
                <a:gd name="T7" fmla="*/ 11 h 1630"/>
                <a:gd name="T8" fmla="*/ 2094 w 2136"/>
                <a:gd name="T9" fmla="*/ 24 h 1630"/>
                <a:gd name="T10" fmla="*/ 2112 w 2136"/>
                <a:gd name="T11" fmla="*/ 41 h 1630"/>
                <a:gd name="T12" fmla="*/ 2124 w 2136"/>
                <a:gd name="T13" fmla="*/ 62 h 1630"/>
                <a:gd name="T14" fmla="*/ 2133 w 2136"/>
                <a:gd name="T15" fmla="*/ 87 h 1630"/>
                <a:gd name="T16" fmla="*/ 2136 w 2136"/>
                <a:gd name="T17" fmla="*/ 112 h 1630"/>
                <a:gd name="T18" fmla="*/ 2136 w 2136"/>
                <a:gd name="T19" fmla="*/ 1518 h 1630"/>
                <a:gd name="T20" fmla="*/ 2133 w 2136"/>
                <a:gd name="T21" fmla="*/ 1543 h 1630"/>
                <a:gd name="T22" fmla="*/ 2124 w 2136"/>
                <a:gd name="T23" fmla="*/ 1568 h 1630"/>
                <a:gd name="T24" fmla="*/ 2112 w 2136"/>
                <a:gd name="T25" fmla="*/ 1588 h 1630"/>
                <a:gd name="T26" fmla="*/ 2094 w 2136"/>
                <a:gd name="T27" fmla="*/ 1606 h 1630"/>
                <a:gd name="T28" fmla="*/ 2074 w 2136"/>
                <a:gd name="T29" fmla="*/ 1618 h 1630"/>
                <a:gd name="T30" fmla="*/ 2049 w 2136"/>
                <a:gd name="T31" fmla="*/ 1627 h 1630"/>
                <a:gd name="T32" fmla="*/ 2024 w 2136"/>
                <a:gd name="T33" fmla="*/ 1630 h 1630"/>
                <a:gd name="T34" fmla="*/ 112 w 2136"/>
                <a:gd name="T35" fmla="*/ 1630 h 1630"/>
                <a:gd name="T36" fmla="*/ 87 w 2136"/>
                <a:gd name="T37" fmla="*/ 1627 h 1630"/>
                <a:gd name="T38" fmla="*/ 62 w 2136"/>
                <a:gd name="T39" fmla="*/ 1618 h 1630"/>
                <a:gd name="T40" fmla="*/ 42 w 2136"/>
                <a:gd name="T41" fmla="*/ 1606 h 1630"/>
                <a:gd name="T42" fmla="*/ 24 w 2136"/>
                <a:gd name="T43" fmla="*/ 1588 h 1630"/>
                <a:gd name="T44" fmla="*/ 12 w 2136"/>
                <a:gd name="T45" fmla="*/ 1568 h 1630"/>
                <a:gd name="T46" fmla="*/ 3 w 2136"/>
                <a:gd name="T47" fmla="*/ 1543 h 1630"/>
                <a:gd name="T48" fmla="*/ 0 w 2136"/>
                <a:gd name="T49" fmla="*/ 1518 h 1630"/>
                <a:gd name="T50" fmla="*/ 0 w 2136"/>
                <a:gd name="T51" fmla="*/ 112 h 1630"/>
                <a:gd name="T52" fmla="*/ 3 w 2136"/>
                <a:gd name="T53" fmla="*/ 87 h 1630"/>
                <a:gd name="T54" fmla="*/ 12 w 2136"/>
                <a:gd name="T55" fmla="*/ 62 h 1630"/>
                <a:gd name="T56" fmla="*/ 24 w 2136"/>
                <a:gd name="T57" fmla="*/ 41 h 1630"/>
                <a:gd name="T58" fmla="*/ 42 w 2136"/>
                <a:gd name="T59" fmla="*/ 24 h 1630"/>
                <a:gd name="T60" fmla="*/ 62 w 2136"/>
                <a:gd name="T61" fmla="*/ 11 h 1630"/>
                <a:gd name="T62" fmla="*/ 87 w 2136"/>
                <a:gd name="T63" fmla="*/ 2 h 1630"/>
                <a:gd name="T64" fmla="*/ 112 w 2136"/>
                <a:gd name="T65"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36" h="1630">
                  <a:moveTo>
                    <a:pt x="112" y="0"/>
                  </a:moveTo>
                  <a:lnTo>
                    <a:pt x="2024" y="0"/>
                  </a:lnTo>
                  <a:lnTo>
                    <a:pt x="2049" y="2"/>
                  </a:lnTo>
                  <a:lnTo>
                    <a:pt x="2074" y="11"/>
                  </a:lnTo>
                  <a:lnTo>
                    <a:pt x="2094" y="24"/>
                  </a:lnTo>
                  <a:lnTo>
                    <a:pt x="2112" y="41"/>
                  </a:lnTo>
                  <a:lnTo>
                    <a:pt x="2124" y="62"/>
                  </a:lnTo>
                  <a:lnTo>
                    <a:pt x="2133" y="87"/>
                  </a:lnTo>
                  <a:lnTo>
                    <a:pt x="2136" y="112"/>
                  </a:lnTo>
                  <a:lnTo>
                    <a:pt x="2136" y="1518"/>
                  </a:lnTo>
                  <a:lnTo>
                    <a:pt x="2133" y="1543"/>
                  </a:lnTo>
                  <a:lnTo>
                    <a:pt x="2124" y="1568"/>
                  </a:lnTo>
                  <a:lnTo>
                    <a:pt x="2112" y="1588"/>
                  </a:lnTo>
                  <a:lnTo>
                    <a:pt x="2094" y="1606"/>
                  </a:lnTo>
                  <a:lnTo>
                    <a:pt x="2074" y="1618"/>
                  </a:lnTo>
                  <a:lnTo>
                    <a:pt x="2049" y="1627"/>
                  </a:lnTo>
                  <a:lnTo>
                    <a:pt x="2024" y="1630"/>
                  </a:lnTo>
                  <a:lnTo>
                    <a:pt x="112" y="1630"/>
                  </a:lnTo>
                  <a:lnTo>
                    <a:pt x="87" y="1627"/>
                  </a:lnTo>
                  <a:lnTo>
                    <a:pt x="62" y="1618"/>
                  </a:lnTo>
                  <a:lnTo>
                    <a:pt x="42" y="1606"/>
                  </a:lnTo>
                  <a:lnTo>
                    <a:pt x="24" y="1588"/>
                  </a:lnTo>
                  <a:lnTo>
                    <a:pt x="12" y="1568"/>
                  </a:lnTo>
                  <a:lnTo>
                    <a:pt x="3" y="1543"/>
                  </a:lnTo>
                  <a:lnTo>
                    <a:pt x="0" y="1518"/>
                  </a:lnTo>
                  <a:lnTo>
                    <a:pt x="0" y="112"/>
                  </a:lnTo>
                  <a:lnTo>
                    <a:pt x="3" y="87"/>
                  </a:lnTo>
                  <a:lnTo>
                    <a:pt x="12" y="62"/>
                  </a:lnTo>
                  <a:lnTo>
                    <a:pt x="24" y="41"/>
                  </a:lnTo>
                  <a:lnTo>
                    <a:pt x="42" y="24"/>
                  </a:lnTo>
                  <a:lnTo>
                    <a:pt x="62" y="11"/>
                  </a:lnTo>
                  <a:lnTo>
                    <a:pt x="87" y="2"/>
                  </a:lnTo>
                  <a:lnTo>
                    <a:pt x="112"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27" name="Freeform 7"/>
            <p:cNvSpPr>
              <a:spLocks noEditPoints="1"/>
            </p:cNvSpPr>
            <p:nvPr/>
          </p:nvSpPr>
          <p:spPr bwMode="auto">
            <a:xfrm>
              <a:off x="5820867" y="3798374"/>
              <a:ext cx="2159876" cy="1576552"/>
            </a:xfrm>
            <a:custGeom>
              <a:avLst/>
              <a:gdLst>
                <a:gd name="T0" fmla="*/ 113 w 1912"/>
                <a:gd name="T1" fmla="*/ 113 h 1406"/>
                <a:gd name="T2" fmla="*/ 113 w 1912"/>
                <a:gd name="T3" fmla="*/ 1293 h 1406"/>
                <a:gd name="T4" fmla="*/ 1799 w 1912"/>
                <a:gd name="T5" fmla="*/ 1293 h 1406"/>
                <a:gd name="T6" fmla="*/ 1799 w 1912"/>
                <a:gd name="T7" fmla="*/ 113 h 1406"/>
                <a:gd name="T8" fmla="*/ 113 w 1912"/>
                <a:gd name="T9" fmla="*/ 113 h 1406"/>
                <a:gd name="T10" fmla="*/ 0 w 1912"/>
                <a:gd name="T11" fmla="*/ 0 h 1406"/>
                <a:gd name="T12" fmla="*/ 1912 w 1912"/>
                <a:gd name="T13" fmla="*/ 0 h 1406"/>
                <a:gd name="T14" fmla="*/ 1912 w 1912"/>
                <a:gd name="T15" fmla="*/ 1406 h 1406"/>
                <a:gd name="T16" fmla="*/ 0 w 1912"/>
                <a:gd name="T17" fmla="*/ 1406 h 1406"/>
                <a:gd name="T18" fmla="*/ 0 w 1912"/>
                <a:gd name="T19" fmla="*/ 0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12" h="1406">
                  <a:moveTo>
                    <a:pt x="113" y="113"/>
                  </a:moveTo>
                  <a:lnTo>
                    <a:pt x="113" y="1293"/>
                  </a:lnTo>
                  <a:lnTo>
                    <a:pt x="1799" y="1293"/>
                  </a:lnTo>
                  <a:lnTo>
                    <a:pt x="1799" y="113"/>
                  </a:lnTo>
                  <a:lnTo>
                    <a:pt x="113" y="113"/>
                  </a:lnTo>
                  <a:close/>
                  <a:moveTo>
                    <a:pt x="0" y="0"/>
                  </a:moveTo>
                  <a:lnTo>
                    <a:pt x="1912" y="0"/>
                  </a:lnTo>
                  <a:lnTo>
                    <a:pt x="1912" y="1406"/>
                  </a:lnTo>
                  <a:lnTo>
                    <a:pt x="0" y="1406"/>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28" name="Rectangle 8"/>
            <p:cNvSpPr>
              <a:spLocks noChangeArrowheads="1"/>
            </p:cNvSpPr>
            <p:nvPr/>
          </p:nvSpPr>
          <p:spPr bwMode="auto">
            <a:xfrm>
              <a:off x="6080998" y="4050622"/>
              <a:ext cx="1639614" cy="1072055"/>
            </a:xfrm>
            <a:prstGeom prst="rect">
              <a:avLst/>
            </a:prstGeom>
            <a:solidFill>
              <a:srgbClr val="007AC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36" name="Freeform 9"/>
            <p:cNvSpPr>
              <a:spLocks/>
            </p:cNvSpPr>
            <p:nvPr/>
          </p:nvSpPr>
          <p:spPr bwMode="auto">
            <a:xfrm>
              <a:off x="6080998" y="4050622"/>
              <a:ext cx="1639614" cy="1072055"/>
            </a:xfrm>
            <a:custGeom>
              <a:avLst/>
              <a:gdLst>
                <a:gd name="T0" fmla="*/ 0 w 1462"/>
                <a:gd name="T1" fmla="*/ 0 h 956"/>
                <a:gd name="T2" fmla="*/ 1279 w 1462"/>
                <a:gd name="T3" fmla="*/ 0 h 956"/>
                <a:gd name="T4" fmla="*/ 1279 w 1462"/>
                <a:gd name="T5" fmla="*/ 79 h 956"/>
                <a:gd name="T6" fmla="*/ 1279 w 1462"/>
                <a:gd name="T7" fmla="*/ 154 h 956"/>
                <a:gd name="T8" fmla="*/ 1279 w 1462"/>
                <a:gd name="T9" fmla="*/ 227 h 956"/>
                <a:gd name="T10" fmla="*/ 1279 w 1462"/>
                <a:gd name="T11" fmla="*/ 302 h 956"/>
                <a:gd name="T12" fmla="*/ 1279 w 1462"/>
                <a:gd name="T13" fmla="*/ 382 h 956"/>
                <a:gd name="T14" fmla="*/ 1462 w 1462"/>
                <a:gd name="T15" fmla="*/ 382 h 956"/>
                <a:gd name="T16" fmla="*/ 1462 w 1462"/>
                <a:gd name="T17" fmla="*/ 765 h 956"/>
                <a:gd name="T18" fmla="*/ 1279 w 1462"/>
                <a:gd name="T19" fmla="*/ 765 h 956"/>
                <a:gd name="T20" fmla="*/ 1279 w 1462"/>
                <a:gd name="T21" fmla="*/ 956 h 956"/>
                <a:gd name="T22" fmla="*/ 1097 w 1462"/>
                <a:gd name="T23" fmla="*/ 956 h 956"/>
                <a:gd name="T24" fmla="*/ 1097 w 1462"/>
                <a:gd name="T25" fmla="*/ 765 h 956"/>
                <a:gd name="T26" fmla="*/ 914 w 1462"/>
                <a:gd name="T27" fmla="*/ 765 h 956"/>
                <a:gd name="T28" fmla="*/ 914 w 1462"/>
                <a:gd name="T29" fmla="*/ 574 h 956"/>
                <a:gd name="T30" fmla="*/ 1097 w 1462"/>
                <a:gd name="T31" fmla="*/ 574 h 956"/>
                <a:gd name="T32" fmla="*/ 1097 w 1462"/>
                <a:gd name="T33" fmla="*/ 382 h 956"/>
                <a:gd name="T34" fmla="*/ 914 w 1462"/>
                <a:gd name="T35" fmla="*/ 382 h 956"/>
                <a:gd name="T36" fmla="*/ 914 w 1462"/>
                <a:gd name="T37" fmla="*/ 574 h 956"/>
                <a:gd name="T38" fmla="*/ 731 w 1462"/>
                <a:gd name="T39" fmla="*/ 574 h 956"/>
                <a:gd name="T40" fmla="*/ 731 w 1462"/>
                <a:gd name="T41" fmla="*/ 765 h 956"/>
                <a:gd name="T42" fmla="*/ 914 w 1462"/>
                <a:gd name="T43" fmla="*/ 765 h 956"/>
                <a:gd name="T44" fmla="*/ 914 w 1462"/>
                <a:gd name="T45" fmla="*/ 956 h 956"/>
                <a:gd name="T46" fmla="*/ 1097 w 1462"/>
                <a:gd name="T47" fmla="*/ 956 h 956"/>
                <a:gd name="T48" fmla="*/ 1097 w 1462"/>
                <a:gd name="T49" fmla="*/ 956 h 956"/>
                <a:gd name="T50" fmla="*/ 0 w 1462"/>
                <a:gd name="T51" fmla="*/ 956 h 956"/>
                <a:gd name="T52" fmla="*/ 0 w 1462"/>
                <a:gd name="T53" fmla="*/ 0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62" h="956">
                  <a:moveTo>
                    <a:pt x="0" y="0"/>
                  </a:moveTo>
                  <a:lnTo>
                    <a:pt x="1279" y="0"/>
                  </a:lnTo>
                  <a:lnTo>
                    <a:pt x="1279" y="79"/>
                  </a:lnTo>
                  <a:lnTo>
                    <a:pt x="1279" y="154"/>
                  </a:lnTo>
                  <a:lnTo>
                    <a:pt x="1279" y="227"/>
                  </a:lnTo>
                  <a:lnTo>
                    <a:pt x="1279" y="302"/>
                  </a:lnTo>
                  <a:lnTo>
                    <a:pt x="1279" y="382"/>
                  </a:lnTo>
                  <a:lnTo>
                    <a:pt x="1462" y="382"/>
                  </a:lnTo>
                  <a:lnTo>
                    <a:pt x="1462" y="765"/>
                  </a:lnTo>
                  <a:lnTo>
                    <a:pt x="1279" y="765"/>
                  </a:lnTo>
                  <a:lnTo>
                    <a:pt x="1279" y="956"/>
                  </a:lnTo>
                  <a:lnTo>
                    <a:pt x="1097" y="956"/>
                  </a:lnTo>
                  <a:lnTo>
                    <a:pt x="1097" y="765"/>
                  </a:lnTo>
                  <a:lnTo>
                    <a:pt x="914" y="765"/>
                  </a:lnTo>
                  <a:lnTo>
                    <a:pt x="914" y="574"/>
                  </a:lnTo>
                  <a:lnTo>
                    <a:pt x="1097" y="574"/>
                  </a:lnTo>
                  <a:lnTo>
                    <a:pt x="1097" y="382"/>
                  </a:lnTo>
                  <a:lnTo>
                    <a:pt x="914" y="382"/>
                  </a:lnTo>
                  <a:lnTo>
                    <a:pt x="914" y="574"/>
                  </a:lnTo>
                  <a:lnTo>
                    <a:pt x="731" y="574"/>
                  </a:lnTo>
                  <a:lnTo>
                    <a:pt x="731" y="765"/>
                  </a:lnTo>
                  <a:lnTo>
                    <a:pt x="914" y="765"/>
                  </a:lnTo>
                  <a:lnTo>
                    <a:pt x="914" y="956"/>
                  </a:lnTo>
                  <a:lnTo>
                    <a:pt x="1097" y="956"/>
                  </a:lnTo>
                  <a:lnTo>
                    <a:pt x="1097" y="956"/>
                  </a:lnTo>
                  <a:lnTo>
                    <a:pt x="0" y="956"/>
                  </a:lnTo>
                  <a:lnTo>
                    <a:pt x="0" y="0"/>
                  </a:lnTo>
                  <a:close/>
                </a:path>
              </a:pathLst>
            </a:custGeom>
            <a:solidFill>
              <a:srgbClr val="00B9F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37" name="Freeform 10"/>
            <p:cNvSpPr>
              <a:spLocks/>
            </p:cNvSpPr>
            <p:nvPr/>
          </p:nvSpPr>
          <p:spPr bwMode="auto">
            <a:xfrm>
              <a:off x="6080998" y="4050622"/>
              <a:ext cx="1434662" cy="1072055"/>
            </a:xfrm>
            <a:custGeom>
              <a:avLst/>
              <a:gdLst>
                <a:gd name="T0" fmla="*/ 0 w 1279"/>
                <a:gd name="T1" fmla="*/ 0 h 956"/>
                <a:gd name="T2" fmla="*/ 1279 w 1279"/>
                <a:gd name="T3" fmla="*/ 0 h 956"/>
                <a:gd name="T4" fmla="*/ 1279 w 1279"/>
                <a:gd name="T5" fmla="*/ 191 h 956"/>
                <a:gd name="T6" fmla="*/ 914 w 1279"/>
                <a:gd name="T7" fmla="*/ 191 h 956"/>
                <a:gd name="T8" fmla="*/ 914 w 1279"/>
                <a:gd name="T9" fmla="*/ 382 h 956"/>
                <a:gd name="T10" fmla="*/ 731 w 1279"/>
                <a:gd name="T11" fmla="*/ 382 h 956"/>
                <a:gd name="T12" fmla="*/ 731 w 1279"/>
                <a:gd name="T13" fmla="*/ 574 h 956"/>
                <a:gd name="T14" fmla="*/ 548 w 1279"/>
                <a:gd name="T15" fmla="*/ 574 h 956"/>
                <a:gd name="T16" fmla="*/ 548 w 1279"/>
                <a:gd name="T17" fmla="*/ 765 h 956"/>
                <a:gd name="T18" fmla="*/ 731 w 1279"/>
                <a:gd name="T19" fmla="*/ 765 h 956"/>
                <a:gd name="T20" fmla="*/ 731 w 1279"/>
                <a:gd name="T21" fmla="*/ 956 h 956"/>
                <a:gd name="T22" fmla="*/ 548 w 1279"/>
                <a:gd name="T23" fmla="*/ 956 h 956"/>
                <a:gd name="T24" fmla="*/ 548 w 1279"/>
                <a:gd name="T25" fmla="*/ 956 h 956"/>
                <a:gd name="T26" fmla="*/ 0 w 1279"/>
                <a:gd name="T27" fmla="*/ 956 h 956"/>
                <a:gd name="T28" fmla="*/ 0 w 1279"/>
                <a:gd name="T29" fmla="*/ 0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9" h="956">
                  <a:moveTo>
                    <a:pt x="0" y="0"/>
                  </a:moveTo>
                  <a:lnTo>
                    <a:pt x="1279" y="0"/>
                  </a:lnTo>
                  <a:lnTo>
                    <a:pt x="1279" y="191"/>
                  </a:lnTo>
                  <a:lnTo>
                    <a:pt x="914" y="191"/>
                  </a:lnTo>
                  <a:lnTo>
                    <a:pt x="914" y="382"/>
                  </a:lnTo>
                  <a:lnTo>
                    <a:pt x="731" y="382"/>
                  </a:lnTo>
                  <a:lnTo>
                    <a:pt x="731" y="574"/>
                  </a:lnTo>
                  <a:lnTo>
                    <a:pt x="548" y="574"/>
                  </a:lnTo>
                  <a:lnTo>
                    <a:pt x="548" y="765"/>
                  </a:lnTo>
                  <a:lnTo>
                    <a:pt x="731" y="765"/>
                  </a:lnTo>
                  <a:lnTo>
                    <a:pt x="731" y="956"/>
                  </a:lnTo>
                  <a:lnTo>
                    <a:pt x="548" y="956"/>
                  </a:lnTo>
                  <a:lnTo>
                    <a:pt x="548" y="956"/>
                  </a:lnTo>
                  <a:lnTo>
                    <a:pt x="0" y="956"/>
                  </a:lnTo>
                  <a:lnTo>
                    <a:pt x="0"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38" name="Freeform 11"/>
            <p:cNvSpPr>
              <a:spLocks noEditPoints="1"/>
            </p:cNvSpPr>
            <p:nvPr/>
          </p:nvSpPr>
          <p:spPr bwMode="auto">
            <a:xfrm>
              <a:off x="6080998" y="4050622"/>
              <a:ext cx="1434662" cy="1072055"/>
            </a:xfrm>
            <a:custGeom>
              <a:avLst/>
              <a:gdLst>
                <a:gd name="T0" fmla="*/ 914 w 1279"/>
                <a:gd name="T1" fmla="*/ 0 h 956"/>
                <a:gd name="T2" fmla="*/ 1279 w 1279"/>
                <a:gd name="T3" fmla="*/ 0 h 956"/>
                <a:gd name="T4" fmla="*/ 1279 w 1279"/>
                <a:gd name="T5" fmla="*/ 191 h 956"/>
                <a:gd name="T6" fmla="*/ 914 w 1279"/>
                <a:gd name="T7" fmla="*/ 191 h 956"/>
                <a:gd name="T8" fmla="*/ 914 w 1279"/>
                <a:gd name="T9" fmla="*/ 0 h 956"/>
                <a:gd name="T10" fmla="*/ 0 w 1279"/>
                <a:gd name="T11" fmla="*/ 0 h 956"/>
                <a:gd name="T12" fmla="*/ 731 w 1279"/>
                <a:gd name="T13" fmla="*/ 0 h 956"/>
                <a:gd name="T14" fmla="*/ 731 w 1279"/>
                <a:gd name="T15" fmla="*/ 191 h 956"/>
                <a:gd name="T16" fmla="*/ 548 w 1279"/>
                <a:gd name="T17" fmla="*/ 191 h 956"/>
                <a:gd name="T18" fmla="*/ 548 w 1279"/>
                <a:gd name="T19" fmla="*/ 382 h 956"/>
                <a:gd name="T20" fmla="*/ 731 w 1279"/>
                <a:gd name="T21" fmla="*/ 382 h 956"/>
                <a:gd name="T22" fmla="*/ 731 w 1279"/>
                <a:gd name="T23" fmla="*/ 574 h 956"/>
                <a:gd name="T24" fmla="*/ 365 w 1279"/>
                <a:gd name="T25" fmla="*/ 574 h 956"/>
                <a:gd name="T26" fmla="*/ 365 w 1279"/>
                <a:gd name="T27" fmla="*/ 765 h 956"/>
                <a:gd name="T28" fmla="*/ 731 w 1279"/>
                <a:gd name="T29" fmla="*/ 765 h 956"/>
                <a:gd name="T30" fmla="*/ 731 w 1279"/>
                <a:gd name="T31" fmla="*/ 956 h 956"/>
                <a:gd name="T32" fmla="*/ 548 w 1279"/>
                <a:gd name="T33" fmla="*/ 956 h 956"/>
                <a:gd name="T34" fmla="*/ 548 w 1279"/>
                <a:gd name="T35" fmla="*/ 956 h 956"/>
                <a:gd name="T36" fmla="*/ 0 w 1279"/>
                <a:gd name="T37" fmla="*/ 956 h 956"/>
                <a:gd name="T38" fmla="*/ 0 w 1279"/>
                <a:gd name="T39" fmla="*/ 0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79" h="956">
                  <a:moveTo>
                    <a:pt x="914" y="0"/>
                  </a:moveTo>
                  <a:lnTo>
                    <a:pt x="1279" y="0"/>
                  </a:lnTo>
                  <a:lnTo>
                    <a:pt x="1279" y="191"/>
                  </a:lnTo>
                  <a:lnTo>
                    <a:pt x="914" y="191"/>
                  </a:lnTo>
                  <a:lnTo>
                    <a:pt x="914" y="0"/>
                  </a:lnTo>
                  <a:close/>
                  <a:moveTo>
                    <a:pt x="0" y="0"/>
                  </a:moveTo>
                  <a:lnTo>
                    <a:pt x="731" y="0"/>
                  </a:lnTo>
                  <a:lnTo>
                    <a:pt x="731" y="191"/>
                  </a:lnTo>
                  <a:lnTo>
                    <a:pt x="548" y="191"/>
                  </a:lnTo>
                  <a:lnTo>
                    <a:pt x="548" y="382"/>
                  </a:lnTo>
                  <a:lnTo>
                    <a:pt x="731" y="382"/>
                  </a:lnTo>
                  <a:lnTo>
                    <a:pt x="731" y="574"/>
                  </a:lnTo>
                  <a:lnTo>
                    <a:pt x="365" y="574"/>
                  </a:lnTo>
                  <a:lnTo>
                    <a:pt x="365" y="765"/>
                  </a:lnTo>
                  <a:lnTo>
                    <a:pt x="731" y="765"/>
                  </a:lnTo>
                  <a:lnTo>
                    <a:pt x="731" y="956"/>
                  </a:lnTo>
                  <a:lnTo>
                    <a:pt x="548" y="956"/>
                  </a:lnTo>
                  <a:lnTo>
                    <a:pt x="548" y="956"/>
                  </a:lnTo>
                  <a:lnTo>
                    <a:pt x="0" y="956"/>
                  </a:lnTo>
                  <a:lnTo>
                    <a:pt x="0"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39" name="Freeform 12"/>
            <p:cNvSpPr>
              <a:spLocks noEditPoints="1"/>
            </p:cNvSpPr>
            <p:nvPr/>
          </p:nvSpPr>
          <p:spPr bwMode="auto">
            <a:xfrm>
              <a:off x="6080998" y="4050622"/>
              <a:ext cx="1434662" cy="1072055"/>
            </a:xfrm>
            <a:custGeom>
              <a:avLst/>
              <a:gdLst>
                <a:gd name="T0" fmla="*/ 0 w 1279"/>
                <a:gd name="T1" fmla="*/ 956 h 956"/>
                <a:gd name="T2" fmla="*/ 183 w 1279"/>
                <a:gd name="T3" fmla="*/ 956 h 956"/>
                <a:gd name="T4" fmla="*/ 183 w 1279"/>
                <a:gd name="T5" fmla="*/ 956 h 956"/>
                <a:gd name="T6" fmla="*/ 0 w 1279"/>
                <a:gd name="T7" fmla="*/ 956 h 956"/>
                <a:gd name="T8" fmla="*/ 0 w 1279"/>
                <a:gd name="T9" fmla="*/ 956 h 956"/>
                <a:gd name="T10" fmla="*/ 914 w 1279"/>
                <a:gd name="T11" fmla="*/ 0 h 956"/>
                <a:gd name="T12" fmla="*/ 1279 w 1279"/>
                <a:gd name="T13" fmla="*/ 0 h 956"/>
                <a:gd name="T14" fmla="*/ 1279 w 1279"/>
                <a:gd name="T15" fmla="*/ 191 h 956"/>
                <a:gd name="T16" fmla="*/ 914 w 1279"/>
                <a:gd name="T17" fmla="*/ 191 h 956"/>
                <a:gd name="T18" fmla="*/ 914 w 1279"/>
                <a:gd name="T19" fmla="*/ 0 h 956"/>
                <a:gd name="T20" fmla="*/ 365 w 1279"/>
                <a:gd name="T21" fmla="*/ 0 h 956"/>
                <a:gd name="T22" fmla="*/ 548 w 1279"/>
                <a:gd name="T23" fmla="*/ 0 h 956"/>
                <a:gd name="T24" fmla="*/ 548 w 1279"/>
                <a:gd name="T25" fmla="*/ 574 h 956"/>
                <a:gd name="T26" fmla="*/ 365 w 1279"/>
                <a:gd name="T27" fmla="*/ 574 h 956"/>
                <a:gd name="T28" fmla="*/ 365 w 1279"/>
                <a:gd name="T29" fmla="*/ 765 h 956"/>
                <a:gd name="T30" fmla="*/ 731 w 1279"/>
                <a:gd name="T31" fmla="*/ 765 h 956"/>
                <a:gd name="T32" fmla="*/ 731 w 1279"/>
                <a:gd name="T33" fmla="*/ 956 h 956"/>
                <a:gd name="T34" fmla="*/ 548 w 1279"/>
                <a:gd name="T35" fmla="*/ 956 h 956"/>
                <a:gd name="T36" fmla="*/ 548 w 1279"/>
                <a:gd name="T37" fmla="*/ 956 h 956"/>
                <a:gd name="T38" fmla="*/ 365 w 1279"/>
                <a:gd name="T39" fmla="*/ 956 h 956"/>
                <a:gd name="T40" fmla="*/ 365 w 1279"/>
                <a:gd name="T41" fmla="*/ 956 h 956"/>
                <a:gd name="T42" fmla="*/ 183 w 1279"/>
                <a:gd name="T43" fmla="*/ 956 h 956"/>
                <a:gd name="T44" fmla="*/ 183 w 1279"/>
                <a:gd name="T45" fmla="*/ 765 h 956"/>
                <a:gd name="T46" fmla="*/ 0 w 1279"/>
                <a:gd name="T47" fmla="*/ 765 h 956"/>
                <a:gd name="T48" fmla="*/ 0 w 1279"/>
                <a:gd name="T49" fmla="*/ 382 h 956"/>
                <a:gd name="T50" fmla="*/ 183 w 1279"/>
                <a:gd name="T51" fmla="*/ 382 h 956"/>
                <a:gd name="T52" fmla="*/ 183 w 1279"/>
                <a:gd name="T53" fmla="*/ 191 h 956"/>
                <a:gd name="T54" fmla="*/ 365 w 1279"/>
                <a:gd name="T55" fmla="*/ 191 h 956"/>
                <a:gd name="T56" fmla="*/ 365 w 1279"/>
                <a:gd name="T57" fmla="*/ 0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79" h="956">
                  <a:moveTo>
                    <a:pt x="0" y="956"/>
                  </a:moveTo>
                  <a:lnTo>
                    <a:pt x="183" y="956"/>
                  </a:lnTo>
                  <a:lnTo>
                    <a:pt x="183" y="956"/>
                  </a:lnTo>
                  <a:lnTo>
                    <a:pt x="0" y="956"/>
                  </a:lnTo>
                  <a:lnTo>
                    <a:pt x="0" y="956"/>
                  </a:lnTo>
                  <a:close/>
                  <a:moveTo>
                    <a:pt x="914" y="0"/>
                  </a:moveTo>
                  <a:lnTo>
                    <a:pt x="1279" y="0"/>
                  </a:lnTo>
                  <a:lnTo>
                    <a:pt x="1279" y="191"/>
                  </a:lnTo>
                  <a:lnTo>
                    <a:pt x="914" y="191"/>
                  </a:lnTo>
                  <a:lnTo>
                    <a:pt x="914" y="0"/>
                  </a:lnTo>
                  <a:close/>
                  <a:moveTo>
                    <a:pt x="365" y="0"/>
                  </a:moveTo>
                  <a:lnTo>
                    <a:pt x="548" y="0"/>
                  </a:lnTo>
                  <a:lnTo>
                    <a:pt x="548" y="574"/>
                  </a:lnTo>
                  <a:lnTo>
                    <a:pt x="365" y="574"/>
                  </a:lnTo>
                  <a:lnTo>
                    <a:pt x="365" y="765"/>
                  </a:lnTo>
                  <a:lnTo>
                    <a:pt x="731" y="765"/>
                  </a:lnTo>
                  <a:lnTo>
                    <a:pt x="731" y="956"/>
                  </a:lnTo>
                  <a:lnTo>
                    <a:pt x="548" y="956"/>
                  </a:lnTo>
                  <a:lnTo>
                    <a:pt x="548" y="956"/>
                  </a:lnTo>
                  <a:lnTo>
                    <a:pt x="365" y="956"/>
                  </a:lnTo>
                  <a:lnTo>
                    <a:pt x="365" y="956"/>
                  </a:lnTo>
                  <a:lnTo>
                    <a:pt x="183" y="956"/>
                  </a:lnTo>
                  <a:lnTo>
                    <a:pt x="183" y="765"/>
                  </a:lnTo>
                  <a:lnTo>
                    <a:pt x="0" y="765"/>
                  </a:lnTo>
                  <a:lnTo>
                    <a:pt x="0" y="382"/>
                  </a:lnTo>
                  <a:lnTo>
                    <a:pt x="183" y="382"/>
                  </a:lnTo>
                  <a:lnTo>
                    <a:pt x="183" y="191"/>
                  </a:lnTo>
                  <a:lnTo>
                    <a:pt x="365" y="191"/>
                  </a:lnTo>
                  <a:lnTo>
                    <a:pt x="365"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40" name="Freeform 13"/>
            <p:cNvSpPr>
              <a:spLocks noEditPoints="1"/>
            </p:cNvSpPr>
            <p:nvPr/>
          </p:nvSpPr>
          <p:spPr bwMode="auto">
            <a:xfrm>
              <a:off x="6285950" y="4050622"/>
              <a:ext cx="1229710" cy="1072055"/>
            </a:xfrm>
            <a:custGeom>
              <a:avLst/>
              <a:gdLst>
                <a:gd name="T0" fmla="*/ 0 w 1096"/>
                <a:gd name="T1" fmla="*/ 765 h 956"/>
                <a:gd name="T2" fmla="*/ 548 w 1096"/>
                <a:gd name="T3" fmla="*/ 765 h 956"/>
                <a:gd name="T4" fmla="*/ 548 w 1096"/>
                <a:gd name="T5" fmla="*/ 956 h 956"/>
                <a:gd name="T6" fmla="*/ 365 w 1096"/>
                <a:gd name="T7" fmla="*/ 956 h 956"/>
                <a:gd name="T8" fmla="*/ 365 w 1096"/>
                <a:gd name="T9" fmla="*/ 956 h 956"/>
                <a:gd name="T10" fmla="*/ 182 w 1096"/>
                <a:gd name="T11" fmla="*/ 956 h 956"/>
                <a:gd name="T12" fmla="*/ 182 w 1096"/>
                <a:gd name="T13" fmla="*/ 956 h 956"/>
                <a:gd name="T14" fmla="*/ 0 w 1096"/>
                <a:gd name="T15" fmla="*/ 956 h 956"/>
                <a:gd name="T16" fmla="*/ 0 w 1096"/>
                <a:gd name="T17" fmla="*/ 765 h 956"/>
                <a:gd name="T18" fmla="*/ 914 w 1096"/>
                <a:gd name="T19" fmla="*/ 382 h 956"/>
                <a:gd name="T20" fmla="*/ 1096 w 1096"/>
                <a:gd name="T21" fmla="*/ 382 h 956"/>
                <a:gd name="T22" fmla="*/ 1096 w 1096"/>
                <a:gd name="T23" fmla="*/ 574 h 956"/>
                <a:gd name="T24" fmla="*/ 914 w 1096"/>
                <a:gd name="T25" fmla="*/ 574 h 956"/>
                <a:gd name="T26" fmla="*/ 914 w 1096"/>
                <a:gd name="T27" fmla="*/ 382 h 956"/>
                <a:gd name="T28" fmla="*/ 548 w 1096"/>
                <a:gd name="T29" fmla="*/ 191 h 956"/>
                <a:gd name="T30" fmla="*/ 731 w 1096"/>
                <a:gd name="T31" fmla="*/ 191 h 956"/>
                <a:gd name="T32" fmla="*/ 731 w 1096"/>
                <a:gd name="T33" fmla="*/ 382 h 956"/>
                <a:gd name="T34" fmla="*/ 548 w 1096"/>
                <a:gd name="T35" fmla="*/ 382 h 956"/>
                <a:gd name="T36" fmla="*/ 548 w 1096"/>
                <a:gd name="T37" fmla="*/ 191 h 956"/>
                <a:gd name="T38" fmla="*/ 914 w 1096"/>
                <a:gd name="T39" fmla="*/ 0 h 956"/>
                <a:gd name="T40" fmla="*/ 1096 w 1096"/>
                <a:gd name="T41" fmla="*/ 0 h 956"/>
                <a:gd name="T42" fmla="*/ 1096 w 1096"/>
                <a:gd name="T43" fmla="*/ 191 h 956"/>
                <a:gd name="T44" fmla="*/ 914 w 1096"/>
                <a:gd name="T45" fmla="*/ 191 h 956"/>
                <a:gd name="T46" fmla="*/ 914 w 1096"/>
                <a:gd name="T47" fmla="*/ 0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96" h="956">
                  <a:moveTo>
                    <a:pt x="0" y="765"/>
                  </a:moveTo>
                  <a:lnTo>
                    <a:pt x="548" y="765"/>
                  </a:lnTo>
                  <a:lnTo>
                    <a:pt x="548" y="956"/>
                  </a:lnTo>
                  <a:lnTo>
                    <a:pt x="365" y="956"/>
                  </a:lnTo>
                  <a:lnTo>
                    <a:pt x="365" y="956"/>
                  </a:lnTo>
                  <a:lnTo>
                    <a:pt x="182" y="956"/>
                  </a:lnTo>
                  <a:lnTo>
                    <a:pt x="182" y="956"/>
                  </a:lnTo>
                  <a:lnTo>
                    <a:pt x="0" y="956"/>
                  </a:lnTo>
                  <a:lnTo>
                    <a:pt x="0" y="765"/>
                  </a:lnTo>
                  <a:close/>
                  <a:moveTo>
                    <a:pt x="914" y="382"/>
                  </a:moveTo>
                  <a:lnTo>
                    <a:pt x="1096" y="382"/>
                  </a:lnTo>
                  <a:lnTo>
                    <a:pt x="1096" y="574"/>
                  </a:lnTo>
                  <a:lnTo>
                    <a:pt x="914" y="574"/>
                  </a:lnTo>
                  <a:lnTo>
                    <a:pt x="914" y="382"/>
                  </a:lnTo>
                  <a:close/>
                  <a:moveTo>
                    <a:pt x="548" y="191"/>
                  </a:moveTo>
                  <a:lnTo>
                    <a:pt x="731" y="191"/>
                  </a:lnTo>
                  <a:lnTo>
                    <a:pt x="731" y="382"/>
                  </a:lnTo>
                  <a:lnTo>
                    <a:pt x="548" y="382"/>
                  </a:lnTo>
                  <a:lnTo>
                    <a:pt x="548" y="191"/>
                  </a:lnTo>
                  <a:close/>
                  <a:moveTo>
                    <a:pt x="914" y="0"/>
                  </a:moveTo>
                  <a:lnTo>
                    <a:pt x="1096" y="0"/>
                  </a:lnTo>
                  <a:lnTo>
                    <a:pt x="1096" y="191"/>
                  </a:lnTo>
                  <a:lnTo>
                    <a:pt x="914" y="191"/>
                  </a:lnTo>
                  <a:lnTo>
                    <a:pt x="914" y="0"/>
                  </a:lnTo>
                  <a:close/>
                </a:path>
              </a:pathLst>
            </a:custGeom>
            <a:solidFill>
              <a:srgbClr val="94E6E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41" name="Freeform 14"/>
            <p:cNvSpPr>
              <a:spLocks noEditPoints="1"/>
            </p:cNvSpPr>
            <p:nvPr/>
          </p:nvSpPr>
          <p:spPr bwMode="auto">
            <a:xfrm>
              <a:off x="6080998" y="4263457"/>
              <a:ext cx="614855" cy="859221"/>
            </a:xfrm>
            <a:custGeom>
              <a:avLst/>
              <a:gdLst>
                <a:gd name="T0" fmla="*/ 183 w 548"/>
                <a:gd name="T1" fmla="*/ 574 h 765"/>
                <a:gd name="T2" fmla="*/ 548 w 548"/>
                <a:gd name="T3" fmla="*/ 574 h 765"/>
                <a:gd name="T4" fmla="*/ 548 w 548"/>
                <a:gd name="T5" fmla="*/ 651 h 765"/>
                <a:gd name="T6" fmla="*/ 548 w 548"/>
                <a:gd name="T7" fmla="*/ 659 h 765"/>
                <a:gd name="T8" fmla="*/ 548 w 548"/>
                <a:gd name="T9" fmla="*/ 666 h 765"/>
                <a:gd name="T10" fmla="*/ 548 w 548"/>
                <a:gd name="T11" fmla="*/ 715 h 765"/>
                <a:gd name="T12" fmla="*/ 548 w 548"/>
                <a:gd name="T13" fmla="*/ 736 h 765"/>
                <a:gd name="T14" fmla="*/ 548 w 548"/>
                <a:gd name="T15" fmla="*/ 765 h 765"/>
                <a:gd name="T16" fmla="*/ 548 w 548"/>
                <a:gd name="T17" fmla="*/ 765 h 765"/>
                <a:gd name="T18" fmla="*/ 365 w 548"/>
                <a:gd name="T19" fmla="*/ 765 h 765"/>
                <a:gd name="T20" fmla="*/ 365 w 548"/>
                <a:gd name="T21" fmla="*/ 765 h 765"/>
                <a:gd name="T22" fmla="*/ 183 w 548"/>
                <a:gd name="T23" fmla="*/ 765 h 765"/>
                <a:gd name="T24" fmla="*/ 183 w 548"/>
                <a:gd name="T25" fmla="*/ 574 h 765"/>
                <a:gd name="T26" fmla="*/ 365 w 548"/>
                <a:gd name="T27" fmla="*/ 191 h 765"/>
                <a:gd name="T28" fmla="*/ 548 w 548"/>
                <a:gd name="T29" fmla="*/ 191 h 765"/>
                <a:gd name="T30" fmla="*/ 548 w 548"/>
                <a:gd name="T31" fmla="*/ 383 h 765"/>
                <a:gd name="T32" fmla="*/ 365 w 548"/>
                <a:gd name="T33" fmla="*/ 383 h 765"/>
                <a:gd name="T34" fmla="*/ 365 w 548"/>
                <a:gd name="T35" fmla="*/ 191 h 765"/>
                <a:gd name="T36" fmla="*/ 0 w 548"/>
                <a:gd name="T37" fmla="*/ 191 h 765"/>
                <a:gd name="T38" fmla="*/ 183 w 548"/>
                <a:gd name="T39" fmla="*/ 191 h 765"/>
                <a:gd name="T40" fmla="*/ 183 w 548"/>
                <a:gd name="T41" fmla="*/ 383 h 765"/>
                <a:gd name="T42" fmla="*/ 0 w 548"/>
                <a:gd name="T43" fmla="*/ 383 h 765"/>
                <a:gd name="T44" fmla="*/ 0 w 548"/>
                <a:gd name="T45" fmla="*/ 191 h 765"/>
                <a:gd name="T46" fmla="*/ 183 w 548"/>
                <a:gd name="T47" fmla="*/ 0 h 765"/>
                <a:gd name="T48" fmla="*/ 365 w 548"/>
                <a:gd name="T49" fmla="*/ 0 h 765"/>
                <a:gd name="T50" fmla="*/ 365 w 548"/>
                <a:gd name="T51" fmla="*/ 191 h 765"/>
                <a:gd name="T52" fmla="*/ 183 w 548"/>
                <a:gd name="T53" fmla="*/ 191 h 765"/>
                <a:gd name="T54" fmla="*/ 183 w 548"/>
                <a:gd name="T55" fmla="*/ 0 h 7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48" h="765">
                  <a:moveTo>
                    <a:pt x="183" y="574"/>
                  </a:moveTo>
                  <a:lnTo>
                    <a:pt x="548" y="574"/>
                  </a:lnTo>
                  <a:lnTo>
                    <a:pt x="548" y="651"/>
                  </a:lnTo>
                  <a:lnTo>
                    <a:pt x="548" y="659"/>
                  </a:lnTo>
                  <a:lnTo>
                    <a:pt x="548" y="666"/>
                  </a:lnTo>
                  <a:lnTo>
                    <a:pt x="548" y="715"/>
                  </a:lnTo>
                  <a:lnTo>
                    <a:pt x="548" y="736"/>
                  </a:lnTo>
                  <a:lnTo>
                    <a:pt x="548" y="765"/>
                  </a:lnTo>
                  <a:lnTo>
                    <a:pt x="548" y="765"/>
                  </a:lnTo>
                  <a:lnTo>
                    <a:pt x="365" y="765"/>
                  </a:lnTo>
                  <a:lnTo>
                    <a:pt x="365" y="765"/>
                  </a:lnTo>
                  <a:lnTo>
                    <a:pt x="183" y="765"/>
                  </a:lnTo>
                  <a:lnTo>
                    <a:pt x="183" y="574"/>
                  </a:lnTo>
                  <a:close/>
                  <a:moveTo>
                    <a:pt x="365" y="191"/>
                  </a:moveTo>
                  <a:lnTo>
                    <a:pt x="548" y="191"/>
                  </a:lnTo>
                  <a:lnTo>
                    <a:pt x="548" y="383"/>
                  </a:lnTo>
                  <a:lnTo>
                    <a:pt x="365" y="383"/>
                  </a:lnTo>
                  <a:lnTo>
                    <a:pt x="365" y="191"/>
                  </a:lnTo>
                  <a:close/>
                  <a:moveTo>
                    <a:pt x="0" y="191"/>
                  </a:moveTo>
                  <a:lnTo>
                    <a:pt x="183" y="191"/>
                  </a:lnTo>
                  <a:lnTo>
                    <a:pt x="183" y="383"/>
                  </a:lnTo>
                  <a:lnTo>
                    <a:pt x="0" y="383"/>
                  </a:lnTo>
                  <a:lnTo>
                    <a:pt x="0" y="191"/>
                  </a:lnTo>
                  <a:close/>
                  <a:moveTo>
                    <a:pt x="183" y="0"/>
                  </a:moveTo>
                  <a:lnTo>
                    <a:pt x="365" y="0"/>
                  </a:lnTo>
                  <a:lnTo>
                    <a:pt x="365" y="191"/>
                  </a:lnTo>
                  <a:lnTo>
                    <a:pt x="183" y="191"/>
                  </a:lnTo>
                  <a:lnTo>
                    <a:pt x="183" y="0"/>
                  </a:lnTo>
                  <a:close/>
                </a:path>
              </a:pathLst>
            </a:custGeom>
            <a:solidFill>
              <a:srgbClr val="DDECB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258" name="Group 257"/>
          <p:cNvGrpSpPr>
            <a:grpSpLocks noChangeAspect="1"/>
          </p:cNvGrpSpPr>
          <p:nvPr/>
        </p:nvGrpSpPr>
        <p:grpSpPr>
          <a:xfrm>
            <a:off x="2787061" y="3317400"/>
            <a:ext cx="612648" cy="412296"/>
            <a:chOff x="4630738" y="4713288"/>
            <a:chExt cx="587375" cy="395288"/>
          </a:xfrm>
        </p:grpSpPr>
        <p:sp useBgFill="1">
          <p:nvSpPr>
            <p:cNvPr id="259" name="Freeform 6"/>
            <p:cNvSpPr>
              <a:spLocks/>
            </p:cNvSpPr>
            <p:nvPr/>
          </p:nvSpPr>
          <p:spPr bwMode="auto">
            <a:xfrm>
              <a:off x="4630738" y="4713288"/>
              <a:ext cx="587375" cy="395288"/>
            </a:xfrm>
            <a:custGeom>
              <a:avLst/>
              <a:gdLst>
                <a:gd name="T0" fmla="*/ 1293 w 2586"/>
                <a:gd name="T1" fmla="*/ 0 h 1743"/>
                <a:gd name="T2" fmla="*/ 1324 w 2586"/>
                <a:gd name="T3" fmla="*/ 2 h 1743"/>
                <a:gd name="T4" fmla="*/ 1353 w 2586"/>
                <a:gd name="T5" fmla="*/ 7 h 1743"/>
                <a:gd name="T6" fmla="*/ 1382 w 2586"/>
                <a:gd name="T7" fmla="*/ 18 h 1743"/>
                <a:gd name="T8" fmla="*/ 1409 w 2586"/>
                <a:gd name="T9" fmla="*/ 32 h 1743"/>
                <a:gd name="T10" fmla="*/ 2478 w 2586"/>
                <a:gd name="T11" fmla="*/ 678 h 1743"/>
                <a:gd name="T12" fmla="*/ 2505 w 2586"/>
                <a:gd name="T13" fmla="*/ 698 h 1743"/>
                <a:gd name="T14" fmla="*/ 2529 w 2586"/>
                <a:gd name="T15" fmla="*/ 720 h 1743"/>
                <a:gd name="T16" fmla="*/ 2549 w 2586"/>
                <a:gd name="T17" fmla="*/ 747 h 1743"/>
                <a:gd name="T18" fmla="*/ 2565 w 2586"/>
                <a:gd name="T19" fmla="*/ 775 h 1743"/>
                <a:gd name="T20" fmla="*/ 2576 w 2586"/>
                <a:gd name="T21" fmla="*/ 806 h 1743"/>
                <a:gd name="T22" fmla="*/ 2584 w 2586"/>
                <a:gd name="T23" fmla="*/ 838 h 1743"/>
                <a:gd name="T24" fmla="*/ 2586 w 2586"/>
                <a:gd name="T25" fmla="*/ 872 h 1743"/>
                <a:gd name="T26" fmla="*/ 2584 w 2586"/>
                <a:gd name="T27" fmla="*/ 904 h 1743"/>
                <a:gd name="T28" fmla="*/ 2576 w 2586"/>
                <a:gd name="T29" fmla="*/ 936 h 1743"/>
                <a:gd name="T30" fmla="*/ 2565 w 2586"/>
                <a:gd name="T31" fmla="*/ 967 h 1743"/>
                <a:gd name="T32" fmla="*/ 2549 w 2586"/>
                <a:gd name="T33" fmla="*/ 995 h 1743"/>
                <a:gd name="T34" fmla="*/ 2529 w 2586"/>
                <a:gd name="T35" fmla="*/ 1022 h 1743"/>
                <a:gd name="T36" fmla="*/ 2505 w 2586"/>
                <a:gd name="T37" fmla="*/ 1044 h 1743"/>
                <a:gd name="T38" fmla="*/ 2478 w 2586"/>
                <a:gd name="T39" fmla="*/ 1064 h 1743"/>
                <a:gd name="T40" fmla="*/ 1410 w 2586"/>
                <a:gd name="T41" fmla="*/ 1710 h 1743"/>
                <a:gd name="T42" fmla="*/ 1383 w 2586"/>
                <a:gd name="T43" fmla="*/ 1725 h 1743"/>
                <a:gd name="T44" fmla="*/ 1354 w 2586"/>
                <a:gd name="T45" fmla="*/ 1735 h 1743"/>
                <a:gd name="T46" fmla="*/ 1324 w 2586"/>
                <a:gd name="T47" fmla="*/ 1741 h 1743"/>
                <a:gd name="T48" fmla="*/ 1293 w 2586"/>
                <a:gd name="T49" fmla="*/ 1743 h 1743"/>
                <a:gd name="T50" fmla="*/ 1263 w 2586"/>
                <a:gd name="T51" fmla="*/ 1741 h 1743"/>
                <a:gd name="T52" fmla="*/ 1234 w 2586"/>
                <a:gd name="T53" fmla="*/ 1736 h 1743"/>
                <a:gd name="T54" fmla="*/ 1205 w 2586"/>
                <a:gd name="T55" fmla="*/ 1725 h 1743"/>
                <a:gd name="T56" fmla="*/ 1179 w 2586"/>
                <a:gd name="T57" fmla="*/ 1711 h 1743"/>
                <a:gd name="T58" fmla="*/ 1121 w 2586"/>
                <a:gd name="T59" fmla="*/ 1678 h 1743"/>
                <a:gd name="T60" fmla="*/ 108 w 2586"/>
                <a:gd name="T61" fmla="*/ 1064 h 1743"/>
                <a:gd name="T62" fmla="*/ 81 w 2586"/>
                <a:gd name="T63" fmla="*/ 1044 h 1743"/>
                <a:gd name="T64" fmla="*/ 57 w 2586"/>
                <a:gd name="T65" fmla="*/ 1022 h 1743"/>
                <a:gd name="T66" fmla="*/ 37 w 2586"/>
                <a:gd name="T67" fmla="*/ 995 h 1743"/>
                <a:gd name="T68" fmla="*/ 21 w 2586"/>
                <a:gd name="T69" fmla="*/ 967 h 1743"/>
                <a:gd name="T70" fmla="*/ 10 w 2586"/>
                <a:gd name="T71" fmla="*/ 936 h 1743"/>
                <a:gd name="T72" fmla="*/ 2 w 2586"/>
                <a:gd name="T73" fmla="*/ 904 h 1743"/>
                <a:gd name="T74" fmla="*/ 0 w 2586"/>
                <a:gd name="T75" fmla="*/ 872 h 1743"/>
                <a:gd name="T76" fmla="*/ 2 w 2586"/>
                <a:gd name="T77" fmla="*/ 838 h 1743"/>
                <a:gd name="T78" fmla="*/ 10 w 2586"/>
                <a:gd name="T79" fmla="*/ 806 h 1743"/>
                <a:gd name="T80" fmla="*/ 21 w 2586"/>
                <a:gd name="T81" fmla="*/ 775 h 1743"/>
                <a:gd name="T82" fmla="*/ 37 w 2586"/>
                <a:gd name="T83" fmla="*/ 747 h 1743"/>
                <a:gd name="T84" fmla="*/ 57 w 2586"/>
                <a:gd name="T85" fmla="*/ 720 h 1743"/>
                <a:gd name="T86" fmla="*/ 81 w 2586"/>
                <a:gd name="T87" fmla="*/ 698 h 1743"/>
                <a:gd name="T88" fmla="*/ 108 w 2586"/>
                <a:gd name="T89" fmla="*/ 678 h 1743"/>
                <a:gd name="T90" fmla="*/ 1177 w 2586"/>
                <a:gd name="T91" fmla="*/ 32 h 1743"/>
                <a:gd name="T92" fmla="*/ 1204 w 2586"/>
                <a:gd name="T93" fmla="*/ 18 h 1743"/>
                <a:gd name="T94" fmla="*/ 1233 w 2586"/>
                <a:gd name="T95" fmla="*/ 7 h 1743"/>
                <a:gd name="T96" fmla="*/ 1262 w 2586"/>
                <a:gd name="T97" fmla="*/ 2 h 1743"/>
                <a:gd name="T98" fmla="*/ 1293 w 2586"/>
                <a:gd name="T99" fmla="*/ 0 h 1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86" h="1743">
                  <a:moveTo>
                    <a:pt x="1293" y="0"/>
                  </a:moveTo>
                  <a:lnTo>
                    <a:pt x="1324" y="2"/>
                  </a:lnTo>
                  <a:lnTo>
                    <a:pt x="1353" y="7"/>
                  </a:lnTo>
                  <a:lnTo>
                    <a:pt x="1382" y="18"/>
                  </a:lnTo>
                  <a:lnTo>
                    <a:pt x="1409" y="32"/>
                  </a:lnTo>
                  <a:lnTo>
                    <a:pt x="2478" y="678"/>
                  </a:lnTo>
                  <a:lnTo>
                    <a:pt x="2505" y="698"/>
                  </a:lnTo>
                  <a:lnTo>
                    <a:pt x="2529" y="720"/>
                  </a:lnTo>
                  <a:lnTo>
                    <a:pt x="2549" y="747"/>
                  </a:lnTo>
                  <a:lnTo>
                    <a:pt x="2565" y="775"/>
                  </a:lnTo>
                  <a:lnTo>
                    <a:pt x="2576" y="806"/>
                  </a:lnTo>
                  <a:lnTo>
                    <a:pt x="2584" y="838"/>
                  </a:lnTo>
                  <a:lnTo>
                    <a:pt x="2586" y="872"/>
                  </a:lnTo>
                  <a:lnTo>
                    <a:pt x="2584" y="904"/>
                  </a:lnTo>
                  <a:lnTo>
                    <a:pt x="2576" y="936"/>
                  </a:lnTo>
                  <a:lnTo>
                    <a:pt x="2565" y="967"/>
                  </a:lnTo>
                  <a:lnTo>
                    <a:pt x="2549" y="995"/>
                  </a:lnTo>
                  <a:lnTo>
                    <a:pt x="2529" y="1022"/>
                  </a:lnTo>
                  <a:lnTo>
                    <a:pt x="2505" y="1044"/>
                  </a:lnTo>
                  <a:lnTo>
                    <a:pt x="2478" y="1064"/>
                  </a:lnTo>
                  <a:lnTo>
                    <a:pt x="1410" y="1710"/>
                  </a:lnTo>
                  <a:lnTo>
                    <a:pt x="1383" y="1725"/>
                  </a:lnTo>
                  <a:lnTo>
                    <a:pt x="1354" y="1735"/>
                  </a:lnTo>
                  <a:lnTo>
                    <a:pt x="1324" y="1741"/>
                  </a:lnTo>
                  <a:lnTo>
                    <a:pt x="1293" y="1743"/>
                  </a:lnTo>
                  <a:lnTo>
                    <a:pt x="1263" y="1741"/>
                  </a:lnTo>
                  <a:lnTo>
                    <a:pt x="1234" y="1736"/>
                  </a:lnTo>
                  <a:lnTo>
                    <a:pt x="1205" y="1725"/>
                  </a:lnTo>
                  <a:lnTo>
                    <a:pt x="1179" y="1711"/>
                  </a:lnTo>
                  <a:lnTo>
                    <a:pt x="1121" y="1678"/>
                  </a:lnTo>
                  <a:lnTo>
                    <a:pt x="108" y="1064"/>
                  </a:lnTo>
                  <a:lnTo>
                    <a:pt x="81" y="1044"/>
                  </a:lnTo>
                  <a:lnTo>
                    <a:pt x="57" y="1022"/>
                  </a:lnTo>
                  <a:lnTo>
                    <a:pt x="37" y="995"/>
                  </a:lnTo>
                  <a:lnTo>
                    <a:pt x="21" y="967"/>
                  </a:lnTo>
                  <a:lnTo>
                    <a:pt x="10" y="936"/>
                  </a:lnTo>
                  <a:lnTo>
                    <a:pt x="2" y="904"/>
                  </a:lnTo>
                  <a:lnTo>
                    <a:pt x="0" y="872"/>
                  </a:lnTo>
                  <a:lnTo>
                    <a:pt x="2" y="838"/>
                  </a:lnTo>
                  <a:lnTo>
                    <a:pt x="10" y="806"/>
                  </a:lnTo>
                  <a:lnTo>
                    <a:pt x="21" y="775"/>
                  </a:lnTo>
                  <a:lnTo>
                    <a:pt x="37" y="747"/>
                  </a:lnTo>
                  <a:lnTo>
                    <a:pt x="57" y="720"/>
                  </a:lnTo>
                  <a:lnTo>
                    <a:pt x="81" y="698"/>
                  </a:lnTo>
                  <a:lnTo>
                    <a:pt x="108" y="678"/>
                  </a:lnTo>
                  <a:lnTo>
                    <a:pt x="1177" y="32"/>
                  </a:lnTo>
                  <a:lnTo>
                    <a:pt x="1204" y="18"/>
                  </a:lnTo>
                  <a:lnTo>
                    <a:pt x="1233" y="7"/>
                  </a:lnTo>
                  <a:lnTo>
                    <a:pt x="1262" y="2"/>
                  </a:lnTo>
                  <a:lnTo>
                    <a:pt x="129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60" name="Freeform 7"/>
            <p:cNvSpPr>
              <a:spLocks/>
            </p:cNvSpPr>
            <p:nvPr/>
          </p:nvSpPr>
          <p:spPr bwMode="auto">
            <a:xfrm>
              <a:off x="4656138" y="4738688"/>
              <a:ext cx="536575" cy="344488"/>
            </a:xfrm>
            <a:custGeom>
              <a:avLst/>
              <a:gdLst>
                <a:gd name="T0" fmla="*/ 1181 w 2362"/>
                <a:gd name="T1" fmla="*/ 0 h 1519"/>
                <a:gd name="T2" fmla="*/ 1201 w 2362"/>
                <a:gd name="T3" fmla="*/ 2 h 1519"/>
                <a:gd name="T4" fmla="*/ 1221 w 2362"/>
                <a:gd name="T5" fmla="*/ 7 h 1519"/>
                <a:gd name="T6" fmla="*/ 1239 w 2362"/>
                <a:gd name="T7" fmla="*/ 16 h 1519"/>
                <a:gd name="T8" fmla="*/ 2307 w 2362"/>
                <a:gd name="T9" fmla="*/ 663 h 1519"/>
                <a:gd name="T10" fmla="*/ 2326 w 2362"/>
                <a:gd name="T11" fmla="*/ 677 h 1519"/>
                <a:gd name="T12" fmla="*/ 2341 w 2362"/>
                <a:gd name="T13" fmla="*/ 694 h 1519"/>
                <a:gd name="T14" fmla="*/ 2353 w 2362"/>
                <a:gd name="T15" fmla="*/ 714 h 1519"/>
                <a:gd name="T16" fmla="*/ 2359 w 2362"/>
                <a:gd name="T17" fmla="*/ 736 h 1519"/>
                <a:gd name="T18" fmla="*/ 2362 w 2362"/>
                <a:gd name="T19" fmla="*/ 760 h 1519"/>
                <a:gd name="T20" fmla="*/ 2359 w 2362"/>
                <a:gd name="T21" fmla="*/ 782 h 1519"/>
                <a:gd name="T22" fmla="*/ 2353 w 2362"/>
                <a:gd name="T23" fmla="*/ 804 h 1519"/>
                <a:gd name="T24" fmla="*/ 2341 w 2362"/>
                <a:gd name="T25" fmla="*/ 824 h 1519"/>
                <a:gd name="T26" fmla="*/ 2326 w 2362"/>
                <a:gd name="T27" fmla="*/ 841 h 1519"/>
                <a:gd name="T28" fmla="*/ 2307 w 2362"/>
                <a:gd name="T29" fmla="*/ 856 h 1519"/>
                <a:gd name="T30" fmla="*/ 1240 w 2362"/>
                <a:gd name="T31" fmla="*/ 1502 h 1519"/>
                <a:gd name="T32" fmla="*/ 1221 w 2362"/>
                <a:gd name="T33" fmla="*/ 1512 h 1519"/>
                <a:gd name="T34" fmla="*/ 1201 w 2362"/>
                <a:gd name="T35" fmla="*/ 1517 h 1519"/>
                <a:gd name="T36" fmla="*/ 1181 w 2362"/>
                <a:gd name="T37" fmla="*/ 1519 h 1519"/>
                <a:gd name="T38" fmla="*/ 1162 w 2362"/>
                <a:gd name="T39" fmla="*/ 1517 h 1519"/>
                <a:gd name="T40" fmla="*/ 1142 w 2362"/>
                <a:gd name="T41" fmla="*/ 1512 h 1519"/>
                <a:gd name="T42" fmla="*/ 1124 w 2362"/>
                <a:gd name="T43" fmla="*/ 1503 h 1519"/>
                <a:gd name="T44" fmla="*/ 1066 w 2362"/>
                <a:gd name="T45" fmla="*/ 1468 h 1519"/>
                <a:gd name="T46" fmla="*/ 55 w 2362"/>
                <a:gd name="T47" fmla="*/ 856 h 1519"/>
                <a:gd name="T48" fmla="*/ 36 w 2362"/>
                <a:gd name="T49" fmla="*/ 841 h 1519"/>
                <a:gd name="T50" fmla="*/ 21 w 2362"/>
                <a:gd name="T51" fmla="*/ 824 h 1519"/>
                <a:gd name="T52" fmla="*/ 9 w 2362"/>
                <a:gd name="T53" fmla="*/ 804 h 1519"/>
                <a:gd name="T54" fmla="*/ 3 w 2362"/>
                <a:gd name="T55" fmla="*/ 782 h 1519"/>
                <a:gd name="T56" fmla="*/ 0 w 2362"/>
                <a:gd name="T57" fmla="*/ 760 h 1519"/>
                <a:gd name="T58" fmla="*/ 3 w 2362"/>
                <a:gd name="T59" fmla="*/ 736 h 1519"/>
                <a:gd name="T60" fmla="*/ 9 w 2362"/>
                <a:gd name="T61" fmla="*/ 714 h 1519"/>
                <a:gd name="T62" fmla="*/ 21 w 2362"/>
                <a:gd name="T63" fmla="*/ 694 h 1519"/>
                <a:gd name="T64" fmla="*/ 36 w 2362"/>
                <a:gd name="T65" fmla="*/ 677 h 1519"/>
                <a:gd name="T66" fmla="*/ 55 w 2362"/>
                <a:gd name="T67" fmla="*/ 663 h 1519"/>
                <a:gd name="T68" fmla="*/ 1123 w 2362"/>
                <a:gd name="T69" fmla="*/ 16 h 1519"/>
                <a:gd name="T70" fmla="*/ 1141 w 2362"/>
                <a:gd name="T71" fmla="*/ 7 h 1519"/>
                <a:gd name="T72" fmla="*/ 1161 w 2362"/>
                <a:gd name="T73" fmla="*/ 2 h 1519"/>
                <a:gd name="T74" fmla="*/ 1181 w 2362"/>
                <a:gd name="T75"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62" h="1519">
                  <a:moveTo>
                    <a:pt x="1181" y="0"/>
                  </a:moveTo>
                  <a:lnTo>
                    <a:pt x="1201" y="2"/>
                  </a:lnTo>
                  <a:lnTo>
                    <a:pt x="1221" y="7"/>
                  </a:lnTo>
                  <a:lnTo>
                    <a:pt x="1239" y="16"/>
                  </a:lnTo>
                  <a:lnTo>
                    <a:pt x="2307" y="663"/>
                  </a:lnTo>
                  <a:lnTo>
                    <a:pt x="2326" y="677"/>
                  </a:lnTo>
                  <a:lnTo>
                    <a:pt x="2341" y="694"/>
                  </a:lnTo>
                  <a:lnTo>
                    <a:pt x="2353" y="714"/>
                  </a:lnTo>
                  <a:lnTo>
                    <a:pt x="2359" y="736"/>
                  </a:lnTo>
                  <a:lnTo>
                    <a:pt x="2362" y="760"/>
                  </a:lnTo>
                  <a:lnTo>
                    <a:pt x="2359" y="782"/>
                  </a:lnTo>
                  <a:lnTo>
                    <a:pt x="2353" y="804"/>
                  </a:lnTo>
                  <a:lnTo>
                    <a:pt x="2341" y="824"/>
                  </a:lnTo>
                  <a:lnTo>
                    <a:pt x="2326" y="841"/>
                  </a:lnTo>
                  <a:lnTo>
                    <a:pt x="2307" y="856"/>
                  </a:lnTo>
                  <a:lnTo>
                    <a:pt x="1240" y="1502"/>
                  </a:lnTo>
                  <a:lnTo>
                    <a:pt x="1221" y="1512"/>
                  </a:lnTo>
                  <a:lnTo>
                    <a:pt x="1201" y="1517"/>
                  </a:lnTo>
                  <a:lnTo>
                    <a:pt x="1181" y="1519"/>
                  </a:lnTo>
                  <a:lnTo>
                    <a:pt x="1162" y="1517"/>
                  </a:lnTo>
                  <a:lnTo>
                    <a:pt x="1142" y="1512"/>
                  </a:lnTo>
                  <a:lnTo>
                    <a:pt x="1124" y="1503"/>
                  </a:lnTo>
                  <a:lnTo>
                    <a:pt x="1066" y="1468"/>
                  </a:lnTo>
                  <a:lnTo>
                    <a:pt x="55" y="856"/>
                  </a:lnTo>
                  <a:lnTo>
                    <a:pt x="36" y="841"/>
                  </a:lnTo>
                  <a:lnTo>
                    <a:pt x="21" y="824"/>
                  </a:lnTo>
                  <a:lnTo>
                    <a:pt x="9" y="804"/>
                  </a:lnTo>
                  <a:lnTo>
                    <a:pt x="3" y="782"/>
                  </a:lnTo>
                  <a:lnTo>
                    <a:pt x="0" y="760"/>
                  </a:lnTo>
                  <a:lnTo>
                    <a:pt x="3" y="736"/>
                  </a:lnTo>
                  <a:lnTo>
                    <a:pt x="9" y="714"/>
                  </a:lnTo>
                  <a:lnTo>
                    <a:pt x="21" y="694"/>
                  </a:lnTo>
                  <a:lnTo>
                    <a:pt x="36" y="677"/>
                  </a:lnTo>
                  <a:lnTo>
                    <a:pt x="55" y="663"/>
                  </a:lnTo>
                  <a:lnTo>
                    <a:pt x="1123" y="16"/>
                  </a:lnTo>
                  <a:lnTo>
                    <a:pt x="1141" y="7"/>
                  </a:lnTo>
                  <a:lnTo>
                    <a:pt x="1161" y="2"/>
                  </a:lnTo>
                  <a:lnTo>
                    <a:pt x="118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61" name="Freeform 8"/>
            <p:cNvSpPr>
              <a:spLocks/>
            </p:cNvSpPr>
            <p:nvPr/>
          </p:nvSpPr>
          <p:spPr bwMode="auto">
            <a:xfrm>
              <a:off x="4681538" y="4764088"/>
              <a:ext cx="485775" cy="292100"/>
            </a:xfrm>
            <a:custGeom>
              <a:avLst/>
              <a:gdLst>
                <a:gd name="T0" fmla="*/ 1068 w 2136"/>
                <a:gd name="T1" fmla="*/ 0 h 1293"/>
                <a:gd name="T2" fmla="*/ 2136 w 2136"/>
                <a:gd name="T3" fmla="*/ 647 h 1293"/>
                <a:gd name="T4" fmla="*/ 1068 w 2136"/>
                <a:gd name="T5" fmla="*/ 1293 h 1293"/>
                <a:gd name="T6" fmla="*/ 1010 w 2136"/>
                <a:gd name="T7" fmla="*/ 1259 h 1293"/>
                <a:gd name="T8" fmla="*/ 0 w 2136"/>
                <a:gd name="T9" fmla="*/ 647 h 1293"/>
                <a:gd name="T10" fmla="*/ 1068 w 2136"/>
                <a:gd name="T11" fmla="*/ 0 h 1293"/>
              </a:gdLst>
              <a:ahLst/>
              <a:cxnLst>
                <a:cxn ang="0">
                  <a:pos x="T0" y="T1"/>
                </a:cxn>
                <a:cxn ang="0">
                  <a:pos x="T2" y="T3"/>
                </a:cxn>
                <a:cxn ang="0">
                  <a:pos x="T4" y="T5"/>
                </a:cxn>
                <a:cxn ang="0">
                  <a:pos x="T6" y="T7"/>
                </a:cxn>
                <a:cxn ang="0">
                  <a:pos x="T8" y="T9"/>
                </a:cxn>
                <a:cxn ang="0">
                  <a:pos x="T10" y="T11"/>
                </a:cxn>
              </a:cxnLst>
              <a:rect l="0" t="0" r="r" b="b"/>
              <a:pathLst>
                <a:path w="2136" h="1293">
                  <a:moveTo>
                    <a:pt x="1068" y="0"/>
                  </a:moveTo>
                  <a:lnTo>
                    <a:pt x="2136" y="647"/>
                  </a:lnTo>
                  <a:lnTo>
                    <a:pt x="1068" y="1293"/>
                  </a:lnTo>
                  <a:lnTo>
                    <a:pt x="1010" y="1259"/>
                  </a:lnTo>
                  <a:lnTo>
                    <a:pt x="0" y="647"/>
                  </a:lnTo>
                  <a:lnTo>
                    <a:pt x="1068" y="0"/>
                  </a:lnTo>
                  <a:close/>
                </a:path>
              </a:pathLst>
            </a:custGeom>
            <a:solidFill>
              <a:srgbClr val="AAD04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62" name="Freeform 9"/>
            <p:cNvSpPr>
              <a:spLocks/>
            </p:cNvSpPr>
            <p:nvPr/>
          </p:nvSpPr>
          <p:spPr bwMode="auto">
            <a:xfrm>
              <a:off x="4865688" y="4897438"/>
              <a:ext cx="136525" cy="158750"/>
            </a:xfrm>
            <a:custGeom>
              <a:avLst/>
              <a:gdLst>
                <a:gd name="T0" fmla="*/ 521 w 605"/>
                <a:gd name="T1" fmla="*/ 3 h 704"/>
                <a:gd name="T2" fmla="*/ 512 w 605"/>
                <a:gd name="T3" fmla="*/ 19 h 704"/>
                <a:gd name="T4" fmla="*/ 498 w 605"/>
                <a:gd name="T5" fmla="*/ 50 h 704"/>
                <a:gd name="T6" fmla="*/ 482 w 605"/>
                <a:gd name="T7" fmla="*/ 90 h 704"/>
                <a:gd name="T8" fmla="*/ 469 w 605"/>
                <a:gd name="T9" fmla="*/ 139 h 704"/>
                <a:gd name="T10" fmla="*/ 463 w 605"/>
                <a:gd name="T11" fmla="*/ 191 h 704"/>
                <a:gd name="T12" fmla="*/ 467 w 605"/>
                <a:gd name="T13" fmla="*/ 244 h 704"/>
                <a:gd name="T14" fmla="*/ 487 w 605"/>
                <a:gd name="T15" fmla="*/ 302 h 704"/>
                <a:gd name="T16" fmla="*/ 520 w 605"/>
                <a:gd name="T17" fmla="*/ 365 h 704"/>
                <a:gd name="T18" fmla="*/ 556 w 605"/>
                <a:gd name="T19" fmla="*/ 425 h 704"/>
                <a:gd name="T20" fmla="*/ 591 w 605"/>
                <a:gd name="T21" fmla="*/ 476 h 704"/>
                <a:gd name="T22" fmla="*/ 261 w 605"/>
                <a:gd name="T23" fmla="*/ 704 h 704"/>
                <a:gd name="T24" fmla="*/ 0 w 605"/>
                <a:gd name="T25" fmla="*/ 547 h 704"/>
                <a:gd name="T26" fmla="*/ 32 w 605"/>
                <a:gd name="T27" fmla="*/ 466 h 704"/>
                <a:gd name="T28" fmla="*/ 55 w 605"/>
                <a:gd name="T29" fmla="*/ 370 h 704"/>
                <a:gd name="T30" fmla="*/ 59 w 605"/>
                <a:gd name="T31" fmla="*/ 276 h 704"/>
                <a:gd name="T32" fmla="*/ 52 w 605"/>
                <a:gd name="T33" fmla="*/ 205 h 704"/>
                <a:gd name="T34" fmla="*/ 40 w 605"/>
                <a:gd name="T35" fmla="*/ 152 h 704"/>
                <a:gd name="T36" fmla="*/ 26 w 605"/>
                <a:gd name="T37" fmla="*/ 114 h 704"/>
                <a:gd name="T38" fmla="*/ 16 w 605"/>
                <a:gd name="T39" fmla="*/ 91 h 704"/>
                <a:gd name="T40" fmla="*/ 11 w 605"/>
                <a:gd name="T41" fmla="*/ 85 h 704"/>
                <a:gd name="T42" fmla="*/ 22 w 605"/>
                <a:gd name="T43" fmla="*/ 81 h 704"/>
                <a:gd name="T44" fmla="*/ 52 w 605"/>
                <a:gd name="T45" fmla="*/ 72 h 704"/>
                <a:gd name="T46" fmla="*/ 94 w 605"/>
                <a:gd name="T47" fmla="*/ 60 h 704"/>
                <a:gd name="T48" fmla="*/ 143 w 605"/>
                <a:gd name="T49" fmla="*/ 47 h 704"/>
                <a:gd name="T50" fmla="*/ 193 w 605"/>
                <a:gd name="T51" fmla="*/ 36 h 704"/>
                <a:gd name="T52" fmla="*/ 237 w 605"/>
                <a:gd name="T53" fmla="*/ 28 h 704"/>
                <a:gd name="T54" fmla="*/ 285 w 605"/>
                <a:gd name="T55" fmla="*/ 23 h 704"/>
                <a:gd name="T56" fmla="*/ 342 w 605"/>
                <a:gd name="T57" fmla="*/ 16 h 704"/>
                <a:gd name="T58" fmla="*/ 400 w 605"/>
                <a:gd name="T59" fmla="*/ 11 h 704"/>
                <a:gd name="T60" fmla="*/ 453 w 605"/>
                <a:gd name="T61" fmla="*/ 7 h 704"/>
                <a:gd name="T62" fmla="*/ 496 w 605"/>
                <a:gd name="T63" fmla="*/ 3 h 704"/>
                <a:gd name="T64" fmla="*/ 519 w 605"/>
                <a:gd name="T65" fmla="*/ 2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05" h="704">
                  <a:moveTo>
                    <a:pt x="522" y="0"/>
                  </a:moveTo>
                  <a:lnTo>
                    <a:pt x="521" y="3"/>
                  </a:lnTo>
                  <a:lnTo>
                    <a:pt x="518" y="9"/>
                  </a:lnTo>
                  <a:lnTo>
                    <a:pt x="512" y="19"/>
                  </a:lnTo>
                  <a:lnTo>
                    <a:pt x="505" y="33"/>
                  </a:lnTo>
                  <a:lnTo>
                    <a:pt x="498" y="50"/>
                  </a:lnTo>
                  <a:lnTo>
                    <a:pt x="489" y="69"/>
                  </a:lnTo>
                  <a:lnTo>
                    <a:pt x="482" y="90"/>
                  </a:lnTo>
                  <a:lnTo>
                    <a:pt x="474" y="115"/>
                  </a:lnTo>
                  <a:lnTo>
                    <a:pt x="469" y="139"/>
                  </a:lnTo>
                  <a:lnTo>
                    <a:pt x="465" y="164"/>
                  </a:lnTo>
                  <a:lnTo>
                    <a:pt x="463" y="191"/>
                  </a:lnTo>
                  <a:lnTo>
                    <a:pt x="463" y="218"/>
                  </a:lnTo>
                  <a:lnTo>
                    <a:pt x="467" y="244"/>
                  </a:lnTo>
                  <a:lnTo>
                    <a:pt x="474" y="270"/>
                  </a:lnTo>
                  <a:lnTo>
                    <a:pt x="487" y="302"/>
                  </a:lnTo>
                  <a:lnTo>
                    <a:pt x="503" y="333"/>
                  </a:lnTo>
                  <a:lnTo>
                    <a:pt x="520" y="365"/>
                  </a:lnTo>
                  <a:lnTo>
                    <a:pt x="538" y="396"/>
                  </a:lnTo>
                  <a:lnTo>
                    <a:pt x="556" y="425"/>
                  </a:lnTo>
                  <a:lnTo>
                    <a:pt x="574" y="452"/>
                  </a:lnTo>
                  <a:lnTo>
                    <a:pt x="591" y="476"/>
                  </a:lnTo>
                  <a:lnTo>
                    <a:pt x="605" y="496"/>
                  </a:lnTo>
                  <a:lnTo>
                    <a:pt x="261" y="704"/>
                  </a:lnTo>
                  <a:lnTo>
                    <a:pt x="203" y="670"/>
                  </a:lnTo>
                  <a:lnTo>
                    <a:pt x="0" y="547"/>
                  </a:lnTo>
                  <a:lnTo>
                    <a:pt x="17" y="509"/>
                  </a:lnTo>
                  <a:lnTo>
                    <a:pt x="32" y="466"/>
                  </a:lnTo>
                  <a:lnTo>
                    <a:pt x="46" y="420"/>
                  </a:lnTo>
                  <a:lnTo>
                    <a:pt x="55" y="370"/>
                  </a:lnTo>
                  <a:lnTo>
                    <a:pt x="59" y="318"/>
                  </a:lnTo>
                  <a:lnTo>
                    <a:pt x="59" y="276"/>
                  </a:lnTo>
                  <a:lnTo>
                    <a:pt x="56" y="238"/>
                  </a:lnTo>
                  <a:lnTo>
                    <a:pt x="52" y="205"/>
                  </a:lnTo>
                  <a:lnTo>
                    <a:pt x="47" y="176"/>
                  </a:lnTo>
                  <a:lnTo>
                    <a:pt x="40" y="152"/>
                  </a:lnTo>
                  <a:lnTo>
                    <a:pt x="33" y="130"/>
                  </a:lnTo>
                  <a:lnTo>
                    <a:pt x="26" y="114"/>
                  </a:lnTo>
                  <a:lnTo>
                    <a:pt x="20" y="101"/>
                  </a:lnTo>
                  <a:lnTo>
                    <a:pt x="16" y="91"/>
                  </a:lnTo>
                  <a:lnTo>
                    <a:pt x="13" y="86"/>
                  </a:lnTo>
                  <a:lnTo>
                    <a:pt x="11" y="85"/>
                  </a:lnTo>
                  <a:lnTo>
                    <a:pt x="14" y="84"/>
                  </a:lnTo>
                  <a:lnTo>
                    <a:pt x="22" y="81"/>
                  </a:lnTo>
                  <a:lnTo>
                    <a:pt x="35" y="78"/>
                  </a:lnTo>
                  <a:lnTo>
                    <a:pt x="52" y="72"/>
                  </a:lnTo>
                  <a:lnTo>
                    <a:pt x="72" y="66"/>
                  </a:lnTo>
                  <a:lnTo>
                    <a:pt x="94" y="60"/>
                  </a:lnTo>
                  <a:lnTo>
                    <a:pt x="118" y="53"/>
                  </a:lnTo>
                  <a:lnTo>
                    <a:pt x="143" y="47"/>
                  </a:lnTo>
                  <a:lnTo>
                    <a:pt x="168" y="42"/>
                  </a:lnTo>
                  <a:lnTo>
                    <a:pt x="193" y="36"/>
                  </a:lnTo>
                  <a:lnTo>
                    <a:pt x="217" y="32"/>
                  </a:lnTo>
                  <a:lnTo>
                    <a:pt x="237" y="28"/>
                  </a:lnTo>
                  <a:lnTo>
                    <a:pt x="260" y="26"/>
                  </a:lnTo>
                  <a:lnTo>
                    <a:pt x="285" y="23"/>
                  </a:lnTo>
                  <a:lnTo>
                    <a:pt x="314" y="19"/>
                  </a:lnTo>
                  <a:lnTo>
                    <a:pt x="342" y="16"/>
                  </a:lnTo>
                  <a:lnTo>
                    <a:pt x="372" y="14"/>
                  </a:lnTo>
                  <a:lnTo>
                    <a:pt x="400" y="11"/>
                  </a:lnTo>
                  <a:lnTo>
                    <a:pt x="428" y="9"/>
                  </a:lnTo>
                  <a:lnTo>
                    <a:pt x="453" y="7"/>
                  </a:lnTo>
                  <a:lnTo>
                    <a:pt x="476" y="5"/>
                  </a:lnTo>
                  <a:lnTo>
                    <a:pt x="496" y="3"/>
                  </a:lnTo>
                  <a:lnTo>
                    <a:pt x="509" y="2"/>
                  </a:lnTo>
                  <a:lnTo>
                    <a:pt x="519" y="2"/>
                  </a:lnTo>
                  <a:lnTo>
                    <a:pt x="522" y="0"/>
                  </a:lnTo>
                  <a:close/>
                </a:path>
              </a:pathLst>
            </a:custGeom>
            <a:solidFill>
              <a:srgbClr val="AAD04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63" name="Freeform 10"/>
            <p:cNvSpPr>
              <a:spLocks/>
            </p:cNvSpPr>
            <p:nvPr/>
          </p:nvSpPr>
          <p:spPr bwMode="auto">
            <a:xfrm>
              <a:off x="4972051" y="4897438"/>
              <a:ext cx="161925" cy="115888"/>
            </a:xfrm>
            <a:custGeom>
              <a:avLst/>
              <a:gdLst>
                <a:gd name="T0" fmla="*/ 51 w 714"/>
                <a:gd name="T1" fmla="*/ 0 h 510"/>
                <a:gd name="T2" fmla="*/ 55 w 714"/>
                <a:gd name="T3" fmla="*/ 0 h 510"/>
                <a:gd name="T4" fmla="*/ 66 w 714"/>
                <a:gd name="T5" fmla="*/ 2 h 510"/>
                <a:gd name="T6" fmla="*/ 83 w 714"/>
                <a:gd name="T7" fmla="*/ 3 h 510"/>
                <a:gd name="T8" fmla="*/ 105 w 714"/>
                <a:gd name="T9" fmla="*/ 4 h 510"/>
                <a:gd name="T10" fmla="*/ 132 w 714"/>
                <a:gd name="T11" fmla="*/ 5 h 510"/>
                <a:gd name="T12" fmla="*/ 162 w 714"/>
                <a:gd name="T13" fmla="*/ 7 h 510"/>
                <a:gd name="T14" fmla="*/ 195 w 714"/>
                <a:gd name="T15" fmla="*/ 10 h 510"/>
                <a:gd name="T16" fmla="*/ 229 w 714"/>
                <a:gd name="T17" fmla="*/ 13 h 510"/>
                <a:gd name="T18" fmla="*/ 264 w 714"/>
                <a:gd name="T19" fmla="*/ 16 h 510"/>
                <a:gd name="T20" fmla="*/ 300 w 714"/>
                <a:gd name="T21" fmla="*/ 21 h 510"/>
                <a:gd name="T22" fmla="*/ 334 w 714"/>
                <a:gd name="T23" fmla="*/ 25 h 510"/>
                <a:gd name="T24" fmla="*/ 367 w 714"/>
                <a:gd name="T25" fmla="*/ 30 h 510"/>
                <a:gd name="T26" fmla="*/ 396 w 714"/>
                <a:gd name="T27" fmla="*/ 36 h 510"/>
                <a:gd name="T28" fmla="*/ 426 w 714"/>
                <a:gd name="T29" fmla="*/ 43 h 510"/>
                <a:gd name="T30" fmla="*/ 459 w 714"/>
                <a:gd name="T31" fmla="*/ 52 h 510"/>
                <a:gd name="T32" fmla="*/ 492 w 714"/>
                <a:gd name="T33" fmla="*/ 63 h 510"/>
                <a:gd name="T34" fmla="*/ 528 w 714"/>
                <a:gd name="T35" fmla="*/ 74 h 510"/>
                <a:gd name="T36" fmla="*/ 563 w 714"/>
                <a:gd name="T37" fmla="*/ 87 h 510"/>
                <a:gd name="T38" fmla="*/ 598 w 714"/>
                <a:gd name="T39" fmla="*/ 100 h 510"/>
                <a:gd name="T40" fmla="*/ 632 w 714"/>
                <a:gd name="T41" fmla="*/ 112 h 510"/>
                <a:gd name="T42" fmla="*/ 663 w 714"/>
                <a:gd name="T43" fmla="*/ 124 h 510"/>
                <a:gd name="T44" fmla="*/ 690 w 714"/>
                <a:gd name="T45" fmla="*/ 136 h 510"/>
                <a:gd name="T46" fmla="*/ 714 w 714"/>
                <a:gd name="T47" fmla="*/ 145 h 510"/>
                <a:gd name="T48" fmla="*/ 112 w 714"/>
                <a:gd name="T49" fmla="*/ 510 h 510"/>
                <a:gd name="T50" fmla="*/ 94 w 714"/>
                <a:gd name="T51" fmla="*/ 483 h 510"/>
                <a:gd name="T52" fmla="*/ 75 w 714"/>
                <a:gd name="T53" fmla="*/ 453 h 510"/>
                <a:gd name="T54" fmla="*/ 56 w 714"/>
                <a:gd name="T55" fmla="*/ 419 h 510"/>
                <a:gd name="T56" fmla="*/ 38 w 714"/>
                <a:gd name="T57" fmla="*/ 383 h 510"/>
                <a:gd name="T58" fmla="*/ 22 w 714"/>
                <a:gd name="T59" fmla="*/ 346 h 510"/>
                <a:gd name="T60" fmla="*/ 11 w 714"/>
                <a:gd name="T61" fmla="*/ 308 h 510"/>
                <a:gd name="T62" fmla="*/ 3 w 714"/>
                <a:gd name="T63" fmla="*/ 270 h 510"/>
                <a:gd name="T64" fmla="*/ 0 w 714"/>
                <a:gd name="T65" fmla="*/ 236 h 510"/>
                <a:gd name="T66" fmla="*/ 1 w 714"/>
                <a:gd name="T67" fmla="*/ 202 h 510"/>
                <a:gd name="T68" fmla="*/ 3 w 714"/>
                <a:gd name="T69" fmla="*/ 171 h 510"/>
                <a:gd name="T70" fmla="*/ 8 w 714"/>
                <a:gd name="T71" fmla="*/ 140 h 510"/>
                <a:gd name="T72" fmla="*/ 14 w 714"/>
                <a:gd name="T73" fmla="*/ 110 h 510"/>
                <a:gd name="T74" fmla="*/ 20 w 714"/>
                <a:gd name="T75" fmla="*/ 84 h 510"/>
                <a:gd name="T76" fmla="*/ 28 w 714"/>
                <a:gd name="T77" fmla="*/ 61 h 510"/>
                <a:gd name="T78" fmla="*/ 35 w 714"/>
                <a:gd name="T79" fmla="*/ 41 h 510"/>
                <a:gd name="T80" fmla="*/ 41 w 714"/>
                <a:gd name="T81" fmla="*/ 24 h 510"/>
                <a:gd name="T82" fmla="*/ 47 w 714"/>
                <a:gd name="T83" fmla="*/ 11 h 510"/>
                <a:gd name="T84" fmla="*/ 50 w 714"/>
                <a:gd name="T85" fmla="*/ 4 h 510"/>
                <a:gd name="T86" fmla="*/ 51 w 714"/>
                <a:gd name="T87" fmla="*/ 0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14" h="510">
                  <a:moveTo>
                    <a:pt x="51" y="0"/>
                  </a:moveTo>
                  <a:lnTo>
                    <a:pt x="55" y="0"/>
                  </a:lnTo>
                  <a:lnTo>
                    <a:pt x="66" y="2"/>
                  </a:lnTo>
                  <a:lnTo>
                    <a:pt x="83" y="3"/>
                  </a:lnTo>
                  <a:lnTo>
                    <a:pt x="105" y="4"/>
                  </a:lnTo>
                  <a:lnTo>
                    <a:pt x="132" y="5"/>
                  </a:lnTo>
                  <a:lnTo>
                    <a:pt x="162" y="7"/>
                  </a:lnTo>
                  <a:lnTo>
                    <a:pt x="195" y="10"/>
                  </a:lnTo>
                  <a:lnTo>
                    <a:pt x="229" y="13"/>
                  </a:lnTo>
                  <a:lnTo>
                    <a:pt x="264" y="16"/>
                  </a:lnTo>
                  <a:lnTo>
                    <a:pt x="300" y="21"/>
                  </a:lnTo>
                  <a:lnTo>
                    <a:pt x="334" y="25"/>
                  </a:lnTo>
                  <a:lnTo>
                    <a:pt x="367" y="30"/>
                  </a:lnTo>
                  <a:lnTo>
                    <a:pt x="396" y="36"/>
                  </a:lnTo>
                  <a:lnTo>
                    <a:pt x="426" y="43"/>
                  </a:lnTo>
                  <a:lnTo>
                    <a:pt x="459" y="52"/>
                  </a:lnTo>
                  <a:lnTo>
                    <a:pt x="492" y="63"/>
                  </a:lnTo>
                  <a:lnTo>
                    <a:pt x="528" y="74"/>
                  </a:lnTo>
                  <a:lnTo>
                    <a:pt x="563" y="87"/>
                  </a:lnTo>
                  <a:lnTo>
                    <a:pt x="598" y="100"/>
                  </a:lnTo>
                  <a:lnTo>
                    <a:pt x="632" y="112"/>
                  </a:lnTo>
                  <a:lnTo>
                    <a:pt x="663" y="124"/>
                  </a:lnTo>
                  <a:lnTo>
                    <a:pt x="690" y="136"/>
                  </a:lnTo>
                  <a:lnTo>
                    <a:pt x="714" y="145"/>
                  </a:lnTo>
                  <a:lnTo>
                    <a:pt x="112" y="510"/>
                  </a:lnTo>
                  <a:lnTo>
                    <a:pt x="94" y="483"/>
                  </a:lnTo>
                  <a:lnTo>
                    <a:pt x="75" y="453"/>
                  </a:lnTo>
                  <a:lnTo>
                    <a:pt x="56" y="419"/>
                  </a:lnTo>
                  <a:lnTo>
                    <a:pt x="38" y="383"/>
                  </a:lnTo>
                  <a:lnTo>
                    <a:pt x="22" y="346"/>
                  </a:lnTo>
                  <a:lnTo>
                    <a:pt x="11" y="308"/>
                  </a:lnTo>
                  <a:lnTo>
                    <a:pt x="3" y="270"/>
                  </a:lnTo>
                  <a:lnTo>
                    <a:pt x="0" y="236"/>
                  </a:lnTo>
                  <a:lnTo>
                    <a:pt x="1" y="202"/>
                  </a:lnTo>
                  <a:lnTo>
                    <a:pt x="3" y="171"/>
                  </a:lnTo>
                  <a:lnTo>
                    <a:pt x="8" y="140"/>
                  </a:lnTo>
                  <a:lnTo>
                    <a:pt x="14" y="110"/>
                  </a:lnTo>
                  <a:lnTo>
                    <a:pt x="20" y="84"/>
                  </a:lnTo>
                  <a:lnTo>
                    <a:pt x="28" y="61"/>
                  </a:lnTo>
                  <a:lnTo>
                    <a:pt x="35" y="41"/>
                  </a:lnTo>
                  <a:lnTo>
                    <a:pt x="41" y="24"/>
                  </a:lnTo>
                  <a:lnTo>
                    <a:pt x="47" y="11"/>
                  </a:lnTo>
                  <a:lnTo>
                    <a:pt x="50" y="4"/>
                  </a:lnTo>
                  <a:lnTo>
                    <a:pt x="51" y="0"/>
                  </a:lnTo>
                  <a:close/>
                </a:path>
              </a:pathLst>
            </a:custGeom>
            <a:solidFill>
              <a:srgbClr val="F8D0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64" name="Freeform 11"/>
            <p:cNvSpPr>
              <a:spLocks/>
            </p:cNvSpPr>
            <p:nvPr/>
          </p:nvSpPr>
          <p:spPr bwMode="auto">
            <a:xfrm>
              <a:off x="4786313" y="4799013"/>
              <a:ext cx="96838" cy="96838"/>
            </a:xfrm>
            <a:custGeom>
              <a:avLst/>
              <a:gdLst>
                <a:gd name="T0" fmla="*/ 356 w 426"/>
                <a:gd name="T1" fmla="*/ 0 h 428"/>
                <a:gd name="T2" fmla="*/ 370 w 426"/>
                <a:gd name="T3" fmla="*/ 16 h 428"/>
                <a:gd name="T4" fmla="*/ 384 w 426"/>
                <a:gd name="T5" fmla="*/ 34 h 428"/>
                <a:gd name="T6" fmla="*/ 397 w 426"/>
                <a:gd name="T7" fmla="*/ 54 h 428"/>
                <a:gd name="T8" fmla="*/ 407 w 426"/>
                <a:gd name="T9" fmla="*/ 77 h 428"/>
                <a:gd name="T10" fmla="*/ 417 w 426"/>
                <a:gd name="T11" fmla="*/ 102 h 428"/>
                <a:gd name="T12" fmla="*/ 423 w 426"/>
                <a:gd name="T13" fmla="*/ 128 h 428"/>
                <a:gd name="T14" fmla="*/ 426 w 426"/>
                <a:gd name="T15" fmla="*/ 155 h 428"/>
                <a:gd name="T16" fmla="*/ 424 w 426"/>
                <a:gd name="T17" fmla="*/ 185 h 428"/>
                <a:gd name="T18" fmla="*/ 418 w 426"/>
                <a:gd name="T19" fmla="*/ 216 h 428"/>
                <a:gd name="T20" fmla="*/ 405 w 426"/>
                <a:gd name="T21" fmla="*/ 255 h 428"/>
                <a:gd name="T22" fmla="*/ 389 w 426"/>
                <a:gd name="T23" fmla="*/ 290 h 428"/>
                <a:gd name="T24" fmla="*/ 372 w 426"/>
                <a:gd name="T25" fmla="*/ 319 h 428"/>
                <a:gd name="T26" fmla="*/ 354 w 426"/>
                <a:gd name="T27" fmla="*/ 346 h 428"/>
                <a:gd name="T28" fmla="*/ 336 w 426"/>
                <a:gd name="T29" fmla="*/ 369 h 428"/>
                <a:gd name="T30" fmla="*/ 318 w 426"/>
                <a:gd name="T31" fmla="*/ 387 h 428"/>
                <a:gd name="T32" fmla="*/ 303 w 426"/>
                <a:gd name="T33" fmla="*/ 403 h 428"/>
                <a:gd name="T34" fmla="*/ 290 w 426"/>
                <a:gd name="T35" fmla="*/ 413 h 428"/>
                <a:gd name="T36" fmla="*/ 278 w 426"/>
                <a:gd name="T37" fmla="*/ 422 h 428"/>
                <a:gd name="T38" fmla="*/ 272 w 426"/>
                <a:gd name="T39" fmla="*/ 426 h 428"/>
                <a:gd name="T40" fmla="*/ 270 w 426"/>
                <a:gd name="T41" fmla="*/ 428 h 428"/>
                <a:gd name="T42" fmla="*/ 268 w 426"/>
                <a:gd name="T43" fmla="*/ 426 h 428"/>
                <a:gd name="T44" fmla="*/ 265 w 426"/>
                <a:gd name="T45" fmla="*/ 419 h 428"/>
                <a:gd name="T46" fmla="*/ 257 w 426"/>
                <a:gd name="T47" fmla="*/ 409 h 428"/>
                <a:gd name="T48" fmla="*/ 249 w 426"/>
                <a:gd name="T49" fmla="*/ 395 h 428"/>
                <a:gd name="T50" fmla="*/ 237 w 426"/>
                <a:gd name="T51" fmla="*/ 380 h 428"/>
                <a:gd name="T52" fmla="*/ 222 w 426"/>
                <a:gd name="T53" fmla="*/ 364 h 428"/>
                <a:gd name="T54" fmla="*/ 205 w 426"/>
                <a:gd name="T55" fmla="*/ 347 h 428"/>
                <a:gd name="T56" fmla="*/ 185 w 426"/>
                <a:gd name="T57" fmla="*/ 330 h 428"/>
                <a:gd name="T58" fmla="*/ 163 w 426"/>
                <a:gd name="T59" fmla="*/ 314 h 428"/>
                <a:gd name="T60" fmla="*/ 138 w 426"/>
                <a:gd name="T61" fmla="*/ 300 h 428"/>
                <a:gd name="T62" fmla="*/ 109 w 426"/>
                <a:gd name="T63" fmla="*/ 284 h 428"/>
                <a:gd name="T64" fmla="*/ 80 w 426"/>
                <a:gd name="T65" fmla="*/ 267 h 428"/>
                <a:gd name="T66" fmla="*/ 51 w 426"/>
                <a:gd name="T67" fmla="*/ 250 h 428"/>
                <a:gd name="T68" fmla="*/ 24 w 426"/>
                <a:gd name="T69" fmla="*/ 232 h 428"/>
                <a:gd name="T70" fmla="*/ 0 w 426"/>
                <a:gd name="T71" fmla="*/ 216 h 428"/>
                <a:gd name="T72" fmla="*/ 356 w 426"/>
                <a:gd name="T73" fmla="*/ 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6" h="428">
                  <a:moveTo>
                    <a:pt x="356" y="0"/>
                  </a:moveTo>
                  <a:lnTo>
                    <a:pt x="370" y="16"/>
                  </a:lnTo>
                  <a:lnTo>
                    <a:pt x="384" y="34"/>
                  </a:lnTo>
                  <a:lnTo>
                    <a:pt x="397" y="54"/>
                  </a:lnTo>
                  <a:lnTo>
                    <a:pt x="407" y="77"/>
                  </a:lnTo>
                  <a:lnTo>
                    <a:pt x="417" y="102"/>
                  </a:lnTo>
                  <a:lnTo>
                    <a:pt x="423" y="128"/>
                  </a:lnTo>
                  <a:lnTo>
                    <a:pt x="426" y="155"/>
                  </a:lnTo>
                  <a:lnTo>
                    <a:pt x="424" y="185"/>
                  </a:lnTo>
                  <a:lnTo>
                    <a:pt x="418" y="216"/>
                  </a:lnTo>
                  <a:lnTo>
                    <a:pt x="405" y="255"/>
                  </a:lnTo>
                  <a:lnTo>
                    <a:pt x="389" y="290"/>
                  </a:lnTo>
                  <a:lnTo>
                    <a:pt x="372" y="319"/>
                  </a:lnTo>
                  <a:lnTo>
                    <a:pt x="354" y="346"/>
                  </a:lnTo>
                  <a:lnTo>
                    <a:pt x="336" y="369"/>
                  </a:lnTo>
                  <a:lnTo>
                    <a:pt x="318" y="387"/>
                  </a:lnTo>
                  <a:lnTo>
                    <a:pt x="303" y="403"/>
                  </a:lnTo>
                  <a:lnTo>
                    <a:pt x="290" y="413"/>
                  </a:lnTo>
                  <a:lnTo>
                    <a:pt x="278" y="422"/>
                  </a:lnTo>
                  <a:lnTo>
                    <a:pt x="272" y="426"/>
                  </a:lnTo>
                  <a:lnTo>
                    <a:pt x="270" y="428"/>
                  </a:lnTo>
                  <a:lnTo>
                    <a:pt x="268" y="426"/>
                  </a:lnTo>
                  <a:lnTo>
                    <a:pt x="265" y="419"/>
                  </a:lnTo>
                  <a:lnTo>
                    <a:pt x="257" y="409"/>
                  </a:lnTo>
                  <a:lnTo>
                    <a:pt x="249" y="395"/>
                  </a:lnTo>
                  <a:lnTo>
                    <a:pt x="237" y="380"/>
                  </a:lnTo>
                  <a:lnTo>
                    <a:pt x="222" y="364"/>
                  </a:lnTo>
                  <a:lnTo>
                    <a:pt x="205" y="347"/>
                  </a:lnTo>
                  <a:lnTo>
                    <a:pt x="185" y="330"/>
                  </a:lnTo>
                  <a:lnTo>
                    <a:pt x="163" y="314"/>
                  </a:lnTo>
                  <a:lnTo>
                    <a:pt x="138" y="300"/>
                  </a:lnTo>
                  <a:lnTo>
                    <a:pt x="109" y="284"/>
                  </a:lnTo>
                  <a:lnTo>
                    <a:pt x="80" y="267"/>
                  </a:lnTo>
                  <a:lnTo>
                    <a:pt x="51" y="250"/>
                  </a:lnTo>
                  <a:lnTo>
                    <a:pt x="24" y="232"/>
                  </a:lnTo>
                  <a:lnTo>
                    <a:pt x="0" y="216"/>
                  </a:lnTo>
                  <a:lnTo>
                    <a:pt x="356" y="0"/>
                  </a:lnTo>
                  <a:close/>
                </a:path>
              </a:pathLst>
            </a:custGeom>
            <a:solidFill>
              <a:srgbClr val="94E6E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65" name="Freeform 12"/>
            <p:cNvSpPr>
              <a:spLocks/>
            </p:cNvSpPr>
            <p:nvPr/>
          </p:nvSpPr>
          <p:spPr bwMode="auto">
            <a:xfrm>
              <a:off x="4681538" y="4846638"/>
              <a:ext cx="198438" cy="173038"/>
            </a:xfrm>
            <a:custGeom>
              <a:avLst/>
              <a:gdLst>
                <a:gd name="T0" fmla="*/ 466 w 869"/>
                <a:gd name="T1" fmla="*/ 0 h 768"/>
                <a:gd name="T2" fmla="*/ 495 w 869"/>
                <a:gd name="T3" fmla="*/ 15 h 768"/>
                <a:gd name="T4" fmla="*/ 527 w 869"/>
                <a:gd name="T5" fmla="*/ 33 h 768"/>
                <a:gd name="T6" fmla="*/ 561 w 869"/>
                <a:gd name="T7" fmla="*/ 53 h 768"/>
                <a:gd name="T8" fmla="*/ 596 w 869"/>
                <a:gd name="T9" fmla="*/ 77 h 768"/>
                <a:gd name="T10" fmla="*/ 632 w 869"/>
                <a:gd name="T11" fmla="*/ 103 h 768"/>
                <a:gd name="T12" fmla="*/ 668 w 869"/>
                <a:gd name="T13" fmla="*/ 131 h 768"/>
                <a:gd name="T14" fmla="*/ 702 w 869"/>
                <a:gd name="T15" fmla="*/ 163 h 768"/>
                <a:gd name="T16" fmla="*/ 736 w 869"/>
                <a:gd name="T17" fmla="*/ 198 h 768"/>
                <a:gd name="T18" fmla="*/ 767 w 869"/>
                <a:gd name="T19" fmla="*/ 237 h 768"/>
                <a:gd name="T20" fmla="*/ 797 w 869"/>
                <a:gd name="T21" fmla="*/ 278 h 768"/>
                <a:gd name="T22" fmla="*/ 823 w 869"/>
                <a:gd name="T23" fmla="*/ 323 h 768"/>
                <a:gd name="T24" fmla="*/ 844 w 869"/>
                <a:gd name="T25" fmla="*/ 370 h 768"/>
                <a:gd name="T26" fmla="*/ 858 w 869"/>
                <a:gd name="T27" fmla="*/ 418 h 768"/>
                <a:gd name="T28" fmla="*/ 866 w 869"/>
                <a:gd name="T29" fmla="*/ 464 h 768"/>
                <a:gd name="T30" fmla="*/ 869 w 869"/>
                <a:gd name="T31" fmla="*/ 510 h 768"/>
                <a:gd name="T32" fmla="*/ 867 w 869"/>
                <a:gd name="T33" fmla="*/ 554 h 768"/>
                <a:gd name="T34" fmla="*/ 862 w 869"/>
                <a:gd name="T35" fmla="*/ 596 h 768"/>
                <a:gd name="T36" fmla="*/ 854 w 869"/>
                <a:gd name="T37" fmla="*/ 636 h 768"/>
                <a:gd name="T38" fmla="*/ 843 w 869"/>
                <a:gd name="T39" fmla="*/ 674 h 768"/>
                <a:gd name="T40" fmla="*/ 830 w 869"/>
                <a:gd name="T41" fmla="*/ 709 h 768"/>
                <a:gd name="T42" fmla="*/ 817 w 869"/>
                <a:gd name="T43" fmla="*/ 741 h 768"/>
                <a:gd name="T44" fmla="*/ 803 w 869"/>
                <a:gd name="T45" fmla="*/ 768 h 768"/>
                <a:gd name="T46" fmla="*/ 0 w 869"/>
                <a:gd name="T47" fmla="*/ 283 h 768"/>
                <a:gd name="T48" fmla="*/ 466 w 869"/>
                <a:gd name="T49"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69" h="768">
                  <a:moveTo>
                    <a:pt x="466" y="0"/>
                  </a:moveTo>
                  <a:lnTo>
                    <a:pt x="495" y="15"/>
                  </a:lnTo>
                  <a:lnTo>
                    <a:pt x="527" y="33"/>
                  </a:lnTo>
                  <a:lnTo>
                    <a:pt x="561" y="53"/>
                  </a:lnTo>
                  <a:lnTo>
                    <a:pt x="596" y="77"/>
                  </a:lnTo>
                  <a:lnTo>
                    <a:pt x="632" y="103"/>
                  </a:lnTo>
                  <a:lnTo>
                    <a:pt x="668" y="131"/>
                  </a:lnTo>
                  <a:lnTo>
                    <a:pt x="702" y="163"/>
                  </a:lnTo>
                  <a:lnTo>
                    <a:pt x="736" y="198"/>
                  </a:lnTo>
                  <a:lnTo>
                    <a:pt x="767" y="237"/>
                  </a:lnTo>
                  <a:lnTo>
                    <a:pt x="797" y="278"/>
                  </a:lnTo>
                  <a:lnTo>
                    <a:pt x="823" y="323"/>
                  </a:lnTo>
                  <a:lnTo>
                    <a:pt x="844" y="370"/>
                  </a:lnTo>
                  <a:lnTo>
                    <a:pt x="858" y="418"/>
                  </a:lnTo>
                  <a:lnTo>
                    <a:pt x="866" y="464"/>
                  </a:lnTo>
                  <a:lnTo>
                    <a:pt x="869" y="510"/>
                  </a:lnTo>
                  <a:lnTo>
                    <a:pt x="867" y="554"/>
                  </a:lnTo>
                  <a:lnTo>
                    <a:pt x="862" y="596"/>
                  </a:lnTo>
                  <a:lnTo>
                    <a:pt x="854" y="636"/>
                  </a:lnTo>
                  <a:lnTo>
                    <a:pt x="843" y="674"/>
                  </a:lnTo>
                  <a:lnTo>
                    <a:pt x="830" y="709"/>
                  </a:lnTo>
                  <a:lnTo>
                    <a:pt x="817" y="741"/>
                  </a:lnTo>
                  <a:lnTo>
                    <a:pt x="803" y="768"/>
                  </a:lnTo>
                  <a:lnTo>
                    <a:pt x="0" y="283"/>
                  </a:lnTo>
                  <a:lnTo>
                    <a:pt x="466" y="0"/>
                  </a:lnTo>
                  <a:close/>
                </a:path>
              </a:pathLst>
            </a:custGeom>
            <a:solidFill>
              <a:srgbClr val="F89A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66" name="Freeform 13"/>
            <p:cNvSpPr>
              <a:spLocks noEditPoints="1"/>
            </p:cNvSpPr>
            <p:nvPr/>
          </p:nvSpPr>
          <p:spPr bwMode="auto">
            <a:xfrm>
              <a:off x="4783138" y="4826000"/>
              <a:ext cx="288925" cy="142875"/>
            </a:xfrm>
            <a:custGeom>
              <a:avLst/>
              <a:gdLst>
                <a:gd name="T0" fmla="*/ 637 w 1271"/>
                <a:gd name="T1" fmla="*/ 518 h 631"/>
                <a:gd name="T2" fmla="*/ 678 w 1271"/>
                <a:gd name="T3" fmla="*/ 531 h 631"/>
                <a:gd name="T4" fmla="*/ 706 w 1271"/>
                <a:gd name="T5" fmla="*/ 554 h 631"/>
                <a:gd name="T6" fmla="*/ 710 w 1271"/>
                <a:gd name="T7" fmla="*/ 584 h 631"/>
                <a:gd name="T8" fmla="*/ 691 w 1271"/>
                <a:gd name="T9" fmla="*/ 609 h 631"/>
                <a:gd name="T10" fmla="*/ 658 w 1271"/>
                <a:gd name="T11" fmla="*/ 626 h 631"/>
                <a:gd name="T12" fmla="*/ 617 w 1271"/>
                <a:gd name="T13" fmla="*/ 631 h 631"/>
                <a:gd name="T14" fmla="*/ 579 w 1271"/>
                <a:gd name="T15" fmla="*/ 626 h 631"/>
                <a:gd name="T16" fmla="*/ 541 w 1271"/>
                <a:gd name="T17" fmla="*/ 607 h 631"/>
                <a:gd name="T18" fmla="*/ 524 w 1271"/>
                <a:gd name="T19" fmla="*/ 580 h 631"/>
                <a:gd name="T20" fmla="*/ 532 w 1271"/>
                <a:gd name="T21" fmla="*/ 550 h 631"/>
                <a:gd name="T22" fmla="*/ 559 w 1271"/>
                <a:gd name="T23" fmla="*/ 530 h 631"/>
                <a:gd name="T24" fmla="*/ 597 w 1271"/>
                <a:gd name="T25" fmla="*/ 518 h 631"/>
                <a:gd name="T26" fmla="*/ 1191 w 1271"/>
                <a:gd name="T27" fmla="*/ 453 h 631"/>
                <a:gd name="T28" fmla="*/ 1224 w 1271"/>
                <a:gd name="T29" fmla="*/ 457 h 631"/>
                <a:gd name="T30" fmla="*/ 1256 w 1271"/>
                <a:gd name="T31" fmla="*/ 473 h 631"/>
                <a:gd name="T32" fmla="*/ 1271 w 1271"/>
                <a:gd name="T33" fmla="*/ 496 h 631"/>
                <a:gd name="T34" fmla="*/ 1263 w 1271"/>
                <a:gd name="T35" fmla="*/ 520 h 631"/>
                <a:gd name="T36" fmla="*/ 1234 w 1271"/>
                <a:gd name="T37" fmla="*/ 541 h 631"/>
                <a:gd name="T38" fmla="*/ 1191 w 1271"/>
                <a:gd name="T39" fmla="*/ 549 h 631"/>
                <a:gd name="T40" fmla="*/ 1159 w 1271"/>
                <a:gd name="T41" fmla="*/ 545 h 631"/>
                <a:gd name="T42" fmla="*/ 1127 w 1271"/>
                <a:gd name="T43" fmla="*/ 528 h 631"/>
                <a:gd name="T44" fmla="*/ 1112 w 1271"/>
                <a:gd name="T45" fmla="*/ 506 h 631"/>
                <a:gd name="T46" fmla="*/ 1120 w 1271"/>
                <a:gd name="T47" fmla="*/ 480 h 631"/>
                <a:gd name="T48" fmla="*/ 1142 w 1271"/>
                <a:gd name="T49" fmla="*/ 463 h 631"/>
                <a:gd name="T50" fmla="*/ 1173 w 1271"/>
                <a:gd name="T51" fmla="*/ 454 h 631"/>
                <a:gd name="T52" fmla="*/ 78 w 1271"/>
                <a:gd name="T53" fmla="*/ 394 h 631"/>
                <a:gd name="T54" fmla="*/ 112 w 1271"/>
                <a:gd name="T55" fmla="*/ 398 h 631"/>
                <a:gd name="T56" fmla="*/ 144 w 1271"/>
                <a:gd name="T57" fmla="*/ 414 h 631"/>
                <a:gd name="T58" fmla="*/ 157 w 1271"/>
                <a:gd name="T59" fmla="*/ 437 h 631"/>
                <a:gd name="T60" fmla="*/ 150 w 1271"/>
                <a:gd name="T61" fmla="*/ 462 h 631"/>
                <a:gd name="T62" fmla="*/ 120 w 1271"/>
                <a:gd name="T63" fmla="*/ 482 h 631"/>
                <a:gd name="T64" fmla="*/ 78 w 1271"/>
                <a:gd name="T65" fmla="*/ 490 h 631"/>
                <a:gd name="T66" fmla="*/ 45 w 1271"/>
                <a:gd name="T67" fmla="*/ 485 h 631"/>
                <a:gd name="T68" fmla="*/ 14 w 1271"/>
                <a:gd name="T69" fmla="*/ 470 h 631"/>
                <a:gd name="T70" fmla="*/ 0 w 1271"/>
                <a:gd name="T71" fmla="*/ 446 h 631"/>
                <a:gd name="T72" fmla="*/ 6 w 1271"/>
                <a:gd name="T73" fmla="*/ 422 h 631"/>
                <a:gd name="T74" fmla="*/ 29 w 1271"/>
                <a:gd name="T75" fmla="*/ 404 h 631"/>
                <a:gd name="T76" fmla="*/ 61 w 1271"/>
                <a:gd name="T77" fmla="*/ 395 h 631"/>
                <a:gd name="T78" fmla="*/ 929 w 1271"/>
                <a:gd name="T79" fmla="*/ 37 h 631"/>
                <a:gd name="T80" fmla="*/ 957 w 1271"/>
                <a:gd name="T81" fmla="*/ 41 h 631"/>
                <a:gd name="T82" fmla="*/ 989 w 1271"/>
                <a:gd name="T83" fmla="*/ 58 h 631"/>
                <a:gd name="T84" fmla="*/ 996 w 1271"/>
                <a:gd name="T85" fmla="*/ 82 h 631"/>
                <a:gd name="T86" fmla="*/ 980 w 1271"/>
                <a:gd name="T87" fmla="*/ 105 h 631"/>
                <a:gd name="T88" fmla="*/ 947 w 1271"/>
                <a:gd name="T89" fmla="*/ 118 h 631"/>
                <a:gd name="T90" fmla="*/ 915 w 1271"/>
                <a:gd name="T91" fmla="*/ 118 h 631"/>
                <a:gd name="T92" fmla="*/ 883 w 1271"/>
                <a:gd name="T93" fmla="*/ 108 h 631"/>
                <a:gd name="T94" fmla="*/ 863 w 1271"/>
                <a:gd name="T95" fmla="*/ 86 h 631"/>
                <a:gd name="T96" fmla="*/ 868 w 1271"/>
                <a:gd name="T97" fmla="*/ 61 h 631"/>
                <a:gd name="T98" fmla="*/ 894 w 1271"/>
                <a:gd name="T99" fmla="*/ 43 h 631"/>
                <a:gd name="T100" fmla="*/ 929 w 1271"/>
                <a:gd name="T101" fmla="*/ 37 h 631"/>
                <a:gd name="T102" fmla="*/ 701 w 1271"/>
                <a:gd name="T103" fmla="*/ 0 h 631"/>
                <a:gd name="T104" fmla="*/ 732 w 1271"/>
                <a:gd name="T105" fmla="*/ 10 h 631"/>
                <a:gd name="T106" fmla="*/ 751 w 1271"/>
                <a:gd name="T107" fmla="*/ 30 h 631"/>
                <a:gd name="T108" fmla="*/ 746 w 1271"/>
                <a:gd name="T109" fmla="*/ 55 h 631"/>
                <a:gd name="T110" fmla="*/ 721 w 1271"/>
                <a:gd name="T111" fmla="*/ 71 h 631"/>
                <a:gd name="T112" fmla="*/ 688 w 1271"/>
                <a:gd name="T113" fmla="*/ 78 h 631"/>
                <a:gd name="T114" fmla="*/ 660 w 1271"/>
                <a:gd name="T115" fmla="*/ 75 h 631"/>
                <a:gd name="T116" fmla="*/ 631 w 1271"/>
                <a:gd name="T117" fmla="*/ 58 h 631"/>
                <a:gd name="T118" fmla="*/ 623 w 1271"/>
                <a:gd name="T119" fmla="*/ 34 h 631"/>
                <a:gd name="T120" fmla="*/ 639 w 1271"/>
                <a:gd name="T121" fmla="*/ 12 h 631"/>
                <a:gd name="T122" fmla="*/ 670 w 1271"/>
                <a:gd name="T123" fmla="*/ 1 h 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71" h="631">
                  <a:moveTo>
                    <a:pt x="618" y="517"/>
                  </a:moveTo>
                  <a:lnTo>
                    <a:pt x="637" y="518"/>
                  </a:lnTo>
                  <a:lnTo>
                    <a:pt x="657" y="522"/>
                  </a:lnTo>
                  <a:lnTo>
                    <a:pt x="678" y="531"/>
                  </a:lnTo>
                  <a:lnTo>
                    <a:pt x="694" y="541"/>
                  </a:lnTo>
                  <a:lnTo>
                    <a:pt x="706" y="554"/>
                  </a:lnTo>
                  <a:lnTo>
                    <a:pt x="711" y="569"/>
                  </a:lnTo>
                  <a:lnTo>
                    <a:pt x="710" y="584"/>
                  </a:lnTo>
                  <a:lnTo>
                    <a:pt x="702" y="599"/>
                  </a:lnTo>
                  <a:lnTo>
                    <a:pt x="691" y="609"/>
                  </a:lnTo>
                  <a:lnTo>
                    <a:pt x="676" y="619"/>
                  </a:lnTo>
                  <a:lnTo>
                    <a:pt x="658" y="626"/>
                  </a:lnTo>
                  <a:lnTo>
                    <a:pt x="638" y="630"/>
                  </a:lnTo>
                  <a:lnTo>
                    <a:pt x="617" y="631"/>
                  </a:lnTo>
                  <a:lnTo>
                    <a:pt x="598" y="630"/>
                  </a:lnTo>
                  <a:lnTo>
                    <a:pt x="579" y="626"/>
                  </a:lnTo>
                  <a:lnTo>
                    <a:pt x="557" y="618"/>
                  </a:lnTo>
                  <a:lnTo>
                    <a:pt x="541" y="607"/>
                  </a:lnTo>
                  <a:lnTo>
                    <a:pt x="529" y="594"/>
                  </a:lnTo>
                  <a:lnTo>
                    <a:pt x="524" y="580"/>
                  </a:lnTo>
                  <a:lnTo>
                    <a:pt x="525" y="565"/>
                  </a:lnTo>
                  <a:lnTo>
                    <a:pt x="532" y="550"/>
                  </a:lnTo>
                  <a:lnTo>
                    <a:pt x="544" y="539"/>
                  </a:lnTo>
                  <a:lnTo>
                    <a:pt x="559" y="530"/>
                  </a:lnTo>
                  <a:lnTo>
                    <a:pt x="577" y="522"/>
                  </a:lnTo>
                  <a:lnTo>
                    <a:pt x="597" y="518"/>
                  </a:lnTo>
                  <a:lnTo>
                    <a:pt x="618" y="517"/>
                  </a:lnTo>
                  <a:close/>
                  <a:moveTo>
                    <a:pt x="1191" y="453"/>
                  </a:moveTo>
                  <a:lnTo>
                    <a:pt x="1208" y="454"/>
                  </a:lnTo>
                  <a:lnTo>
                    <a:pt x="1224" y="457"/>
                  </a:lnTo>
                  <a:lnTo>
                    <a:pt x="1242" y="463"/>
                  </a:lnTo>
                  <a:lnTo>
                    <a:pt x="1256" y="473"/>
                  </a:lnTo>
                  <a:lnTo>
                    <a:pt x="1265" y="483"/>
                  </a:lnTo>
                  <a:lnTo>
                    <a:pt x="1271" y="496"/>
                  </a:lnTo>
                  <a:lnTo>
                    <a:pt x="1270" y="509"/>
                  </a:lnTo>
                  <a:lnTo>
                    <a:pt x="1263" y="520"/>
                  </a:lnTo>
                  <a:lnTo>
                    <a:pt x="1251" y="533"/>
                  </a:lnTo>
                  <a:lnTo>
                    <a:pt x="1234" y="541"/>
                  </a:lnTo>
                  <a:lnTo>
                    <a:pt x="1214" y="547"/>
                  </a:lnTo>
                  <a:lnTo>
                    <a:pt x="1191" y="549"/>
                  </a:lnTo>
                  <a:lnTo>
                    <a:pt x="1175" y="548"/>
                  </a:lnTo>
                  <a:lnTo>
                    <a:pt x="1159" y="545"/>
                  </a:lnTo>
                  <a:lnTo>
                    <a:pt x="1141" y="537"/>
                  </a:lnTo>
                  <a:lnTo>
                    <a:pt x="1127" y="528"/>
                  </a:lnTo>
                  <a:lnTo>
                    <a:pt x="1117" y="517"/>
                  </a:lnTo>
                  <a:lnTo>
                    <a:pt x="1112" y="506"/>
                  </a:lnTo>
                  <a:lnTo>
                    <a:pt x="1113" y="493"/>
                  </a:lnTo>
                  <a:lnTo>
                    <a:pt x="1120" y="480"/>
                  </a:lnTo>
                  <a:lnTo>
                    <a:pt x="1129" y="471"/>
                  </a:lnTo>
                  <a:lnTo>
                    <a:pt x="1142" y="463"/>
                  </a:lnTo>
                  <a:lnTo>
                    <a:pt x="1157" y="457"/>
                  </a:lnTo>
                  <a:lnTo>
                    <a:pt x="1173" y="454"/>
                  </a:lnTo>
                  <a:lnTo>
                    <a:pt x="1191" y="453"/>
                  </a:lnTo>
                  <a:close/>
                  <a:moveTo>
                    <a:pt x="78" y="394"/>
                  </a:moveTo>
                  <a:lnTo>
                    <a:pt x="95" y="395"/>
                  </a:lnTo>
                  <a:lnTo>
                    <a:pt x="112" y="398"/>
                  </a:lnTo>
                  <a:lnTo>
                    <a:pt x="130" y="405"/>
                  </a:lnTo>
                  <a:lnTo>
                    <a:pt x="144" y="414"/>
                  </a:lnTo>
                  <a:lnTo>
                    <a:pt x="153" y="425"/>
                  </a:lnTo>
                  <a:lnTo>
                    <a:pt x="157" y="437"/>
                  </a:lnTo>
                  <a:lnTo>
                    <a:pt x="156" y="450"/>
                  </a:lnTo>
                  <a:lnTo>
                    <a:pt x="150" y="462"/>
                  </a:lnTo>
                  <a:lnTo>
                    <a:pt x="137" y="474"/>
                  </a:lnTo>
                  <a:lnTo>
                    <a:pt x="120" y="482"/>
                  </a:lnTo>
                  <a:lnTo>
                    <a:pt x="100" y="488"/>
                  </a:lnTo>
                  <a:lnTo>
                    <a:pt x="78" y="490"/>
                  </a:lnTo>
                  <a:lnTo>
                    <a:pt x="62" y="489"/>
                  </a:lnTo>
                  <a:lnTo>
                    <a:pt x="45" y="485"/>
                  </a:lnTo>
                  <a:lnTo>
                    <a:pt x="27" y="478"/>
                  </a:lnTo>
                  <a:lnTo>
                    <a:pt x="14" y="470"/>
                  </a:lnTo>
                  <a:lnTo>
                    <a:pt x="4" y="458"/>
                  </a:lnTo>
                  <a:lnTo>
                    <a:pt x="0" y="446"/>
                  </a:lnTo>
                  <a:lnTo>
                    <a:pt x="0" y="434"/>
                  </a:lnTo>
                  <a:lnTo>
                    <a:pt x="6" y="422"/>
                  </a:lnTo>
                  <a:lnTo>
                    <a:pt x="17" y="412"/>
                  </a:lnTo>
                  <a:lnTo>
                    <a:pt x="29" y="404"/>
                  </a:lnTo>
                  <a:lnTo>
                    <a:pt x="44" y="399"/>
                  </a:lnTo>
                  <a:lnTo>
                    <a:pt x="61" y="395"/>
                  </a:lnTo>
                  <a:lnTo>
                    <a:pt x="78" y="394"/>
                  </a:lnTo>
                  <a:close/>
                  <a:moveTo>
                    <a:pt x="929" y="37"/>
                  </a:moveTo>
                  <a:lnTo>
                    <a:pt x="943" y="38"/>
                  </a:lnTo>
                  <a:lnTo>
                    <a:pt x="957" y="41"/>
                  </a:lnTo>
                  <a:lnTo>
                    <a:pt x="975" y="48"/>
                  </a:lnTo>
                  <a:lnTo>
                    <a:pt x="989" y="58"/>
                  </a:lnTo>
                  <a:lnTo>
                    <a:pt x="995" y="69"/>
                  </a:lnTo>
                  <a:lnTo>
                    <a:pt x="996" y="82"/>
                  </a:lnTo>
                  <a:lnTo>
                    <a:pt x="991" y="95"/>
                  </a:lnTo>
                  <a:lnTo>
                    <a:pt x="980" y="105"/>
                  </a:lnTo>
                  <a:lnTo>
                    <a:pt x="965" y="113"/>
                  </a:lnTo>
                  <a:lnTo>
                    <a:pt x="947" y="118"/>
                  </a:lnTo>
                  <a:lnTo>
                    <a:pt x="929" y="119"/>
                  </a:lnTo>
                  <a:lnTo>
                    <a:pt x="915" y="118"/>
                  </a:lnTo>
                  <a:lnTo>
                    <a:pt x="901" y="116"/>
                  </a:lnTo>
                  <a:lnTo>
                    <a:pt x="883" y="108"/>
                  </a:lnTo>
                  <a:lnTo>
                    <a:pt x="870" y="98"/>
                  </a:lnTo>
                  <a:lnTo>
                    <a:pt x="863" y="86"/>
                  </a:lnTo>
                  <a:lnTo>
                    <a:pt x="862" y="74"/>
                  </a:lnTo>
                  <a:lnTo>
                    <a:pt x="868" y="61"/>
                  </a:lnTo>
                  <a:lnTo>
                    <a:pt x="879" y="50"/>
                  </a:lnTo>
                  <a:lnTo>
                    <a:pt x="894" y="43"/>
                  </a:lnTo>
                  <a:lnTo>
                    <a:pt x="910" y="39"/>
                  </a:lnTo>
                  <a:lnTo>
                    <a:pt x="929" y="37"/>
                  </a:lnTo>
                  <a:close/>
                  <a:moveTo>
                    <a:pt x="688" y="0"/>
                  </a:moveTo>
                  <a:lnTo>
                    <a:pt x="701" y="0"/>
                  </a:lnTo>
                  <a:lnTo>
                    <a:pt x="714" y="3"/>
                  </a:lnTo>
                  <a:lnTo>
                    <a:pt x="732" y="10"/>
                  </a:lnTo>
                  <a:lnTo>
                    <a:pt x="744" y="20"/>
                  </a:lnTo>
                  <a:lnTo>
                    <a:pt x="751" y="30"/>
                  </a:lnTo>
                  <a:lnTo>
                    <a:pt x="752" y="43"/>
                  </a:lnTo>
                  <a:lnTo>
                    <a:pt x="746" y="55"/>
                  </a:lnTo>
                  <a:lnTo>
                    <a:pt x="736" y="65"/>
                  </a:lnTo>
                  <a:lnTo>
                    <a:pt x="721" y="71"/>
                  </a:lnTo>
                  <a:lnTo>
                    <a:pt x="706" y="77"/>
                  </a:lnTo>
                  <a:lnTo>
                    <a:pt x="688" y="78"/>
                  </a:lnTo>
                  <a:lnTo>
                    <a:pt x="674" y="77"/>
                  </a:lnTo>
                  <a:lnTo>
                    <a:pt x="660" y="75"/>
                  </a:lnTo>
                  <a:lnTo>
                    <a:pt x="643" y="67"/>
                  </a:lnTo>
                  <a:lnTo>
                    <a:pt x="631" y="58"/>
                  </a:lnTo>
                  <a:lnTo>
                    <a:pt x="624" y="46"/>
                  </a:lnTo>
                  <a:lnTo>
                    <a:pt x="623" y="34"/>
                  </a:lnTo>
                  <a:lnTo>
                    <a:pt x="628" y="22"/>
                  </a:lnTo>
                  <a:lnTo>
                    <a:pt x="639" y="12"/>
                  </a:lnTo>
                  <a:lnTo>
                    <a:pt x="653" y="5"/>
                  </a:lnTo>
                  <a:lnTo>
                    <a:pt x="670" y="1"/>
                  </a:lnTo>
                  <a:lnTo>
                    <a:pt x="688" y="0"/>
                  </a:lnTo>
                  <a:close/>
                </a:path>
              </a:pathLst>
            </a:custGeom>
            <a:solidFill>
              <a:srgbClr val="007B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68" name="Freeform 14"/>
            <p:cNvSpPr>
              <a:spLocks/>
            </p:cNvSpPr>
            <p:nvPr/>
          </p:nvSpPr>
          <p:spPr bwMode="auto">
            <a:xfrm>
              <a:off x="4778376" y="4792663"/>
              <a:ext cx="365125" cy="231775"/>
            </a:xfrm>
            <a:custGeom>
              <a:avLst/>
              <a:gdLst>
                <a:gd name="T0" fmla="*/ 455 w 1614"/>
                <a:gd name="T1" fmla="*/ 35 h 1021"/>
                <a:gd name="T2" fmla="*/ 491 w 1614"/>
                <a:gd name="T3" fmla="*/ 110 h 1021"/>
                <a:gd name="T4" fmla="*/ 505 w 1614"/>
                <a:gd name="T5" fmla="*/ 189 h 1021"/>
                <a:gd name="T6" fmla="*/ 491 w 1614"/>
                <a:gd name="T7" fmla="*/ 269 h 1021"/>
                <a:gd name="T8" fmla="*/ 454 w 1614"/>
                <a:gd name="T9" fmla="*/ 345 h 1021"/>
                <a:gd name="T10" fmla="*/ 395 w 1614"/>
                <a:gd name="T11" fmla="*/ 413 h 1021"/>
                <a:gd name="T12" fmla="*/ 381 w 1614"/>
                <a:gd name="T13" fmla="*/ 473 h 1021"/>
                <a:gd name="T14" fmla="*/ 480 w 1614"/>
                <a:gd name="T15" fmla="*/ 482 h 1021"/>
                <a:gd name="T16" fmla="*/ 644 w 1614"/>
                <a:gd name="T17" fmla="*/ 450 h 1021"/>
                <a:gd name="T18" fmla="*/ 819 w 1614"/>
                <a:gd name="T19" fmla="*/ 434 h 1021"/>
                <a:gd name="T20" fmla="*/ 1007 w 1614"/>
                <a:gd name="T21" fmla="*/ 434 h 1021"/>
                <a:gd name="T22" fmla="*/ 1196 w 1614"/>
                <a:gd name="T23" fmla="*/ 453 h 1021"/>
                <a:gd name="T24" fmla="*/ 1375 w 1614"/>
                <a:gd name="T25" fmla="*/ 491 h 1021"/>
                <a:gd name="T26" fmla="*/ 1538 w 1614"/>
                <a:gd name="T27" fmla="*/ 544 h 1021"/>
                <a:gd name="T28" fmla="*/ 1551 w 1614"/>
                <a:gd name="T29" fmla="*/ 615 h 1021"/>
                <a:gd name="T30" fmla="*/ 1414 w 1614"/>
                <a:gd name="T31" fmla="*/ 562 h 1021"/>
                <a:gd name="T32" fmla="*/ 1264 w 1614"/>
                <a:gd name="T33" fmla="*/ 522 h 1021"/>
                <a:gd name="T34" fmla="*/ 1102 w 1614"/>
                <a:gd name="T35" fmla="*/ 495 h 1021"/>
                <a:gd name="T36" fmla="*/ 933 w 1614"/>
                <a:gd name="T37" fmla="*/ 485 h 1021"/>
                <a:gd name="T38" fmla="*/ 909 w 1614"/>
                <a:gd name="T39" fmla="*/ 563 h 1021"/>
                <a:gd name="T40" fmla="*/ 901 w 1614"/>
                <a:gd name="T41" fmla="*/ 644 h 1021"/>
                <a:gd name="T42" fmla="*/ 914 w 1614"/>
                <a:gd name="T43" fmla="*/ 748 h 1021"/>
                <a:gd name="T44" fmla="*/ 953 w 1614"/>
                <a:gd name="T45" fmla="*/ 846 h 1021"/>
                <a:gd name="T46" fmla="*/ 1017 w 1614"/>
                <a:gd name="T47" fmla="*/ 938 h 1021"/>
                <a:gd name="T48" fmla="*/ 916 w 1614"/>
                <a:gd name="T49" fmla="*/ 935 h 1021"/>
                <a:gd name="T50" fmla="*/ 860 w 1614"/>
                <a:gd name="T51" fmla="*/ 843 h 1021"/>
                <a:gd name="T52" fmla="*/ 826 w 1614"/>
                <a:gd name="T53" fmla="*/ 746 h 1021"/>
                <a:gd name="T54" fmla="*/ 813 w 1614"/>
                <a:gd name="T55" fmla="*/ 644 h 1021"/>
                <a:gd name="T56" fmla="*/ 827 w 1614"/>
                <a:gd name="T57" fmla="*/ 538 h 1021"/>
                <a:gd name="T58" fmla="*/ 756 w 1614"/>
                <a:gd name="T59" fmla="*/ 491 h 1021"/>
                <a:gd name="T60" fmla="*/ 588 w 1614"/>
                <a:gd name="T61" fmla="*/ 514 h 1021"/>
                <a:gd name="T62" fmla="*/ 432 w 1614"/>
                <a:gd name="T63" fmla="*/ 553 h 1021"/>
                <a:gd name="T64" fmla="*/ 473 w 1614"/>
                <a:gd name="T65" fmla="*/ 658 h 1021"/>
                <a:gd name="T66" fmla="*/ 487 w 1614"/>
                <a:gd name="T67" fmla="*/ 768 h 1021"/>
                <a:gd name="T68" fmla="*/ 474 w 1614"/>
                <a:gd name="T69" fmla="*/ 873 h 1021"/>
                <a:gd name="T70" fmla="*/ 437 w 1614"/>
                <a:gd name="T71" fmla="*/ 973 h 1021"/>
                <a:gd name="T72" fmla="*/ 341 w 1614"/>
                <a:gd name="T73" fmla="*/ 979 h 1021"/>
                <a:gd name="T74" fmla="*/ 378 w 1614"/>
                <a:gd name="T75" fmla="*/ 898 h 1021"/>
                <a:gd name="T76" fmla="*/ 397 w 1614"/>
                <a:gd name="T77" fmla="*/ 812 h 1021"/>
                <a:gd name="T78" fmla="*/ 396 w 1614"/>
                <a:gd name="T79" fmla="*/ 717 h 1021"/>
                <a:gd name="T80" fmla="*/ 371 w 1614"/>
                <a:gd name="T81" fmla="*/ 619 h 1021"/>
                <a:gd name="T82" fmla="*/ 323 w 1614"/>
                <a:gd name="T83" fmla="*/ 526 h 1021"/>
                <a:gd name="T84" fmla="*/ 253 w 1614"/>
                <a:gd name="T85" fmla="*/ 439 h 1021"/>
                <a:gd name="T86" fmla="*/ 164 w 1614"/>
                <a:gd name="T87" fmla="*/ 361 h 1021"/>
                <a:gd name="T88" fmla="*/ 59 w 1614"/>
                <a:gd name="T89" fmla="*/ 292 h 1021"/>
                <a:gd name="T90" fmla="*/ 62 w 1614"/>
                <a:gd name="T91" fmla="*/ 222 h 1021"/>
                <a:gd name="T92" fmla="*/ 172 w 1614"/>
                <a:gd name="T93" fmla="*/ 285 h 1021"/>
                <a:gd name="T94" fmla="*/ 269 w 1614"/>
                <a:gd name="T95" fmla="*/ 356 h 1021"/>
                <a:gd name="T96" fmla="*/ 342 w 1614"/>
                <a:gd name="T97" fmla="*/ 364 h 1021"/>
                <a:gd name="T98" fmla="*/ 389 w 1614"/>
                <a:gd name="T99" fmla="*/ 299 h 1021"/>
                <a:gd name="T100" fmla="*/ 414 w 1614"/>
                <a:gd name="T101" fmla="*/ 227 h 1021"/>
                <a:gd name="T102" fmla="*/ 415 w 1614"/>
                <a:gd name="T103" fmla="*/ 157 h 1021"/>
                <a:gd name="T104" fmla="*/ 397 w 1614"/>
                <a:gd name="T105" fmla="*/ 96 h 1021"/>
                <a:gd name="T106" fmla="*/ 363 w 1614"/>
                <a:gd name="T107" fmla="*/ 40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14" h="1021">
                  <a:moveTo>
                    <a:pt x="428" y="0"/>
                  </a:moveTo>
                  <a:lnTo>
                    <a:pt x="455" y="35"/>
                  </a:lnTo>
                  <a:lnTo>
                    <a:pt x="476" y="72"/>
                  </a:lnTo>
                  <a:lnTo>
                    <a:pt x="491" y="110"/>
                  </a:lnTo>
                  <a:lnTo>
                    <a:pt x="501" y="149"/>
                  </a:lnTo>
                  <a:lnTo>
                    <a:pt x="505" y="189"/>
                  </a:lnTo>
                  <a:lnTo>
                    <a:pt x="501" y="230"/>
                  </a:lnTo>
                  <a:lnTo>
                    <a:pt x="491" y="269"/>
                  </a:lnTo>
                  <a:lnTo>
                    <a:pt x="475" y="308"/>
                  </a:lnTo>
                  <a:lnTo>
                    <a:pt x="454" y="345"/>
                  </a:lnTo>
                  <a:lnTo>
                    <a:pt x="426" y="380"/>
                  </a:lnTo>
                  <a:lnTo>
                    <a:pt x="395" y="413"/>
                  </a:lnTo>
                  <a:lnTo>
                    <a:pt x="358" y="445"/>
                  </a:lnTo>
                  <a:lnTo>
                    <a:pt x="381" y="473"/>
                  </a:lnTo>
                  <a:lnTo>
                    <a:pt x="402" y="503"/>
                  </a:lnTo>
                  <a:lnTo>
                    <a:pt x="480" y="482"/>
                  </a:lnTo>
                  <a:lnTo>
                    <a:pt x="562" y="464"/>
                  </a:lnTo>
                  <a:lnTo>
                    <a:pt x="644" y="450"/>
                  </a:lnTo>
                  <a:lnTo>
                    <a:pt x="731" y="439"/>
                  </a:lnTo>
                  <a:lnTo>
                    <a:pt x="819" y="434"/>
                  </a:lnTo>
                  <a:lnTo>
                    <a:pt x="909" y="432"/>
                  </a:lnTo>
                  <a:lnTo>
                    <a:pt x="1007" y="434"/>
                  </a:lnTo>
                  <a:lnTo>
                    <a:pt x="1103" y="442"/>
                  </a:lnTo>
                  <a:lnTo>
                    <a:pt x="1196" y="453"/>
                  </a:lnTo>
                  <a:lnTo>
                    <a:pt x="1287" y="470"/>
                  </a:lnTo>
                  <a:lnTo>
                    <a:pt x="1375" y="491"/>
                  </a:lnTo>
                  <a:lnTo>
                    <a:pt x="1458" y="515"/>
                  </a:lnTo>
                  <a:lnTo>
                    <a:pt x="1538" y="544"/>
                  </a:lnTo>
                  <a:lnTo>
                    <a:pt x="1614" y="577"/>
                  </a:lnTo>
                  <a:lnTo>
                    <a:pt x="1551" y="615"/>
                  </a:lnTo>
                  <a:lnTo>
                    <a:pt x="1484" y="586"/>
                  </a:lnTo>
                  <a:lnTo>
                    <a:pt x="1414" y="562"/>
                  </a:lnTo>
                  <a:lnTo>
                    <a:pt x="1340" y="540"/>
                  </a:lnTo>
                  <a:lnTo>
                    <a:pt x="1264" y="522"/>
                  </a:lnTo>
                  <a:lnTo>
                    <a:pt x="1185" y="507"/>
                  </a:lnTo>
                  <a:lnTo>
                    <a:pt x="1102" y="495"/>
                  </a:lnTo>
                  <a:lnTo>
                    <a:pt x="1019" y="488"/>
                  </a:lnTo>
                  <a:lnTo>
                    <a:pt x="933" y="485"/>
                  </a:lnTo>
                  <a:lnTo>
                    <a:pt x="919" y="524"/>
                  </a:lnTo>
                  <a:lnTo>
                    <a:pt x="909" y="563"/>
                  </a:lnTo>
                  <a:lnTo>
                    <a:pt x="903" y="603"/>
                  </a:lnTo>
                  <a:lnTo>
                    <a:pt x="901" y="644"/>
                  </a:lnTo>
                  <a:lnTo>
                    <a:pt x="904" y="697"/>
                  </a:lnTo>
                  <a:lnTo>
                    <a:pt x="914" y="748"/>
                  </a:lnTo>
                  <a:lnTo>
                    <a:pt x="931" y="798"/>
                  </a:lnTo>
                  <a:lnTo>
                    <a:pt x="953" y="846"/>
                  </a:lnTo>
                  <a:lnTo>
                    <a:pt x="982" y="894"/>
                  </a:lnTo>
                  <a:lnTo>
                    <a:pt x="1017" y="938"/>
                  </a:lnTo>
                  <a:lnTo>
                    <a:pt x="951" y="978"/>
                  </a:lnTo>
                  <a:lnTo>
                    <a:pt x="916" y="935"/>
                  </a:lnTo>
                  <a:lnTo>
                    <a:pt x="886" y="889"/>
                  </a:lnTo>
                  <a:lnTo>
                    <a:pt x="860" y="843"/>
                  </a:lnTo>
                  <a:lnTo>
                    <a:pt x="840" y="794"/>
                  </a:lnTo>
                  <a:lnTo>
                    <a:pt x="826" y="746"/>
                  </a:lnTo>
                  <a:lnTo>
                    <a:pt x="816" y="695"/>
                  </a:lnTo>
                  <a:lnTo>
                    <a:pt x="813" y="644"/>
                  </a:lnTo>
                  <a:lnTo>
                    <a:pt x="816" y="590"/>
                  </a:lnTo>
                  <a:lnTo>
                    <a:pt x="827" y="538"/>
                  </a:lnTo>
                  <a:lnTo>
                    <a:pt x="843" y="486"/>
                  </a:lnTo>
                  <a:lnTo>
                    <a:pt x="756" y="491"/>
                  </a:lnTo>
                  <a:lnTo>
                    <a:pt x="670" y="501"/>
                  </a:lnTo>
                  <a:lnTo>
                    <a:pt x="588" y="514"/>
                  </a:lnTo>
                  <a:lnTo>
                    <a:pt x="509" y="532"/>
                  </a:lnTo>
                  <a:lnTo>
                    <a:pt x="432" y="553"/>
                  </a:lnTo>
                  <a:lnTo>
                    <a:pt x="456" y="605"/>
                  </a:lnTo>
                  <a:lnTo>
                    <a:pt x="473" y="658"/>
                  </a:lnTo>
                  <a:lnTo>
                    <a:pt x="483" y="713"/>
                  </a:lnTo>
                  <a:lnTo>
                    <a:pt x="487" y="768"/>
                  </a:lnTo>
                  <a:lnTo>
                    <a:pt x="483" y="821"/>
                  </a:lnTo>
                  <a:lnTo>
                    <a:pt x="474" y="873"/>
                  </a:lnTo>
                  <a:lnTo>
                    <a:pt x="458" y="923"/>
                  </a:lnTo>
                  <a:lnTo>
                    <a:pt x="437" y="973"/>
                  </a:lnTo>
                  <a:lnTo>
                    <a:pt x="409" y="1021"/>
                  </a:lnTo>
                  <a:lnTo>
                    <a:pt x="341" y="979"/>
                  </a:lnTo>
                  <a:lnTo>
                    <a:pt x="362" y="939"/>
                  </a:lnTo>
                  <a:lnTo>
                    <a:pt x="378" y="898"/>
                  </a:lnTo>
                  <a:lnTo>
                    <a:pt x="389" y="856"/>
                  </a:lnTo>
                  <a:lnTo>
                    <a:pt x="397" y="812"/>
                  </a:lnTo>
                  <a:lnTo>
                    <a:pt x="399" y="768"/>
                  </a:lnTo>
                  <a:lnTo>
                    <a:pt x="396" y="717"/>
                  </a:lnTo>
                  <a:lnTo>
                    <a:pt x="386" y="668"/>
                  </a:lnTo>
                  <a:lnTo>
                    <a:pt x="371" y="619"/>
                  </a:lnTo>
                  <a:lnTo>
                    <a:pt x="350" y="571"/>
                  </a:lnTo>
                  <a:lnTo>
                    <a:pt x="323" y="526"/>
                  </a:lnTo>
                  <a:lnTo>
                    <a:pt x="291" y="482"/>
                  </a:lnTo>
                  <a:lnTo>
                    <a:pt x="253" y="439"/>
                  </a:lnTo>
                  <a:lnTo>
                    <a:pt x="212" y="399"/>
                  </a:lnTo>
                  <a:lnTo>
                    <a:pt x="164" y="361"/>
                  </a:lnTo>
                  <a:lnTo>
                    <a:pt x="114" y="325"/>
                  </a:lnTo>
                  <a:lnTo>
                    <a:pt x="59" y="292"/>
                  </a:lnTo>
                  <a:lnTo>
                    <a:pt x="0" y="260"/>
                  </a:lnTo>
                  <a:lnTo>
                    <a:pt x="62" y="222"/>
                  </a:lnTo>
                  <a:lnTo>
                    <a:pt x="118" y="252"/>
                  </a:lnTo>
                  <a:lnTo>
                    <a:pt x="172" y="285"/>
                  </a:lnTo>
                  <a:lnTo>
                    <a:pt x="222" y="320"/>
                  </a:lnTo>
                  <a:lnTo>
                    <a:pt x="269" y="356"/>
                  </a:lnTo>
                  <a:lnTo>
                    <a:pt x="311" y="395"/>
                  </a:lnTo>
                  <a:lnTo>
                    <a:pt x="342" y="364"/>
                  </a:lnTo>
                  <a:lnTo>
                    <a:pt x="368" y="333"/>
                  </a:lnTo>
                  <a:lnTo>
                    <a:pt x="389" y="299"/>
                  </a:lnTo>
                  <a:lnTo>
                    <a:pt x="404" y="263"/>
                  </a:lnTo>
                  <a:lnTo>
                    <a:pt x="414" y="227"/>
                  </a:lnTo>
                  <a:lnTo>
                    <a:pt x="417" y="189"/>
                  </a:lnTo>
                  <a:lnTo>
                    <a:pt x="415" y="157"/>
                  </a:lnTo>
                  <a:lnTo>
                    <a:pt x="407" y="127"/>
                  </a:lnTo>
                  <a:lnTo>
                    <a:pt x="397" y="96"/>
                  </a:lnTo>
                  <a:lnTo>
                    <a:pt x="382" y="68"/>
                  </a:lnTo>
                  <a:lnTo>
                    <a:pt x="363" y="40"/>
                  </a:lnTo>
                  <a:lnTo>
                    <a:pt x="42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4" name="Group 3"/>
          <p:cNvGrpSpPr>
            <a:grpSpLocks noChangeAspect="1"/>
          </p:cNvGrpSpPr>
          <p:nvPr/>
        </p:nvGrpSpPr>
        <p:grpSpPr>
          <a:xfrm>
            <a:off x="3792901" y="3334408"/>
            <a:ext cx="587375" cy="395288"/>
            <a:chOff x="4073525" y="4800963"/>
            <a:chExt cx="587375" cy="395288"/>
          </a:xfrm>
        </p:grpSpPr>
        <p:sp useBgFill="1">
          <p:nvSpPr>
            <p:cNvPr id="966" name="Freeform 6"/>
            <p:cNvSpPr>
              <a:spLocks/>
            </p:cNvSpPr>
            <p:nvPr/>
          </p:nvSpPr>
          <p:spPr bwMode="auto">
            <a:xfrm>
              <a:off x="4073525" y="4800963"/>
              <a:ext cx="587375" cy="395288"/>
            </a:xfrm>
            <a:custGeom>
              <a:avLst/>
              <a:gdLst>
                <a:gd name="T0" fmla="*/ 1293 w 2586"/>
                <a:gd name="T1" fmla="*/ 0 h 1743"/>
                <a:gd name="T2" fmla="*/ 1324 w 2586"/>
                <a:gd name="T3" fmla="*/ 2 h 1743"/>
                <a:gd name="T4" fmla="*/ 1353 w 2586"/>
                <a:gd name="T5" fmla="*/ 7 h 1743"/>
                <a:gd name="T6" fmla="*/ 1382 w 2586"/>
                <a:gd name="T7" fmla="*/ 18 h 1743"/>
                <a:gd name="T8" fmla="*/ 1409 w 2586"/>
                <a:gd name="T9" fmla="*/ 32 h 1743"/>
                <a:gd name="T10" fmla="*/ 2478 w 2586"/>
                <a:gd name="T11" fmla="*/ 678 h 1743"/>
                <a:gd name="T12" fmla="*/ 2505 w 2586"/>
                <a:gd name="T13" fmla="*/ 698 h 1743"/>
                <a:gd name="T14" fmla="*/ 2529 w 2586"/>
                <a:gd name="T15" fmla="*/ 720 h 1743"/>
                <a:gd name="T16" fmla="*/ 2549 w 2586"/>
                <a:gd name="T17" fmla="*/ 747 h 1743"/>
                <a:gd name="T18" fmla="*/ 2565 w 2586"/>
                <a:gd name="T19" fmla="*/ 775 h 1743"/>
                <a:gd name="T20" fmla="*/ 2576 w 2586"/>
                <a:gd name="T21" fmla="*/ 806 h 1743"/>
                <a:gd name="T22" fmla="*/ 2584 w 2586"/>
                <a:gd name="T23" fmla="*/ 838 h 1743"/>
                <a:gd name="T24" fmla="*/ 2586 w 2586"/>
                <a:gd name="T25" fmla="*/ 872 h 1743"/>
                <a:gd name="T26" fmla="*/ 2584 w 2586"/>
                <a:gd name="T27" fmla="*/ 904 h 1743"/>
                <a:gd name="T28" fmla="*/ 2576 w 2586"/>
                <a:gd name="T29" fmla="*/ 936 h 1743"/>
                <a:gd name="T30" fmla="*/ 2565 w 2586"/>
                <a:gd name="T31" fmla="*/ 967 h 1743"/>
                <a:gd name="T32" fmla="*/ 2549 w 2586"/>
                <a:gd name="T33" fmla="*/ 995 h 1743"/>
                <a:gd name="T34" fmla="*/ 2529 w 2586"/>
                <a:gd name="T35" fmla="*/ 1022 h 1743"/>
                <a:gd name="T36" fmla="*/ 2505 w 2586"/>
                <a:gd name="T37" fmla="*/ 1044 h 1743"/>
                <a:gd name="T38" fmla="*/ 2478 w 2586"/>
                <a:gd name="T39" fmla="*/ 1064 h 1743"/>
                <a:gd name="T40" fmla="*/ 1410 w 2586"/>
                <a:gd name="T41" fmla="*/ 1710 h 1743"/>
                <a:gd name="T42" fmla="*/ 1383 w 2586"/>
                <a:gd name="T43" fmla="*/ 1725 h 1743"/>
                <a:gd name="T44" fmla="*/ 1354 w 2586"/>
                <a:gd name="T45" fmla="*/ 1735 h 1743"/>
                <a:gd name="T46" fmla="*/ 1324 w 2586"/>
                <a:gd name="T47" fmla="*/ 1741 h 1743"/>
                <a:gd name="T48" fmla="*/ 1293 w 2586"/>
                <a:gd name="T49" fmla="*/ 1743 h 1743"/>
                <a:gd name="T50" fmla="*/ 1263 w 2586"/>
                <a:gd name="T51" fmla="*/ 1741 h 1743"/>
                <a:gd name="T52" fmla="*/ 1234 w 2586"/>
                <a:gd name="T53" fmla="*/ 1736 h 1743"/>
                <a:gd name="T54" fmla="*/ 1205 w 2586"/>
                <a:gd name="T55" fmla="*/ 1725 h 1743"/>
                <a:gd name="T56" fmla="*/ 1179 w 2586"/>
                <a:gd name="T57" fmla="*/ 1711 h 1743"/>
                <a:gd name="T58" fmla="*/ 1121 w 2586"/>
                <a:gd name="T59" fmla="*/ 1678 h 1743"/>
                <a:gd name="T60" fmla="*/ 108 w 2586"/>
                <a:gd name="T61" fmla="*/ 1064 h 1743"/>
                <a:gd name="T62" fmla="*/ 81 w 2586"/>
                <a:gd name="T63" fmla="*/ 1044 h 1743"/>
                <a:gd name="T64" fmla="*/ 57 w 2586"/>
                <a:gd name="T65" fmla="*/ 1022 h 1743"/>
                <a:gd name="T66" fmla="*/ 37 w 2586"/>
                <a:gd name="T67" fmla="*/ 995 h 1743"/>
                <a:gd name="T68" fmla="*/ 21 w 2586"/>
                <a:gd name="T69" fmla="*/ 967 h 1743"/>
                <a:gd name="T70" fmla="*/ 10 w 2586"/>
                <a:gd name="T71" fmla="*/ 936 h 1743"/>
                <a:gd name="T72" fmla="*/ 2 w 2586"/>
                <a:gd name="T73" fmla="*/ 904 h 1743"/>
                <a:gd name="T74" fmla="*/ 0 w 2586"/>
                <a:gd name="T75" fmla="*/ 872 h 1743"/>
                <a:gd name="T76" fmla="*/ 2 w 2586"/>
                <a:gd name="T77" fmla="*/ 838 h 1743"/>
                <a:gd name="T78" fmla="*/ 10 w 2586"/>
                <a:gd name="T79" fmla="*/ 806 h 1743"/>
                <a:gd name="T80" fmla="*/ 21 w 2586"/>
                <a:gd name="T81" fmla="*/ 775 h 1743"/>
                <a:gd name="T82" fmla="*/ 37 w 2586"/>
                <a:gd name="T83" fmla="*/ 747 h 1743"/>
                <a:gd name="T84" fmla="*/ 57 w 2586"/>
                <a:gd name="T85" fmla="*/ 720 h 1743"/>
                <a:gd name="T86" fmla="*/ 81 w 2586"/>
                <a:gd name="T87" fmla="*/ 698 h 1743"/>
                <a:gd name="T88" fmla="*/ 108 w 2586"/>
                <a:gd name="T89" fmla="*/ 678 h 1743"/>
                <a:gd name="T90" fmla="*/ 1177 w 2586"/>
                <a:gd name="T91" fmla="*/ 32 h 1743"/>
                <a:gd name="T92" fmla="*/ 1204 w 2586"/>
                <a:gd name="T93" fmla="*/ 18 h 1743"/>
                <a:gd name="T94" fmla="*/ 1233 w 2586"/>
                <a:gd name="T95" fmla="*/ 7 h 1743"/>
                <a:gd name="T96" fmla="*/ 1262 w 2586"/>
                <a:gd name="T97" fmla="*/ 2 h 1743"/>
                <a:gd name="T98" fmla="*/ 1293 w 2586"/>
                <a:gd name="T99" fmla="*/ 0 h 1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86" h="1743">
                  <a:moveTo>
                    <a:pt x="1293" y="0"/>
                  </a:moveTo>
                  <a:lnTo>
                    <a:pt x="1324" y="2"/>
                  </a:lnTo>
                  <a:lnTo>
                    <a:pt x="1353" y="7"/>
                  </a:lnTo>
                  <a:lnTo>
                    <a:pt x="1382" y="18"/>
                  </a:lnTo>
                  <a:lnTo>
                    <a:pt x="1409" y="32"/>
                  </a:lnTo>
                  <a:lnTo>
                    <a:pt x="2478" y="678"/>
                  </a:lnTo>
                  <a:lnTo>
                    <a:pt x="2505" y="698"/>
                  </a:lnTo>
                  <a:lnTo>
                    <a:pt x="2529" y="720"/>
                  </a:lnTo>
                  <a:lnTo>
                    <a:pt x="2549" y="747"/>
                  </a:lnTo>
                  <a:lnTo>
                    <a:pt x="2565" y="775"/>
                  </a:lnTo>
                  <a:lnTo>
                    <a:pt x="2576" y="806"/>
                  </a:lnTo>
                  <a:lnTo>
                    <a:pt x="2584" y="838"/>
                  </a:lnTo>
                  <a:lnTo>
                    <a:pt x="2586" y="872"/>
                  </a:lnTo>
                  <a:lnTo>
                    <a:pt x="2584" y="904"/>
                  </a:lnTo>
                  <a:lnTo>
                    <a:pt x="2576" y="936"/>
                  </a:lnTo>
                  <a:lnTo>
                    <a:pt x="2565" y="967"/>
                  </a:lnTo>
                  <a:lnTo>
                    <a:pt x="2549" y="995"/>
                  </a:lnTo>
                  <a:lnTo>
                    <a:pt x="2529" y="1022"/>
                  </a:lnTo>
                  <a:lnTo>
                    <a:pt x="2505" y="1044"/>
                  </a:lnTo>
                  <a:lnTo>
                    <a:pt x="2478" y="1064"/>
                  </a:lnTo>
                  <a:lnTo>
                    <a:pt x="1410" y="1710"/>
                  </a:lnTo>
                  <a:lnTo>
                    <a:pt x="1383" y="1725"/>
                  </a:lnTo>
                  <a:lnTo>
                    <a:pt x="1354" y="1735"/>
                  </a:lnTo>
                  <a:lnTo>
                    <a:pt x="1324" y="1741"/>
                  </a:lnTo>
                  <a:lnTo>
                    <a:pt x="1293" y="1743"/>
                  </a:lnTo>
                  <a:lnTo>
                    <a:pt x="1263" y="1741"/>
                  </a:lnTo>
                  <a:lnTo>
                    <a:pt x="1234" y="1736"/>
                  </a:lnTo>
                  <a:lnTo>
                    <a:pt x="1205" y="1725"/>
                  </a:lnTo>
                  <a:lnTo>
                    <a:pt x="1179" y="1711"/>
                  </a:lnTo>
                  <a:lnTo>
                    <a:pt x="1121" y="1678"/>
                  </a:lnTo>
                  <a:lnTo>
                    <a:pt x="108" y="1064"/>
                  </a:lnTo>
                  <a:lnTo>
                    <a:pt x="81" y="1044"/>
                  </a:lnTo>
                  <a:lnTo>
                    <a:pt x="57" y="1022"/>
                  </a:lnTo>
                  <a:lnTo>
                    <a:pt x="37" y="995"/>
                  </a:lnTo>
                  <a:lnTo>
                    <a:pt x="21" y="967"/>
                  </a:lnTo>
                  <a:lnTo>
                    <a:pt x="10" y="936"/>
                  </a:lnTo>
                  <a:lnTo>
                    <a:pt x="2" y="904"/>
                  </a:lnTo>
                  <a:lnTo>
                    <a:pt x="0" y="872"/>
                  </a:lnTo>
                  <a:lnTo>
                    <a:pt x="2" y="838"/>
                  </a:lnTo>
                  <a:lnTo>
                    <a:pt x="10" y="806"/>
                  </a:lnTo>
                  <a:lnTo>
                    <a:pt x="21" y="775"/>
                  </a:lnTo>
                  <a:lnTo>
                    <a:pt x="37" y="747"/>
                  </a:lnTo>
                  <a:lnTo>
                    <a:pt x="57" y="720"/>
                  </a:lnTo>
                  <a:lnTo>
                    <a:pt x="81" y="698"/>
                  </a:lnTo>
                  <a:lnTo>
                    <a:pt x="108" y="678"/>
                  </a:lnTo>
                  <a:lnTo>
                    <a:pt x="1177" y="32"/>
                  </a:lnTo>
                  <a:lnTo>
                    <a:pt x="1204" y="18"/>
                  </a:lnTo>
                  <a:lnTo>
                    <a:pt x="1233" y="7"/>
                  </a:lnTo>
                  <a:lnTo>
                    <a:pt x="1262" y="2"/>
                  </a:lnTo>
                  <a:lnTo>
                    <a:pt x="129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67" name="Freeform 7"/>
            <p:cNvSpPr>
              <a:spLocks/>
            </p:cNvSpPr>
            <p:nvPr/>
          </p:nvSpPr>
          <p:spPr bwMode="auto">
            <a:xfrm>
              <a:off x="4098925" y="4826363"/>
              <a:ext cx="536575" cy="344488"/>
            </a:xfrm>
            <a:custGeom>
              <a:avLst/>
              <a:gdLst>
                <a:gd name="T0" fmla="*/ 1181 w 2362"/>
                <a:gd name="T1" fmla="*/ 0 h 1519"/>
                <a:gd name="T2" fmla="*/ 1201 w 2362"/>
                <a:gd name="T3" fmla="*/ 2 h 1519"/>
                <a:gd name="T4" fmla="*/ 1221 w 2362"/>
                <a:gd name="T5" fmla="*/ 7 h 1519"/>
                <a:gd name="T6" fmla="*/ 1239 w 2362"/>
                <a:gd name="T7" fmla="*/ 16 h 1519"/>
                <a:gd name="T8" fmla="*/ 2307 w 2362"/>
                <a:gd name="T9" fmla="*/ 663 h 1519"/>
                <a:gd name="T10" fmla="*/ 2326 w 2362"/>
                <a:gd name="T11" fmla="*/ 677 h 1519"/>
                <a:gd name="T12" fmla="*/ 2341 w 2362"/>
                <a:gd name="T13" fmla="*/ 694 h 1519"/>
                <a:gd name="T14" fmla="*/ 2353 w 2362"/>
                <a:gd name="T15" fmla="*/ 714 h 1519"/>
                <a:gd name="T16" fmla="*/ 2359 w 2362"/>
                <a:gd name="T17" fmla="*/ 736 h 1519"/>
                <a:gd name="T18" fmla="*/ 2362 w 2362"/>
                <a:gd name="T19" fmla="*/ 760 h 1519"/>
                <a:gd name="T20" fmla="*/ 2359 w 2362"/>
                <a:gd name="T21" fmla="*/ 782 h 1519"/>
                <a:gd name="T22" fmla="*/ 2353 w 2362"/>
                <a:gd name="T23" fmla="*/ 804 h 1519"/>
                <a:gd name="T24" fmla="*/ 2341 w 2362"/>
                <a:gd name="T25" fmla="*/ 824 h 1519"/>
                <a:gd name="T26" fmla="*/ 2326 w 2362"/>
                <a:gd name="T27" fmla="*/ 841 h 1519"/>
                <a:gd name="T28" fmla="*/ 2307 w 2362"/>
                <a:gd name="T29" fmla="*/ 856 h 1519"/>
                <a:gd name="T30" fmla="*/ 1240 w 2362"/>
                <a:gd name="T31" fmla="*/ 1502 h 1519"/>
                <a:gd name="T32" fmla="*/ 1221 w 2362"/>
                <a:gd name="T33" fmla="*/ 1512 h 1519"/>
                <a:gd name="T34" fmla="*/ 1201 w 2362"/>
                <a:gd name="T35" fmla="*/ 1517 h 1519"/>
                <a:gd name="T36" fmla="*/ 1181 w 2362"/>
                <a:gd name="T37" fmla="*/ 1519 h 1519"/>
                <a:gd name="T38" fmla="*/ 1162 w 2362"/>
                <a:gd name="T39" fmla="*/ 1517 h 1519"/>
                <a:gd name="T40" fmla="*/ 1142 w 2362"/>
                <a:gd name="T41" fmla="*/ 1512 h 1519"/>
                <a:gd name="T42" fmla="*/ 1124 w 2362"/>
                <a:gd name="T43" fmla="*/ 1503 h 1519"/>
                <a:gd name="T44" fmla="*/ 1066 w 2362"/>
                <a:gd name="T45" fmla="*/ 1468 h 1519"/>
                <a:gd name="T46" fmla="*/ 55 w 2362"/>
                <a:gd name="T47" fmla="*/ 856 h 1519"/>
                <a:gd name="T48" fmla="*/ 36 w 2362"/>
                <a:gd name="T49" fmla="*/ 841 h 1519"/>
                <a:gd name="T50" fmla="*/ 21 w 2362"/>
                <a:gd name="T51" fmla="*/ 824 h 1519"/>
                <a:gd name="T52" fmla="*/ 9 w 2362"/>
                <a:gd name="T53" fmla="*/ 804 h 1519"/>
                <a:gd name="T54" fmla="*/ 3 w 2362"/>
                <a:gd name="T55" fmla="*/ 782 h 1519"/>
                <a:gd name="T56" fmla="*/ 0 w 2362"/>
                <a:gd name="T57" fmla="*/ 760 h 1519"/>
                <a:gd name="T58" fmla="*/ 3 w 2362"/>
                <a:gd name="T59" fmla="*/ 736 h 1519"/>
                <a:gd name="T60" fmla="*/ 9 w 2362"/>
                <a:gd name="T61" fmla="*/ 714 h 1519"/>
                <a:gd name="T62" fmla="*/ 21 w 2362"/>
                <a:gd name="T63" fmla="*/ 694 h 1519"/>
                <a:gd name="T64" fmla="*/ 36 w 2362"/>
                <a:gd name="T65" fmla="*/ 677 h 1519"/>
                <a:gd name="T66" fmla="*/ 55 w 2362"/>
                <a:gd name="T67" fmla="*/ 663 h 1519"/>
                <a:gd name="T68" fmla="*/ 1123 w 2362"/>
                <a:gd name="T69" fmla="*/ 16 h 1519"/>
                <a:gd name="T70" fmla="*/ 1141 w 2362"/>
                <a:gd name="T71" fmla="*/ 7 h 1519"/>
                <a:gd name="T72" fmla="*/ 1161 w 2362"/>
                <a:gd name="T73" fmla="*/ 2 h 1519"/>
                <a:gd name="T74" fmla="*/ 1181 w 2362"/>
                <a:gd name="T75"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62" h="1519">
                  <a:moveTo>
                    <a:pt x="1181" y="0"/>
                  </a:moveTo>
                  <a:lnTo>
                    <a:pt x="1201" y="2"/>
                  </a:lnTo>
                  <a:lnTo>
                    <a:pt x="1221" y="7"/>
                  </a:lnTo>
                  <a:lnTo>
                    <a:pt x="1239" y="16"/>
                  </a:lnTo>
                  <a:lnTo>
                    <a:pt x="2307" y="663"/>
                  </a:lnTo>
                  <a:lnTo>
                    <a:pt x="2326" y="677"/>
                  </a:lnTo>
                  <a:lnTo>
                    <a:pt x="2341" y="694"/>
                  </a:lnTo>
                  <a:lnTo>
                    <a:pt x="2353" y="714"/>
                  </a:lnTo>
                  <a:lnTo>
                    <a:pt x="2359" y="736"/>
                  </a:lnTo>
                  <a:lnTo>
                    <a:pt x="2362" y="760"/>
                  </a:lnTo>
                  <a:lnTo>
                    <a:pt x="2359" y="782"/>
                  </a:lnTo>
                  <a:lnTo>
                    <a:pt x="2353" y="804"/>
                  </a:lnTo>
                  <a:lnTo>
                    <a:pt x="2341" y="824"/>
                  </a:lnTo>
                  <a:lnTo>
                    <a:pt x="2326" y="841"/>
                  </a:lnTo>
                  <a:lnTo>
                    <a:pt x="2307" y="856"/>
                  </a:lnTo>
                  <a:lnTo>
                    <a:pt x="1240" y="1502"/>
                  </a:lnTo>
                  <a:lnTo>
                    <a:pt x="1221" y="1512"/>
                  </a:lnTo>
                  <a:lnTo>
                    <a:pt x="1201" y="1517"/>
                  </a:lnTo>
                  <a:lnTo>
                    <a:pt x="1181" y="1519"/>
                  </a:lnTo>
                  <a:lnTo>
                    <a:pt x="1162" y="1517"/>
                  </a:lnTo>
                  <a:lnTo>
                    <a:pt x="1142" y="1512"/>
                  </a:lnTo>
                  <a:lnTo>
                    <a:pt x="1124" y="1503"/>
                  </a:lnTo>
                  <a:lnTo>
                    <a:pt x="1066" y="1468"/>
                  </a:lnTo>
                  <a:lnTo>
                    <a:pt x="55" y="856"/>
                  </a:lnTo>
                  <a:lnTo>
                    <a:pt x="36" y="841"/>
                  </a:lnTo>
                  <a:lnTo>
                    <a:pt x="21" y="824"/>
                  </a:lnTo>
                  <a:lnTo>
                    <a:pt x="9" y="804"/>
                  </a:lnTo>
                  <a:lnTo>
                    <a:pt x="3" y="782"/>
                  </a:lnTo>
                  <a:lnTo>
                    <a:pt x="0" y="760"/>
                  </a:lnTo>
                  <a:lnTo>
                    <a:pt x="3" y="736"/>
                  </a:lnTo>
                  <a:lnTo>
                    <a:pt x="9" y="714"/>
                  </a:lnTo>
                  <a:lnTo>
                    <a:pt x="21" y="694"/>
                  </a:lnTo>
                  <a:lnTo>
                    <a:pt x="36" y="677"/>
                  </a:lnTo>
                  <a:lnTo>
                    <a:pt x="55" y="663"/>
                  </a:lnTo>
                  <a:lnTo>
                    <a:pt x="1123" y="16"/>
                  </a:lnTo>
                  <a:lnTo>
                    <a:pt x="1141" y="7"/>
                  </a:lnTo>
                  <a:lnTo>
                    <a:pt x="1161" y="2"/>
                  </a:lnTo>
                  <a:lnTo>
                    <a:pt x="118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68" name="Freeform 8"/>
            <p:cNvSpPr>
              <a:spLocks/>
            </p:cNvSpPr>
            <p:nvPr/>
          </p:nvSpPr>
          <p:spPr bwMode="auto">
            <a:xfrm>
              <a:off x="4124325" y="4851763"/>
              <a:ext cx="485775" cy="292100"/>
            </a:xfrm>
            <a:custGeom>
              <a:avLst/>
              <a:gdLst>
                <a:gd name="T0" fmla="*/ 1068 w 2136"/>
                <a:gd name="T1" fmla="*/ 0 h 1293"/>
                <a:gd name="T2" fmla="*/ 2136 w 2136"/>
                <a:gd name="T3" fmla="*/ 647 h 1293"/>
                <a:gd name="T4" fmla="*/ 1068 w 2136"/>
                <a:gd name="T5" fmla="*/ 1293 h 1293"/>
                <a:gd name="T6" fmla="*/ 1010 w 2136"/>
                <a:gd name="T7" fmla="*/ 1259 h 1293"/>
                <a:gd name="T8" fmla="*/ 0 w 2136"/>
                <a:gd name="T9" fmla="*/ 647 h 1293"/>
                <a:gd name="T10" fmla="*/ 1068 w 2136"/>
                <a:gd name="T11" fmla="*/ 0 h 1293"/>
              </a:gdLst>
              <a:ahLst/>
              <a:cxnLst>
                <a:cxn ang="0">
                  <a:pos x="T0" y="T1"/>
                </a:cxn>
                <a:cxn ang="0">
                  <a:pos x="T2" y="T3"/>
                </a:cxn>
                <a:cxn ang="0">
                  <a:pos x="T4" y="T5"/>
                </a:cxn>
                <a:cxn ang="0">
                  <a:pos x="T6" y="T7"/>
                </a:cxn>
                <a:cxn ang="0">
                  <a:pos x="T8" y="T9"/>
                </a:cxn>
                <a:cxn ang="0">
                  <a:pos x="T10" y="T11"/>
                </a:cxn>
              </a:cxnLst>
              <a:rect l="0" t="0" r="r" b="b"/>
              <a:pathLst>
                <a:path w="2136" h="1293">
                  <a:moveTo>
                    <a:pt x="1068" y="0"/>
                  </a:moveTo>
                  <a:lnTo>
                    <a:pt x="2136" y="647"/>
                  </a:lnTo>
                  <a:lnTo>
                    <a:pt x="1068" y="1293"/>
                  </a:lnTo>
                  <a:lnTo>
                    <a:pt x="1010" y="1259"/>
                  </a:lnTo>
                  <a:lnTo>
                    <a:pt x="0" y="647"/>
                  </a:lnTo>
                  <a:lnTo>
                    <a:pt x="1068"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69" name="Freeform 9"/>
            <p:cNvSpPr>
              <a:spLocks/>
            </p:cNvSpPr>
            <p:nvPr/>
          </p:nvSpPr>
          <p:spPr bwMode="auto">
            <a:xfrm>
              <a:off x="4187825" y="5023213"/>
              <a:ext cx="239713" cy="120650"/>
            </a:xfrm>
            <a:custGeom>
              <a:avLst/>
              <a:gdLst>
                <a:gd name="T0" fmla="*/ 429 w 1061"/>
                <a:gd name="T1" fmla="*/ 0 h 536"/>
                <a:gd name="T2" fmla="*/ 902 w 1061"/>
                <a:gd name="T3" fmla="*/ 163 h 536"/>
                <a:gd name="T4" fmla="*/ 1061 w 1061"/>
                <a:gd name="T5" fmla="*/ 374 h 536"/>
                <a:gd name="T6" fmla="*/ 793 w 1061"/>
                <a:gd name="T7" fmla="*/ 536 h 536"/>
                <a:gd name="T8" fmla="*/ 735 w 1061"/>
                <a:gd name="T9" fmla="*/ 502 h 536"/>
                <a:gd name="T10" fmla="*/ 0 w 1061"/>
                <a:gd name="T11" fmla="*/ 55 h 536"/>
                <a:gd name="T12" fmla="*/ 429 w 1061"/>
                <a:gd name="T13" fmla="*/ 0 h 536"/>
              </a:gdLst>
              <a:ahLst/>
              <a:cxnLst>
                <a:cxn ang="0">
                  <a:pos x="T0" y="T1"/>
                </a:cxn>
                <a:cxn ang="0">
                  <a:pos x="T2" y="T3"/>
                </a:cxn>
                <a:cxn ang="0">
                  <a:pos x="T4" y="T5"/>
                </a:cxn>
                <a:cxn ang="0">
                  <a:pos x="T6" y="T7"/>
                </a:cxn>
                <a:cxn ang="0">
                  <a:pos x="T8" y="T9"/>
                </a:cxn>
                <a:cxn ang="0">
                  <a:pos x="T10" y="T11"/>
                </a:cxn>
                <a:cxn ang="0">
                  <a:pos x="T12" y="T13"/>
                </a:cxn>
              </a:cxnLst>
              <a:rect l="0" t="0" r="r" b="b"/>
              <a:pathLst>
                <a:path w="1061" h="536">
                  <a:moveTo>
                    <a:pt x="429" y="0"/>
                  </a:moveTo>
                  <a:lnTo>
                    <a:pt x="902" y="163"/>
                  </a:lnTo>
                  <a:lnTo>
                    <a:pt x="1061" y="374"/>
                  </a:lnTo>
                  <a:lnTo>
                    <a:pt x="793" y="536"/>
                  </a:lnTo>
                  <a:lnTo>
                    <a:pt x="735" y="502"/>
                  </a:lnTo>
                  <a:lnTo>
                    <a:pt x="0" y="55"/>
                  </a:lnTo>
                  <a:lnTo>
                    <a:pt x="429"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70" name="Freeform 10"/>
            <p:cNvSpPr>
              <a:spLocks noEditPoints="1"/>
            </p:cNvSpPr>
            <p:nvPr/>
          </p:nvSpPr>
          <p:spPr bwMode="auto">
            <a:xfrm>
              <a:off x="4291013" y="4851763"/>
              <a:ext cx="288925" cy="152400"/>
            </a:xfrm>
            <a:custGeom>
              <a:avLst/>
              <a:gdLst>
                <a:gd name="T0" fmla="*/ 665 w 1273"/>
                <a:gd name="T1" fmla="*/ 359 h 677"/>
                <a:gd name="T2" fmla="*/ 629 w 1273"/>
                <a:gd name="T3" fmla="*/ 373 h 677"/>
                <a:gd name="T4" fmla="*/ 611 w 1273"/>
                <a:gd name="T5" fmla="*/ 396 h 677"/>
                <a:gd name="T6" fmla="*/ 614 w 1273"/>
                <a:gd name="T7" fmla="*/ 420 h 677"/>
                <a:gd name="T8" fmla="*/ 637 w 1273"/>
                <a:gd name="T9" fmla="*/ 439 h 677"/>
                <a:gd name="T10" fmla="*/ 670 w 1273"/>
                <a:gd name="T11" fmla="*/ 450 h 677"/>
                <a:gd name="T12" fmla="*/ 708 w 1273"/>
                <a:gd name="T13" fmla="*/ 449 h 677"/>
                <a:gd name="T14" fmla="*/ 744 w 1273"/>
                <a:gd name="T15" fmla="*/ 435 h 677"/>
                <a:gd name="T16" fmla="*/ 763 w 1273"/>
                <a:gd name="T17" fmla="*/ 411 h 677"/>
                <a:gd name="T18" fmla="*/ 759 w 1273"/>
                <a:gd name="T19" fmla="*/ 388 h 677"/>
                <a:gd name="T20" fmla="*/ 735 w 1273"/>
                <a:gd name="T21" fmla="*/ 368 h 677"/>
                <a:gd name="T22" fmla="*/ 703 w 1273"/>
                <a:gd name="T23" fmla="*/ 358 h 677"/>
                <a:gd name="T24" fmla="*/ 335 w 1273"/>
                <a:gd name="T25" fmla="*/ 0 h 677"/>
                <a:gd name="T26" fmla="*/ 1257 w 1273"/>
                <a:gd name="T27" fmla="*/ 587 h 677"/>
                <a:gd name="T28" fmla="*/ 1213 w 1273"/>
                <a:gd name="T29" fmla="*/ 625 h 677"/>
                <a:gd name="T30" fmla="*/ 1152 w 1273"/>
                <a:gd name="T31" fmla="*/ 656 h 677"/>
                <a:gd name="T32" fmla="*/ 1078 w 1273"/>
                <a:gd name="T33" fmla="*/ 675 h 677"/>
                <a:gd name="T34" fmla="*/ 986 w 1273"/>
                <a:gd name="T35" fmla="*/ 675 h 677"/>
                <a:gd name="T36" fmla="*/ 892 w 1273"/>
                <a:gd name="T37" fmla="*/ 662 h 677"/>
                <a:gd name="T38" fmla="*/ 807 w 1273"/>
                <a:gd name="T39" fmla="*/ 639 h 677"/>
                <a:gd name="T40" fmla="*/ 726 w 1273"/>
                <a:gd name="T41" fmla="*/ 611 h 677"/>
                <a:gd name="T42" fmla="*/ 645 w 1273"/>
                <a:gd name="T43" fmla="*/ 580 h 677"/>
                <a:gd name="T44" fmla="*/ 561 w 1273"/>
                <a:gd name="T45" fmla="*/ 551 h 677"/>
                <a:gd name="T46" fmla="*/ 470 w 1273"/>
                <a:gd name="T47" fmla="*/ 529 h 677"/>
                <a:gd name="T48" fmla="*/ 368 w 1273"/>
                <a:gd name="T49" fmla="*/ 516 h 677"/>
                <a:gd name="T50" fmla="*/ 280 w 1273"/>
                <a:gd name="T51" fmla="*/ 514 h 677"/>
                <a:gd name="T52" fmla="*/ 207 w 1273"/>
                <a:gd name="T53" fmla="*/ 508 h 677"/>
                <a:gd name="T54" fmla="*/ 151 w 1273"/>
                <a:gd name="T55" fmla="*/ 491 h 677"/>
                <a:gd name="T56" fmla="*/ 110 w 1273"/>
                <a:gd name="T57" fmla="*/ 464 h 677"/>
                <a:gd name="T58" fmla="*/ 79 w 1273"/>
                <a:gd name="T59" fmla="*/ 430 h 677"/>
                <a:gd name="T60" fmla="*/ 58 w 1273"/>
                <a:gd name="T61" fmla="*/ 391 h 677"/>
                <a:gd name="T62" fmla="*/ 43 w 1273"/>
                <a:gd name="T63" fmla="*/ 349 h 677"/>
                <a:gd name="T64" fmla="*/ 32 w 1273"/>
                <a:gd name="T65" fmla="*/ 304 h 677"/>
                <a:gd name="T66" fmla="*/ 20 w 1273"/>
                <a:gd name="T67" fmla="*/ 261 h 677"/>
                <a:gd name="T68" fmla="*/ 8 w 1273"/>
                <a:gd name="T69" fmla="*/ 221 h 677"/>
                <a:gd name="T70" fmla="*/ 335 w 1273"/>
                <a:gd name="T71" fmla="*/ 0 h 6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73" h="677">
                  <a:moveTo>
                    <a:pt x="687" y="357"/>
                  </a:moveTo>
                  <a:lnTo>
                    <a:pt x="665" y="359"/>
                  </a:lnTo>
                  <a:lnTo>
                    <a:pt x="646" y="364"/>
                  </a:lnTo>
                  <a:lnTo>
                    <a:pt x="629" y="373"/>
                  </a:lnTo>
                  <a:lnTo>
                    <a:pt x="616" y="385"/>
                  </a:lnTo>
                  <a:lnTo>
                    <a:pt x="611" y="396"/>
                  </a:lnTo>
                  <a:lnTo>
                    <a:pt x="610" y="409"/>
                  </a:lnTo>
                  <a:lnTo>
                    <a:pt x="614" y="420"/>
                  </a:lnTo>
                  <a:lnTo>
                    <a:pt x="623" y="431"/>
                  </a:lnTo>
                  <a:lnTo>
                    <a:pt x="637" y="439"/>
                  </a:lnTo>
                  <a:lnTo>
                    <a:pt x="654" y="447"/>
                  </a:lnTo>
                  <a:lnTo>
                    <a:pt x="670" y="450"/>
                  </a:lnTo>
                  <a:lnTo>
                    <a:pt x="686" y="451"/>
                  </a:lnTo>
                  <a:lnTo>
                    <a:pt x="708" y="449"/>
                  </a:lnTo>
                  <a:lnTo>
                    <a:pt x="727" y="444"/>
                  </a:lnTo>
                  <a:lnTo>
                    <a:pt x="744" y="435"/>
                  </a:lnTo>
                  <a:lnTo>
                    <a:pt x="756" y="424"/>
                  </a:lnTo>
                  <a:lnTo>
                    <a:pt x="763" y="411"/>
                  </a:lnTo>
                  <a:lnTo>
                    <a:pt x="763" y="399"/>
                  </a:lnTo>
                  <a:lnTo>
                    <a:pt x="759" y="388"/>
                  </a:lnTo>
                  <a:lnTo>
                    <a:pt x="749" y="377"/>
                  </a:lnTo>
                  <a:lnTo>
                    <a:pt x="735" y="368"/>
                  </a:lnTo>
                  <a:lnTo>
                    <a:pt x="718" y="361"/>
                  </a:lnTo>
                  <a:lnTo>
                    <a:pt x="703" y="358"/>
                  </a:lnTo>
                  <a:lnTo>
                    <a:pt x="687" y="357"/>
                  </a:lnTo>
                  <a:close/>
                  <a:moveTo>
                    <a:pt x="335" y="0"/>
                  </a:moveTo>
                  <a:lnTo>
                    <a:pt x="1273" y="567"/>
                  </a:lnTo>
                  <a:lnTo>
                    <a:pt x="1257" y="587"/>
                  </a:lnTo>
                  <a:lnTo>
                    <a:pt x="1237" y="606"/>
                  </a:lnTo>
                  <a:lnTo>
                    <a:pt x="1213" y="625"/>
                  </a:lnTo>
                  <a:lnTo>
                    <a:pt x="1184" y="642"/>
                  </a:lnTo>
                  <a:lnTo>
                    <a:pt x="1152" y="656"/>
                  </a:lnTo>
                  <a:lnTo>
                    <a:pt x="1117" y="668"/>
                  </a:lnTo>
                  <a:lnTo>
                    <a:pt x="1078" y="675"/>
                  </a:lnTo>
                  <a:lnTo>
                    <a:pt x="1036" y="677"/>
                  </a:lnTo>
                  <a:lnTo>
                    <a:pt x="986" y="675"/>
                  </a:lnTo>
                  <a:lnTo>
                    <a:pt x="938" y="671"/>
                  </a:lnTo>
                  <a:lnTo>
                    <a:pt x="892" y="662"/>
                  </a:lnTo>
                  <a:lnTo>
                    <a:pt x="848" y="652"/>
                  </a:lnTo>
                  <a:lnTo>
                    <a:pt x="807" y="639"/>
                  </a:lnTo>
                  <a:lnTo>
                    <a:pt x="766" y="625"/>
                  </a:lnTo>
                  <a:lnTo>
                    <a:pt x="726" y="611"/>
                  </a:lnTo>
                  <a:lnTo>
                    <a:pt x="686" y="596"/>
                  </a:lnTo>
                  <a:lnTo>
                    <a:pt x="645" y="580"/>
                  </a:lnTo>
                  <a:lnTo>
                    <a:pt x="603" y="565"/>
                  </a:lnTo>
                  <a:lnTo>
                    <a:pt x="561" y="551"/>
                  </a:lnTo>
                  <a:lnTo>
                    <a:pt x="517" y="540"/>
                  </a:lnTo>
                  <a:lnTo>
                    <a:pt x="470" y="529"/>
                  </a:lnTo>
                  <a:lnTo>
                    <a:pt x="421" y="521"/>
                  </a:lnTo>
                  <a:lnTo>
                    <a:pt x="368" y="516"/>
                  </a:lnTo>
                  <a:lnTo>
                    <a:pt x="311" y="513"/>
                  </a:lnTo>
                  <a:lnTo>
                    <a:pt x="280" y="514"/>
                  </a:lnTo>
                  <a:lnTo>
                    <a:pt x="241" y="513"/>
                  </a:lnTo>
                  <a:lnTo>
                    <a:pt x="207" y="508"/>
                  </a:lnTo>
                  <a:lnTo>
                    <a:pt x="178" y="501"/>
                  </a:lnTo>
                  <a:lnTo>
                    <a:pt x="151" y="491"/>
                  </a:lnTo>
                  <a:lnTo>
                    <a:pt x="129" y="479"/>
                  </a:lnTo>
                  <a:lnTo>
                    <a:pt x="110" y="464"/>
                  </a:lnTo>
                  <a:lnTo>
                    <a:pt x="93" y="448"/>
                  </a:lnTo>
                  <a:lnTo>
                    <a:pt x="79" y="430"/>
                  </a:lnTo>
                  <a:lnTo>
                    <a:pt x="68" y="411"/>
                  </a:lnTo>
                  <a:lnTo>
                    <a:pt x="58" y="391"/>
                  </a:lnTo>
                  <a:lnTo>
                    <a:pt x="50" y="370"/>
                  </a:lnTo>
                  <a:lnTo>
                    <a:pt x="43" y="349"/>
                  </a:lnTo>
                  <a:lnTo>
                    <a:pt x="37" y="326"/>
                  </a:lnTo>
                  <a:lnTo>
                    <a:pt x="32" y="304"/>
                  </a:lnTo>
                  <a:lnTo>
                    <a:pt x="27" y="283"/>
                  </a:lnTo>
                  <a:lnTo>
                    <a:pt x="20" y="261"/>
                  </a:lnTo>
                  <a:lnTo>
                    <a:pt x="15" y="241"/>
                  </a:lnTo>
                  <a:lnTo>
                    <a:pt x="8" y="221"/>
                  </a:lnTo>
                  <a:lnTo>
                    <a:pt x="0" y="202"/>
                  </a:lnTo>
                  <a:lnTo>
                    <a:pt x="335" y="0"/>
                  </a:lnTo>
                  <a:close/>
                </a:path>
              </a:pathLst>
            </a:custGeom>
            <a:solidFill>
              <a:srgbClr val="AAD04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71" name="Freeform 11"/>
            <p:cNvSpPr>
              <a:spLocks/>
            </p:cNvSpPr>
            <p:nvPr/>
          </p:nvSpPr>
          <p:spPr bwMode="auto">
            <a:xfrm>
              <a:off x="4138613" y="4959713"/>
              <a:ext cx="447675" cy="117475"/>
            </a:xfrm>
            <a:custGeom>
              <a:avLst/>
              <a:gdLst>
                <a:gd name="T0" fmla="*/ 256 w 1976"/>
                <a:gd name="T1" fmla="*/ 27 h 523"/>
                <a:gd name="T2" fmla="*/ 305 w 1976"/>
                <a:gd name="T3" fmla="*/ 49 h 523"/>
                <a:gd name="T4" fmla="*/ 349 w 1976"/>
                <a:gd name="T5" fmla="*/ 57 h 523"/>
                <a:gd name="T6" fmla="*/ 395 w 1976"/>
                <a:gd name="T7" fmla="*/ 59 h 523"/>
                <a:gd name="T8" fmla="*/ 450 w 1976"/>
                <a:gd name="T9" fmla="*/ 59 h 523"/>
                <a:gd name="T10" fmla="*/ 519 w 1976"/>
                <a:gd name="T11" fmla="*/ 65 h 523"/>
                <a:gd name="T12" fmla="*/ 609 w 1976"/>
                <a:gd name="T13" fmla="*/ 83 h 523"/>
                <a:gd name="T14" fmla="*/ 724 w 1976"/>
                <a:gd name="T15" fmla="*/ 121 h 523"/>
                <a:gd name="T16" fmla="*/ 872 w 1976"/>
                <a:gd name="T17" fmla="*/ 184 h 523"/>
                <a:gd name="T18" fmla="*/ 994 w 1976"/>
                <a:gd name="T19" fmla="*/ 237 h 523"/>
                <a:gd name="T20" fmla="*/ 1122 w 1976"/>
                <a:gd name="T21" fmla="*/ 266 h 523"/>
                <a:gd name="T22" fmla="*/ 1266 w 1976"/>
                <a:gd name="T23" fmla="*/ 286 h 523"/>
                <a:gd name="T24" fmla="*/ 1402 w 1976"/>
                <a:gd name="T25" fmla="*/ 298 h 523"/>
                <a:gd name="T26" fmla="*/ 1473 w 1976"/>
                <a:gd name="T27" fmla="*/ 304 h 523"/>
                <a:gd name="T28" fmla="*/ 1567 w 1976"/>
                <a:gd name="T29" fmla="*/ 305 h 523"/>
                <a:gd name="T30" fmla="*/ 1681 w 1976"/>
                <a:gd name="T31" fmla="*/ 294 h 523"/>
                <a:gd name="T32" fmla="*/ 1763 w 1976"/>
                <a:gd name="T33" fmla="*/ 275 h 523"/>
                <a:gd name="T34" fmla="*/ 1827 w 1976"/>
                <a:gd name="T35" fmla="*/ 254 h 523"/>
                <a:gd name="T36" fmla="*/ 1888 w 1976"/>
                <a:gd name="T37" fmla="*/ 237 h 523"/>
                <a:gd name="T38" fmla="*/ 1961 w 1976"/>
                <a:gd name="T39" fmla="*/ 230 h 523"/>
                <a:gd name="T40" fmla="*/ 1492 w 1976"/>
                <a:gd name="T41" fmla="*/ 523 h 523"/>
                <a:gd name="T42" fmla="*/ 1486 w 1976"/>
                <a:gd name="T43" fmla="*/ 514 h 523"/>
                <a:gd name="T44" fmla="*/ 1416 w 1976"/>
                <a:gd name="T45" fmla="*/ 480 h 523"/>
                <a:gd name="T46" fmla="*/ 1331 w 1976"/>
                <a:gd name="T47" fmla="*/ 463 h 523"/>
                <a:gd name="T48" fmla="*/ 1276 w 1976"/>
                <a:gd name="T49" fmla="*/ 459 h 523"/>
                <a:gd name="T50" fmla="*/ 1245 w 1976"/>
                <a:gd name="T51" fmla="*/ 460 h 523"/>
                <a:gd name="T52" fmla="*/ 1226 w 1976"/>
                <a:gd name="T53" fmla="*/ 463 h 523"/>
                <a:gd name="T54" fmla="*/ 1211 w 1976"/>
                <a:gd name="T55" fmla="*/ 465 h 523"/>
                <a:gd name="T56" fmla="*/ 1190 w 1976"/>
                <a:gd name="T57" fmla="*/ 464 h 523"/>
                <a:gd name="T58" fmla="*/ 1153 w 1976"/>
                <a:gd name="T59" fmla="*/ 455 h 523"/>
                <a:gd name="T60" fmla="*/ 1089 w 1976"/>
                <a:gd name="T61" fmla="*/ 435 h 523"/>
                <a:gd name="T62" fmla="*/ 992 w 1976"/>
                <a:gd name="T63" fmla="*/ 400 h 523"/>
                <a:gd name="T64" fmla="*/ 849 w 1976"/>
                <a:gd name="T65" fmla="*/ 347 h 523"/>
                <a:gd name="T66" fmla="*/ 759 w 1976"/>
                <a:gd name="T67" fmla="*/ 307 h 523"/>
                <a:gd name="T68" fmla="*/ 669 w 1976"/>
                <a:gd name="T69" fmla="*/ 271 h 523"/>
                <a:gd name="T70" fmla="*/ 603 w 1976"/>
                <a:gd name="T71" fmla="*/ 262 h 523"/>
                <a:gd name="T72" fmla="*/ 576 w 1976"/>
                <a:gd name="T73" fmla="*/ 275 h 523"/>
                <a:gd name="T74" fmla="*/ 532 w 1976"/>
                <a:gd name="T75" fmla="*/ 290 h 523"/>
                <a:gd name="T76" fmla="*/ 490 w 1976"/>
                <a:gd name="T77" fmla="*/ 289 h 523"/>
                <a:gd name="T78" fmla="*/ 467 w 1976"/>
                <a:gd name="T79" fmla="*/ 258 h 523"/>
                <a:gd name="T80" fmla="*/ 456 w 1976"/>
                <a:gd name="T81" fmla="*/ 215 h 523"/>
                <a:gd name="T82" fmla="*/ 443 w 1976"/>
                <a:gd name="T83" fmla="*/ 178 h 523"/>
                <a:gd name="T84" fmla="*/ 414 w 1976"/>
                <a:gd name="T85" fmla="*/ 156 h 523"/>
                <a:gd name="T86" fmla="*/ 358 w 1976"/>
                <a:gd name="T87" fmla="*/ 157 h 523"/>
                <a:gd name="T88" fmla="*/ 303 w 1976"/>
                <a:gd name="T89" fmla="*/ 169 h 523"/>
                <a:gd name="T90" fmla="*/ 249 w 1976"/>
                <a:gd name="T91" fmla="*/ 181 h 523"/>
                <a:gd name="T92" fmla="*/ 139 w 1976"/>
                <a:gd name="T93" fmla="*/ 177 h 523"/>
                <a:gd name="T94" fmla="*/ 52 w 1976"/>
                <a:gd name="T95" fmla="*/ 154 h 523"/>
                <a:gd name="T96" fmla="*/ 0 w 1976"/>
                <a:gd name="T97" fmla="*/ 134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76" h="523">
                  <a:moveTo>
                    <a:pt x="218" y="0"/>
                  </a:moveTo>
                  <a:lnTo>
                    <a:pt x="238" y="15"/>
                  </a:lnTo>
                  <a:lnTo>
                    <a:pt x="256" y="27"/>
                  </a:lnTo>
                  <a:lnTo>
                    <a:pt x="273" y="36"/>
                  </a:lnTo>
                  <a:lnTo>
                    <a:pt x="289" y="44"/>
                  </a:lnTo>
                  <a:lnTo>
                    <a:pt x="305" y="49"/>
                  </a:lnTo>
                  <a:lnTo>
                    <a:pt x="319" y="53"/>
                  </a:lnTo>
                  <a:lnTo>
                    <a:pt x="334" y="55"/>
                  </a:lnTo>
                  <a:lnTo>
                    <a:pt x="349" y="57"/>
                  </a:lnTo>
                  <a:lnTo>
                    <a:pt x="364" y="59"/>
                  </a:lnTo>
                  <a:lnTo>
                    <a:pt x="380" y="59"/>
                  </a:lnTo>
                  <a:lnTo>
                    <a:pt x="395" y="59"/>
                  </a:lnTo>
                  <a:lnTo>
                    <a:pt x="412" y="59"/>
                  </a:lnTo>
                  <a:lnTo>
                    <a:pt x="430" y="59"/>
                  </a:lnTo>
                  <a:lnTo>
                    <a:pt x="450" y="59"/>
                  </a:lnTo>
                  <a:lnTo>
                    <a:pt x="471" y="60"/>
                  </a:lnTo>
                  <a:lnTo>
                    <a:pt x="494" y="62"/>
                  </a:lnTo>
                  <a:lnTo>
                    <a:pt x="519" y="65"/>
                  </a:lnTo>
                  <a:lnTo>
                    <a:pt x="546" y="69"/>
                  </a:lnTo>
                  <a:lnTo>
                    <a:pt x="576" y="75"/>
                  </a:lnTo>
                  <a:lnTo>
                    <a:pt x="609" y="83"/>
                  </a:lnTo>
                  <a:lnTo>
                    <a:pt x="644" y="93"/>
                  </a:lnTo>
                  <a:lnTo>
                    <a:pt x="683" y="106"/>
                  </a:lnTo>
                  <a:lnTo>
                    <a:pt x="724" y="121"/>
                  </a:lnTo>
                  <a:lnTo>
                    <a:pt x="769" y="139"/>
                  </a:lnTo>
                  <a:lnTo>
                    <a:pt x="819" y="160"/>
                  </a:lnTo>
                  <a:lnTo>
                    <a:pt x="872" y="184"/>
                  </a:lnTo>
                  <a:lnTo>
                    <a:pt x="930" y="212"/>
                  </a:lnTo>
                  <a:lnTo>
                    <a:pt x="959" y="225"/>
                  </a:lnTo>
                  <a:lnTo>
                    <a:pt x="994" y="237"/>
                  </a:lnTo>
                  <a:lnTo>
                    <a:pt x="1033" y="248"/>
                  </a:lnTo>
                  <a:lnTo>
                    <a:pt x="1077" y="257"/>
                  </a:lnTo>
                  <a:lnTo>
                    <a:pt x="1122" y="266"/>
                  </a:lnTo>
                  <a:lnTo>
                    <a:pt x="1169" y="273"/>
                  </a:lnTo>
                  <a:lnTo>
                    <a:pt x="1217" y="279"/>
                  </a:lnTo>
                  <a:lnTo>
                    <a:pt x="1266" y="286"/>
                  </a:lnTo>
                  <a:lnTo>
                    <a:pt x="1313" y="290"/>
                  </a:lnTo>
                  <a:lnTo>
                    <a:pt x="1359" y="294"/>
                  </a:lnTo>
                  <a:lnTo>
                    <a:pt x="1402" y="298"/>
                  </a:lnTo>
                  <a:lnTo>
                    <a:pt x="1423" y="300"/>
                  </a:lnTo>
                  <a:lnTo>
                    <a:pt x="1446" y="303"/>
                  </a:lnTo>
                  <a:lnTo>
                    <a:pt x="1473" y="304"/>
                  </a:lnTo>
                  <a:lnTo>
                    <a:pt x="1497" y="305"/>
                  </a:lnTo>
                  <a:lnTo>
                    <a:pt x="1519" y="306"/>
                  </a:lnTo>
                  <a:lnTo>
                    <a:pt x="1567" y="305"/>
                  </a:lnTo>
                  <a:lnTo>
                    <a:pt x="1609" y="303"/>
                  </a:lnTo>
                  <a:lnTo>
                    <a:pt x="1647" y="298"/>
                  </a:lnTo>
                  <a:lnTo>
                    <a:pt x="1681" y="294"/>
                  </a:lnTo>
                  <a:lnTo>
                    <a:pt x="1712" y="288"/>
                  </a:lnTo>
                  <a:lnTo>
                    <a:pt x="1738" y="281"/>
                  </a:lnTo>
                  <a:lnTo>
                    <a:pt x="1763" y="275"/>
                  </a:lnTo>
                  <a:lnTo>
                    <a:pt x="1786" y="268"/>
                  </a:lnTo>
                  <a:lnTo>
                    <a:pt x="1807" y="260"/>
                  </a:lnTo>
                  <a:lnTo>
                    <a:pt x="1827" y="254"/>
                  </a:lnTo>
                  <a:lnTo>
                    <a:pt x="1847" y="248"/>
                  </a:lnTo>
                  <a:lnTo>
                    <a:pt x="1867" y="241"/>
                  </a:lnTo>
                  <a:lnTo>
                    <a:pt x="1888" y="237"/>
                  </a:lnTo>
                  <a:lnTo>
                    <a:pt x="1910" y="233"/>
                  </a:lnTo>
                  <a:lnTo>
                    <a:pt x="1934" y="231"/>
                  </a:lnTo>
                  <a:lnTo>
                    <a:pt x="1961" y="230"/>
                  </a:lnTo>
                  <a:lnTo>
                    <a:pt x="1968" y="230"/>
                  </a:lnTo>
                  <a:lnTo>
                    <a:pt x="1976" y="231"/>
                  </a:lnTo>
                  <a:lnTo>
                    <a:pt x="1492" y="523"/>
                  </a:lnTo>
                  <a:lnTo>
                    <a:pt x="1490" y="520"/>
                  </a:lnTo>
                  <a:lnTo>
                    <a:pt x="1488" y="517"/>
                  </a:lnTo>
                  <a:lnTo>
                    <a:pt x="1486" y="514"/>
                  </a:lnTo>
                  <a:lnTo>
                    <a:pt x="1464" y="501"/>
                  </a:lnTo>
                  <a:lnTo>
                    <a:pt x="1442" y="490"/>
                  </a:lnTo>
                  <a:lnTo>
                    <a:pt x="1416" y="480"/>
                  </a:lnTo>
                  <a:lnTo>
                    <a:pt x="1386" y="472"/>
                  </a:lnTo>
                  <a:lnTo>
                    <a:pt x="1357" y="467"/>
                  </a:lnTo>
                  <a:lnTo>
                    <a:pt x="1331" y="463"/>
                  </a:lnTo>
                  <a:lnTo>
                    <a:pt x="1310" y="461"/>
                  </a:lnTo>
                  <a:lnTo>
                    <a:pt x="1292" y="460"/>
                  </a:lnTo>
                  <a:lnTo>
                    <a:pt x="1276" y="459"/>
                  </a:lnTo>
                  <a:lnTo>
                    <a:pt x="1264" y="459"/>
                  </a:lnTo>
                  <a:lnTo>
                    <a:pt x="1253" y="459"/>
                  </a:lnTo>
                  <a:lnTo>
                    <a:pt x="1245" y="460"/>
                  </a:lnTo>
                  <a:lnTo>
                    <a:pt x="1237" y="461"/>
                  </a:lnTo>
                  <a:lnTo>
                    <a:pt x="1231" y="462"/>
                  </a:lnTo>
                  <a:lnTo>
                    <a:pt x="1226" y="463"/>
                  </a:lnTo>
                  <a:lnTo>
                    <a:pt x="1220" y="464"/>
                  </a:lnTo>
                  <a:lnTo>
                    <a:pt x="1216" y="465"/>
                  </a:lnTo>
                  <a:lnTo>
                    <a:pt x="1211" y="465"/>
                  </a:lnTo>
                  <a:lnTo>
                    <a:pt x="1205" y="465"/>
                  </a:lnTo>
                  <a:lnTo>
                    <a:pt x="1198" y="465"/>
                  </a:lnTo>
                  <a:lnTo>
                    <a:pt x="1190" y="464"/>
                  </a:lnTo>
                  <a:lnTo>
                    <a:pt x="1179" y="462"/>
                  </a:lnTo>
                  <a:lnTo>
                    <a:pt x="1168" y="459"/>
                  </a:lnTo>
                  <a:lnTo>
                    <a:pt x="1153" y="455"/>
                  </a:lnTo>
                  <a:lnTo>
                    <a:pt x="1135" y="449"/>
                  </a:lnTo>
                  <a:lnTo>
                    <a:pt x="1115" y="442"/>
                  </a:lnTo>
                  <a:lnTo>
                    <a:pt x="1089" y="435"/>
                  </a:lnTo>
                  <a:lnTo>
                    <a:pt x="1062" y="424"/>
                  </a:lnTo>
                  <a:lnTo>
                    <a:pt x="1029" y="412"/>
                  </a:lnTo>
                  <a:lnTo>
                    <a:pt x="992" y="400"/>
                  </a:lnTo>
                  <a:lnTo>
                    <a:pt x="949" y="384"/>
                  </a:lnTo>
                  <a:lnTo>
                    <a:pt x="901" y="367"/>
                  </a:lnTo>
                  <a:lnTo>
                    <a:pt x="849" y="347"/>
                  </a:lnTo>
                  <a:lnTo>
                    <a:pt x="818" y="335"/>
                  </a:lnTo>
                  <a:lnTo>
                    <a:pt x="788" y="322"/>
                  </a:lnTo>
                  <a:lnTo>
                    <a:pt x="759" y="307"/>
                  </a:lnTo>
                  <a:lnTo>
                    <a:pt x="729" y="293"/>
                  </a:lnTo>
                  <a:lnTo>
                    <a:pt x="700" y="281"/>
                  </a:lnTo>
                  <a:lnTo>
                    <a:pt x="669" y="271"/>
                  </a:lnTo>
                  <a:lnTo>
                    <a:pt x="638" y="265"/>
                  </a:lnTo>
                  <a:lnTo>
                    <a:pt x="606" y="261"/>
                  </a:lnTo>
                  <a:lnTo>
                    <a:pt x="603" y="262"/>
                  </a:lnTo>
                  <a:lnTo>
                    <a:pt x="597" y="266"/>
                  </a:lnTo>
                  <a:lnTo>
                    <a:pt x="588" y="270"/>
                  </a:lnTo>
                  <a:lnTo>
                    <a:pt x="576" y="275"/>
                  </a:lnTo>
                  <a:lnTo>
                    <a:pt x="562" y="280"/>
                  </a:lnTo>
                  <a:lnTo>
                    <a:pt x="547" y="286"/>
                  </a:lnTo>
                  <a:lnTo>
                    <a:pt x="532" y="290"/>
                  </a:lnTo>
                  <a:lnTo>
                    <a:pt x="517" y="292"/>
                  </a:lnTo>
                  <a:lnTo>
                    <a:pt x="502" y="292"/>
                  </a:lnTo>
                  <a:lnTo>
                    <a:pt x="490" y="289"/>
                  </a:lnTo>
                  <a:lnTo>
                    <a:pt x="480" y="284"/>
                  </a:lnTo>
                  <a:lnTo>
                    <a:pt x="472" y="274"/>
                  </a:lnTo>
                  <a:lnTo>
                    <a:pt x="467" y="258"/>
                  </a:lnTo>
                  <a:lnTo>
                    <a:pt x="463" y="243"/>
                  </a:lnTo>
                  <a:lnTo>
                    <a:pt x="459" y="229"/>
                  </a:lnTo>
                  <a:lnTo>
                    <a:pt x="456" y="215"/>
                  </a:lnTo>
                  <a:lnTo>
                    <a:pt x="452" y="201"/>
                  </a:lnTo>
                  <a:lnTo>
                    <a:pt x="448" y="188"/>
                  </a:lnTo>
                  <a:lnTo>
                    <a:pt x="443" y="178"/>
                  </a:lnTo>
                  <a:lnTo>
                    <a:pt x="436" y="168"/>
                  </a:lnTo>
                  <a:lnTo>
                    <a:pt x="427" y="161"/>
                  </a:lnTo>
                  <a:lnTo>
                    <a:pt x="414" y="156"/>
                  </a:lnTo>
                  <a:lnTo>
                    <a:pt x="400" y="154"/>
                  </a:lnTo>
                  <a:lnTo>
                    <a:pt x="382" y="154"/>
                  </a:lnTo>
                  <a:lnTo>
                    <a:pt x="358" y="157"/>
                  </a:lnTo>
                  <a:lnTo>
                    <a:pt x="343" y="160"/>
                  </a:lnTo>
                  <a:lnTo>
                    <a:pt x="324" y="164"/>
                  </a:lnTo>
                  <a:lnTo>
                    <a:pt x="303" y="169"/>
                  </a:lnTo>
                  <a:lnTo>
                    <a:pt x="283" y="175"/>
                  </a:lnTo>
                  <a:lnTo>
                    <a:pt x="264" y="179"/>
                  </a:lnTo>
                  <a:lnTo>
                    <a:pt x="249" y="181"/>
                  </a:lnTo>
                  <a:lnTo>
                    <a:pt x="211" y="183"/>
                  </a:lnTo>
                  <a:lnTo>
                    <a:pt x="174" y="181"/>
                  </a:lnTo>
                  <a:lnTo>
                    <a:pt x="139" y="177"/>
                  </a:lnTo>
                  <a:lnTo>
                    <a:pt x="107" y="169"/>
                  </a:lnTo>
                  <a:lnTo>
                    <a:pt x="78" y="162"/>
                  </a:lnTo>
                  <a:lnTo>
                    <a:pt x="52" y="154"/>
                  </a:lnTo>
                  <a:lnTo>
                    <a:pt x="31" y="145"/>
                  </a:lnTo>
                  <a:lnTo>
                    <a:pt x="13" y="138"/>
                  </a:lnTo>
                  <a:lnTo>
                    <a:pt x="0" y="134"/>
                  </a:lnTo>
                  <a:lnTo>
                    <a:pt x="218"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72" name="Freeform 12"/>
            <p:cNvSpPr>
              <a:spLocks noEditPoints="1"/>
            </p:cNvSpPr>
            <p:nvPr/>
          </p:nvSpPr>
          <p:spPr bwMode="auto">
            <a:xfrm>
              <a:off x="4175125" y="4859700"/>
              <a:ext cx="381000" cy="252413"/>
            </a:xfrm>
            <a:custGeom>
              <a:avLst/>
              <a:gdLst>
                <a:gd name="T0" fmla="*/ 1576 w 1674"/>
                <a:gd name="T1" fmla="*/ 500 h 1111"/>
                <a:gd name="T2" fmla="*/ 1613 w 1674"/>
                <a:gd name="T3" fmla="*/ 511 h 1111"/>
                <a:gd name="T4" fmla="*/ 1665 w 1674"/>
                <a:gd name="T5" fmla="*/ 554 h 1111"/>
                <a:gd name="T6" fmla="*/ 1671 w 1674"/>
                <a:gd name="T7" fmla="*/ 606 h 1111"/>
                <a:gd name="T8" fmla="*/ 1624 w 1674"/>
                <a:gd name="T9" fmla="*/ 654 h 1111"/>
                <a:gd name="T10" fmla="*/ 1593 w 1674"/>
                <a:gd name="T11" fmla="*/ 801 h 1111"/>
                <a:gd name="T12" fmla="*/ 1479 w 1674"/>
                <a:gd name="T13" fmla="*/ 674 h 1111"/>
                <a:gd name="T14" fmla="*/ 1411 w 1674"/>
                <a:gd name="T15" fmla="*/ 648 h 1111"/>
                <a:gd name="T16" fmla="*/ 1373 w 1674"/>
                <a:gd name="T17" fmla="*/ 600 h 1111"/>
                <a:gd name="T18" fmla="*/ 1386 w 1674"/>
                <a:gd name="T19" fmla="*/ 547 h 1111"/>
                <a:gd name="T20" fmla="*/ 1436 w 1674"/>
                <a:gd name="T21" fmla="*/ 510 h 1111"/>
                <a:gd name="T22" fmla="*/ 1502 w 1674"/>
                <a:gd name="T23" fmla="*/ 494 h 1111"/>
                <a:gd name="T24" fmla="*/ 427 w 1674"/>
                <a:gd name="T25" fmla="*/ 348 h 1111"/>
                <a:gd name="T26" fmla="*/ 469 w 1674"/>
                <a:gd name="T27" fmla="*/ 367 h 1111"/>
                <a:gd name="T28" fmla="*/ 471 w 1674"/>
                <a:gd name="T29" fmla="*/ 403 h 1111"/>
                <a:gd name="T30" fmla="*/ 431 w 1674"/>
                <a:gd name="T31" fmla="*/ 424 h 1111"/>
                <a:gd name="T32" fmla="*/ 386 w 1674"/>
                <a:gd name="T33" fmla="*/ 422 h 1111"/>
                <a:gd name="T34" fmla="*/ 350 w 1674"/>
                <a:gd name="T35" fmla="*/ 394 h 1111"/>
                <a:gd name="T36" fmla="*/ 364 w 1674"/>
                <a:gd name="T37" fmla="*/ 359 h 1111"/>
                <a:gd name="T38" fmla="*/ 413 w 1674"/>
                <a:gd name="T39" fmla="*/ 347 h 1111"/>
                <a:gd name="T40" fmla="*/ 874 w 1674"/>
                <a:gd name="T41" fmla="*/ 128 h 1111"/>
                <a:gd name="T42" fmla="*/ 940 w 1674"/>
                <a:gd name="T43" fmla="*/ 154 h 1111"/>
                <a:gd name="T44" fmla="*/ 971 w 1674"/>
                <a:gd name="T45" fmla="*/ 204 h 1111"/>
                <a:gd name="T46" fmla="*/ 944 w 1674"/>
                <a:gd name="T47" fmla="*/ 255 h 1111"/>
                <a:gd name="T48" fmla="*/ 885 w 1674"/>
                <a:gd name="T49" fmla="*/ 282 h 1111"/>
                <a:gd name="T50" fmla="*/ 832 w 1674"/>
                <a:gd name="T51" fmla="*/ 287 h 1111"/>
                <a:gd name="T52" fmla="*/ 597 w 1674"/>
                <a:gd name="T53" fmla="*/ 657 h 1111"/>
                <a:gd name="T54" fmla="*/ 637 w 1674"/>
                <a:gd name="T55" fmla="*/ 702 h 1111"/>
                <a:gd name="T56" fmla="*/ 843 w 1674"/>
                <a:gd name="T57" fmla="*/ 805 h 1111"/>
                <a:gd name="T58" fmla="*/ 932 w 1674"/>
                <a:gd name="T59" fmla="*/ 783 h 1111"/>
                <a:gd name="T60" fmla="*/ 1021 w 1674"/>
                <a:gd name="T61" fmla="*/ 791 h 1111"/>
                <a:gd name="T62" fmla="*/ 1095 w 1674"/>
                <a:gd name="T63" fmla="*/ 830 h 1111"/>
                <a:gd name="T64" fmla="*/ 1120 w 1674"/>
                <a:gd name="T65" fmla="*/ 887 h 1111"/>
                <a:gd name="T66" fmla="*/ 1091 w 1674"/>
                <a:gd name="T67" fmla="*/ 939 h 1111"/>
                <a:gd name="T68" fmla="*/ 1143 w 1674"/>
                <a:gd name="T69" fmla="*/ 1073 h 1111"/>
                <a:gd name="T70" fmla="*/ 968 w 1674"/>
                <a:gd name="T71" fmla="*/ 985 h 1111"/>
                <a:gd name="T72" fmla="*/ 881 w 1674"/>
                <a:gd name="T73" fmla="*/ 977 h 1111"/>
                <a:gd name="T74" fmla="*/ 809 w 1674"/>
                <a:gd name="T75" fmla="*/ 938 h 1111"/>
                <a:gd name="T76" fmla="*/ 784 w 1674"/>
                <a:gd name="T77" fmla="*/ 882 h 1111"/>
                <a:gd name="T78" fmla="*/ 564 w 1674"/>
                <a:gd name="T79" fmla="*/ 808 h 1111"/>
                <a:gd name="T80" fmla="*/ 501 w 1674"/>
                <a:gd name="T81" fmla="*/ 1047 h 1111"/>
                <a:gd name="T82" fmla="*/ 417 w 1674"/>
                <a:gd name="T83" fmla="*/ 814 h 1111"/>
                <a:gd name="T84" fmla="*/ 358 w 1674"/>
                <a:gd name="T85" fmla="*/ 785 h 1111"/>
                <a:gd name="T86" fmla="*/ 0 w 1674"/>
                <a:gd name="T87" fmla="*/ 743 h 1111"/>
                <a:gd name="T88" fmla="*/ 339 w 1674"/>
                <a:gd name="T89" fmla="*/ 685 h 1111"/>
                <a:gd name="T90" fmla="*/ 395 w 1674"/>
                <a:gd name="T91" fmla="*/ 644 h 1111"/>
                <a:gd name="T92" fmla="*/ 471 w 1674"/>
                <a:gd name="T93" fmla="*/ 629 h 1111"/>
                <a:gd name="T94" fmla="*/ 731 w 1674"/>
                <a:gd name="T95" fmla="*/ 257 h 1111"/>
                <a:gd name="T96" fmla="*/ 700 w 1674"/>
                <a:gd name="T97" fmla="*/ 207 h 1111"/>
                <a:gd name="T98" fmla="*/ 725 w 1674"/>
                <a:gd name="T99" fmla="*/ 159 h 1111"/>
                <a:gd name="T100" fmla="*/ 774 w 1674"/>
                <a:gd name="T101" fmla="*/ 133 h 1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674" h="1111">
                  <a:moveTo>
                    <a:pt x="1532" y="376"/>
                  </a:moveTo>
                  <a:lnTo>
                    <a:pt x="1597" y="416"/>
                  </a:lnTo>
                  <a:lnTo>
                    <a:pt x="1576" y="500"/>
                  </a:lnTo>
                  <a:lnTo>
                    <a:pt x="1581" y="501"/>
                  </a:lnTo>
                  <a:lnTo>
                    <a:pt x="1587" y="502"/>
                  </a:lnTo>
                  <a:lnTo>
                    <a:pt x="1613" y="511"/>
                  </a:lnTo>
                  <a:lnTo>
                    <a:pt x="1635" y="523"/>
                  </a:lnTo>
                  <a:lnTo>
                    <a:pt x="1652" y="538"/>
                  </a:lnTo>
                  <a:lnTo>
                    <a:pt x="1665" y="554"/>
                  </a:lnTo>
                  <a:lnTo>
                    <a:pt x="1673" y="571"/>
                  </a:lnTo>
                  <a:lnTo>
                    <a:pt x="1674" y="589"/>
                  </a:lnTo>
                  <a:lnTo>
                    <a:pt x="1671" y="606"/>
                  </a:lnTo>
                  <a:lnTo>
                    <a:pt x="1661" y="624"/>
                  </a:lnTo>
                  <a:lnTo>
                    <a:pt x="1645" y="640"/>
                  </a:lnTo>
                  <a:lnTo>
                    <a:pt x="1624" y="654"/>
                  </a:lnTo>
                  <a:lnTo>
                    <a:pt x="1599" y="665"/>
                  </a:lnTo>
                  <a:lnTo>
                    <a:pt x="1572" y="672"/>
                  </a:lnTo>
                  <a:lnTo>
                    <a:pt x="1593" y="801"/>
                  </a:lnTo>
                  <a:lnTo>
                    <a:pt x="1525" y="842"/>
                  </a:lnTo>
                  <a:lnTo>
                    <a:pt x="1498" y="676"/>
                  </a:lnTo>
                  <a:lnTo>
                    <a:pt x="1479" y="674"/>
                  </a:lnTo>
                  <a:lnTo>
                    <a:pt x="1460" y="670"/>
                  </a:lnTo>
                  <a:lnTo>
                    <a:pt x="1433" y="660"/>
                  </a:lnTo>
                  <a:lnTo>
                    <a:pt x="1411" y="648"/>
                  </a:lnTo>
                  <a:lnTo>
                    <a:pt x="1393" y="634"/>
                  </a:lnTo>
                  <a:lnTo>
                    <a:pt x="1381" y="617"/>
                  </a:lnTo>
                  <a:lnTo>
                    <a:pt x="1373" y="600"/>
                  </a:lnTo>
                  <a:lnTo>
                    <a:pt x="1371" y="582"/>
                  </a:lnTo>
                  <a:lnTo>
                    <a:pt x="1375" y="564"/>
                  </a:lnTo>
                  <a:lnTo>
                    <a:pt x="1386" y="547"/>
                  </a:lnTo>
                  <a:lnTo>
                    <a:pt x="1400" y="533"/>
                  </a:lnTo>
                  <a:lnTo>
                    <a:pt x="1415" y="520"/>
                  </a:lnTo>
                  <a:lnTo>
                    <a:pt x="1436" y="510"/>
                  </a:lnTo>
                  <a:lnTo>
                    <a:pt x="1457" y="503"/>
                  </a:lnTo>
                  <a:lnTo>
                    <a:pt x="1479" y="498"/>
                  </a:lnTo>
                  <a:lnTo>
                    <a:pt x="1502" y="494"/>
                  </a:lnTo>
                  <a:lnTo>
                    <a:pt x="1532" y="376"/>
                  </a:lnTo>
                  <a:close/>
                  <a:moveTo>
                    <a:pt x="413" y="347"/>
                  </a:moveTo>
                  <a:lnTo>
                    <a:pt x="427" y="348"/>
                  </a:lnTo>
                  <a:lnTo>
                    <a:pt x="439" y="350"/>
                  </a:lnTo>
                  <a:lnTo>
                    <a:pt x="457" y="357"/>
                  </a:lnTo>
                  <a:lnTo>
                    <a:pt x="469" y="367"/>
                  </a:lnTo>
                  <a:lnTo>
                    <a:pt x="476" y="378"/>
                  </a:lnTo>
                  <a:lnTo>
                    <a:pt x="477" y="390"/>
                  </a:lnTo>
                  <a:lnTo>
                    <a:pt x="471" y="403"/>
                  </a:lnTo>
                  <a:lnTo>
                    <a:pt x="462" y="412"/>
                  </a:lnTo>
                  <a:lnTo>
                    <a:pt x="447" y="419"/>
                  </a:lnTo>
                  <a:lnTo>
                    <a:pt x="431" y="424"/>
                  </a:lnTo>
                  <a:lnTo>
                    <a:pt x="413" y="425"/>
                  </a:lnTo>
                  <a:lnTo>
                    <a:pt x="399" y="425"/>
                  </a:lnTo>
                  <a:lnTo>
                    <a:pt x="386" y="422"/>
                  </a:lnTo>
                  <a:lnTo>
                    <a:pt x="369" y="414"/>
                  </a:lnTo>
                  <a:lnTo>
                    <a:pt x="356" y="405"/>
                  </a:lnTo>
                  <a:lnTo>
                    <a:pt x="350" y="394"/>
                  </a:lnTo>
                  <a:lnTo>
                    <a:pt x="349" y="381"/>
                  </a:lnTo>
                  <a:lnTo>
                    <a:pt x="354" y="370"/>
                  </a:lnTo>
                  <a:lnTo>
                    <a:pt x="364" y="359"/>
                  </a:lnTo>
                  <a:lnTo>
                    <a:pt x="378" y="353"/>
                  </a:lnTo>
                  <a:lnTo>
                    <a:pt x="395" y="348"/>
                  </a:lnTo>
                  <a:lnTo>
                    <a:pt x="413" y="347"/>
                  </a:lnTo>
                  <a:close/>
                  <a:moveTo>
                    <a:pt x="780" y="0"/>
                  </a:moveTo>
                  <a:lnTo>
                    <a:pt x="855" y="125"/>
                  </a:lnTo>
                  <a:lnTo>
                    <a:pt x="874" y="128"/>
                  </a:lnTo>
                  <a:lnTo>
                    <a:pt x="892" y="131"/>
                  </a:lnTo>
                  <a:lnTo>
                    <a:pt x="919" y="141"/>
                  </a:lnTo>
                  <a:lnTo>
                    <a:pt x="940" y="154"/>
                  </a:lnTo>
                  <a:lnTo>
                    <a:pt x="956" y="169"/>
                  </a:lnTo>
                  <a:lnTo>
                    <a:pt x="967" y="186"/>
                  </a:lnTo>
                  <a:lnTo>
                    <a:pt x="971" y="204"/>
                  </a:lnTo>
                  <a:lnTo>
                    <a:pt x="968" y="222"/>
                  </a:lnTo>
                  <a:lnTo>
                    <a:pt x="958" y="240"/>
                  </a:lnTo>
                  <a:lnTo>
                    <a:pt x="944" y="255"/>
                  </a:lnTo>
                  <a:lnTo>
                    <a:pt x="927" y="266"/>
                  </a:lnTo>
                  <a:lnTo>
                    <a:pt x="907" y="276"/>
                  </a:lnTo>
                  <a:lnTo>
                    <a:pt x="885" y="282"/>
                  </a:lnTo>
                  <a:lnTo>
                    <a:pt x="861" y="286"/>
                  </a:lnTo>
                  <a:lnTo>
                    <a:pt x="836" y="289"/>
                  </a:lnTo>
                  <a:lnTo>
                    <a:pt x="832" y="287"/>
                  </a:lnTo>
                  <a:lnTo>
                    <a:pt x="828" y="287"/>
                  </a:lnTo>
                  <a:lnTo>
                    <a:pt x="576" y="647"/>
                  </a:lnTo>
                  <a:lnTo>
                    <a:pt x="597" y="657"/>
                  </a:lnTo>
                  <a:lnTo>
                    <a:pt x="615" y="671"/>
                  </a:lnTo>
                  <a:lnTo>
                    <a:pt x="629" y="686"/>
                  </a:lnTo>
                  <a:lnTo>
                    <a:pt x="637" y="702"/>
                  </a:lnTo>
                  <a:lnTo>
                    <a:pt x="641" y="718"/>
                  </a:lnTo>
                  <a:lnTo>
                    <a:pt x="641" y="735"/>
                  </a:lnTo>
                  <a:lnTo>
                    <a:pt x="843" y="805"/>
                  </a:lnTo>
                  <a:lnTo>
                    <a:pt x="871" y="794"/>
                  </a:lnTo>
                  <a:lnTo>
                    <a:pt x="901" y="787"/>
                  </a:lnTo>
                  <a:lnTo>
                    <a:pt x="932" y="783"/>
                  </a:lnTo>
                  <a:lnTo>
                    <a:pt x="962" y="782"/>
                  </a:lnTo>
                  <a:lnTo>
                    <a:pt x="993" y="785"/>
                  </a:lnTo>
                  <a:lnTo>
                    <a:pt x="1021" y="791"/>
                  </a:lnTo>
                  <a:lnTo>
                    <a:pt x="1051" y="801"/>
                  </a:lnTo>
                  <a:lnTo>
                    <a:pt x="1075" y="815"/>
                  </a:lnTo>
                  <a:lnTo>
                    <a:pt x="1095" y="830"/>
                  </a:lnTo>
                  <a:lnTo>
                    <a:pt x="1109" y="848"/>
                  </a:lnTo>
                  <a:lnTo>
                    <a:pt x="1118" y="867"/>
                  </a:lnTo>
                  <a:lnTo>
                    <a:pt x="1120" y="887"/>
                  </a:lnTo>
                  <a:lnTo>
                    <a:pt x="1115" y="906"/>
                  </a:lnTo>
                  <a:lnTo>
                    <a:pt x="1104" y="927"/>
                  </a:lnTo>
                  <a:lnTo>
                    <a:pt x="1091" y="939"/>
                  </a:lnTo>
                  <a:lnTo>
                    <a:pt x="1076" y="951"/>
                  </a:lnTo>
                  <a:lnTo>
                    <a:pt x="1058" y="961"/>
                  </a:lnTo>
                  <a:lnTo>
                    <a:pt x="1143" y="1073"/>
                  </a:lnTo>
                  <a:lnTo>
                    <a:pt x="1081" y="1111"/>
                  </a:lnTo>
                  <a:lnTo>
                    <a:pt x="984" y="984"/>
                  </a:lnTo>
                  <a:lnTo>
                    <a:pt x="968" y="985"/>
                  </a:lnTo>
                  <a:lnTo>
                    <a:pt x="951" y="986"/>
                  </a:lnTo>
                  <a:lnTo>
                    <a:pt x="916" y="984"/>
                  </a:lnTo>
                  <a:lnTo>
                    <a:pt x="881" y="977"/>
                  </a:lnTo>
                  <a:lnTo>
                    <a:pt x="852" y="967"/>
                  </a:lnTo>
                  <a:lnTo>
                    <a:pt x="828" y="953"/>
                  </a:lnTo>
                  <a:lnTo>
                    <a:pt x="809" y="938"/>
                  </a:lnTo>
                  <a:lnTo>
                    <a:pt x="794" y="920"/>
                  </a:lnTo>
                  <a:lnTo>
                    <a:pt x="786" y="902"/>
                  </a:lnTo>
                  <a:lnTo>
                    <a:pt x="784" y="882"/>
                  </a:lnTo>
                  <a:lnTo>
                    <a:pt x="787" y="863"/>
                  </a:lnTo>
                  <a:lnTo>
                    <a:pt x="590" y="796"/>
                  </a:lnTo>
                  <a:lnTo>
                    <a:pt x="564" y="808"/>
                  </a:lnTo>
                  <a:lnTo>
                    <a:pt x="533" y="817"/>
                  </a:lnTo>
                  <a:lnTo>
                    <a:pt x="584" y="1097"/>
                  </a:lnTo>
                  <a:lnTo>
                    <a:pt x="501" y="1047"/>
                  </a:lnTo>
                  <a:lnTo>
                    <a:pt x="461" y="821"/>
                  </a:lnTo>
                  <a:lnTo>
                    <a:pt x="438" y="818"/>
                  </a:lnTo>
                  <a:lnTo>
                    <a:pt x="417" y="814"/>
                  </a:lnTo>
                  <a:lnTo>
                    <a:pt x="395" y="806"/>
                  </a:lnTo>
                  <a:lnTo>
                    <a:pt x="375" y="797"/>
                  </a:lnTo>
                  <a:lnTo>
                    <a:pt x="358" y="785"/>
                  </a:lnTo>
                  <a:lnTo>
                    <a:pt x="345" y="773"/>
                  </a:lnTo>
                  <a:lnTo>
                    <a:pt x="100" y="804"/>
                  </a:lnTo>
                  <a:lnTo>
                    <a:pt x="0" y="743"/>
                  </a:lnTo>
                  <a:lnTo>
                    <a:pt x="330" y="702"/>
                  </a:lnTo>
                  <a:lnTo>
                    <a:pt x="333" y="693"/>
                  </a:lnTo>
                  <a:lnTo>
                    <a:pt x="339" y="685"/>
                  </a:lnTo>
                  <a:lnTo>
                    <a:pt x="354" y="669"/>
                  </a:lnTo>
                  <a:lnTo>
                    <a:pt x="373" y="655"/>
                  </a:lnTo>
                  <a:lnTo>
                    <a:pt x="395" y="644"/>
                  </a:lnTo>
                  <a:lnTo>
                    <a:pt x="419" y="637"/>
                  </a:lnTo>
                  <a:lnTo>
                    <a:pt x="445" y="632"/>
                  </a:lnTo>
                  <a:lnTo>
                    <a:pt x="471" y="629"/>
                  </a:lnTo>
                  <a:lnTo>
                    <a:pt x="498" y="630"/>
                  </a:lnTo>
                  <a:lnTo>
                    <a:pt x="752" y="269"/>
                  </a:lnTo>
                  <a:lnTo>
                    <a:pt x="731" y="257"/>
                  </a:lnTo>
                  <a:lnTo>
                    <a:pt x="715" y="242"/>
                  </a:lnTo>
                  <a:lnTo>
                    <a:pt x="705" y="225"/>
                  </a:lnTo>
                  <a:lnTo>
                    <a:pt x="700" y="207"/>
                  </a:lnTo>
                  <a:lnTo>
                    <a:pt x="704" y="189"/>
                  </a:lnTo>
                  <a:lnTo>
                    <a:pt x="713" y="171"/>
                  </a:lnTo>
                  <a:lnTo>
                    <a:pt x="725" y="159"/>
                  </a:lnTo>
                  <a:lnTo>
                    <a:pt x="739" y="148"/>
                  </a:lnTo>
                  <a:lnTo>
                    <a:pt x="756" y="140"/>
                  </a:lnTo>
                  <a:lnTo>
                    <a:pt x="774" y="133"/>
                  </a:lnTo>
                  <a:lnTo>
                    <a:pt x="717" y="37"/>
                  </a:lnTo>
                  <a:lnTo>
                    <a:pt x="78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73" name="Freeform 13"/>
            <p:cNvSpPr>
              <a:spLocks noEditPoints="1"/>
            </p:cNvSpPr>
            <p:nvPr/>
          </p:nvSpPr>
          <p:spPr bwMode="auto">
            <a:xfrm>
              <a:off x="4265613" y="4894625"/>
              <a:ext cx="274638" cy="176213"/>
            </a:xfrm>
            <a:custGeom>
              <a:avLst/>
              <a:gdLst>
                <a:gd name="T0" fmla="*/ 576 w 1209"/>
                <a:gd name="T1" fmla="*/ 671 h 777"/>
                <a:gd name="T2" fmla="*/ 613 w 1209"/>
                <a:gd name="T3" fmla="*/ 682 h 777"/>
                <a:gd name="T4" fmla="*/ 639 w 1209"/>
                <a:gd name="T5" fmla="*/ 705 h 777"/>
                <a:gd name="T6" fmla="*/ 643 w 1209"/>
                <a:gd name="T7" fmla="*/ 731 h 777"/>
                <a:gd name="T8" fmla="*/ 625 w 1209"/>
                <a:gd name="T9" fmla="*/ 757 h 777"/>
                <a:gd name="T10" fmla="*/ 595 w 1209"/>
                <a:gd name="T11" fmla="*/ 772 h 777"/>
                <a:gd name="T12" fmla="*/ 556 w 1209"/>
                <a:gd name="T13" fmla="*/ 777 h 777"/>
                <a:gd name="T14" fmla="*/ 520 w 1209"/>
                <a:gd name="T15" fmla="*/ 773 h 777"/>
                <a:gd name="T16" fmla="*/ 484 w 1209"/>
                <a:gd name="T17" fmla="*/ 754 h 777"/>
                <a:gd name="T18" fmla="*/ 468 w 1209"/>
                <a:gd name="T19" fmla="*/ 728 h 777"/>
                <a:gd name="T20" fmla="*/ 476 w 1209"/>
                <a:gd name="T21" fmla="*/ 701 h 777"/>
                <a:gd name="T22" fmla="*/ 503 w 1209"/>
                <a:gd name="T23" fmla="*/ 681 h 777"/>
                <a:gd name="T24" fmla="*/ 538 w 1209"/>
                <a:gd name="T25" fmla="*/ 671 h 777"/>
                <a:gd name="T26" fmla="*/ 89 w 1209"/>
                <a:gd name="T27" fmla="*/ 511 h 777"/>
                <a:gd name="T28" fmla="*/ 125 w 1209"/>
                <a:gd name="T29" fmla="*/ 516 h 777"/>
                <a:gd name="T30" fmla="*/ 161 w 1209"/>
                <a:gd name="T31" fmla="*/ 534 h 777"/>
                <a:gd name="T32" fmla="*/ 176 w 1209"/>
                <a:gd name="T33" fmla="*/ 559 h 777"/>
                <a:gd name="T34" fmla="*/ 168 w 1209"/>
                <a:gd name="T35" fmla="*/ 587 h 777"/>
                <a:gd name="T36" fmla="*/ 144 w 1209"/>
                <a:gd name="T37" fmla="*/ 607 h 777"/>
                <a:gd name="T38" fmla="*/ 108 w 1209"/>
                <a:gd name="T39" fmla="*/ 617 h 777"/>
                <a:gd name="T40" fmla="*/ 70 w 1209"/>
                <a:gd name="T41" fmla="*/ 617 h 777"/>
                <a:gd name="T42" fmla="*/ 32 w 1209"/>
                <a:gd name="T43" fmla="*/ 606 h 777"/>
                <a:gd name="T44" fmla="*/ 5 w 1209"/>
                <a:gd name="T45" fmla="*/ 584 h 777"/>
                <a:gd name="T46" fmla="*/ 1 w 1209"/>
                <a:gd name="T47" fmla="*/ 556 h 777"/>
                <a:gd name="T48" fmla="*/ 19 w 1209"/>
                <a:gd name="T49" fmla="*/ 531 h 777"/>
                <a:gd name="T50" fmla="*/ 52 w 1209"/>
                <a:gd name="T51" fmla="*/ 516 h 777"/>
                <a:gd name="T52" fmla="*/ 89 w 1209"/>
                <a:gd name="T53" fmla="*/ 511 h 777"/>
                <a:gd name="T54" fmla="*/ 1146 w 1209"/>
                <a:gd name="T55" fmla="*/ 378 h 777"/>
                <a:gd name="T56" fmla="*/ 1180 w 1209"/>
                <a:gd name="T57" fmla="*/ 387 h 777"/>
                <a:gd name="T58" fmla="*/ 1204 w 1209"/>
                <a:gd name="T59" fmla="*/ 408 h 777"/>
                <a:gd name="T60" fmla="*/ 1209 w 1209"/>
                <a:gd name="T61" fmla="*/ 432 h 777"/>
                <a:gd name="T62" fmla="*/ 1192 w 1209"/>
                <a:gd name="T63" fmla="*/ 456 h 777"/>
                <a:gd name="T64" fmla="*/ 1163 w 1209"/>
                <a:gd name="T65" fmla="*/ 469 h 777"/>
                <a:gd name="T66" fmla="*/ 1128 w 1209"/>
                <a:gd name="T67" fmla="*/ 475 h 777"/>
                <a:gd name="T68" fmla="*/ 1094 w 1209"/>
                <a:gd name="T69" fmla="*/ 469 h 777"/>
                <a:gd name="T70" fmla="*/ 1062 w 1209"/>
                <a:gd name="T71" fmla="*/ 454 h 777"/>
                <a:gd name="T72" fmla="*/ 1048 w 1209"/>
                <a:gd name="T73" fmla="*/ 429 h 777"/>
                <a:gd name="T74" fmla="*/ 1054 w 1209"/>
                <a:gd name="T75" fmla="*/ 404 h 777"/>
                <a:gd name="T76" fmla="*/ 1079 w 1209"/>
                <a:gd name="T77" fmla="*/ 386 h 777"/>
                <a:gd name="T78" fmla="*/ 1111 w 1209"/>
                <a:gd name="T79" fmla="*/ 378 h 777"/>
                <a:gd name="T80" fmla="*/ 436 w 1209"/>
                <a:gd name="T81" fmla="*/ 0 h 777"/>
                <a:gd name="T82" fmla="*/ 471 w 1209"/>
                <a:gd name="T83" fmla="*/ 5 h 777"/>
                <a:gd name="T84" fmla="*/ 501 w 1209"/>
                <a:gd name="T85" fmla="*/ 19 h 777"/>
                <a:gd name="T86" fmla="*/ 514 w 1209"/>
                <a:gd name="T87" fmla="*/ 41 h 777"/>
                <a:gd name="T88" fmla="*/ 508 w 1209"/>
                <a:gd name="T89" fmla="*/ 64 h 777"/>
                <a:gd name="T90" fmla="*/ 480 w 1209"/>
                <a:gd name="T91" fmla="*/ 84 h 777"/>
                <a:gd name="T92" fmla="*/ 441 w 1209"/>
                <a:gd name="T93" fmla="*/ 90 h 777"/>
                <a:gd name="T94" fmla="*/ 410 w 1209"/>
                <a:gd name="T95" fmla="*/ 86 h 777"/>
                <a:gd name="T96" fmla="*/ 380 w 1209"/>
                <a:gd name="T97" fmla="*/ 71 h 777"/>
                <a:gd name="T98" fmla="*/ 367 w 1209"/>
                <a:gd name="T99" fmla="*/ 50 h 777"/>
                <a:gd name="T100" fmla="*/ 374 w 1209"/>
                <a:gd name="T101" fmla="*/ 27 h 777"/>
                <a:gd name="T102" fmla="*/ 400 w 1209"/>
                <a:gd name="T103" fmla="*/ 8 h 777"/>
                <a:gd name="T104" fmla="*/ 436 w 1209"/>
                <a:gd name="T105" fmla="*/ 0 h 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09" h="777">
                  <a:moveTo>
                    <a:pt x="557" y="670"/>
                  </a:moveTo>
                  <a:lnTo>
                    <a:pt x="576" y="671"/>
                  </a:lnTo>
                  <a:lnTo>
                    <a:pt x="593" y="674"/>
                  </a:lnTo>
                  <a:lnTo>
                    <a:pt x="613" y="682"/>
                  </a:lnTo>
                  <a:lnTo>
                    <a:pt x="629" y="692"/>
                  </a:lnTo>
                  <a:lnTo>
                    <a:pt x="639" y="705"/>
                  </a:lnTo>
                  <a:lnTo>
                    <a:pt x="644" y="718"/>
                  </a:lnTo>
                  <a:lnTo>
                    <a:pt x="643" y="731"/>
                  </a:lnTo>
                  <a:lnTo>
                    <a:pt x="637" y="746"/>
                  </a:lnTo>
                  <a:lnTo>
                    <a:pt x="625" y="757"/>
                  </a:lnTo>
                  <a:lnTo>
                    <a:pt x="612" y="765"/>
                  </a:lnTo>
                  <a:lnTo>
                    <a:pt x="595" y="772"/>
                  </a:lnTo>
                  <a:lnTo>
                    <a:pt x="576" y="776"/>
                  </a:lnTo>
                  <a:lnTo>
                    <a:pt x="556" y="777"/>
                  </a:lnTo>
                  <a:lnTo>
                    <a:pt x="538" y="776"/>
                  </a:lnTo>
                  <a:lnTo>
                    <a:pt x="520" y="773"/>
                  </a:lnTo>
                  <a:lnTo>
                    <a:pt x="500" y="764"/>
                  </a:lnTo>
                  <a:lnTo>
                    <a:pt x="484" y="754"/>
                  </a:lnTo>
                  <a:lnTo>
                    <a:pt x="473" y="742"/>
                  </a:lnTo>
                  <a:lnTo>
                    <a:pt x="468" y="728"/>
                  </a:lnTo>
                  <a:lnTo>
                    <a:pt x="469" y="715"/>
                  </a:lnTo>
                  <a:lnTo>
                    <a:pt x="476" y="701"/>
                  </a:lnTo>
                  <a:lnTo>
                    <a:pt x="488" y="689"/>
                  </a:lnTo>
                  <a:lnTo>
                    <a:pt x="503" y="681"/>
                  </a:lnTo>
                  <a:lnTo>
                    <a:pt x="520" y="674"/>
                  </a:lnTo>
                  <a:lnTo>
                    <a:pt x="538" y="671"/>
                  </a:lnTo>
                  <a:lnTo>
                    <a:pt x="557" y="670"/>
                  </a:lnTo>
                  <a:close/>
                  <a:moveTo>
                    <a:pt x="89" y="511"/>
                  </a:moveTo>
                  <a:lnTo>
                    <a:pt x="108" y="513"/>
                  </a:lnTo>
                  <a:lnTo>
                    <a:pt x="125" y="516"/>
                  </a:lnTo>
                  <a:lnTo>
                    <a:pt x="145" y="523"/>
                  </a:lnTo>
                  <a:lnTo>
                    <a:pt x="161" y="534"/>
                  </a:lnTo>
                  <a:lnTo>
                    <a:pt x="171" y="545"/>
                  </a:lnTo>
                  <a:lnTo>
                    <a:pt x="176" y="559"/>
                  </a:lnTo>
                  <a:lnTo>
                    <a:pt x="175" y="573"/>
                  </a:lnTo>
                  <a:lnTo>
                    <a:pt x="168" y="587"/>
                  </a:lnTo>
                  <a:lnTo>
                    <a:pt x="157" y="598"/>
                  </a:lnTo>
                  <a:lnTo>
                    <a:pt x="144" y="607"/>
                  </a:lnTo>
                  <a:lnTo>
                    <a:pt x="127" y="613"/>
                  </a:lnTo>
                  <a:lnTo>
                    <a:pt x="108" y="617"/>
                  </a:lnTo>
                  <a:lnTo>
                    <a:pt x="88" y="618"/>
                  </a:lnTo>
                  <a:lnTo>
                    <a:pt x="70" y="617"/>
                  </a:lnTo>
                  <a:lnTo>
                    <a:pt x="52" y="613"/>
                  </a:lnTo>
                  <a:lnTo>
                    <a:pt x="32" y="606"/>
                  </a:lnTo>
                  <a:lnTo>
                    <a:pt x="16" y="595"/>
                  </a:lnTo>
                  <a:lnTo>
                    <a:pt x="5" y="584"/>
                  </a:lnTo>
                  <a:lnTo>
                    <a:pt x="0" y="570"/>
                  </a:lnTo>
                  <a:lnTo>
                    <a:pt x="1" y="556"/>
                  </a:lnTo>
                  <a:lnTo>
                    <a:pt x="8" y="542"/>
                  </a:lnTo>
                  <a:lnTo>
                    <a:pt x="19" y="531"/>
                  </a:lnTo>
                  <a:lnTo>
                    <a:pt x="34" y="522"/>
                  </a:lnTo>
                  <a:lnTo>
                    <a:pt x="52" y="516"/>
                  </a:lnTo>
                  <a:lnTo>
                    <a:pt x="70" y="512"/>
                  </a:lnTo>
                  <a:lnTo>
                    <a:pt x="89" y="511"/>
                  </a:lnTo>
                  <a:close/>
                  <a:moveTo>
                    <a:pt x="1128" y="376"/>
                  </a:moveTo>
                  <a:lnTo>
                    <a:pt x="1146" y="378"/>
                  </a:lnTo>
                  <a:lnTo>
                    <a:pt x="1162" y="381"/>
                  </a:lnTo>
                  <a:lnTo>
                    <a:pt x="1180" y="387"/>
                  </a:lnTo>
                  <a:lnTo>
                    <a:pt x="1195" y="397"/>
                  </a:lnTo>
                  <a:lnTo>
                    <a:pt x="1204" y="408"/>
                  </a:lnTo>
                  <a:lnTo>
                    <a:pt x="1209" y="420"/>
                  </a:lnTo>
                  <a:lnTo>
                    <a:pt x="1209" y="432"/>
                  </a:lnTo>
                  <a:lnTo>
                    <a:pt x="1201" y="445"/>
                  </a:lnTo>
                  <a:lnTo>
                    <a:pt x="1192" y="456"/>
                  </a:lnTo>
                  <a:lnTo>
                    <a:pt x="1179" y="463"/>
                  </a:lnTo>
                  <a:lnTo>
                    <a:pt x="1163" y="469"/>
                  </a:lnTo>
                  <a:lnTo>
                    <a:pt x="1146" y="473"/>
                  </a:lnTo>
                  <a:lnTo>
                    <a:pt x="1128" y="475"/>
                  </a:lnTo>
                  <a:lnTo>
                    <a:pt x="1111" y="474"/>
                  </a:lnTo>
                  <a:lnTo>
                    <a:pt x="1094" y="469"/>
                  </a:lnTo>
                  <a:lnTo>
                    <a:pt x="1076" y="463"/>
                  </a:lnTo>
                  <a:lnTo>
                    <a:pt x="1062" y="454"/>
                  </a:lnTo>
                  <a:lnTo>
                    <a:pt x="1052" y="442"/>
                  </a:lnTo>
                  <a:lnTo>
                    <a:pt x="1048" y="429"/>
                  </a:lnTo>
                  <a:lnTo>
                    <a:pt x="1048" y="417"/>
                  </a:lnTo>
                  <a:lnTo>
                    <a:pt x="1054" y="404"/>
                  </a:lnTo>
                  <a:lnTo>
                    <a:pt x="1065" y="394"/>
                  </a:lnTo>
                  <a:lnTo>
                    <a:pt x="1079" y="386"/>
                  </a:lnTo>
                  <a:lnTo>
                    <a:pt x="1094" y="381"/>
                  </a:lnTo>
                  <a:lnTo>
                    <a:pt x="1111" y="378"/>
                  </a:lnTo>
                  <a:lnTo>
                    <a:pt x="1128" y="376"/>
                  </a:lnTo>
                  <a:close/>
                  <a:moveTo>
                    <a:pt x="436" y="0"/>
                  </a:moveTo>
                  <a:lnTo>
                    <a:pt x="454" y="1"/>
                  </a:lnTo>
                  <a:lnTo>
                    <a:pt x="471" y="5"/>
                  </a:lnTo>
                  <a:lnTo>
                    <a:pt x="488" y="11"/>
                  </a:lnTo>
                  <a:lnTo>
                    <a:pt x="501" y="19"/>
                  </a:lnTo>
                  <a:lnTo>
                    <a:pt x="510" y="30"/>
                  </a:lnTo>
                  <a:lnTo>
                    <a:pt x="514" y="41"/>
                  </a:lnTo>
                  <a:lnTo>
                    <a:pt x="513" y="52"/>
                  </a:lnTo>
                  <a:lnTo>
                    <a:pt x="508" y="64"/>
                  </a:lnTo>
                  <a:lnTo>
                    <a:pt x="495" y="75"/>
                  </a:lnTo>
                  <a:lnTo>
                    <a:pt x="480" y="84"/>
                  </a:lnTo>
                  <a:lnTo>
                    <a:pt x="461" y="88"/>
                  </a:lnTo>
                  <a:lnTo>
                    <a:pt x="441" y="90"/>
                  </a:lnTo>
                  <a:lnTo>
                    <a:pt x="425" y="89"/>
                  </a:lnTo>
                  <a:lnTo>
                    <a:pt x="410" y="86"/>
                  </a:lnTo>
                  <a:lnTo>
                    <a:pt x="393" y="80"/>
                  </a:lnTo>
                  <a:lnTo>
                    <a:pt x="380" y="71"/>
                  </a:lnTo>
                  <a:lnTo>
                    <a:pt x="371" y="61"/>
                  </a:lnTo>
                  <a:lnTo>
                    <a:pt x="367" y="50"/>
                  </a:lnTo>
                  <a:lnTo>
                    <a:pt x="368" y="38"/>
                  </a:lnTo>
                  <a:lnTo>
                    <a:pt x="374" y="27"/>
                  </a:lnTo>
                  <a:lnTo>
                    <a:pt x="385" y="15"/>
                  </a:lnTo>
                  <a:lnTo>
                    <a:pt x="400" y="8"/>
                  </a:lnTo>
                  <a:lnTo>
                    <a:pt x="417" y="3"/>
                  </a:lnTo>
                  <a:lnTo>
                    <a:pt x="436"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3" name="Group 2"/>
          <p:cNvGrpSpPr>
            <a:grpSpLocks noChangeAspect="1"/>
          </p:cNvGrpSpPr>
          <p:nvPr/>
        </p:nvGrpSpPr>
        <p:grpSpPr>
          <a:xfrm>
            <a:off x="4798741" y="3334408"/>
            <a:ext cx="587375" cy="395288"/>
            <a:chOff x="5059363" y="4885100"/>
            <a:chExt cx="587375" cy="395288"/>
          </a:xfrm>
        </p:grpSpPr>
        <p:sp useBgFill="1">
          <p:nvSpPr>
            <p:cNvPr id="977" name="Freeform 18"/>
            <p:cNvSpPr>
              <a:spLocks/>
            </p:cNvSpPr>
            <p:nvPr/>
          </p:nvSpPr>
          <p:spPr bwMode="auto">
            <a:xfrm>
              <a:off x="5059363" y="4885100"/>
              <a:ext cx="587375" cy="395288"/>
            </a:xfrm>
            <a:custGeom>
              <a:avLst/>
              <a:gdLst>
                <a:gd name="T0" fmla="*/ 1293 w 2586"/>
                <a:gd name="T1" fmla="*/ 0 h 1743"/>
                <a:gd name="T2" fmla="*/ 1324 w 2586"/>
                <a:gd name="T3" fmla="*/ 2 h 1743"/>
                <a:gd name="T4" fmla="*/ 1353 w 2586"/>
                <a:gd name="T5" fmla="*/ 7 h 1743"/>
                <a:gd name="T6" fmla="*/ 1382 w 2586"/>
                <a:gd name="T7" fmla="*/ 18 h 1743"/>
                <a:gd name="T8" fmla="*/ 1409 w 2586"/>
                <a:gd name="T9" fmla="*/ 32 h 1743"/>
                <a:gd name="T10" fmla="*/ 2478 w 2586"/>
                <a:gd name="T11" fmla="*/ 678 h 1743"/>
                <a:gd name="T12" fmla="*/ 2505 w 2586"/>
                <a:gd name="T13" fmla="*/ 698 h 1743"/>
                <a:gd name="T14" fmla="*/ 2529 w 2586"/>
                <a:gd name="T15" fmla="*/ 720 h 1743"/>
                <a:gd name="T16" fmla="*/ 2549 w 2586"/>
                <a:gd name="T17" fmla="*/ 747 h 1743"/>
                <a:gd name="T18" fmla="*/ 2565 w 2586"/>
                <a:gd name="T19" fmla="*/ 775 h 1743"/>
                <a:gd name="T20" fmla="*/ 2576 w 2586"/>
                <a:gd name="T21" fmla="*/ 806 h 1743"/>
                <a:gd name="T22" fmla="*/ 2584 w 2586"/>
                <a:gd name="T23" fmla="*/ 838 h 1743"/>
                <a:gd name="T24" fmla="*/ 2586 w 2586"/>
                <a:gd name="T25" fmla="*/ 872 h 1743"/>
                <a:gd name="T26" fmla="*/ 2584 w 2586"/>
                <a:gd name="T27" fmla="*/ 904 h 1743"/>
                <a:gd name="T28" fmla="*/ 2576 w 2586"/>
                <a:gd name="T29" fmla="*/ 936 h 1743"/>
                <a:gd name="T30" fmla="*/ 2565 w 2586"/>
                <a:gd name="T31" fmla="*/ 967 h 1743"/>
                <a:gd name="T32" fmla="*/ 2549 w 2586"/>
                <a:gd name="T33" fmla="*/ 995 h 1743"/>
                <a:gd name="T34" fmla="*/ 2529 w 2586"/>
                <a:gd name="T35" fmla="*/ 1022 h 1743"/>
                <a:gd name="T36" fmla="*/ 2505 w 2586"/>
                <a:gd name="T37" fmla="*/ 1044 h 1743"/>
                <a:gd name="T38" fmla="*/ 2478 w 2586"/>
                <a:gd name="T39" fmla="*/ 1064 h 1743"/>
                <a:gd name="T40" fmla="*/ 1410 w 2586"/>
                <a:gd name="T41" fmla="*/ 1710 h 1743"/>
                <a:gd name="T42" fmla="*/ 1383 w 2586"/>
                <a:gd name="T43" fmla="*/ 1725 h 1743"/>
                <a:gd name="T44" fmla="*/ 1354 w 2586"/>
                <a:gd name="T45" fmla="*/ 1735 h 1743"/>
                <a:gd name="T46" fmla="*/ 1324 w 2586"/>
                <a:gd name="T47" fmla="*/ 1741 h 1743"/>
                <a:gd name="T48" fmla="*/ 1293 w 2586"/>
                <a:gd name="T49" fmla="*/ 1743 h 1743"/>
                <a:gd name="T50" fmla="*/ 1263 w 2586"/>
                <a:gd name="T51" fmla="*/ 1741 h 1743"/>
                <a:gd name="T52" fmla="*/ 1234 w 2586"/>
                <a:gd name="T53" fmla="*/ 1736 h 1743"/>
                <a:gd name="T54" fmla="*/ 1205 w 2586"/>
                <a:gd name="T55" fmla="*/ 1725 h 1743"/>
                <a:gd name="T56" fmla="*/ 1179 w 2586"/>
                <a:gd name="T57" fmla="*/ 1711 h 1743"/>
                <a:gd name="T58" fmla="*/ 1121 w 2586"/>
                <a:gd name="T59" fmla="*/ 1678 h 1743"/>
                <a:gd name="T60" fmla="*/ 108 w 2586"/>
                <a:gd name="T61" fmla="*/ 1064 h 1743"/>
                <a:gd name="T62" fmla="*/ 81 w 2586"/>
                <a:gd name="T63" fmla="*/ 1044 h 1743"/>
                <a:gd name="T64" fmla="*/ 57 w 2586"/>
                <a:gd name="T65" fmla="*/ 1022 h 1743"/>
                <a:gd name="T66" fmla="*/ 37 w 2586"/>
                <a:gd name="T67" fmla="*/ 995 h 1743"/>
                <a:gd name="T68" fmla="*/ 21 w 2586"/>
                <a:gd name="T69" fmla="*/ 967 h 1743"/>
                <a:gd name="T70" fmla="*/ 10 w 2586"/>
                <a:gd name="T71" fmla="*/ 936 h 1743"/>
                <a:gd name="T72" fmla="*/ 2 w 2586"/>
                <a:gd name="T73" fmla="*/ 904 h 1743"/>
                <a:gd name="T74" fmla="*/ 0 w 2586"/>
                <a:gd name="T75" fmla="*/ 872 h 1743"/>
                <a:gd name="T76" fmla="*/ 2 w 2586"/>
                <a:gd name="T77" fmla="*/ 838 h 1743"/>
                <a:gd name="T78" fmla="*/ 10 w 2586"/>
                <a:gd name="T79" fmla="*/ 806 h 1743"/>
                <a:gd name="T80" fmla="*/ 21 w 2586"/>
                <a:gd name="T81" fmla="*/ 775 h 1743"/>
                <a:gd name="T82" fmla="*/ 37 w 2586"/>
                <a:gd name="T83" fmla="*/ 747 h 1743"/>
                <a:gd name="T84" fmla="*/ 57 w 2586"/>
                <a:gd name="T85" fmla="*/ 720 h 1743"/>
                <a:gd name="T86" fmla="*/ 81 w 2586"/>
                <a:gd name="T87" fmla="*/ 698 h 1743"/>
                <a:gd name="T88" fmla="*/ 108 w 2586"/>
                <a:gd name="T89" fmla="*/ 678 h 1743"/>
                <a:gd name="T90" fmla="*/ 1177 w 2586"/>
                <a:gd name="T91" fmla="*/ 32 h 1743"/>
                <a:gd name="T92" fmla="*/ 1204 w 2586"/>
                <a:gd name="T93" fmla="*/ 18 h 1743"/>
                <a:gd name="T94" fmla="*/ 1233 w 2586"/>
                <a:gd name="T95" fmla="*/ 7 h 1743"/>
                <a:gd name="T96" fmla="*/ 1262 w 2586"/>
                <a:gd name="T97" fmla="*/ 2 h 1743"/>
                <a:gd name="T98" fmla="*/ 1293 w 2586"/>
                <a:gd name="T99" fmla="*/ 0 h 1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86" h="1743">
                  <a:moveTo>
                    <a:pt x="1293" y="0"/>
                  </a:moveTo>
                  <a:lnTo>
                    <a:pt x="1324" y="2"/>
                  </a:lnTo>
                  <a:lnTo>
                    <a:pt x="1353" y="7"/>
                  </a:lnTo>
                  <a:lnTo>
                    <a:pt x="1382" y="18"/>
                  </a:lnTo>
                  <a:lnTo>
                    <a:pt x="1409" y="32"/>
                  </a:lnTo>
                  <a:lnTo>
                    <a:pt x="2478" y="678"/>
                  </a:lnTo>
                  <a:lnTo>
                    <a:pt x="2505" y="698"/>
                  </a:lnTo>
                  <a:lnTo>
                    <a:pt x="2529" y="720"/>
                  </a:lnTo>
                  <a:lnTo>
                    <a:pt x="2549" y="747"/>
                  </a:lnTo>
                  <a:lnTo>
                    <a:pt x="2565" y="775"/>
                  </a:lnTo>
                  <a:lnTo>
                    <a:pt x="2576" y="806"/>
                  </a:lnTo>
                  <a:lnTo>
                    <a:pt x="2584" y="838"/>
                  </a:lnTo>
                  <a:lnTo>
                    <a:pt x="2586" y="872"/>
                  </a:lnTo>
                  <a:lnTo>
                    <a:pt x="2584" y="904"/>
                  </a:lnTo>
                  <a:lnTo>
                    <a:pt x="2576" y="936"/>
                  </a:lnTo>
                  <a:lnTo>
                    <a:pt x="2565" y="967"/>
                  </a:lnTo>
                  <a:lnTo>
                    <a:pt x="2549" y="995"/>
                  </a:lnTo>
                  <a:lnTo>
                    <a:pt x="2529" y="1022"/>
                  </a:lnTo>
                  <a:lnTo>
                    <a:pt x="2505" y="1044"/>
                  </a:lnTo>
                  <a:lnTo>
                    <a:pt x="2478" y="1064"/>
                  </a:lnTo>
                  <a:lnTo>
                    <a:pt x="1410" y="1710"/>
                  </a:lnTo>
                  <a:lnTo>
                    <a:pt x="1383" y="1725"/>
                  </a:lnTo>
                  <a:lnTo>
                    <a:pt x="1354" y="1735"/>
                  </a:lnTo>
                  <a:lnTo>
                    <a:pt x="1324" y="1741"/>
                  </a:lnTo>
                  <a:lnTo>
                    <a:pt x="1293" y="1743"/>
                  </a:lnTo>
                  <a:lnTo>
                    <a:pt x="1263" y="1741"/>
                  </a:lnTo>
                  <a:lnTo>
                    <a:pt x="1234" y="1736"/>
                  </a:lnTo>
                  <a:lnTo>
                    <a:pt x="1205" y="1725"/>
                  </a:lnTo>
                  <a:lnTo>
                    <a:pt x="1179" y="1711"/>
                  </a:lnTo>
                  <a:lnTo>
                    <a:pt x="1121" y="1678"/>
                  </a:lnTo>
                  <a:lnTo>
                    <a:pt x="108" y="1064"/>
                  </a:lnTo>
                  <a:lnTo>
                    <a:pt x="81" y="1044"/>
                  </a:lnTo>
                  <a:lnTo>
                    <a:pt x="57" y="1022"/>
                  </a:lnTo>
                  <a:lnTo>
                    <a:pt x="37" y="995"/>
                  </a:lnTo>
                  <a:lnTo>
                    <a:pt x="21" y="967"/>
                  </a:lnTo>
                  <a:lnTo>
                    <a:pt x="10" y="936"/>
                  </a:lnTo>
                  <a:lnTo>
                    <a:pt x="2" y="904"/>
                  </a:lnTo>
                  <a:lnTo>
                    <a:pt x="0" y="872"/>
                  </a:lnTo>
                  <a:lnTo>
                    <a:pt x="2" y="838"/>
                  </a:lnTo>
                  <a:lnTo>
                    <a:pt x="10" y="806"/>
                  </a:lnTo>
                  <a:lnTo>
                    <a:pt x="21" y="775"/>
                  </a:lnTo>
                  <a:lnTo>
                    <a:pt x="37" y="747"/>
                  </a:lnTo>
                  <a:lnTo>
                    <a:pt x="57" y="720"/>
                  </a:lnTo>
                  <a:lnTo>
                    <a:pt x="81" y="698"/>
                  </a:lnTo>
                  <a:lnTo>
                    <a:pt x="108" y="678"/>
                  </a:lnTo>
                  <a:lnTo>
                    <a:pt x="1177" y="32"/>
                  </a:lnTo>
                  <a:lnTo>
                    <a:pt x="1204" y="18"/>
                  </a:lnTo>
                  <a:lnTo>
                    <a:pt x="1233" y="7"/>
                  </a:lnTo>
                  <a:lnTo>
                    <a:pt x="1262" y="2"/>
                  </a:lnTo>
                  <a:lnTo>
                    <a:pt x="129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78" name="Freeform 19"/>
            <p:cNvSpPr>
              <a:spLocks/>
            </p:cNvSpPr>
            <p:nvPr/>
          </p:nvSpPr>
          <p:spPr bwMode="auto">
            <a:xfrm>
              <a:off x="5084763" y="4910500"/>
              <a:ext cx="536575" cy="344488"/>
            </a:xfrm>
            <a:custGeom>
              <a:avLst/>
              <a:gdLst>
                <a:gd name="T0" fmla="*/ 1181 w 2362"/>
                <a:gd name="T1" fmla="*/ 0 h 1519"/>
                <a:gd name="T2" fmla="*/ 1201 w 2362"/>
                <a:gd name="T3" fmla="*/ 2 h 1519"/>
                <a:gd name="T4" fmla="*/ 1221 w 2362"/>
                <a:gd name="T5" fmla="*/ 7 h 1519"/>
                <a:gd name="T6" fmla="*/ 1239 w 2362"/>
                <a:gd name="T7" fmla="*/ 16 h 1519"/>
                <a:gd name="T8" fmla="*/ 2307 w 2362"/>
                <a:gd name="T9" fmla="*/ 663 h 1519"/>
                <a:gd name="T10" fmla="*/ 2326 w 2362"/>
                <a:gd name="T11" fmla="*/ 677 h 1519"/>
                <a:gd name="T12" fmla="*/ 2341 w 2362"/>
                <a:gd name="T13" fmla="*/ 694 h 1519"/>
                <a:gd name="T14" fmla="*/ 2353 w 2362"/>
                <a:gd name="T15" fmla="*/ 714 h 1519"/>
                <a:gd name="T16" fmla="*/ 2359 w 2362"/>
                <a:gd name="T17" fmla="*/ 736 h 1519"/>
                <a:gd name="T18" fmla="*/ 2362 w 2362"/>
                <a:gd name="T19" fmla="*/ 760 h 1519"/>
                <a:gd name="T20" fmla="*/ 2359 w 2362"/>
                <a:gd name="T21" fmla="*/ 782 h 1519"/>
                <a:gd name="T22" fmla="*/ 2353 w 2362"/>
                <a:gd name="T23" fmla="*/ 804 h 1519"/>
                <a:gd name="T24" fmla="*/ 2341 w 2362"/>
                <a:gd name="T25" fmla="*/ 824 h 1519"/>
                <a:gd name="T26" fmla="*/ 2326 w 2362"/>
                <a:gd name="T27" fmla="*/ 841 h 1519"/>
                <a:gd name="T28" fmla="*/ 2307 w 2362"/>
                <a:gd name="T29" fmla="*/ 856 h 1519"/>
                <a:gd name="T30" fmla="*/ 1240 w 2362"/>
                <a:gd name="T31" fmla="*/ 1502 h 1519"/>
                <a:gd name="T32" fmla="*/ 1221 w 2362"/>
                <a:gd name="T33" fmla="*/ 1512 h 1519"/>
                <a:gd name="T34" fmla="*/ 1201 w 2362"/>
                <a:gd name="T35" fmla="*/ 1517 h 1519"/>
                <a:gd name="T36" fmla="*/ 1181 w 2362"/>
                <a:gd name="T37" fmla="*/ 1519 h 1519"/>
                <a:gd name="T38" fmla="*/ 1162 w 2362"/>
                <a:gd name="T39" fmla="*/ 1517 h 1519"/>
                <a:gd name="T40" fmla="*/ 1142 w 2362"/>
                <a:gd name="T41" fmla="*/ 1512 h 1519"/>
                <a:gd name="T42" fmla="*/ 1124 w 2362"/>
                <a:gd name="T43" fmla="*/ 1503 h 1519"/>
                <a:gd name="T44" fmla="*/ 1066 w 2362"/>
                <a:gd name="T45" fmla="*/ 1468 h 1519"/>
                <a:gd name="T46" fmla="*/ 55 w 2362"/>
                <a:gd name="T47" fmla="*/ 856 h 1519"/>
                <a:gd name="T48" fmla="*/ 36 w 2362"/>
                <a:gd name="T49" fmla="*/ 841 h 1519"/>
                <a:gd name="T50" fmla="*/ 21 w 2362"/>
                <a:gd name="T51" fmla="*/ 824 h 1519"/>
                <a:gd name="T52" fmla="*/ 9 w 2362"/>
                <a:gd name="T53" fmla="*/ 804 h 1519"/>
                <a:gd name="T54" fmla="*/ 3 w 2362"/>
                <a:gd name="T55" fmla="*/ 782 h 1519"/>
                <a:gd name="T56" fmla="*/ 0 w 2362"/>
                <a:gd name="T57" fmla="*/ 760 h 1519"/>
                <a:gd name="T58" fmla="*/ 3 w 2362"/>
                <a:gd name="T59" fmla="*/ 736 h 1519"/>
                <a:gd name="T60" fmla="*/ 9 w 2362"/>
                <a:gd name="T61" fmla="*/ 714 h 1519"/>
                <a:gd name="T62" fmla="*/ 21 w 2362"/>
                <a:gd name="T63" fmla="*/ 694 h 1519"/>
                <a:gd name="T64" fmla="*/ 36 w 2362"/>
                <a:gd name="T65" fmla="*/ 677 h 1519"/>
                <a:gd name="T66" fmla="*/ 55 w 2362"/>
                <a:gd name="T67" fmla="*/ 663 h 1519"/>
                <a:gd name="T68" fmla="*/ 1123 w 2362"/>
                <a:gd name="T69" fmla="*/ 16 h 1519"/>
                <a:gd name="T70" fmla="*/ 1141 w 2362"/>
                <a:gd name="T71" fmla="*/ 7 h 1519"/>
                <a:gd name="T72" fmla="*/ 1161 w 2362"/>
                <a:gd name="T73" fmla="*/ 2 h 1519"/>
                <a:gd name="T74" fmla="*/ 1181 w 2362"/>
                <a:gd name="T75"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62" h="1519">
                  <a:moveTo>
                    <a:pt x="1181" y="0"/>
                  </a:moveTo>
                  <a:lnTo>
                    <a:pt x="1201" y="2"/>
                  </a:lnTo>
                  <a:lnTo>
                    <a:pt x="1221" y="7"/>
                  </a:lnTo>
                  <a:lnTo>
                    <a:pt x="1239" y="16"/>
                  </a:lnTo>
                  <a:lnTo>
                    <a:pt x="2307" y="663"/>
                  </a:lnTo>
                  <a:lnTo>
                    <a:pt x="2326" y="677"/>
                  </a:lnTo>
                  <a:lnTo>
                    <a:pt x="2341" y="694"/>
                  </a:lnTo>
                  <a:lnTo>
                    <a:pt x="2353" y="714"/>
                  </a:lnTo>
                  <a:lnTo>
                    <a:pt x="2359" y="736"/>
                  </a:lnTo>
                  <a:lnTo>
                    <a:pt x="2362" y="760"/>
                  </a:lnTo>
                  <a:lnTo>
                    <a:pt x="2359" y="782"/>
                  </a:lnTo>
                  <a:lnTo>
                    <a:pt x="2353" y="804"/>
                  </a:lnTo>
                  <a:lnTo>
                    <a:pt x="2341" y="824"/>
                  </a:lnTo>
                  <a:lnTo>
                    <a:pt x="2326" y="841"/>
                  </a:lnTo>
                  <a:lnTo>
                    <a:pt x="2307" y="856"/>
                  </a:lnTo>
                  <a:lnTo>
                    <a:pt x="1240" y="1502"/>
                  </a:lnTo>
                  <a:lnTo>
                    <a:pt x="1221" y="1512"/>
                  </a:lnTo>
                  <a:lnTo>
                    <a:pt x="1201" y="1517"/>
                  </a:lnTo>
                  <a:lnTo>
                    <a:pt x="1181" y="1519"/>
                  </a:lnTo>
                  <a:lnTo>
                    <a:pt x="1162" y="1517"/>
                  </a:lnTo>
                  <a:lnTo>
                    <a:pt x="1142" y="1512"/>
                  </a:lnTo>
                  <a:lnTo>
                    <a:pt x="1124" y="1503"/>
                  </a:lnTo>
                  <a:lnTo>
                    <a:pt x="1066" y="1468"/>
                  </a:lnTo>
                  <a:lnTo>
                    <a:pt x="55" y="856"/>
                  </a:lnTo>
                  <a:lnTo>
                    <a:pt x="36" y="841"/>
                  </a:lnTo>
                  <a:lnTo>
                    <a:pt x="21" y="824"/>
                  </a:lnTo>
                  <a:lnTo>
                    <a:pt x="9" y="804"/>
                  </a:lnTo>
                  <a:lnTo>
                    <a:pt x="3" y="782"/>
                  </a:lnTo>
                  <a:lnTo>
                    <a:pt x="0" y="760"/>
                  </a:lnTo>
                  <a:lnTo>
                    <a:pt x="3" y="736"/>
                  </a:lnTo>
                  <a:lnTo>
                    <a:pt x="9" y="714"/>
                  </a:lnTo>
                  <a:lnTo>
                    <a:pt x="21" y="694"/>
                  </a:lnTo>
                  <a:lnTo>
                    <a:pt x="36" y="677"/>
                  </a:lnTo>
                  <a:lnTo>
                    <a:pt x="55" y="663"/>
                  </a:lnTo>
                  <a:lnTo>
                    <a:pt x="1123" y="16"/>
                  </a:lnTo>
                  <a:lnTo>
                    <a:pt x="1141" y="7"/>
                  </a:lnTo>
                  <a:lnTo>
                    <a:pt x="1161" y="2"/>
                  </a:lnTo>
                  <a:lnTo>
                    <a:pt x="118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79" name="Freeform 20"/>
            <p:cNvSpPr>
              <a:spLocks/>
            </p:cNvSpPr>
            <p:nvPr/>
          </p:nvSpPr>
          <p:spPr bwMode="auto">
            <a:xfrm>
              <a:off x="5110163" y="4935900"/>
              <a:ext cx="485775" cy="292100"/>
            </a:xfrm>
            <a:custGeom>
              <a:avLst/>
              <a:gdLst>
                <a:gd name="T0" fmla="*/ 1068 w 2136"/>
                <a:gd name="T1" fmla="*/ 0 h 1293"/>
                <a:gd name="T2" fmla="*/ 2136 w 2136"/>
                <a:gd name="T3" fmla="*/ 647 h 1293"/>
                <a:gd name="T4" fmla="*/ 1068 w 2136"/>
                <a:gd name="T5" fmla="*/ 1293 h 1293"/>
                <a:gd name="T6" fmla="*/ 1010 w 2136"/>
                <a:gd name="T7" fmla="*/ 1259 h 1293"/>
                <a:gd name="T8" fmla="*/ 0 w 2136"/>
                <a:gd name="T9" fmla="*/ 647 h 1293"/>
                <a:gd name="T10" fmla="*/ 1068 w 2136"/>
                <a:gd name="T11" fmla="*/ 0 h 1293"/>
              </a:gdLst>
              <a:ahLst/>
              <a:cxnLst>
                <a:cxn ang="0">
                  <a:pos x="T0" y="T1"/>
                </a:cxn>
                <a:cxn ang="0">
                  <a:pos x="T2" y="T3"/>
                </a:cxn>
                <a:cxn ang="0">
                  <a:pos x="T4" y="T5"/>
                </a:cxn>
                <a:cxn ang="0">
                  <a:pos x="T6" y="T7"/>
                </a:cxn>
                <a:cxn ang="0">
                  <a:pos x="T8" y="T9"/>
                </a:cxn>
                <a:cxn ang="0">
                  <a:pos x="T10" y="T11"/>
                </a:cxn>
              </a:cxnLst>
              <a:rect l="0" t="0" r="r" b="b"/>
              <a:pathLst>
                <a:path w="2136" h="1293">
                  <a:moveTo>
                    <a:pt x="1068" y="0"/>
                  </a:moveTo>
                  <a:lnTo>
                    <a:pt x="2136" y="647"/>
                  </a:lnTo>
                  <a:lnTo>
                    <a:pt x="1068" y="1293"/>
                  </a:lnTo>
                  <a:lnTo>
                    <a:pt x="1010" y="1259"/>
                  </a:lnTo>
                  <a:lnTo>
                    <a:pt x="0" y="647"/>
                  </a:lnTo>
                  <a:lnTo>
                    <a:pt x="1068" y="0"/>
                  </a:lnTo>
                  <a:close/>
                </a:path>
              </a:pathLst>
            </a:custGeom>
            <a:solidFill>
              <a:srgbClr val="AAD04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80" name="Freeform 21"/>
            <p:cNvSpPr>
              <a:spLocks/>
            </p:cNvSpPr>
            <p:nvPr/>
          </p:nvSpPr>
          <p:spPr bwMode="auto">
            <a:xfrm>
              <a:off x="5262563" y="5010512"/>
              <a:ext cx="333375" cy="173038"/>
            </a:xfrm>
            <a:custGeom>
              <a:avLst/>
              <a:gdLst>
                <a:gd name="T0" fmla="*/ 701 w 1466"/>
                <a:gd name="T1" fmla="*/ 758 h 765"/>
                <a:gd name="T2" fmla="*/ 658 w 1466"/>
                <a:gd name="T3" fmla="*/ 749 h 765"/>
                <a:gd name="T4" fmla="*/ 589 w 1466"/>
                <a:gd name="T5" fmla="*/ 703 h 765"/>
                <a:gd name="T6" fmla="*/ 536 w 1466"/>
                <a:gd name="T7" fmla="*/ 646 h 765"/>
                <a:gd name="T8" fmla="*/ 522 w 1466"/>
                <a:gd name="T9" fmla="*/ 573 h 765"/>
                <a:gd name="T10" fmla="*/ 488 w 1466"/>
                <a:gd name="T11" fmla="*/ 529 h 765"/>
                <a:gd name="T12" fmla="*/ 427 w 1466"/>
                <a:gd name="T13" fmla="*/ 498 h 765"/>
                <a:gd name="T14" fmla="*/ 345 w 1466"/>
                <a:gd name="T15" fmla="*/ 487 h 765"/>
                <a:gd name="T16" fmla="*/ 250 w 1466"/>
                <a:gd name="T17" fmla="*/ 471 h 765"/>
                <a:gd name="T18" fmla="*/ 212 w 1466"/>
                <a:gd name="T19" fmla="*/ 462 h 765"/>
                <a:gd name="T20" fmla="*/ 199 w 1466"/>
                <a:gd name="T21" fmla="*/ 462 h 765"/>
                <a:gd name="T22" fmla="*/ 166 w 1466"/>
                <a:gd name="T23" fmla="*/ 444 h 765"/>
                <a:gd name="T24" fmla="*/ 163 w 1466"/>
                <a:gd name="T25" fmla="*/ 417 h 765"/>
                <a:gd name="T26" fmla="*/ 123 w 1466"/>
                <a:gd name="T27" fmla="*/ 399 h 765"/>
                <a:gd name="T28" fmla="*/ 67 w 1466"/>
                <a:gd name="T29" fmla="*/ 388 h 765"/>
                <a:gd name="T30" fmla="*/ 56 w 1466"/>
                <a:gd name="T31" fmla="*/ 388 h 765"/>
                <a:gd name="T32" fmla="*/ 56 w 1466"/>
                <a:gd name="T33" fmla="*/ 382 h 765"/>
                <a:gd name="T34" fmla="*/ 36 w 1466"/>
                <a:gd name="T35" fmla="*/ 337 h 765"/>
                <a:gd name="T36" fmla="*/ 12 w 1466"/>
                <a:gd name="T37" fmla="*/ 270 h 765"/>
                <a:gd name="T38" fmla="*/ 5 w 1466"/>
                <a:gd name="T39" fmla="*/ 252 h 765"/>
                <a:gd name="T40" fmla="*/ 1 w 1466"/>
                <a:gd name="T41" fmla="*/ 245 h 765"/>
                <a:gd name="T42" fmla="*/ 22 w 1466"/>
                <a:gd name="T43" fmla="*/ 240 h 765"/>
                <a:gd name="T44" fmla="*/ 62 w 1466"/>
                <a:gd name="T45" fmla="*/ 249 h 765"/>
                <a:gd name="T46" fmla="*/ 61 w 1466"/>
                <a:gd name="T47" fmla="*/ 272 h 765"/>
                <a:gd name="T48" fmla="*/ 73 w 1466"/>
                <a:gd name="T49" fmla="*/ 303 h 765"/>
                <a:gd name="T50" fmla="*/ 135 w 1466"/>
                <a:gd name="T51" fmla="*/ 310 h 765"/>
                <a:gd name="T52" fmla="*/ 161 w 1466"/>
                <a:gd name="T53" fmla="*/ 330 h 765"/>
                <a:gd name="T54" fmla="*/ 176 w 1466"/>
                <a:gd name="T55" fmla="*/ 353 h 765"/>
                <a:gd name="T56" fmla="*/ 223 w 1466"/>
                <a:gd name="T57" fmla="*/ 371 h 765"/>
                <a:gd name="T58" fmla="*/ 304 w 1466"/>
                <a:gd name="T59" fmla="*/ 374 h 765"/>
                <a:gd name="T60" fmla="*/ 360 w 1466"/>
                <a:gd name="T61" fmla="*/ 379 h 765"/>
                <a:gd name="T62" fmla="*/ 401 w 1466"/>
                <a:gd name="T63" fmla="*/ 370 h 765"/>
                <a:gd name="T64" fmla="*/ 425 w 1466"/>
                <a:gd name="T65" fmla="*/ 361 h 765"/>
                <a:gd name="T66" fmla="*/ 530 w 1466"/>
                <a:gd name="T67" fmla="*/ 381 h 765"/>
                <a:gd name="T68" fmla="*/ 606 w 1466"/>
                <a:gd name="T69" fmla="*/ 402 h 765"/>
                <a:gd name="T70" fmla="*/ 686 w 1466"/>
                <a:gd name="T71" fmla="*/ 429 h 765"/>
                <a:gd name="T72" fmla="*/ 721 w 1466"/>
                <a:gd name="T73" fmla="*/ 459 h 765"/>
                <a:gd name="T74" fmla="*/ 746 w 1466"/>
                <a:gd name="T75" fmla="*/ 434 h 765"/>
                <a:gd name="T76" fmla="*/ 804 w 1466"/>
                <a:gd name="T77" fmla="*/ 401 h 765"/>
                <a:gd name="T78" fmla="*/ 865 w 1466"/>
                <a:gd name="T79" fmla="*/ 387 h 765"/>
                <a:gd name="T80" fmla="*/ 916 w 1466"/>
                <a:gd name="T81" fmla="*/ 399 h 765"/>
                <a:gd name="T82" fmla="*/ 954 w 1466"/>
                <a:gd name="T83" fmla="*/ 412 h 765"/>
                <a:gd name="T84" fmla="*/ 965 w 1466"/>
                <a:gd name="T85" fmla="*/ 412 h 765"/>
                <a:gd name="T86" fmla="*/ 994 w 1466"/>
                <a:gd name="T87" fmla="*/ 366 h 765"/>
                <a:gd name="T88" fmla="*/ 1019 w 1466"/>
                <a:gd name="T89" fmla="*/ 286 h 765"/>
                <a:gd name="T90" fmla="*/ 991 w 1466"/>
                <a:gd name="T91" fmla="*/ 214 h 765"/>
                <a:gd name="T92" fmla="*/ 940 w 1466"/>
                <a:gd name="T93" fmla="*/ 189 h 765"/>
                <a:gd name="T94" fmla="*/ 912 w 1466"/>
                <a:gd name="T95" fmla="*/ 135 h 765"/>
                <a:gd name="T96" fmla="*/ 937 w 1466"/>
                <a:gd name="T97" fmla="*/ 84 h 7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66" h="765">
                  <a:moveTo>
                    <a:pt x="942" y="0"/>
                  </a:moveTo>
                  <a:lnTo>
                    <a:pt x="1466" y="318"/>
                  </a:lnTo>
                  <a:lnTo>
                    <a:pt x="727" y="765"/>
                  </a:lnTo>
                  <a:lnTo>
                    <a:pt x="701" y="758"/>
                  </a:lnTo>
                  <a:lnTo>
                    <a:pt x="694" y="755"/>
                  </a:lnTo>
                  <a:lnTo>
                    <a:pt x="685" y="753"/>
                  </a:lnTo>
                  <a:lnTo>
                    <a:pt x="680" y="752"/>
                  </a:lnTo>
                  <a:lnTo>
                    <a:pt x="658" y="749"/>
                  </a:lnTo>
                  <a:lnTo>
                    <a:pt x="638" y="742"/>
                  </a:lnTo>
                  <a:lnTo>
                    <a:pt x="620" y="732"/>
                  </a:lnTo>
                  <a:lnTo>
                    <a:pt x="603" y="718"/>
                  </a:lnTo>
                  <a:lnTo>
                    <a:pt x="589" y="703"/>
                  </a:lnTo>
                  <a:lnTo>
                    <a:pt x="579" y="685"/>
                  </a:lnTo>
                  <a:lnTo>
                    <a:pt x="547" y="685"/>
                  </a:lnTo>
                  <a:lnTo>
                    <a:pt x="545" y="659"/>
                  </a:lnTo>
                  <a:lnTo>
                    <a:pt x="536" y="646"/>
                  </a:lnTo>
                  <a:lnTo>
                    <a:pt x="532" y="632"/>
                  </a:lnTo>
                  <a:lnTo>
                    <a:pt x="530" y="619"/>
                  </a:lnTo>
                  <a:lnTo>
                    <a:pt x="530" y="588"/>
                  </a:lnTo>
                  <a:lnTo>
                    <a:pt x="522" y="573"/>
                  </a:lnTo>
                  <a:lnTo>
                    <a:pt x="518" y="559"/>
                  </a:lnTo>
                  <a:lnTo>
                    <a:pt x="516" y="553"/>
                  </a:lnTo>
                  <a:lnTo>
                    <a:pt x="514" y="547"/>
                  </a:lnTo>
                  <a:lnTo>
                    <a:pt x="488" y="529"/>
                  </a:lnTo>
                  <a:lnTo>
                    <a:pt x="463" y="514"/>
                  </a:lnTo>
                  <a:lnTo>
                    <a:pt x="442" y="501"/>
                  </a:lnTo>
                  <a:lnTo>
                    <a:pt x="437" y="500"/>
                  </a:lnTo>
                  <a:lnTo>
                    <a:pt x="427" y="498"/>
                  </a:lnTo>
                  <a:lnTo>
                    <a:pt x="412" y="496"/>
                  </a:lnTo>
                  <a:lnTo>
                    <a:pt x="392" y="494"/>
                  </a:lnTo>
                  <a:lnTo>
                    <a:pt x="369" y="491"/>
                  </a:lnTo>
                  <a:lnTo>
                    <a:pt x="345" y="487"/>
                  </a:lnTo>
                  <a:lnTo>
                    <a:pt x="321" y="483"/>
                  </a:lnTo>
                  <a:lnTo>
                    <a:pt x="296" y="479"/>
                  </a:lnTo>
                  <a:lnTo>
                    <a:pt x="271" y="475"/>
                  </a:lnTo>
                  <a:lnTo>
                    <a:pt x="250" y="471"/>
                  </a:lnTo>
                  <a:lnTo>
                    <a:pt x="231" y="466"/>
                  </a:lnTo>
                  <a:lnTo>
                    <a:pt x="215" y="462"/>
                  </a:lnTo>
                  <a:lnTo>
                    <a:pt x="214" y="462"/>
                  </a:lnTo>
                  <a:lnTo>
                    <a:pt x="212" y="462"/>
                  </a:lnTo>
                  <a:lnTo>
                    <a:pt x="209" y="462"/>
                  </a:lnTo>
                  <a:lnTo>
                    <a:pt x="206" y="462"/>
                  </a:lnTo>
                  <a:lnTo>
                    <a:pt x="203" y="462"/>
                  </a:lnTo>
                  <a:lnTo>
                    <a:pt x="199" y="462"/>
                  </a:lnTo>
                  <a:lnTo>
                    <a:pt x="185" y="458"/>
                  </a:lnTo>
                  <a:lnTo>
                    <a:pt x="174" y="454"/>
                  </a:lnTo>
                  <a:lnTo>
                    <a:pt x="168" y="449"/>
                  </a:lnTo>
                  <a:lnTo>
                    <a:pt x="166" y="444"/>
                  </a:lnTo>
                  <a:lnTo>
                    <a:pt x="165" y="439"/>
                  </a:lnTo>
                  <a:lnTo>
                    <a:pt x="166" y="433"/>
                  </a:lnTo>
                  <a:lnTo>
                    <a:pt x="166" y="426"/>
                  </a:lnTo>
                  <a:lnTo>
                    <a:pt x="163" y="417"/>
                  </a:lnTo>
                  <a:lnTo>
                    <a:pt x="157" y="409"/>
                  </a:lnTo>
                  <a:lnTo>
                    <a:pt x="148" y="404"/>
                  </a:lnTo>
                  <a:lnTo>
                    <a:pt x="136" y="401"/>
                  </a:lnTo>
                  <a:lnTo>
                    <a:pt x="123" y="399"/>
                  </a:lnTo>
                  <a:lnTo>
                    <a:pt x="109" y="397"/>
                  </a:lnTo>
                  <a:lnTo>
                    <a:pt x="94" y="395"/>
                  </a:lnTo>
                  <a:lnTo>
                    <a:pt x="80" y="391"/>
                  </a:lnTo>
                  <a:lnTo>
                    <a:pt x="67" y="388"/>
                  </a:lnTo>
                  <a:lnTo>
                    <a:pt x="65" y="387"/>
                  </a:lnTo>
                  <a:lnTo>
                    <a:pt x="63" y="387"/>
                  </a:lnTo>
                  <a:lnTo>
                    <a:pt x="59" y="388"/>
                  </a:lnTo>
                  <a:lnTo>
                    <a:pt x="56" y="388"/>
                  </a:lnTo>
                  <a:lnTo>
                    <a:pt x="56" y="387"/>
                  </a:lnTo>
                  <a:lnTo>
                    <a:pt x="56" y="386"/>
                  </a:lnTo>
                  <a:lnTo>
                    <a:pt x="57" y="384"/>
                  </a:lnTo>
                  <a:lnTo>
                    <a:pt x="56" y="382"/>
                  </a:lnTo>
                  <a:lnTo>
                    <a:pt x="56" y="381"/>
                  </a:lnTo>
                  <a:lnTo>
                    <a:pt x="49" y="369"/>
                  </a:lnTo>
                  <a:lnTo>
                    <a:pt x="43" y="354"/>
                  </a:lnTo>
                  <a:lnTo>
                    <a:pt x="36" y="337"/>
                  </a:lnTo>
                  <a:lnTo>
                    <a:pt x="29" y="319"/>
                  </a:lnTo>
                  <a:lnTo>
                    <a:pt x="23" y="301"/>
                  </a:lnTo>
                  <a:lnTo>
                    <a:pt x="18" y="284"/>
                  </a:lnTo>
                  <a:lnTo>
                    <a:pt x="12" y="270"/>
                  </a:lnTo>
                  <a:lnTo>
                    <a:pt x="8" y="259"/>
                  </a:lnTo>
                  <a:lnTo>
                    <a:pt x="5" y="255"/>
                  </a:lnTo>
                  <a:lnTo>
                    <a:pt x="5" y="254"/>
                  </a:lnTo>
                  <a:lnTo>
                    <a:pt x="5" y="252"/>
                  </a:lnTo>
                  <a:lnTo>
                    <a:pt x="5" y="250"/>
                  </a:lnTo>
                  <a:lnTo>
                    <a:pt x="4" y="248"/>
                  </a:lnTo>
                  <a:lnTo>
                    <a:pt x="2" y="247"/>
                  </a:lnTo>
                  <a:lnTo>
                    <a:pt x="1" y="245"/>
                  </a:lnTo>
                  <a:lnTo>
                    <a:pt x="0" y="243"/>
                  </a:lnTo>
                  <a:lnTo>
                    <a:pt x="0" y="241"/>
                  </a:lnTo>
                  <a:lnTo>
                    <a:pt x="1" y="239"/>
                  </a:lnTo>
                  <a:lnTo>
                    <a:pt x="22" y="240"/>
                  </a:lnTo>
                  <a:lnTo>
                    <a:pt x="39" y="241"/>
                  </a:lnTo>
                  <a:lnTo>
                    <a:pt x="50" y="243"/>
                  </a:lnTo>
                  <a:lnTo>
                    <a:pt x="58" y="246"/>
                  </a:lnTo>
                  <a:lnTo>
                    <a:pt x="62" y="249"/>
                  </a:lnTo>
                  <a:lnTo>
                    <a:pt x="63" y="254"/>
                  </a:lnTo>
                  <a:lnTo>
                    <a:pt x="63" y="259"/>
                  </a:lnTo>
                  <a:lnTo>
                    <a:pt x="62" y="266"/>
                  </a:lnTo>
                  <a:lnTo>
                    <a:pt x="61" y="272"/>
                  </a:lnTo>
                  <a:lnTo>
                    <a:pt x="61" y="281"/>
                  </a:lnTo>
                  <a:lnTo>
                    <a:pt x="62" y="291"/>
                  </a:lnTo>
                  <a:lnTo>
                    <a:pt x="66" y="299"/>
                  </a:lnTo>
                  <a:lnTo>
                    <a:pt x="73" y="303"/>
                  </a:lnTo>
                  <a:lnTo>
                    <a:pt x="80" y="304"/>
                  </a:lnTo>
                  <a:lnTo>
                    <a:pt x="103" y="305"/>
                  </a:lnTo>
                  <a:lnTo>
                    <a:pt x="121" y="307"/>
                  </a:lnTo>
                  <a:lnTo>
                    <a:pt x="135" y="310"/>
                  </a:lnTo>
                  <a:lnTo>
                    <a:pt x="144" y="314"/>
                  </a:lnTo>
                  <a:lnTo>
                    <a:pt x="152" y="319"/>
                  </a:lnTo>
                  <a:lnTo>
                    <a:pt x="157" y="324"/>
                  </a:lnTo>
                  <a:lnTo>
                    <a:pt x="161" y="330"/>
                  </a:lnTo>
                  <a:lnTo>
                    <a:pt x="165" y="335"/>
                  </a:lnTo>
                  <a:lnTo>
                    <a:pt x="168" y="342"/>
                  </a:lnTo>
                  <a:lnTo>
                    <a:pt x="171" y="348"/>
                  </a:lnTo>
                  <a:lnTo>
                    <a:pt x="176" y="353"/>
                  </a:lnTo>
                  <a:lnTo>
                    <a:pt x="184" y="359"/>
                  </a:lnTo>
                  <a:lnTo>
                    <a:pt x="193" y="364"/>
                  </a:lnTo>
                  <a:lnTo>
                    <a:pt x="206" y="368"/>
                  </a:lnTo>
                  <a:lnTo>
                    <a:pt x="223" y="371"/>
                  </a:lnTo>
                  <a:lnTo>
                    <a:pt x="245" y="372"/>
                  </a:lnTo>
                  <a:lnTo>
                    <a:pt x="271" y="374"/>
                  </a:lnTo>
                  <a:lnTo>
                    <a:pt x="287" y="374"/>
                  </a:lnTo>
                  <a:lnTo>
                    <a:pt x="304" y="374"/>
                  </a:lnTo>
                  <a:lnTo>
                    <a:pt x="321" y="376"/>
                  </a:lnTo>
                  <a:lnTo>
                    <a:pt x="337" y="377"/>
                  </a:lnTo>
                  <a:lnTo>
                    <a:pt x="350" y="378"/>
                  </a:lnTo>
                  <a:lnTo>
                    <a:pt x="360" y="379"/>
                  </a:lnTo>
                  <a:lnTo>
                    <a:pt x="365" y="380"/>
                  </a:lnTo>
                  <a:lnTo>
                    <a:pt x="378" y="378"/>
                  </a:lnTo>
                  <a:lnTo>
                    <a:pt x="391" y="375"/>
                  </a:lnTo>
                  <a:lnTo>
                    <a:pt x="401" y="370"/>
                  </a:lnTo>
                  <a:lnTo>
                    <a:pt x="411" y="366"/>
                  </a:lnTo>
                  <a:lnTo>
                    <a:pt x="417" y="363"/>
                  </a:lnTo>
                  <a:lnTo>
                    <a:pt x="420" y="361"/>
                  </a:lnTo>
                  <a:lnTo>
                    <a:pt x="425" y="361"/>
                  </a:lnTo>
                  <a:lnTo>
                    <a:pt x="454" y="361"/>
                  </a:lnTo>
                  <a:lnTo>
                    <a:pt x="479" y="364"/>
                  </a:lnTo>
                  <a:lnTo>
                    <a:pt x="504" y="371"/>
                  </a:lnTo>
                  <a:lnTo>
                    <a:pt x="530" y="381"/>
                  </a:lnTo>
                  <a:lnTo>
                    <a:pt x="549" y="388"/>
                  </a:lnTo>
                  <a:lnTo>
                    <a:pt x="568" y="395"/>
                  </a:lnTo>
                  <a:lnTo>
                    <a:pt x="588" y="400"/>
                  </a:lnTo>
                  <a:lnTo>
                    <a:pt x="606" y="402"/>
                  </a:lnTo>
                  <a:lnTo>
                    <a:pt x="630" y="404"/>
                  </a:lnTo>
                  <a:lnTo>
                    <a:pt x="652" y="410"/>
                  </a:lnTo>
                  <a:lnTo>
                    <a:pt x="671" y="419"/>
                  </a:lnTo>
                  <a:lnTo>
                    <a:pt x="686" y="429"/>
                  </a:lnTo>
                  <a:lnTo>
                    <a:pt x="700" y="441"/>
                  </a:lnTo>
                  <a:lnTo>
                    <a:pt x="713" y="452"/>
                  </a:lnTo>
                  <a:lnTo>
                    <a:pt x="717" y="455"/>
                  </a:lnTo>
                  <a:lnTo>
                    <a:pt x="721" y="459"/>
                  </a:lnTo>
                  <a:lnTo>
                    <a:pt x="725" y="462"/>
                  </a:lnTo>
                  <a:lnTo>
                    <a:pt x="725" y="461"/>
                  </a:lnTo>
                  <a:lnTo>
                    <a:pt x="734" y="449"/>
                  </a:lnTo>
                  <a:lnTo>
                    <a:pt x="746" y="434"/>
                  </a:lnTo>
                  <a:lnTo>
                    <a:pt x="761" y="418"/>
                  </a:lnTo>
                  <a:lnTo>
                    <a:pt x="772" y="412"/>
                  </a:lnTo>
                  <a:lnTo>
                    <a:pt x="787" y="406"/>
                  </a:lnTo>
                  <a:lnTo>
                    <a:pt x="804" y="401"/>
                  </a:lnTo>
                  <a:lnTo>
                    <a:pt x="821" y="396"/>
                  </a:lnTo>
                  <a:lnTo>
                    <a:pt x="839" y="393"/>
                  </a:lnTo>
                  <a:lnTo>
                    <a:pt x="853" y="389"/>
                  </a:lnTo>
                  <a:lnTo>
                    <a:pt x="865" y="387"/>
                  </a:lnTo>
                  <a:lnTo>
                    <a:pt x="871" y="386"/>
                  </a:lnTo>
                  <a:lnTo>
                    <a:pt x="888" y="388"/>
                  </a:lnTo>
                  <a:lnTo>
                    <a:pt x="903" y="393"/>
                  </a:lnTo>
                  <a:lnTo>
                    <a:pt x="916" y="399"/>
                  </a:lnTo>
                  <a:lnTo>
                    <a:pt x="925" y="405"/>
                  </a:lnTo>
                  <a:lnTo>
                    <a:pt x="937" y="402"/>
                  </a:lnTo>
                  <a:lnTo>
                    <a:pt x="953" y="413"/>
                  </a:lnTo>
                  <a:lnTo>
                    <a:pt x="954" y="412"/>
                  </a:lnTo>
                  <a:lnTo>
                    <a:pt x="957" y="412"/>
                  </a:lnTo>
                  <a:lnTo>
                    <a:pt x="960" y="412"/>
                  </a:lnTo>
                  <a:lnTo>
                    <a:pt x="963" y="412"/>
                  </a:lnTo>
                  <a:lnTo>
                    <a:pt x="965" y="412"/>
                  </a:lnTo>
                  <a:lnTo>
                    <a:pt x="967" y="412"/>
                  </a:lnTo>
                  <a:lnTo>
                    <a:pt x="976" y="400"/>
                  </a:lnTo>
                  <a:lnTo>
                    <a:pt x="985" y="385"/>
                  </a:lnTo>
                  <a:lnTo>
                    <a:pt x="994" y="366"/>
                  </a:lnTo>
                  <a:lnTo>
                    <a:pt x="1002" y="345"/>
                  </a:lnTo>
                  <a:lnTo>
                    <a:pt x="1010" y="324"/>
                  </a:lnTo>
                  <a:lnTo>
                    <a:pt x="1015" y="304"/>
                  </a:lnTo>
                  <a:lnTo>
                    <a:pt x="1019" y="286"/>
                  </a:lnTo>
                  <a:lnTo>
                    <a:pt x="1009" y="292"/>
                  </a:lnTo>
                  <a:lnTo>
                    <a:pt x="1009" y="221"/>
                  </a:lnTo>
                  <a:lnTo>
                    <a:pt x="999" y="217"/>
                  </a:lnTo>
                  <a:lnTo>
                    <a:pt x="991" y="214"/>
                  </a:lnTo>
                  <a:lnTo>
                    <a:pt x="978" y="210"/>
                  </a:lnTo>
                  <a:lnTo>
                    <a:pt x="965" y="203"/>
                  </a:lnTo>
                  <a:lnTo>
                    <a:pt x="953" y="197"/>
                  </a:lnTo>
                  <a:lnTo>
                    <a:pt x="940" y="189"/>
                  </a:lnTo>
                  <a:lnTo>
                    <a:pt x="929" y="178"/>
                  </a:lnTo>
                  <a:lnTo>
                    <a:pt x="920" y="165"/>
                  </a:lnTo>
                  <a:lnTo>
                    <a:pt x="915" y="152"/>
                  </a:lnTo>
                  <a:lnTo>
                    <a:pt x="912" y="135"/>
                  </a:lnTo>
                  <a:lnTo>
                    <a:pt x="914" y="122"/>
                  </a:lnTo>
                  <a:lnTo>
                    <a:pt x="918" y="109"/>
                  </a:lnTo>
                  <a:lnTo>
                    <a:pt x="925" y="97"/>
                  </a:lnTo>
                  <a:lnTo>
                    <a:pt x="937" y="84"/>
                  </a:lnTo>
                  <a:lnTo>
                    <a:pt x="938" y="54"/>
                  </a:lnTo>
                  <a:lnTo>
                    <a:pt x="940" y="28"/>
                  </a:lnTo>
                  <a:lnTo>
                    <a:pt x="942"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81" name="Freeform 22"/>
            <p:cNvSpPr>
              <a:spLocks/>
            </p:cNvSpPr>
            <p:nvPr/>
          </p:nvSpPr>
          <p:spPr bwMode="auto">
            <a:xfrm>
              <a:off x="5354638" y="5016862"/>
              <a:ext cx="241300" cy="158750"/>
            </a:xfrm>
            <a:custGeom>
              <a:avLst/>
              <a:gdLst>
                <a:gd name="T0" fmla="*/ 380 w 1058"/>
                <a:gd name="T1" fmla="*/ 696 h 696"/>
                <a:gd name="T2" fmla="*/ 353 w 1058"/>
                <a:gd name="T3" fmla="*/ 683 h 696"/>
                <a:gd name="T4" fmla="*/ 305 w 1058"/>
                <a:gd name="T5" fmla="*/ 670 h 696"/>
                <a:gd name="T6" fmla="*/ 257 w 1058"/>
                <a:gd name="T7" fmla="*/ 661 h 696"/>
                <a:gd name="T8" fmla="*/ 222 w 1058"/>
                <a:gd name="T9" fmla="*/ 631 h 696"/>
                <a:gd name="T10" fmla="*/ 212 w 1058"/>
                <a:gd name="T11" fmla="*/ 606 h 696"/>
                <a:gd name="T12" fmla="*/ 205 w 1058"/>
                <a:gd name="T13" fmla="*/ 603 h 696"/>
                <a:gd name="T14" fmla="*/ 199 w 1058"/>
                <a:gd name="T15" fmla="*/ 598 h 696"/>
                <a:gd name="T16" fmla="*/ 194 w 1058"/>
                <a:gd name="T17" fmla="*/ 596 h 696"/>
                <a:gd name="T18" fmla="*/ 191 w 1058"/>
                <a:gd name="T19" fmla="*/ 593 h 696"/>
                <a:gd name="T20" fmla="*/ 186 w 1058"/>
                <a:gd name="T21" fmla="*/ 592 h 696"/>
                <a:gd name="T22" fmla="*/ 181 w 1058"/>
                <a:gd name="T23" fmla="*/ 592 h 696"/>
                <a:gd name="T24" fmla="*/ 178 w 1058"/>
                <a:gd name="T25" fmla="*/ 587 h 696"/>
                <a:gd name="T26" fmla="*/ 177 w 1058"/>
                <a:gd name="T27" fmla="*/ 528 h 696"/>
                <a:gd name="T28" fmla="*/ 171 w 1058"/>
                <a:gd name="T29" fmla="*/ 525 h 696"/>
                <a:gd name="T30" fmla="*/ 166 w 1058"/>
                <a:gd name="T31" fmla="*/ 520 h 696"/>
                <a:gd name="T32" fmla="*/ 159 w 1058"/>
                <a:gd name="T33" fmla="*/ 492 h 696"/>
                <a:gd name="T34" fmla="*/ 126 w 1058"/>
                <a:gd name="T35" fmla="*/ 461 h 696"/>
                <a:gd name="T36" fmla="*/ 46 w 1058"/>
                <a:gd name="T37" fmla="*/ 411 h 696"/>
                <a:gd name="T38" fmla="*/ 4 w 1058"/>
                <a:gd name="T39" fmla="*/ 390 h 696"/>
                <a:gd name="T40" fmla="*/ 10 w 1058"/>
                <a:gd name="T41" fmla="*/ 386 h 696"/>
                <a:gd name="T42" fmla="*/ 62 w 1058"/>
                <a:gd name="T43" fmla="*/ 388 h 696"/>
                <a:gd name="T44" fmla="*/ 124 w 1058"/>
                <a:gd name="T45" fmla="*/ 410 h 696"/>
                <a:gd name="T46" fmla="*/ 198 w 1058"/>
                <a:gd name="T47" fmla="*/ 426 h 696"/>
                <a:gd name="T48" fmla="*/ 244 w 1058"/>
                <a:gd name="T49" fmla="*/ 442 h 696"/>
                <a:gd name="T50" fmla="*/ 279 w 1058"/>
                <a:gd name="T51" fmla="*/ 472 h 696"/>
                <a:gd name="T52" fmla="*/ 314 w 1058"/>
                <a:gd name="T53" fmla="*/ 488 h 696"/>
                <a:gd name="T54" fmla="*/ 350 w 1058"/>
                <a:gd name="T55" fmla="*/ 478 h 696"/>
                <a:gd name="T56" fmla="*/ 367 w 1058"/>
                <a:gd name="T57" fmla="*/ 456 h 696"/>
                <a:gd name="T58" fmla="*/ 387 w 1058"/>
                <a:gd name="T59" fmla="*/ 431 h 696"/>
                <a:gd name="T60" fmla="*/ 414 w 1058"/>
                <a:gd name="T61" fmla="*/ 422 h 696"/>
                <a:gd name="T62" fmla="*/ 452 w 1058"/>
                <a:gd name="T63" fmla="*/ 413 h 696"/>
                <a:gd name="T64" fmla="*/ 474 w 1058"/>
                <a:gd name="T65" fmla="*/ 412 h 696"/>
                <a:gd name="T66" fmla="*/ 503 w 1058"/>
                <a:gd name="T67" fmla="*/ 429 h 696"/>
                <a:gd name="T68" fmla="*/ 530 w 1058"/>
                <a:gd name="T69" fmla="*/ 436 h 696"/>
                <a:gd name="T70" fmla="*/ 569 w 1058"/>
                <a:gd name="T71" fmla="*/ 436 h 696"/>
                <a:gd name="T72" fmla="*/ 609 w 1058"/>
                <a:gd name="T73" fmla="*/ 408 h 696"/>
                <a:gd name="T74" fmla="*/ 643 w 1058"/>
                <a:gd name="T75" fmla="*/ 346 h 696"/>
                <a:gd name="T76" fmla="*/ 664 w 1058"/>
                <a:gd name="T77" fmla="*/ 277 h 696"/>
                <a:gd name="T78" fmla="*/ 667 w 1058"/>
                <a:gd name="T79" fmla="*/ 221 h 696"/>
                <a:gd name="T80" fmla="*/ 665 w 1058"/>
                <a:gd name="T81" fmla="*/ 179 h 696"/>
                <a:gd name="T82" fmla="*/ 662 w 1058"/>
                <a:gd name="T83" fmla="*/ 170 h 696"/>
                <a:gd name="T84" fmla="*/ 660 w 1058"/>
                <a:gd name="T85" fmla="*/ 167 h 696"/>
                <a:gd name="T86" fmla="*/ 653 w 1058"/>
                <a:gd name="T87" fmla="*/ 159 h 696"/>
                <a:gd name="T88" fmla="*/ 623 w 1058"/>
                <a:gd name="T89" fmla="*/ 138 h 696"/>
                <a:gd name="T90" fmla="*/ 582 w 1058"/>
                <a:gd name="T91" fmla="*/ 121 h 696"/>
                <a:gd name="T92" fmla="*/ 560 w 1058"/>
                <a:gd name="T93" fmla="*/ 103 h 696"/>
                <a:gd name="T94" fmla="*/ 573 w 1058"/>
                <a:gd name="T95" fmla="*/ 90 h 696"/>
                <a:gd name="T96" fmla="*/ 585 w 1058"/>
                <a:gd name="T97" fmla="*/ 78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58" h="696">
                  <a:moveTo>
                    <a:pt x="588" y="0"/>
                  </a:moveTo>
                  <a:lnTo>
                    <a:pt x="1058" y="286"/>
                  </a:lnTo>
                  <a:lnTo>
                    <a:pt x="380" y="696"/>
                  </a:lnTo>
                  <a:lnTo>
                    <a:pt x="371" y="689"/>
                  </a:lnTo>
                  <a:lnTo>
                    <a:pt x="362" y="684"/>
                  </a:lnTo>
                  <a:lnTo>
                    <a:pt x="353" y="683"/>
                  </a:lnTo>
                  <a:lnTo>
                    <a:pt x="338" y="681"/>
                  </a:lnTo>
                  <a:lnTo>
                    <a:pt x="321" y="675"/>
                  </a:lnTo>
                  <a:lnTo>
                    <a:pt x="305" y="670"/>
                  </a:lnTo>
                  <a:lnTo>
                    <a:pt x="289" y="665"/>
                  </a:lnTo>
                  <a:lnTo>
                    <a:pt x="272" y="663"/>
                  </a:lnTo>
                  <a:lnTo>
                    <a:pt x="257" y="661"/>
                  </a:lnTo>
                  <a:lnTo>
                    <a:pt x="244" y="653"/>
                  </a:lnTo>
                  <a:lnTo>
                    <a:pt x="232" y="644"/>
                  </a:lnTo>
                  <a:lnTo>
                    <a:pt x="222" y="631"/>
                  </a:lnTo>
                  <a:lnTo>
                    <a:pt x="216" y="617"/>
                  </a:lnTo>
                  <a:lnTo>
                    <a:pt x="214" y="605"/>
                  </a:lnTo>
                  <a:lnTo>
                    <a:pt x="212" y="606"/>
                  </a:lnTo>
                  <a:lnTo>
                    <a:pt x="210" y="606"/>
                  </a:lnTo>
                  <a:lnTo>
                    <a:pt x="208" y="605"/>
                  </a:lnTo>
                  <a:lnTo>
                    <a:pt x="205" y="603"/>
                  </a:lnTo>
                  <a:lnTo>
                    <a:pt x="203" y="602"/>
                  </a:lnTo>
                  <a:lnTo>
                    <a:pt x="201" y="600"/>
                  </a:lnTo>
                  <a:lnTo>
                    <a:pt x="199" y="598"/>
                  </a:lnTo>
                  <a:lnTo>
                    <a:pt x="197" y="597"/>
                  </a:lnTo>
                  <a:lnTo>
                    <a:pt x="195" y="597"/>
                  </a:lnTo>
                  <a:lnTo>
                    <a:pt x="194" y="596"/>
                  </a:lnTo>
                  <a:lnTo>
                    <a:pt x="192" y="595"/>
                  </a:lnTo>
                  <a:lnTo>
                    <a:pt x="192" y="594"/>
                  </a:lnTo>
                  <a:lnTo>
                    <a:pt x="191" y="593"/>
                  </a:lnTo>
                  <a:lnTo>
                    <a:pt x="191" y="593"/>
                  </a:lnTo>
                  <a:lnTo>
                    <a:pt x="189" y="592"/>
                  </a:lnTo>
                  <a:lnTo>
                    <a:pt x="186" y="592"/>
                  </a:lnTo>
                  <a:lnTo>
                    <a:pt x="185" y="592"/>
                  </a:lnTo>
                  <a:lnTo>
                    <a:pt x="183" y="592"/>
                  </a:lnTo>
                  <a:lnTo>
                    <a:pt x="181" y="592"/>
                  </a:lnTo>
                  <a:lnTo>
                    <a:pt x="180" y="591"/>
                  </a:lnTo>
                  <a:lnTo>
                    <a:pt x="179" y="589"/>
                  </a:lnTo>
                  <a:lnTo>
                    <a:pt x="178" y="587"/>
                  </a:lnTo>
                  <a:lnTo>
                    <a:pt x="178" y="533"/>
                  </a:lnTo>
                  <a:lnTo>
                    <a:pt x="178" y="531"/>
                  </a:lnTo>
                  <a:lnTo>
                    <a:pt x="177" y="528"/>
                  </a:lnTo>
                  <a:lnTo>
                    <a:pt x="175" y="527"/>
                  </a:lnTo>
                  <a:lnTo>
                    <a:pt x="173" y="526"/>
                  </a:lnTo>
                  <a:lnTo>
                    <a:pt x="171" y="525"/>
                  </a:lnTo>
                  <a:lnTo>
                    <a:pt x="169" y="524"/>
                  </a:lnTo>
                  <a:lnTo>
                    <a:pt x="167" y="522"/>
                  </a:lnTo>
                  <a:lnTo>
                    <a:pt x="166" y="520"/>
                  </a:lnTo>
                  <a:lnTo>
                    <a:pt x="164" y="511"/>
                  </a:lnTo>
                  <a:lnTo>
                    <a:pt x="161" y="501"/>
                  </a:lnTo>
                  <a:lnTo>
                    <a:pt x="159" y="492"/>
                  </a:lnTo>
                  <a:lnTo>
                    <a:pt x="159" y="488"/>
                  </a:lnTo>
                  <a:lnTo>
                    <a:pt x="160" y="485"/>
                  </a:lnTo>
                  <a:lnTo>
                    <a:pt x="126" y="461"/>
                  </a:lnTo>
                  <a:lnTo>
                    <a:pt x="96" y="441"/>
                  </a:lnTo>
                  <a:lnTo>
                    <a:pt x="69" y="424"/>
                  </a:lnTo>
                  <a:lnTo>
                    <a:pt x="46" y="411"/>
                  </a:lnTo>
                  <a:lnTo>
                    <a:pt x="27" y="402"/>
                  </a:lnTo>
                  <a:lnTo>
                    <a:pt x="13" y="395"/>
                  </a:lnTo>
                  <a:lnTo>
                    <a:pt x="4" y="390"/>
                  </a:lnTo>
                  <a:lnTo>
                    <a:pt x="0" y="388"/>
                  </a:lnTo>
                  <a:lnTo>
                    <a:pt x="2" y="386"/>
                  </a:lnTo>
                  <a:lnTo>
                    <a:pt x="10" y="386"/>
                  </a:lnTo>
                  <a:lnTo>
                    <a:pt x="25" y="386"/>
                  </a:lnTo>
                  <a:lnTo>
                    <a:pt x="46" y="386"/>
                  </a:lnTo>
                  <a:lnTo>
                    <a:pt x="62" y="388"/>
                  </a:lnTo>
                  <a:lnTo>
                    <a:pt x="81" y="393"/>
                  </a:lnTo>
                  <a:lnTo>
                    <a:pt x="101" y="402"/>
                  </a:lnTo>
                  <a:lnTo>
                    <a:pt x="124" y="410"/>
                  </a:lnTo>
                  <a:lnTo>
                    <a:pt x="148" y="418"/>
                  </a:lnTo>
                  <a:lnTo>
                    <a:pt x="173" y="424"/>
                  </a:lnTo>
                  <a:lnTo>
                    <a:pt x="198" y="426"/>
                  </a:lnTo>
                  <a:lnTo>
                    <a:pt x="215" y="428"/>
                  </a:lnTo>
                  <a:lnTo>
                    <a:pt x="230" y="433"/>
                  </a:lnTo>
                  <a:lnTo>
                    <a:pt x="244" y="442"/>
                  </a:lnTo>
                  <a:lnTo>
                    <a:pt x="256" y="451"/>
                  </a:lnTo>
                  <a:lnTo>
                    <a:pt x="268" y="462"/>
                  </a:lnTo>
                  <a:lnTo>
                    <a:pt x="279" y="472"/>
                  </a:lnTo>
                  <a:lnTo>
                    <a:pt x="291" y="480"/>
                  </a:lnTo>
                  <a:lnTo>
                    <a:pt x="303" y="486"/>
                  </a:lnTo>
                  <a:lnTo>
                    <a:pt x="314" y="488"/>
                  </a:lnTo>
                  <a:lnTo>
                    <a:pt x="330" y="487"/>
                  </a:lnTo>
                  <a:lnTo>
                    <a:pt x="342" y="483"/>
                  </a:lnTo>
                  <a:lnTo>
                    <a:pt x="350" y="478"/>
                  </a:lnTo>
                  <a:lnTo>
                    <a:pt x="357" y="471"/>
                  </a:lnTo>
                  <a:lnTo>
                    <a:pt x="363" y="464"/>
                  </a:lnTo>
                  <a:lnTo>
                    <a:pt x="367" y="456"/>
                  </a:lnTo>
                  <a:lnTo>
                    <a:pt x="372" y="447"/>
                  </a:lnTo>
                  <a:lnTo>
                    <a:pt x="379" y="439"/>
                  </a:lnTo>
                  <a:lnTo>
                    <a:pt x="387" y="431"/>
                  </a:lnTo>
                  <a:lnTo>
                    <a:pt x="392" y="428"/>
                  </a:lnTo>
                  <a:lnTo>
                    <a:pt x="402" y="426"/>
                  </a:lnTo>
                  <a:lnTo>
                    <a:pt x="414" y="422"/>
                  </a:lnTo>
                  <a:lnTo>
                    <a:pt x="427" y="419"/>
                  </a:lnTo>
                  <a:lnTo>
                    <a:pt x="440" y="415"/>
                  </a:lnTo>
                  <a:lnTo>
                    <a:pt x="452" y="413"/>
                  </a:lnTo>
                  <a:lnTo>
                    <a:pt x="460" y="411"/>
                  </a:lnTo>
                  <a:lnTo>
                    <a:pt x="463" y="410"/>
                  </a:lnTo>
                  <a:lnTo>
                    <a:pt x="474" y="412"/>
                  </a:lnTo>
                  <a:lnTo>
                    <a:pt x="483" y="418"/>
                  </a:lnTo>
                  <a:lnTo>
                    <a:pt x="493" y="424"/>
                  </a:lnTo>
                  <a:lnTo>
                    <a:pt x="503" y="429"/>
                  </a:lnTo>
                  <a:lnTo>
                    <a:pt x="514" y="431"/>
                  </a:lnTo>
                  <a:lnTo>
                    <a:pt x="519" y="431"/>
                  </a:lnTo>
                  <a:lnTo>
                    <a:pt x="530" y="436"/>
                  </a:lnTo>
                  <a:lnTo>
                    <a:pt x="541" y="437"/>
                  </a:lnTo>
                  <a:lnTo>
                    <a:pt x="554" y="436"/>
                  </a:lnTo>
                  <a:lnTo>
                    <a:pt x="569" y="436"/>
                  </a:lnTo>
                  <a:lnTo>
                    <a:pt x="583" y="431"/>
                  </a:lnTo>
                  <a:lnTo>
                    <a:pt x="595" y="422"/>
                  </a:lnTo>
                  <a:lnTo>
                    <a:pt x="609" y="408"/>
                  </a:lnTo>
                  <a:lnTo>
                    <a:pt x="621" y="389"/>
                  </a:lnTo>
                  <a:lnTo>
                    <a:pt x="632" y="368"/>
                  </a:lnTo>
                  <a:lnTo>
                    <a:pt x="643" y="346"/>
                  </a:lnTo>
                  <a:lnTo>
                    <a:pt x="651" y="321"/>
                  </a:lnTo>
                  <a:lnTo>
                    <a:pt x="659" y="298"/>
                  </a:lnTo>
                  <a:lnTo>
                    <a:pt x="664" y="277"/>
                  </a:lnTo>
                  <a:lnTo>
                    <a:pt x="667" y="257"/>
                  </a:lnTo>
                  <a:lnTo>
                    <a:pt x="668" y="242"/>
                  </a:lnTo>
                  <a:lnTo>
                    <a:pt x="667" y="221"/>
                  </a:lnTo>
                  <a:lnTo>
                    <a:pt x="667" y="201"/>
                  </a:lnTo>
                  <a:lnTo>
                    <a:pt x="666" y="187"/>
                  </a:lnTo>
                  <a:lnTo>
                    <a:pt x="665" y="179"/>
                  </a:lnTo>
                  <a:lnTo>
                    <a:pt x="663" y="174"/>
                  </a:lnTo>
                  <a:lnTo>
                    <a:pt x="662" y="171"/>
                  </a:lnTo>
                  <a:lnTo>
                    <a:pt x="662" y="170"/>
                  </a:lnTo>
                  <a:lnTo>
                    <a:pt x="662" y="168"/>
                  </a:lnTo>
                  <a:lnTo>
                    <a:pt x="662" y="167"/>
                  </a:lnTo>
                  <a:lnTo>
                    <a:pt x="660" y="167"/>
                  </a:lnTo>
                  <a:lnTo>
                    <a:pt x="659" y="167"/>
                  </a:lnTo>
                  <a:lnTo>
                    <a:pt x="657" y="168"/>
                  </a:lnTo>
                  <a:lnTo>
                    <a:pt x="653" y="159"/>
                  </a:lnTo>
                  <a:lnTo>
                    <a:pt x="646" y="151"/>
                  </a:lnTo>
                  <a:lnTo>
                    <a:pt x="635" y="144"/>
                  </a:lnTo>
                  <a:lnTo>
                    <a:pt x="623" y="138"/>
                  </a:lnTo>
                  <a:lnTo>
                    <a:pt x="609" y="132"/>
                  </a:lnTo>
                  <a:lnTo>
                    <a:pt x="594" y="126"/>
                  </a:lnTo>
                  <a:lnTo>
                    <a:pt x="582" y="121"/>
                  </a:lnTo>
                  <a:lnTo>
                    <a:pt x="571" y="115"/>
                  </a:lnTo>
                  <a:lnTo>
                    <a:pt x="564" y="109"/>
                  </a:lnTo>
                  <a:lnTo>
                    <a:pt x="560" y="103"/>
                  </a:lnTo>
                  <a:lnTo>
                    <a:pt x="563" y="97"/>
                  </a:lnTo>
                  <a:lnTo>
                    <a:pt x="567" y="93"/>
                  </a:lnTo>
                  <a:lnTo>
                    <a:pt x="573" y="90"/>
                  </a:lnTo>
                  <a:lnTo>
                    <a:pt x="578" y="87"/>
                  </a:lnTo>
                  <a:lnTo>
                    <a:pt x="583" y="84"/>
                  </a:lnTo>
                  <a:lnTo>
                    <a:pt x="585" y="78"/>
                  </a:lnTo>
                  <a:lnTo>
                    <a:pt x="586" y="37"/>
                  </a:lnTo>
                  <a:lnTo>
                    <a:pt x="588" y="0"/>
                  </a:lnTo>
                  <a:close/>
                </a:path>
              </a:pathLst>
            </a:custGeom>
            <a:solidFill>
              <a:srgbClr val="94E6E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82" name="Freeform 23"/>
            <p:cNvSpPr>
              <a:spLocks noEditPoints="1"/>
            </p:cNvSpPr>
            <p:nvPr/>
          </p:nvSpPr>
          <p:spPr bwMode="auto">
            <a:xfrm>
              <a:off x="5184776" y="4994637"/>
              <a:ext cx="247650" cy="188913"/>
            </a:xfrm>
            <a:custGeom>
              <a:avLst/>
              <a:gdLst>
                <a:gd name="T0" fmla="*/ 831 w 1094"/>
                <a:gd name="T1" fmla="*/ 732 h 834"/>
                <a:gd name="T2" fmla="*/ 876 w 1094"/>
                <a:gd name="T3" fmla="*/ 763 h 834"/>
                <a:gd name="T4" fmla="*/ 873 w 1094"/>
                <a:gd name="T5" fmla="*/ 803 h 834"/>
                <a:gd name="T6" fmla="*/ 832 w 1094"/>
                <a:gd name="T7" fmla="*/ 828 h 834"/>
                <a:gd name="T8" fmla="*/ 776 w 1094"/>
                <a:gd name="T9" fmla="*/ 832 h 834"/>
                <a:gd name="T10" fmla="*/ 723 w 1094"/>
                <a:gd name="T11" fmla="*/ 811 h 834"/>
                <a:gd name="T12" fmla="*/ 708 w 1094"/>
                <a:gd name="T13" fmla="*/ 772 h 834"/>
                <a:gd name="T14" fmla="*/ 740 w 1094"/>
                <a:gd name="T15" fmla="*/ 740 h 834"/>
                <a:gd name="T16" fmla="*/ 794 w 1094"/>
                <a:gd name="T17" fmla="*/ 728 h 834"/>
                <a:gd name="T18" fmla="*/ 465 w 1094"/>
                <a:gd name="T19" fmla="*/ 669 h 834"/>
                <a:gd name="T20" fmla="*/ 504 w 1094"/>
                <a:gd name="T21" fmla="*/ 694 h 834"/>
                <a:gd name="T22" fmla="*/ 502 w 1094"/>
                <a:gd name="T23" fmla="*/ 730 h 834"/>
                <a:gd name="T24" fmla="*/ 455 w 1094"/>
                <a:gd name="T25" fmla="*/ 754 h 834"/>
                <a:gd name="T26" fmla="*/ 402 w 1094"/>
                <a:gd name="T27" fmla="*/ 752 h 834"/>
                <a:gd name="T28" fmla="*/ 363 w 1094"/>
                <a:gd name="T29" fmla="*/ 726 h 834"/>
                <a:gd name="T30" fmla="*/ 365 w 1094"/>
                <a:gd name="T31" fmla="*/ 691 h 834"/>
                <a:gd name="T32" fmla="*/ 412 w 1094"/>
                <a:gd name="T33" fmla="*/ 667 h 834"/>
                <a:gd name="T34" fmla="*/ 106 w 1094"/>
                <a:gd name="T35" fmla="*/ 325 h 834"/>
                <a:gd name="T36" fmla="*/ 159 w 1094"/>
                <a:gd name="T37" fmla="*/ 347 h 834"/>
                <a:gd name="T38" fmla="*/ 174 w 1094"/>
                <a:gd name="T39" fmla="*/ 386 h 834"/>
                <a:gd name="T40" fmla="*/ 142 w 1094"/>
                <a:gd name="T41" fmla="*/ 418 h 834"/>
                <a:gd name="T42" fmla="*/ 87 w 1094"/>
                <a:gd name="T43" fmla="*/ 430 h 834"/>
                <a:gd name="T44" fmla="*/ 31 w 1094"/>
                <a:gd name="T45" fmla="*/ 417 h 834"/>
                <a:gd name="T46" fmla="*/ 0 w 1094"/>
                <a:gd name="T47" fmla="*/ 381 h 834"/>
                <a:gd name="T48" fmla="*/ 19 w 1094"/>
                <a:gd name="T49" fmla="*/ 344 h 834"/>
                <a:gd name="T50" fmla="*/ 68 w 1094"/>
                <a:gd name="T51" fmla="*/ 325 h 834"/>
                <a:gd name="T52" fmla="*/ 960 w 1094"/>
                <a:gd name="T53" fmla="*/ 235 h 834"/>
                <a:gd name="T54" fmla="*/ 1013 w 1094"/>
                <a:gd name="T55" fmla="*/ 256 h 834"/>
                <a:gd name="T56" fmla="*/ 1027 w 1094"/>
                <a:gd name="T57" fmla="*/ 295 h 834"/>
                <a:gd name="T58" fmla="*/ 996 w 1094"/>
                <a:gd name="T59" fmla="*/ 328 h 834"/>
                <a:gd name="T60" fmla="*/ 942 w 1094"/>
                <a:gd name="T61" fmla="*/ 339 h 834"/>
                <a:gd name="T62" fmla="*/ 886 w 1094"/>
                <a:gd name="T63" fmla="*/ 326 h 834"/>
                <a:gd name="T64" fmla="*/ 855 w 1094"/>
                <a:gd name="T65" fmla="*/ 292 h 834"/>
                <a:gd name="T66" fmla="*/ 873 w 1094"/>
                <a:gd name="T67" fmla="*/ 254 h 834"/>
                <a:gd name="T68" fmla="*/ 923 w 1094"/>
                <a:gd name="T69" fmla="*/ 235 h 834"/>
                <a:gd name="T70" fmla="*/ 1025 w 1094"/>
                <a:gd name="T71" fmla="*/ 2 h 834"/>
                <a:gd name="T72" fmla="*/ 1078 w 1094"/>
                <a:gd name="T73" fmla="*/ 23 h 834"/>
                <a:gd name="T74" fmla="*/ 1093 w 1094"/>
                <a:gd name="T75" fmla="*/ 62 h 834"/>
                <a:gd name="T76" fmla="*/ 1061 w 1094"/>
                <a:gd name="T77" fmla="*/ 95 h 834"/>
                <a:gd name="T78" fmla="*/ 1007 w 1094"/>
                <a:gd name="T79" fmla="*/ 107 h 834"/>
                <a:gd name="T80" fmla="*/ 951 w 1094"/>
                <a:gd name="T81" fmla="*/ 94 h 834"/>
                <a:gd name="T82" fmla="*/ 921 w 1094"/>
                <a:gd name="T83" fmla="*/ 59 h 834"/>
                <a:gd name="T84" fmla="*/ 938 w 1094"/>
                <a:gd name="T85" fmla="*/ 21 h 834"/>
                <a:gd name="T86" fmla="*/ 988 w 1094"/>
                <a:gd name="T87" fmla="*/ 2 h 834"/>
                <a:gd name="T88" fmla="*/ 595 w 1094"/>
                <a:gd name="T89" fmla="*/ 1 h 834"/>
                <a:gd name="T90" fmla="*/ 655 w 1094"/>
                <a:gd name="T91" fmla="*/ 25 h 834"/>
                <a:gd name="T92" fmla="*/ 672 w 1094"/>
                <a:gd name="T93" fmla="*/ 70 h 834"/>
                <a:gd name="T94" fmla="*/ 636 w 1094"/>
                <a:gd name="T95" fmla="*/ 107 h 834"/>
                <a:gd name="T96" fmla="*/ 575 w 1094"/>
                <a:gd name="T97" fmla="*/ 120 h 834"/>
                <a:gd name="T98" fmla="*/ 512 w 1094"/>
                <a:gd name="T99" fmla="*/ 106 h 834"/>
                <a:gd name="T100" fmla="*/ 477 w 1094"/>
                <a:gd name="T101" fmla="*/ 66 h 834"/>
                <a:gd name="T102" fmla="*/ 498 w 1094"/>
                <a:gd name="T103" fmla="*/ 23 h 834"/>
                <a:gd name="T104" fmla="*/ 553 w 1094"/>
                <a:gd name="T105" fmla="*/ 2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94" h="834">
                  <a:moveTo>
                    <a:pt x="794" y="728"/>
                  </a:moveTo>
                  <a:lnTo>
                    <a:pt x="813" y="729"/>
                  </a:lnTo>
                  <a:lnTo>
                    <a:pt x="831" y="732"/>
                  </a:lnTo>
                  <a:lnTo>
                    <a:pt x="850" y="741"/>
                  </a:lnTo>
                  <a:lnTo>
                    <a:pt x="866" y="750"/>
                  </a:lnTo>
                  <a:lnTo>
                    <a:pt x="876" y="763"/>
                  </a:lnTo>
                  <a:lnTo>
                    <a:pt x="881" y="775"/>
                  </a:lnTo>
                  <a:lnTo>
                    <a:pt x="880" y="789"/>
                  </a:lnTo>
                  <a:lnTo>
                    <a:pt x="873" y="803"/>
                  </a:lnTo>
                  <a:lnTo>
                    <a:pt x="862" y="813"/>
                  </a:lnTo>
                  <a:lnTo>
                    <a:pt x="849" y="822"/>
                  </a:lnTo>
                  <a:lnTo>
                    <a:pt x="832" y="828"/>
                  </a:lnTo>
                  <a:lnTo>
                    <a:pt x="814" y="832"/>
                  </a:lnTo>
                  <a:lnTo>
                    <a:pt x="794" y="834"/>
                  </a:lnTo>
                  <a:lnTo>
                    <a:pt x="776" y="832"/>
                  </a:lnTo>
                  <a:lnTo>
                    <a:pt x="758" y="829"/>
                  </a:lnTo>
                  <a:lnTo>
                    <a:pt x="738" y="821"/>
                  </a:lnTo>
                  <a:lnTo>
                    <a:pt x="723" y="811"/>
                  </a:lnTo>
                  <a:lnTo>
                    <a:pt x="712" y="799"/>
                  </a:lnTo>
                  <a:lnTo>
                    <a:pt x="707" y="786"/>
                  </a:lnTo>
                  <a:lnTo>
                    <a:pt x="708" y="772"/>
                  </a:lnTo>
                  <a:lnTo>
                    <a:pt x="716" y="759"/>
                  </a:lnTo>
                  <a:lnTo>
                    <a:pt x="726" y="748"/>
                  </a:lnTo>
                  <a:lnTo>
                    <a:pt x="740" y="740"/>
                  </a:lnTo>
                  <a:lnTo>
                    <a:pt x="757" y="733"/>
                  </a:lnTo>
                  <a:lnTo>
                    <a:pt x="775" y="729"/>
                  </a:lnTo>
                  <a:lnTo>
                    <a:pt x="794" y="728"/>
                  </a:lnTo>
                  <a:close/>
                  <a:moveTo>
                    <a:pt x="434" y="665"/>
                  </a:moveTo>
                  <a:lnTo>
                    <a:pt x="449" y="666"/>
                  </a:lnTo>
                  <a:lnTo>
                    <a:pt x="465" y="669"/>
                  </a:lnTo>
                  <a:lnTo>
                    <a:pt x="482" y="675"/>
                  </a:lnTo>
                  <a:lnTo>
                    <a:pt x="495" y="684"/>
                  </a:lnTo>
                  <a:lnTo>
                    <a:pt x="504" y="694"/>
                  </a:lnTo>
                  <a:lnTo>
                    <a:pt x="509" y="706"/>
                  </a:lnTo>
                  <a:lnTo>
                    <a:pt x="507" y="717"/>
                  </a:lnTo>
                  <a:lnTo>
                    <a:pt x="502" y="730"/>
                  </a:lnTo>
                  <a:lnTo>
                    <a:pt x="490" y="741"/>
                  </a:lnTo>
                  <a:lnTo>
                    <a:pt x="474" y="749"/>
                  </a:lnTo>
                  <a:lnTo>
                    <a:pt x="455" y="754"/>
                  </a:lnTo>
                  <a:lnTo>
                    <a:pt x="434" y="756"/>
                  </a:lnTo>
                  <a:lnTo>
                    <a:pt x="418" y="755"/>
                  </a:lnTo>
                  <a:lnTo>
                    <a:pt x="402" y="752"/>
                  </a:lnTo>
                  <a:lnTo>
                    <a:pt x="385" y="746"/>
                  </a:lnTo>
                  <a:lnTo>
                    <a:pt x="371" y="736"/>
                  </a:lnTo>
                  <a:lnTo>
                    <a:pt x="363" y="726"/>
                  </a:lnTo>
                  <a:lnTo>
                    <a:pt x="359" y="715"/>
                  </a:lnTo>
                  <a:lnTo>
                    <a:pt x="359" y="703"/>
                  </a:lnTo>
                  <a:lnTo>
                    <a:pt x="365" y="691"/>
                  </a:lnTo>
                  <a:lnTo>
                    <a:pt x="376" y="680"/>
                  </a:lnTo>
                  <a:lnTo>
                    <a:pt x="393" y="672"/>
                  </a:lnTo>
                  <a:lnTo>
                    <a:pt x="412" y="667"/>
                  </a:lnTo>
                  <a:lnTo>
                    <a:pt x="434" y="665"/>
                  </a:lnTo>
                  <a:close/>
                  <a:moveTo>
                    <a:pt x="87" y="323"/>
                  </a:moveTo>
                  <a:lnTo>
                    <a:pt x="106" y="325"/>
                  </a:lnTo>
                  <a:lnTo>
                    <a:pt x="124" y="329"/>
                  </a:lnTo>
                  <a:lnTo>
                    <a:pt x="143" y="336"/>
                  </a:lnTo>
                  <a:lnTo>
                    <a:pt x="159" y="347"/>
                  </a:lnTo>
                  <a:lnTo>
                    <a:pt x="169" y="358"/>
                  </a:lnTo>
                  <a:lnTo>
                    <a:pt x="175" y="372"/>
                  </a:lnTo>
                  <a:lnTo>
                    <a:pt x="174" y="386"/>
                  </a:lnTo>
                  <a:lnTo>
                    <a:pt x="166" y="399"/>
                  </a:lnTo>
                  <a:lnTo>
                    <a:pt x="156" y="410"/>
                  </a:lnTo>
                  <a:lnTo>
                    <a:pt x="142" y="418"/>
                  </a:lnTo>
                  <a:lnTo>
                    <a:pt x="125" y="425"/>
                  </a:lnTo>
                  <a:lnTo>
                    <a:pt x="107" y="429"/>
                  </a:lnTo>
                  <a:lnTo>
                    <a:pt x="87" y="430"/>
                  </a:lnTo>
                  <a:lnTo>
                    <a:pt x="69" y="429"/>
                  </a:lnTo>
                  <a:lnTo>
                    <a:pt x="51" y="425"/>
                  </a:lnTo>
                  <a:lnTo>
                    <a:pt x="31" y="417"/>
                  </a:lnTo>
                  <a:lnTo>
                    <a:pt x="16" y="407"/>
                  </a:lnTo>
                  <a:lnTo>
                    <a:pt x="6" y="395"/>
                  </a:lnTo>
                  <a:lnTo>
                    <a:pt x="0" y="381"/>
                  </a:lnTo>
                  <a:lnTo>
                    <a:pt x="1" y="368"/>
                  </a:lnTo>
                  <a:lnTo>
                    <a:pt x="9" y="354"/>
                  </a:lnTo>
                  <a:lnTo>
                    <a:pt x="19" y="344"/>
                  </a:lnTo>
                  <a:lnTo>
                    <a:pt x="33" y="335"/>
                  </a:lnTo>
                  <a:lnTo>
                    <a:pt x="50" y="329"/>
                  </a:lnTo>
                  <a:lnTo>
                    <a:pt x="68" y="325"/>
                  </a:lnTo>
                  <a:lnTo>
                    <a:pt x="87" y="323"/>
                  </a:lnTo>
                  <a:close/>
                  <a:moveTo>
                    <a:pt x="942" y="234"/>
                  </a:moveTo>
                  <a:lnTo>
                    <a:pt x="960" y="235"/>
                  </a:lnTo>
                  <a:lnTo>
                    <a:pt x="978" y="238"/>
                  </a:lnTo>
                  <a:lnTo>
                    <a:pt x="998" y="246"/>
                  </a:lnTo>
                  <a:lnTo>
                    <a:pt x="1013" y="256"/>
                  </a:lnTo>
                  <a:lnTo>
                    <a:pt x="1023" y="268"/>
                  </a:lnTo>
                  <a:lnTo>
                    <a:pt x="1028" y="281"/>
                  </a:lnTo>
                  <a:lnTo>
                    <a:pt x="1027" y="295"/>
                  </a:lnTo>
                  <a:lnTo>
                    <a:pt x="1021" y="309"/>
                  </a:lnTo>
                  <a:lnTo>
                    <a:pt x="1010" y="319"/>
                  </a:lnTo>
                  <a:lnTo>
                    <a:pt x="996" y="328"/>
                  </a:lnTo>
                  <a:lnTo>
                    <a:pt x="980" y="334"/>
                  </a:lnTo>
                  <a:lnTo>
                    <a:pt x="961" y="338"/>
                  </a:lnTo>
                  <a:lnTo>
                    <a:pt x="942" y="339"/>
                  </a:lnTo>
                  <a:lnTo>
                    <a:pt x="924" y="338"/>
                  </a:lnTo>
                  <a:lnTo>
                    <a:pt x="906" y="335"/>
                  </a:lnTo>
                  <a:lnTo>
                    <a:pt x="886" y="326"/>
                  </a:lnTo>
                  <a:lnTo>
                    <a:pt x="870" y="317"/>
                  </a:lnTo>
                  <a:lnTo>
                    <a:pt x="860" y="304"/>
                  </a:lnTo>
                  <a:lnTo>
                    <a:pt x="855" y="292"/>
                  </a:lnTo>
                  <a:lnTo>
                    <a:pt x="856" y="278"/>
                  </a:lnTo>
                  <a:lnTo>
                    <a:pt x="862" y="264"/>
                  </a:lnTo>
                  <a:lnTo>
                    <a:pt x="873" y="254"/>
                  </a:lnTo>
                  <a:lnTo>
                    <a:pt x="888" y="245"/>
                  </a:lnTo>
                  <a:lnTo>
                    <a:pt x="904" y="239"/>
                  </a:lnTo>
                  <a:lnTo>
                    <a:pt x="923" y="235"/>
                  </a:lnTo>
                  <a:lnTo>
                    <a:pt x="942" y="234"/>
                  </a:lnTo>
                  <a:close/>
                  <a:moveTo>
                    <a:pt x="1007" y="1"/>
                  </a:moveTo>
                  <a:lnTo>
                    <a:pt x="1025" y="2"/>
                  </a:lnTo>
                  <a:lnTo>
                    <a:pt x="1043" y="5"/>
                  </a:lnTo>
                  <a:lnTo>
                    <a:pt x="1063" y="14"/>
                  </a:lnTo>
                  <a:lnTo>
                    <a:pt x="1078" y="23"/>
                  </a:lnTo>
                  <a:lnTo>
                    <a:pt x="1088" y="36"/>
                  </a:lnTo>
                  <a:lnTo>
                    <a:pt x="1094" y="49"/>
                  </a:lnTo>
                  <a:lnTo>
                    <a:pt x="1093" y="62"/>
                  </a:lnTo>
                  <a:lnTo>
                    <a:pt x="1086" y="76"/>
                  </a:lnTo>
                  <a:lnTo>
                    <a:pt x="1076" y="87"/>
                  </a:lnTo>
                  <a:lnTo>
                    <a:pt x="1061" y="95"/>
                  </a:lnTo>
                  <a:lnTo>
                    <a:pt x="1045" y="101"/>
                  </a:lnTo>
                  <a:lnTo>
                    <a:pt x="1026" y="106"/>
                  </a:lnTo>
                  <a:lnTo>
                    <a:pt x="1007" y="107"/>
                  </a:lnTo>
                  <a:lnTo>
                    <a:pt x="988" y="106"/>
                  </a:lnTo>
                  <a:lnTo>
                    <a:pt x="971" y="103"/>
                  </a:lnTo>
                  <a:lnTo>
                    <a:pt x="951" y="94"/>
                  </a:lnTo>
                  <a:lnTo>
                    <a:pt x="935" y="85"/>
                  </a:lnTo>
                  <a:lnTo>
                    <a:pt x="926" y="72"/>
                  </a:lnTo>
                  <a:lnTo>
                    <a:pt x="921" y="59"/>
                  </a:lnTo>
                  <a:lnTo>
                    <a:pt x="921" y="45"/>
                  </a:lnTo>
                  <a:lnTo>
                    <a:pt x="928" y="32"/>
                  </a:lnTo>
                  <a:lnTo>
                    <a:pt x="938" y="21"/>
                  </a:lnTo>
                  <a:lnTo>
                    <a:pt x="952" y="13"/>
                  </a:lnTo>
                  <a:lnTo>
                    <a:pt x="969" y="6"/>
                  </a:lnTo>
                  <a:lnTo>
                    <a:pt x="988" y="2"/>
                  </a:lnTo>
                  <a:lnTo>
                    <a:pt x="1007" y="1"/>
                  </a:lnTo>
                  <a:close/>
                  <a:moveTo>
                    <a:pt x="575" y="0"/>
                  </a:moveTo>
                  <a:lnTo>
                    <a:pt x="595" y="1"/>
                  </a:lnTo>
                  <a:lnTo>
                    <a:pt x="615" y="5"/>
                  </a:lnTo>
                  <a:lnTo>
                    <a:pt x="638" y="14"/>
                  </a:lnTo>
                  <a:lnTo>
                    <a:pt x="655" y="25"/>
                  </a:lnTo>
                  <a:lnTo>
                    <a:pt x="667" y="39"/>
                  </a:lnTo>
                  <a:lnTo>
                    <a:pt x="672" y="54"/>
                  </a:lnTo>
                  <a:lnTo>
                    <a:pt x="672" y="70"/>
                  </a:lnTo>
                  <a:lnTo>
                    <a:pt x="664" y="86"/>
                  </a:lnTo>
                  <a:lnTo>
                    <a:pt x="652" y="97"/>
                  </a:lnTo>
                  <a:lnTo>
                    <a:pt x="636" y="107"/>
                  </a:lnTo>
                  <a:lnTo>
                    <a:pt x="617" y="114"/>
                  </a:lnTo>
                  <a:lnTo>
                    <a:pt x="596" y="118"/>
                  </a:lnTo>
                  <a:lnTo>
                    <a:pt x="575" y="120"/>
                  </a:lnTo>
                  <a:lnTo>
                    <a:pt x="554" y="118"/>
                  </a:lnTo>
                  <a:lnTo>
                    <a:pt x="534" y="114"/>
                  </a:lnTo>
                  <a:lnTo>
                    <a:pt x="512" y="106"/>
                  </a:lnTo>
                  <a:lnTo>
                    <a:pt x="494" y="94"/>
                  </a:lnTo>
                  <a:lnTo>
                    <a:pt x="482" y="80"/>
                  </a:lnTo>
                  <a:lnTo>
                    <a:pt x="477" y="66"/>
                  </a:lnTo>
                  <a:lnTo>
                    <a:pt x="478" y="51"/>
                  </a:lnTo>
                  <a:lnTo>
                    <a:pt x="485" y="35"/>
                  </a:lnTo>
                  <a:lnTo>
                    <a:pt x="498" y="23"/>
                  </a:lnTo>
                  <a:lnTo>
                    <a:pt x="514" y="14"/>
                  </a:lnTo>
                  <a:lnTo>
                    <a:pt x="532" y="6"/>
                  </a:lnTo>
                  <a:lnTo>
                    <a:pt x="553" y="2"/>
                  </a:lnTo>
                  <a:lnTo>
                    <a:pt x="57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83" name="Freeform 24"/>
            <p:cNvSpPr>
              <a:spLocks noEditPoints="1"/>
            </p:cNvSpPr>
            <p:nvPr/>
          </p:nvSpPr>
          <p:spPr bwMode="auto">
            <a:xfrm>
              <a:off x="5194301" y="4978762"/>
              <a:ext cx="271463" cy="215900"/>
            </a:xfrm>
            <a:custGeom>
              <a:avLst/>
              <a:gdLst>
                <a:gd name="T0" fmla="*/ 600 w 1196"/>
                <a:gd name="T1" fmla="*/ 890 h 952"/>
                <a:gd name="T2" fmla="*/ 614 w 1196"/>
                <a:gd name="T3" fmla="*/ 931 h 952"/>
                <a:gd name="T4" fmla="*/ 560 w 1196"/>
                <a:gd name="T5" fmla="*/ 952 h 952"/>
                <a:gd name="T6" fmla="*/ 508 w 1196"/>
                <a:gd name="T7" fmla="*/ 933 h 952"/>
                <a:gd name="T8" fmla="*/ 515 w 1196"/>
                <a:gd name="T9" fmla="*/ 892 h 952"/>
                <a:gd name="T10" fmla="*/ 586 w 1196"/>
                <a:gd name="T11" fmla="*/ 672 h 952"/>
                <a:gd name="T12" fmla="*/ 638 w 1196"/>
                <a:gd name="T13" fmla="*/ 691 h 952"/>
                <a:gd name="T14" fmla="*/ 630 w 1196"/>
                <a:gd name="T15" fmla="*/ 732 h 952"/>
                <a:gd name="T16" fmla="*/ 573 w 1196"/>
                <a:gd name="T17" fmla="*/ 744 h 952"/>
                <a:gd name="T18" fmla="*/ 528 w 1196"/>
                <a:gd name="T19" fmla="*/ 715 h 952"/>
                <a:gd name="T20" fmla="*/ 554 w 1196"/>
                <a:gd name="T21" fmla="*/ 677 h 952"/>
                <a:gd name="T22" fmla="*/ 71 w 1196"/>
                <a:gd name="T23" fmla="*/ 578 h 952"/>
                <a:gd name="T24" fmla="*/ 117 w 1196"/>
                <a:gd name="T25" fmla="*/ 606 h 952"/>
                <a:gd name="T26" fmla="*/ 91 w 1196"/>
                <a:gd name="T27" fmla="*/ 643 h 952"/>
                <a:gd name="T28" fmla="*/ 34 w 1196"/>
                <a:gd name="T29" fmla="*/ 647 h 952"/>
                <a:gd name="T30" fmla="*/ 0 w 1196"/>
                <a:gd name="T31" fmla="*/ 610 h 952"/>
                <a:gd name="T32" fmla="*/ 42 w 1196"/>
                <a:gd name="T33" fmla="*/ 579 h 952"/>
                <a:gd name="T34" fmla="*/ 1162 w 1196"/>
                <a:gd name="T35" fmla="*/ 407 h 952"/>
                <a:gd name="T36" fmla="*/ 1196 w 1196"/>
                <a:gd name="T37" fmla="*/ 444 h 952"/>
                <a:gd name="T38" fmla="*/ 1153 w 1196"/>
                <a:gd name="T39" fmla="*/ 474 h 952"/>
                <a:gd name="T40" fmla="*/ 1096 w 1196"/>
                <a:gd name="T41" fmla="*/ 466 h 952"/>
                <a:gd name="T42" fmla="*/ 1084 w 1196"/>
                <a:gd name="T43" fmla="*/ 425 h 952"/>
                <a:gd name="T44" fmla="*/ 1138 w 1196"/>
                <a:gd name="T45" fmla="*/ 404 h 952"/>
                <a:gd name="T46" fmla="*/ 682 w 1196"/>
                <a:gd name="T47" fmla="*/ 314 h 952"/>
                <a:gd name="T48" fmla="*/ 695 w 1196"/>
                <a:gd name="T49" fmla="*/ 354 h 952"/>
                <a:gd name="T50" fmla="*/ 642 w 1196"/>
                <a:gd name="T51" fmla="*/ 374 h 952"/>
                <a:gd name="T52" fmla="*/ 591 w 1196"/>
                <a:gd name="T53" fmla="*/ 356 h 952"/>
                <a:gd name="T54" fmla="*/ 599 w 1196"/>
                <a:gd name="T55" fmla="*/ 316 h 952"/>
                <a:gd name="T56" fmla="*/ 419 w 1196"/>
                <a:gd name="T57" fmla="*/ 290 h 952"/>
                <a:gd name="T58" fmla="*/ 467 w 1196"/>
                <a:gd name="T59" fmla="*/ 314 h 952"/>
                <a:gd name="T60" fmla="*/ 445 w 1196"/>
                <a:gd name="T61" fmla="*/ 344 h 952"/>
                <a:gd name="T62" fmla="*/ 385 w 1196"/>
                <a:gd name="T63" fmla="*/ 341 h 952"/>
                <a:gd name="T64" fmla="*/ 374 w 1196"/>
                <a:gd name="T65" fmla="*/ 306 h 952"/>
                <a:gd name="T66" fmla="*/ 419 w 1196"/>
                <a:gd name="T67" fmla="*/ 290 h 952"/>
                <a:gd name="T68" fmla="*/ 314 w 1196"/>
                <a:gd name="T69" fmla="*/ 208 h 952"/>
                <a:gd name="T70" fmla="*/ 326 w 1196"/>
                <a:gd name="T71" fmla="*/ 247 h 952"/>
                <a:gd name="T72" fmla="*/ 277 w 1196"/>
                <a:gd name="T73" fmla="*/ 266 h 952"/>
                <a:gd name="T74" fmla="*/ 223 w 1196"/>
                <a:gd name="T75" fmla="*/ 240 h 952"/>
                <a:gd name="T76" fmla="*/ 247 w 1196"/>
                <a:gd name="T77" fmla="*/ 205 h 952"/>
                <a:gd name="T78" fmla="*/ 1149 w 1196"/>
                <a:gd name="T79" fmla="*/ 182 h 952"/>
                <a:gd name="T80" fmla="*/ 1196 w 1196"/>
                <a:gd name="T81" fmla="*/ 209 h 952"/>
                <a:gd name="T82" fmla="*/ 1168 w 1196"/>
                <a:gd name="T83" fmla="*/ 247 h 952"/>
                <a:gd name="T84" fmla="*/ 1112 w 1196"/>
                <a:gd name="T85" fmla="*/ 249 h 952"/>
                <a:gd name="T86" fmla="*/ 1078 w 1196"/>
                <a:gd name="T87" fmla="*/ 212 h 952"/>
                <a:gd name="T88" fmla="*/ 1121 w 1196"/>
                <a:gd name="T89" fmla="*/ 182 h 952"/>
                <a:gd name="T90" fmla="*/ 807 w 1196"/>
                <a:gd name="T91" fmla="*/ 3 h 952"/>
                <a:gd name="T92" fmla="*/ 842 w 1196"/>
                <a:gd name="T93" fmla="*/ 40 h 952"/>
                <a:gd name="T94" fmla="*/ 798 w 1196"/>
                <a:gd name="T95" fmla="*/ 71 h 952"/>
                <a:gd name="T96" fmla="*/ 742 w 1196"/>
                <a:gd name="T97" fmla="*/ 62 h 952"/>
                <a:gd name="T98" fmla="*/ 729 w 1196"/>
                <a:gd name="T99" fmla="*/ 21 h 952"/>
                <a:gd name="T100" fmla="*/ 783 w 1196"/>
                <a:gd name="T101" fmla="*/ 0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96" h="952">
                  <a:moveTo>
                    <a:pt x="560" y="879"/>
                  </a:moveTo>
                  <a:lnTo>
                    <a:pt x="572" y="880"/>
                  </a:lnTo>
                  <a:lnTo>
                    <a:pt x="585" y="882"/>
                  </a:lnTo>
                  <a:lnTo>
                    <a:pt x="600" y="890"/>
                  </a:lnTo>
                  <a:lnTo>
                    <a:pt x="611" y="898"/>
                  </a:lnTo>
                  <a:lnTo>
                    <a:pt x="618" y="909"/>
                  </a:lnTo>
                  <a:lnTo>
                    <a:pt x="619" y="919"/>
                  </a:lnTo>
                  <a:lnTo>
                    <a:pt x="614" y="931"/>
                  </a:lnTo>
                  <a:lnTo>
                    <a:pt x="604" y="939"/>
                  </a:lnTo>
                  <a:lnTo>
                    <a:pt x="591" y="946"/>
                  </a:lnTo>
                  <a:lnTo>
                    <a:pt x="577" y="950"/>
                  </a:lnTo>
                  <a:lnTo>
                    <a:pt x="560" y="952"/>
                  </a:lnTo>
                  <a:lnTo>
                    <a:pt x="547" y="951"/>
                  </a:lnTo>
                  <a:lnTo>
                    <a:pt x="535" y="948"/>
                  </a:lnTo>
                  <a:lnTo>
                    <a:pt x="520" y="941"/>
                  </a:lnTo>
                  <a:lnTo>
                    <a:pt x="508" y="933"/>
                  </a:lnTo>
                  <a:lnTo>
                    <a:pt x="502" y="922"/>
                  </a:lnTo>
                  <a:lnTo>
                    <a:pt x="501" y="912"/>
                  </a:lnTo>
                  <a:lnTo>
                    <a:pt x="506" y="900"/>
                  </a:lnTo>
                  <a:lnTo>
                    <a:pt x="515" y="892"/>
                  </a:lnTo>
                  <a:lnTo>
                    <a:pt x="528" y="885"/>
                  </a:lnTo>
                  <a:lnTo>
                    <a:pt x="544" y="881"/>
                  </a:lnTo>
                  <a:lnTo>
                    <a:pt x="560" y="879"/>
                  </a:lnTo>
                  <a:close/>
                  <a:moveTo>
                    <a:pt x="586" y="672"/>
                  </a:moveTo>
                  <a:lnTo>
                    <a:pt x="599" y="673"/>
                  </a:lnTo>
                  <a:lnTo>
                    <a:pt x="610" y="675"/>
                  </a:lnTo>
                  <a:lnTo>
                    <a:pt x="626" y="681"/>
                  </a:lnTo>
                  <a:lnTo>
                    <a:pt x="638" y="691"/>
                  </a:lnTo>
                  <a:lnTo>
                    <a:pt x="644" y="701"/>
                  </a:lnTo>
                  <a:lnTo>
                    <a:pt x="645" y="712"/>
                  </a:lnTo>
                  <a:lnTo>
                    <a:pt x="640" y="724"/>
                  </a:lnTo>
                  <a:lnTo>
                    <a:pt x="630" y="732"/>
                  </a:lnTo>
                  <a:lnTo>
                    <a:pt x="618" y="738"/>
                  </a:lnTo>
                  <a:lnTo>
                    <a:pt x="602" y="743"/>
                  </a:lnTo>
                  <a:lnTo>
                    <a:pt x="586" y="744"/>
                  </a:lnTo>
                  <a:lnTo>
                    <a:pt x="573" y="744"/>
                  </a:lnTo>
                  <a:lnTo>
                    <a:pt x="562" y="741"/>
                  </a:lnTo>
                  <a:lnTo>
                    <a:pt x="546" y="734"/>
                  </a:lnTo>
                  <a:lnTo>
                    <a:pt x="534" y="726"/>
                  </a:lnTo>
                  <a:lnTo>
                    <a:pt x="528" y="715"/>
                  </a:lnTo>
                  <a:lnTo>
                    <a:pt x="527" y="705"/>
                  </a:lnTo>
                  <a:lnTo>
                    <a:pt x="532" y="693"/>
                  </a:lnTo>
                  <a:lnTo>
                    <a:pt x="542" y="685"/>
                  </a:lnTo>
                  <a:lnTo>
                    <a:pt x="554" y="677"/>
                  </a:lnTo>
                  <a:lnTo>
                    <a:pt x="569" y="674"/>
                  </a:lnTo>
                  <a:lnTo>
                    <a:pt x="586" y="672"/>
                  </a:lnTo>
                  <a:close/>
                  <a:moveTo>
                    <a:pt x="59" y="578"/>
                  </a:moveTo>
                  <a:lnTo>
                    <a:pt x="71" y="578"/>
                  </a:lnTo>
                  <a:lnTo>
                    <a:pt x="83" y="581"/>
                  </a:lnTo>
                  <a:lnTo>
                    <a:pt x="99" y="587"/>
                  </a:lnTo>
                  <a:lnTo>
                    <a:pt x="111" y="596"/>
                  </a:lnTo>
                  <a:lnTo>
                    <a:pt x="117" y="606"/>
                  </a:lnTo>
                  <a:lnTo>
                    <a:pt x="117" y="617"/>
                  </a:lnTo>
                  <a:lnTo>
                    <a:pt x="113" y="629"/>
                  </a:lnTo>
                  <a:lnTo>
                    <a:pt x="103" y="637"/>
                  </a:lnTo>
                  <a:lnTo>
                    <a:pt x="91" y="643"/>
                  </a:lnTo>
                  <a:lnTo>
                    <a:pt x="75" y="648"/>
                  </a:lnTo>
                  <a:lnTo>
                    <a:pt x="59" y="650"/>
                  </a:lnTo>
                  <a:lnTo>
                    <a:pt x="46" y="649"/>
                  </a:lnTo>
                  <a:lnTo>
                    <a:pt x="34" y="647"/>
                  </a:lnTo>
                  <a:lnTo>
                    <a:pt x="18" y="639"/>
                  </a:lnTo>
                  <a:lnTo>
                    <a:pt x="7" y="631"/>
                  </a:lnTo>
                  <a:lnTo>
                    <a:pt x="1" y="620"/>
                  </a:lnTo>
                  <a:lnTo>
                    <a:pt x="0" y="610"/>
                  </a:lnTo>
                  <a:lnTo>
                    <a:pt x="5" y="598"/>
                  </a:lnTo>
                  <a:lnTo>
                    <a:pt x="15" y="590"/>
                  </a:lnTo>
                  <a:lnTo>
                    <a:pt x="27" y="583"/>
                  </a:lnTo>
                  <a:lnTo>
                    <a:pt x="42" y="579"/>
                  </a:lnTo>
                  <a:lnTo>
                    <a:pt x="59" y="578"/>
                  </a:lnTo>
                  <a:close/>
                  <a:moveTo>
                    <a:pt x="1138" y="404"/>
                  </a:moveTo>
                  <a:lnTo>
                    <a:pt x="1149" y="405"/>
                  </a:lnTo>
                  <a:lnTo>
                    <a:pt x="1162" y="407"/>
                  </a:lnTo>
                  <a:lnTo>
                    <a:pt x="1178" y="413"/>
                  </a:lnTo>
                  <a:lnTo>
                    <a:pt x="1189" y="422"/>
                  </a:lnTo>
                  <a:lnTo>
                    <a:pt x="1196" y="432"/>
                  </a:lnTo>
                  <a:lnTo>
                    <a:pt x="1196" y="444"/>
                  </a:lnTo>
                  <a:lnTo>
                    <a:pt x="1191" y="454"/>
                  </a:lnTo>
                  <a:lnTo>
                    <a:pt x="1182" y="464"/>
                  </a:lnTo>
                  <a:lnTo>
                    <a:pt x="1168" y="470"/>
                  </a:lnTo>
                  <a:lnTo>
                    <a:pt x="1153" y="474"/>
                  </a:lnTo>
                  <a:lnTo>
                    <a:pt x="1138" y="475"/>
                  </a:lnTo>
                  <a:lnTo>
                    <a:pt x="1125" y="474"/>
                  </a:lnTo>
                  <a:lnTo>
                    <a:pt x="1112" y="472"/>
                  </a:lnTo>
                  <a:lnTo>
                    <a:pt x="1096" y="466"/>
                  </a:lnTo>
                  <a:lnTo>
                    <a:pt x="1086" y="456"/>
                  </a:lnTo>
                  <a:lnTo>
                    <a:pt x="1079" y="447"/>
                  </a:lnTo>
                  <a:lnTo>
                    <a:pt x="1078" y="435"/>
                  </a:lnTo>
                  <a:lnTo>
                    <a:pt x="1084" y="425"/>
                  </a:lnTo>
                  <a:lnTo>
                    <a:pt x="1093" y="415"/>
                  </a:lnTo>
                  <a:lnTo>
                    <a:pt x="1106" y="409"/>
                  </a:lnTo>
                  <a:lnTo>
                    <a:pt x="1121" y="405"/>
                  </a:lnTo>
                  <a:lnTo>
                    <a:pt x="1138" y="404"/>
                  </a:lnTo>
                  <a:close/>
                  <a:moveTo>
                    <a:pt x="642" y="304"/>
                  </a:moveTo>
                  <a:lnTo>
                    <a:pt x="655" y="304"/>
                  </a:lnTo>
                  <a:lnTo>
                    <a:pt x="666" y="307"/>
                  </a:lnTo>
                  <a:lnTo>
                    <a:pt x="682" y="314"/>
                  </a:lnTo>
                  <a:lnTo>
                    <a:pt x="693" y="322"/>
                  </a:lnTo>
                  <a:lnTo>
                    <a:pt x="699" y="332"/>
                  </a:lnTo>
                  <a:lnTo>
                    <a:pt x="700" y="343"/>
                  </a:lnTo>
                  <a:lnTo>
                    <a:pt x="695" y="354"/>
                  </a:lnTo>
                  <a:lnTo>
                    <a:pt x="685" y="362"/>
                  </a:lnTo>
                  <a:lnTo>
                    <a:pt x="673" y="369"/>
                  </a:lnTo>
                  <a:lnTo>
                    <a:pt x="658" y="373"/>
                  </a:lnTo>
                  <a:lnTo>
                    <a:pt x="642" y="374"/>
                  </a:lnTo>
                  <a:lnTo>
                    <a:pt x="630" y="373"/>
                  </a:lnTo>
                  <a:lnTo>
                    <a:pt x="618" y="371"/>
                  </a:lnTo>
                  <a:lnTo>
                    <a:pt x="603" y="365"/>
                  </a:lnTo>
                  <a:lnTo>
                    <a:pt x="591" y="356"/>
                  </a:lnTo>
                  <a:lnTo>
                    <a:pt x="585" y="345"/>
                  </a:lnTo>
                  <a:lnTo>
                    <a:pt x="585" y="335"/>
                  </a:lnTo>
                  <a:lnTo>
                    <a:pt x="589" y="324"/>
                  </a:lnTo>
                  <a:lnTo>
                    <a:pt x="599" y="316"/>
                  </a:lnTo>
                  <a:lnTo>
                    <a:pt x="611" y="310"/>
                  </a:lnTo>
                  <a:lnTo>
                    <a:pt x="626" y="305"/>
                  </a:lnTo>
                  <a:lnTo>
                    <a:pt x="642" y="304"/>
                  </a:lnTo>
                  <a:close/>
                  <a:moveTo>
                    <a:pt x="419" y="290"/>
                  </a:moveTo>
                  <a:lnTo>
                    <a:pt x="439" y="292"/>
                  </a:lnTo>
                  <a:lnTo>
                    <a:pt x="452" y="298"/>
                  </a:lnTo>
                  <a:lnTo>
                    <a:pt x="461" y="304"/>
                  </a:lnTo>
                  <a:lnTo>
                    <a:pt x="467" y="314"/>
                  </a:lnTo>
                  <a:lnTo>
                    <a:pt x="468" y="322"/>
                  </a:lnTo>
                  <a:lnTo>
                    <a:pt x="464" y="332"/>
                  </a:lnTo>
                  <a:lnTo>
                    <a:pt x="455" y="339"/>
                  </a:lnTo>
                  <a:lnTo>
                    <a:pt x="445" y="344"/>
                  </a:lnTo>
                  <a:lnTo>
                    <a:pt x="432" y="349"/>
                  </a:lnTo>
                  <a:lnTo>
                    <a:pt x="418" y="350"/>
                  </a:lnTo>
                  <a:lnTo>
                    <a:pt x="398" y="347"/>
                  </a:lnTo>
                  <a:lnTo>
                    <a:pt x="385" y="341"/>
                  </a:lnTo>
                  <a:lnTo>
                    <a:pt x="376" y="334"/>
                  </a:lnTo>
                  <a:lnTo>
                    <a:pt x="371" y="325"/>
                  </a:lnTo>
                  <a:lnTo>
                    <a:pt x="370" y="316"/>
                  </a:lnTo>
                  <a:lnTo>
                    <a:pt x="374" y="306"/>
                  </a:lnTo>
                  <a:lnTo>
                    <a:pt x="382" y="299"/>
                  </a:lnTo>
                  <a:lnTo>
                    <a:pt x="393" y="294"/>
                  </a:lnTo>
                  <a:lnTo>
                    <a:pt x="405" y="291"/>
                  </a:lnTo>
                  <a:lnTo>
                    <a:pt x="419" y="290"/>
                  </a:lnTo>
                  <a:close/>
                  <a:moveTo>
                    <a:pt x="277" y="200"/>
                  </a:moveTo>
                  <a:lnTo>
                    <a:pt x="288" y="201"/>
                  </a:lnTo>
                  <a:lnTo>
                    <a:pt x="299" y="203"/>
                  </a:lnTo>
                  <a:lnTo>
                    <a:pt x="314" y="208"/>
                  </a:lnTo>
                  <a:lnTo>
                    <a:pt x="324" y="217"/>
                  </a:lnTo>
                  <a:lnTo>
                    <a:pt x="330" y="226"/>
                  </a:lnTo>
                  <a:lnTo>
                    <a:pt x="330" y="237"/>
                  </a:lnTo>
                  <a:lnTo>
                    <a:pt x="326" y="247"/>
                  </a:lnTo>
                  <a:lnTo>
                    <a:pt x="318" y="255"/>
                  </a:lnTo>
                  <a:lnTo>
                    <a:pt x="305" y="261"/>
                  </a:lnTo>
                  <a:lnTo>
                    <a:pt x="291" y="265"/>
                  </a:lnTo>
                  <a:lnTo>
                    <a:pt x="277" y="266"/>
                  </a:lnTo>
                  <a:lnTo>
                    <a:pt x="253" y="263"/>
                  </a:lnTo>
                  <a:lnTo>
                    <a:pt x="240" y="257"/>
                  </a:lnTo>
                  <a:lnTo>
                    <a:pt x="229" y="249"/>
                  </a:lnTo>
                  <a:lnTo>
                    <a:pt x="223" y="240"/>
                  </a:lnTo>
                  <a:lnTo>
                    <a:pt x="222" y="229"/>
                  </a:lnTo>
                  <a:lnTo>
                    <a:pt x="227" y="219"/>
                  </a:lnTo>
                  <a:lnTo>
                    <a:pt x="235" y="211"/>
                  </a:lnTo>
                  <a:lnTo>
                    <a:pt x="247" y="205"/>
                  </a:lnTo>
                  <a:lnTo>
                    <a:pt x="262" y="201"/>
                  </a:lnTo>
                  <a:lnTo>
                    <a:pt x="277" y="200"/>
                  </a:lnTo>
                  <a:close/>
                  <a:moveTo>
                    <a:pt x="1138" y="181"/>
                  </a:moveTo>
                  <a:lnTo>
                    <a:pt x="1149" y="182"/>
                  </a:lnTo>
                  <a:lnTo>
                    <a:pt x="1162" y="184"/>
                  </a:lnTo>
                  <a:lnTo>
                    <a:pt x="1178" y="190"/>
                  </a:lnTo>
                  <a:lnTo>
                    <a:pt x="1189" y="200"/>
                  </a:lnTo>
                  <a:lnTo>
                    <a:pt x="1196" y="209"/>
                  </a:lnTo>
                  <a:lnTo>
                    <a:pt x="1196" y="221"/>
                  </a:lnTo>
                  <a:lnTo>
                    <a:pt x="1191" y="231"/>
                  </a:lnTo>
                  <a:lnTo>
                    <a:pt x="1182" y="241"/>
                  </a:lnTo>
                  <a:lnTo>
                    <a:pt x="1168" y="247"/>
                  </a:lnTo>
                  <a:lnTo>
                    <a:pt x="1153" y="251"/>
                  </a:lnTo>
                  <a:lnTo>
                    <a:pt x="1138" y="253"/>
                  </a:lnTo>
                  <a:lnTo>
                    <a:pt x="1125" y="251"/>
                  </a:lnTo>
                  <a:lnTo>
                    <a:pt x="1112" y="249"/>
                  </a:lnTo>
                  <a:lnTo>
                    <a:pt x="1096" y="243"/>
                  </a:lnTo>
                  <a:lnTo>
                    <a:pt x="1086" y="235"/>
                  </a:lnTo>
                  <a:lnTo>
                    <a:pt x="1079" y="224"/>
                  </a:lnTo>
                  <a:lnTo>
                    <a:pt x="1078" y="212"/>
                  </a:lnTo>
                  <a:lnTo>
                    <a:pt x="1084" y="202"/>
                  </a:lnTo>
                  <a:lnTo>
                    <a:pt x="1093" y="192"/>
                  </a:lnTo>
                  <a:lnTo>
                    <a:pt x="1106" y="186"/>
                  </a:lnTo>
                  <a:lnTo>
                    <a:pt x="1121" y="182"/>
                  </a:lnTo>
                  <a:lnTo>
                    <a:pt x="1138" y="181"/>
                  </a:lnTo>
                  <a:close/>
                  <a:moveTo>
                    <a:pt x="783" y="0"/>
                  </a:moveTo>
                  <a:lnTo>
                    <a:pt x="795" y="1"/>
                  </a:lnTo>
                  <a:lnTo>
                    <a:pt x="807" y="3"/>
                  </a:lnTo>
                  <a:lnTo>
                    <a:pt x="823" y="10"/>
                  </a:lnTo>
                  <a:lnTo>
                    <a:pt x="834" y="18"/>
                  </a:lnTo>
                  <a:lnTo>
                    <a:pt x="841" y="29"/>
                  </a:lnTo>
                  <a:lnTo>
                    <a:pt x="842" y="40"/>
                  </a:lnTo>
                  <a:lnTo>
                    <a:pt x="836" y="51"/>
                  </a:lnTo>
                  <a:lnTo>
                    <a:pt x="827" y="59"/>
                  </a:lnTo>
                  <a:lnTo>
                    <a:pt x="814" y="67"/>
                  </a:lnTo>
                  <a:lnTo>
                    <a:pt x="798" y="71"/>
                  </a:lnTo>
                  <a:lnTo>
                    <a:pt x="783" y="72"/>
                  </a:lnTo>
                  <a:lnTo>
                    <a:pt x="770" y="71"/>
                  </a:lnTo>
                  <a:lnTo>
                    <a:pt x="757" y="69"/>
                  </a:lnTo>
                  <a:lnTo>
                    <a:pt x="742" y="62"/>
                  </a:lnTo>
                  <a:lnTo>
                    <a:pt x="731" y="53"/>
                  </a:lnTo>
                  <a:lnTo>
                    <a:pt x="724" y="43"/>
                  </a:lnTo>
                  <a:lnTo>
                    <a:pt x="723" y="32"/>
                  </a:lnTo>
                  <a:lnTo>
                    <a:pt x="729" y="21"/>
                  </a:lnTo>
                  <a:lnTo>
                    <a:pt x="738" y="12"/>
                  </a:lnTo>
                  <a:lnTo>
                    <a:pt x="751" y="5"/>
                  </a:lnTo>
                  <a:lnTo>
                    <a:pt x="766" y="1"/>
                  </a:lnTo>
                  <a:lnTo>
                    <a:pt x="783"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283" name="Group 282">
            <a:extLst>
              <a:ext uri="{FF2B5EF4-FFF2-40B4-BE49-F238E27FC236}">
                <a16:creationId xmlns:a16="http://schemas.microsoft.com/office/drawing/2014/main" id="{F1BF3DB9-ED96-4D40-919A-F6B7E0EBF381}"/>
              </a:ext>
            </a:extLst>
          </p:cNvPr>
          <p:cNvGrpSpPr>
            <a:grpSpLocks noChangeAspect="1"/>
          </p:cNvGrpSpPr>
          <p:nvPr/>
        </p:nvGrpSpPr>
        <p:grpSpPr>
          <a:xfrm>
            <a:off x="9678613" y="1709580"/>
            <a:ext cx="580953" cy="457200"/>
            <a:chOff x="2952750" y="2060575"/>
            <a:chExt cx="536575" cy="422275"/>
          </a:xfrm>
        </p:grpSpPr>
        <p:sp useBgFill="1">
          <p:nvSpPr>
            <p:cNvPr id="286" name="Freeform 16">
              <a:extLst>
                <a:ext uri="{FF2B5EF4-FFF2-40B4-BE49-F238E27FC236}">
                  <a16:creationId xmlns:a16="http://schemas.microsoft.com/office/drawing/2014/main" id="{CFBD6B03-6351-4208-AEB0-4E819C56FCBB}"/>
                </a:ext>
              </a:extLst>
            </p:cNvPr>
            <p:cNvSpPr>
              <a:spLocks/>
            </p:cNvSpPr>
            <p:nvPr/>
          </p:nvSpPr>
          <p:spPr bwMode="auto">
            <a:xfrm>
              <a:off x="2952750" y="2060575"/>
              <a:ext cx="536575" cy="422275"/>
            </a:xfrm>
            <a:custGeom>
              <a:avLst/>
              <a:gdLst>
                <a:gd name="T0" fmla="*/ 113 w 2362"/>
                <a:gd name="T1" fmla="*/ 0 h 1856"/>
                <a:gd name="T2" fmla="*/ 2249 w 2362"/>
                <a:gd name="T3" fmla="*/ 0 h 1856"/>
                <a:gd name="T4" fmla="*/ 2275 w 2362"/>
                <a:gd name="T5" fmla="*/ 3 h 1856"/>
                <a:gd name="T6" fmla="*/ 2299 w 2362"/>
                <a:gd name="T7" fmla="*/ 12 h 1856"/>
                <a:gd name="T8" fmla="*/ 2320 w 2362"/>
                <a:gd name="T9" fmla="*/ 25 h 1856"/>
                <a:gd name="T10" fmla="*/ 2337 w 2362"/>
                <a:gd name="T11" fmla="*/ 42 h 1856"/>
                <a:gd name="T12" fmla="*/ 2350 w 2362"/>
                <a:gd name="T13" fmla="*/ 63 h 1856"/>
                <a:gd name="T14" fmla="*/ 2359 w 2362"/>
                <a:gd name="T15" fmla="*/ 87 h 1856"/>
                <a:gd name="T16" fmla="*/ 2362 w 2362"/>
                <a:gd name="T17" fmla="*/ 113 h 1856"/>
                <a:gd name="T18" fmla="*/ 2362 w 2362"/>
                <a:gd name="T19" fmla="*/ 1743 h 1856"/>
                <a:gd name="T20" fmla="*/ 2359 w 2362"/>
                <a:gd name="T21" fmla="*/ 1769 h 1856"/>
                <a:gd name="T22" fmla="*/ 2350 w 2362"/>
                <a:gd name="T23" fmla="*/ 1793 h 1856"/>
                <a:gd name="T24" fmla="*/ 2337 w 2362"/>
                <a:gd name="T25" fmla="*/ 1814 h 1856"/>
                <a:gd name="T26" fmla="*/ 2320 w 2362"/>
                <a:gd name="T27" fmla="*/ 1831 h 1856"/>
                <a:gd name="T28" fmla="*/ 2299 w 2362"/>
                <a:gd name="T29" fmla="*/ 1844 h 1856"/>
                <a:gd name="T30" fmla="*/ 2275 w 2362"/>
                <a:gd name="T31" fmla="*/ 1853 h 1856"/>
                <a:gd name="T32" fmla="*/ 2249 w 2362"/>
                <a:gd name="T33" fmla="*/ 1856 h 1856"/>
                <a:gd name="T34" fmla="*/ 113 w 2362"/>
                <a:gd name="T35" fmla="*/ 1856 h 1856"/>
                <a:gd name="T36" fmla="*/ 87 w 2362"/>
                <a:gd name="T37" fmla="*/ 1853 h 1856"/>
                <a:gd name="T38" fmla="*/ 63 w 2362"/>
                <a:gd name="T39" fmla="*/ 1844 h 1856"/>
                <a:gd name="T40" fmla="*/ 42 w 2362"/>
                <a:gd name="T41" fmla="*/ 1831 h 1856"/>
                <a:gd name="T42" fmla="*/ 25 w 2362"/>
                <a:gd name="T43" fmla="*/ 1814 h 1856"/>
                <a:gd name="T44" fmla="*/ 12 w 2362"/>
                <a:gd name="T45" fmla="*/ 1793 h 1856"/>
                <a:gd name="T46" fmla="*/ 3 w 2362"/>
                <a:gd name="T47" fmla="*/ 1769 h 1856"/>
                <a:gd name="T48" fmla="*/ 0 w 2362"/>
                <a:gd name="T49" fmla="*/ 1743 h 1856"/>
                <a:gd name="T50" fmla="*/ 0 w 2362"/>
                <a:gd name="T51" fmla="*/ 113 h 1856"/>
                <a:gd name="T52" fmla="*/ 3 w 2362"/>
                <a:gd name="T53" fmla="*/ 87 h 1856"/>
                <a:gd name="T54" fmla="*/ 12 w 2362"/>
                <a:gd name="T55" fmla="*/ 63 h 1856"/>
                <a:gd name="T56" fmla="*/ 25 w 2362"/>
                <a:gd name="T57" fmla="*/ 42 h 1856"/>
                <a:gd name="T58" fmla="*/ 42 w 2362"/>
                <a:gd name="T59" fmla="*/ 25 h 1856"/>
                <a:gd name="T60" fmla="*/ 63 w 2362"/>
                <a:gd name="T61" fmla="*/ 12 h 1856"/>
                <a:gd name="T62" fmla="*/ 87 w 2362"/>
                <a:gd name="T63" fmla="*/ 3 h 1856"/>
                <a:gd name="T64" fmla="*/ 113 w 2362"/>
                <a:gd name="T65" fmla="*/ 0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56">
                  <a:moveTo>
                    <a:pt x="113" y="0"/>
                  </a:moveTo>
                  <a:lnTo>
                    <a:pt x="2249" y="0"/>
                  </a:lnTo>
                  <a:lnTo>
                    <a:pt x="2275" y="3"/>
                  </a:lnTo>
                  <a:lnTo>
                    <a:pt x="2299" y="12"/>
                  </a:lnTo>
                  <a:lnTo>
                    <a:pt x="2320" y="25"/>
                  </a:lnTo>
                  <a:lnTo>
                    <a:pt x="2337" y="42"/>
                  </a:lnTo>
                  <a:lnTo>
                    <a:pt x="2350" y="63"/>
                  </a:lnTo>
                  <a:lnTo>
                    <a:pt x="2359" y="87"/>
                  </a:lnTo>
                  <a:lnTo>
                    <a:pt x="2362" y="113"/>
                  </a:lnTo>
                  <a:lnTo>
                    <a:pt x="2362" y="1743"/>
                  </a:lnTo>
                  <a:lnTo>
                    <a:pt x="2359" y="1769"/>
                  </a:lnTo>
                  <a:lnTo>
                    <a:pt x="2350" y="1793"/>
                  </a:lnTo>
                  <a:lnTo>
                    <a:pt x="2337" y="1814"/>
                  </a:lnTo>
                  <a:lnTo>
                    <a:pt x="2320" y="1831"/>
                  </a:lnTo>
                  <a:lnTo>
                    <a:pt x="2299" y="1844"/>
                  </a:lnTo>
                  <a:lnTo>
                    <a:pt x="2275" y="1853"/>
                  </a:lnTo>
                  <a:lnTo>
                    <a:pt x="2249" y="1856"/>
                  </a:lnTo>
                  <a:lnTo>
                    <a:pt x="113" y="1856"/>
                  </a:lnTo>
                  <a:lnTo>
                    <a:pt x="87" y="1853"/>
                  </a:lnTo>
                  <a:lnTo>
                    <a:pt x="63" y="1844"/>
                  </a:lnTo>
                  <a:lnTo>
                    <a:pt x="42" y="1831"/>
                  </a:lnTo>
                  <a:lnTo>
                    <a:pt x="25" y="1814"/>
                  </a:lnTo>
                  <a:lnTo>
                    <a:pt x="12" y="1793"/>
                  </a:lnTo>
                  <a:lnTo>
                    <a:pt x="3" y="1769"/>
                  </a:lnTo>
                  <a:lnTo>
                    <a:pt x="0" y="1743"/>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87" name="Freeform 17">
              <a:extLst>
                <a:ext uri="{FF2B5EF4-FFF2-40B4-BE49-F238E27FC236}">
                  <a16:creationId xmlns:a16="http://schemas.microsoft.com/office/drawing/2014/main" id="{52FCC1C4-23E9-40E0-B2C0-62DDE9246F92}"/>
                </a:ext>
              </a:extLst>
            </p:cNvPr>
            <p:cNvSpPr>
              <a:spLocks noEditPoints="1"/>
            </p:cNvSpPr>
            <p:nvPr/>
          </p:nvSpPr>
          <p:spPr bwMode="auto">
            <a:xfrm>
              <a:off x="2978150" y="2087563"/>
              <a:ext cx="485775" cy="368300"/>
            </a:xfrm>
            <a:custGeom>
              <a:avLst/>
              <a:gdLst>
                <a:gd name="T0" fmla="*/ 225 w 2136"/>
                <a:gd name="T1" fmla="*/ 562 h 1630"/>
                <a:gd name="T2" fmla="*/ 506 w 2136"/>
                <a:gd name="T3" fmla="*/ 562 h 1630"/>
                <a:gd name="T4" fmla="*/ 506 w 2136"/>
                <a:gd name="T5" fmla="*/ 1405 h 1630"/>
                <a:gd name="T6" fmla="*/ 225 w 2136"/>
                <a:gd name="T7" fmla="*/ 1405 h 1630"/>
                <a:gd name="T8" fmla="*/ 225 w 2136"/>
                <a:gd name="T9" fmla="*/ 562 h 1630"/>
                <a:gd name="T10" fmla="*/ 112 w 2136"/>
                <a:gd name="T11" fmla="*/ 112 h 1630"/>
                <a:gd name="T12" fmla="*/ 112 w 2136"/>
                <a:gd name="T13" fmla="*/ 1518 h 1630"/>
                <a:gd name="T14" fmla="*/ 2024 w 2136"/>
                <a:gd name="T15" fmla="*/ 1518 h 1630"/>
                <a:gd name="T16" fmla="*/ 2024 w 2136"/>
                <a:gd name="T17" fmla="*/ 112 h 1630"/>
                <a:gd name="T18" fmla="*/ 112 w 2136"/>
                <a:gd name="T19" fmla="*/ 112 h 1630"/>
                <a:gd name="T20" fmla="*/ 0 w 2136"/>
                <a:gd name="T21" fmla="*/ 0 h 1630"/>
                <a:gd name="T22" fmla="*/ 2136 w 2136"/>
                <a:gd name="T23" fmla="*/ 0 h 1630"/>
                <a:gd name="T24" fmla="*/ 2136 w 2136"/>
                <a:gd name="T25" fmla="*/ 1630 h 1630"/>
                <a:gd name="T26" fmla="*/ 0 w 2136"/>
                <a:gd name="T27" fmla="*/ 1630 h 1630"/>
                <a:gd name="T28" fmla="*/ 0 w 2136"/>
                <a:gd name="T29"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36" h="1630">
                  <a:moveTo>
                    <a:pt x="225" y="562"/>
                  </a:moveTo>
                  <a:lnTo>
                    <a:pt x="506" y="562"/>
                  </a:lnTo>
                  <a:lnTo>
                    <a:pt x="506" y="1405"/>
                  </a:lnTo>
                  <a:lnTo>
                    <a:pt x="225" y="1405"/>
                  </a:lnTo>
                  <a:lnTo>
                    <a:pt x="225" y="562"/>
                  </a:lnTo>
                  <a:close/>
                  <a:moveTo>
                    <a:pt x="112" y="112"/>
                  </a:moveTo>
                  <a:lnTo>
                    <a:pt x="112" y="1518"/>
                  </a:lnTo>
                  <a:lnTo>
                    <a:pt x="2024" y="1518"/>
                  </a:lnTo>
                  <a:lnTo>
                    <a:pt x="2024" y="112"/>
                  </a:lnTo>
                  <a:lnTo>
                    <a:pt x="112" y="112"/>
                  </a:lnTo>
                  <a:close/>
                  <a:moveTo>
                    <a:pt x="0" y="0"/>
                  </a:moveTo>
                  <a:lnTo>
                    <a:pt x="2136" y="0"/>
                  </a:lnTo>
                  <a:lnTo>
                    <a:pt x="2136" y="1630"/>
                  </a:lnTo>
                  <a:lnTo>
                    <a:pt x="0" y="163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88" name="Rectangle 18">
              <a:extLst>
                <a:ext uri="{FF2B5EF4-FFF2-40B4-BE49-F238E27FC236}">
                  <a16:creationId xmlns:a16="http://schemas.microsoft.com/office/drawing/2014/main" id="{092B4B2F-3681-4CAE-BF41-14EF21C4DE3F}"/>
                </a:ext>
              </a:extLst>
            </p:cNvPr>
            <p:cNvSpPr>
              <a:spLocks noChangeArrowheads="1"/>
            </p:cNvSpPr>
            <p:nvPr/>
          </p:nvSpPr>
          <p:spPr bwMode="auto">
            <a:xfrm>
              <a:off x="3030538" y="2138363"/>
              <a:ext cx="381000" cy="50800"/>
            </a:xfrm>
            <a:prstGeom prst="rect">
              <a:avLst/>
            </a:prstGeom>
            <a:solidFill>
              <a:srgbClr val="7DD2F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89" name="Rectangle 19">
              <a:extLst>
                <a:ext uri="{FF2B5EF4-FFF2-40B4-BE49-F238E27FC236}">
                  <a16:creationId xmlns:a16="http://schemas.microsoft.com/office/drawing/2014/main" id="{59C206BD-A3A4-41B7-9D9A-833CEA80AE70}"/>
                </a:ext>
              </a:extLst>
            </p:cNvPr>
            <p:cNvSpPr>
              <a:spLocks noChangeArrowheads="1"/>
            </p:cNvSpPr>
            <p:nvPr/>
          </p:nvSpPr>
          <p:spPr bwMode="auto">
            <a:xfrm>
              <a:off x="3119438" y="2214563"/>
              <a:ext cx="292100" cy="190500"/>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90" name="Rectangle 20">
              <a:extLst>
                <a:ext uri="{FF2B5EF4-FFF2-40B4-BE49-F238E27FC236}">
                  <a16:creationId xmlns:a16="http://schemas.microsoft.com/office/drawing/2014/main" id="{1F6A32B4-8050-4337-91E3-A1DDAC91004D}"/>
                </a:ext>
              </a:extLst>
            </p:cNvPr>
            <p:cNvSpPr>
              <a:spLocks noChangeArrowheads="1"/>
            </p:cNvSpPr>
            <p:nvPr/>
          </p:nvSpPr>
          <p:spPr bwMode="auto">
            <a:xfrm>
              <a:off x="3243263" y="2214563"/>
              <a:ext cx="168275" cy="190500"/>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91" name="Rectangle 21">
              <a:extLst>
                <a:ext uri="{FF2B5EF4-FFF2-40B4-BE49-F238E27FC236}">
                  <a16:creationId xmlns:a16="http://schemas.microsoft.com/office/drawing/2014/main" id="{8F98C728-E788-4A51-A341-4D3773BCEB5E}"/>
                </a:ext>
              </a:extLst>
            </p:cNvPr>
            <p:cNvSpPr>
              <a:spLocks noChangeArrowheads="1"/>
            </p:cNvSpPr>
            <p:nvPr/>
          </p:nvSpPr>
          <p:spPr bwMode="auto">
            <a:xfrm>
              <a:off x="3243263" y="2214563"/>
              <a:ext cx="168275" cy="69850"/>
            </a:xfrm>
            <a:prstGeom prst="rect">
              <a:avLst/>
            </a:prstGeom>
            <a:solidFill>
              <a:srgbClr val="6BBD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92" name="Rectangle 22">
              <a:extLst>
                <a:ext uri="{FF2B5EF4-FFF2-40B4-BE49-F238E27FC236}">
                  <a16:creationId xmlns:a16="http://schemas.microsoft.com/office/drawing/2014/main" id="{EA3C27E9-CE01-40E1-B28D-44482176E1AD}"/>
                </a:ext>
              </a:extLst>
            </p:cNvPr>
            <p:cNvSpPr>
              <a:spLocks noChangeArrowheads="1"/>
            </p:cNvSpPr>
            <p:nvPr/>
          </p:nvSpPr>
          <p:spPr bwMode="auto">
            <a:xfrm>
              <a:off x="3119438" y="2214563"/>
              <a:ext cx="123825" cy="69850"/>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93" name="Rectangle 23">
              <a:extLst>
                <a:ext uri="{FF2B5EF4-FFF2-40B4-BE49-F238E27FC236}">
                  <a16:creationId xmlns:a16="http://schemas.microsoft.com/office/drawing/2014/main" id="{999FDCC6-91FE-434B-9C65-5E0C0E6C57E2}"/>
                </a:ext>
              </a:extLst>
            </p:cNvPr>
            <p:cNvSpPr>
              <a:spLocks noChangeArrowheads="1"/>
            </p:cNvSpPr>
            <p:nvPr/>
          </p:nvSpPr>
          <p:spPr bwMode="auto">
            <a:xfrm>
              <a:off x="3243263" y="2333625"/>
              <a:ext cx="168275" cy="71438"/>
            </a:xfrm>
            <a:prstGeom prst="rect">
              <a:avLst/>
            </a:prstGeom>
            <a:solidFill>
              <a:srgbClr val="6BBD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294" name="Group 293">
            <a:extLst>
              <a:ext uri="{FF2B5EF4-FFF2-40B4-BE49-F238E27FC236}">
                <a16:creationId xmlns:a16="http://schemas.microsoft.com/office/drawing/2014/main" id="{49E00434-17A7-42C7-A033-DC209DBE35DC}"/>
              </a:ext>
            </a:extLst>
          </p:cNvPr>
          <p:cNvGrpSpPr>
            <a:grpSpLocks noChangeAspect="1"/>
          </p:cNvGrpSpPr>
          <p:nvPr/>
        </p:nvGrpSpPr>
        <p:grpSpPr>
          <a:xfrm>
            <a:off x="10684453" y="1709580"/>
            <a:ext cx="580953" cy="457200"/>
            <a:chOff x="3935413" y="2044700"/>
            <a:chExt cx="536575" cy="422275"/>
          </a:xfrm>
        </p:grpSpPr>
        <p:sp useBgFill="1">
          <p:nvSpPr>
            <p:cNvPr id="295" name="Freeform 28">
              <a:extLst>
                <a:ext uri="{FF2B5EF4-FFF2-40B4-BE49-F238E27FC236}">
                  <a16:creationId xmlns:a16="http://schemas.microsoft.com/office/drawing/2014/main" id="{5FEB74BA-73C3-495A-AAEC-8875BBB1333A}"/>
                </a:ext>
              </a:extLst>
            </p:cNvPr>
            <p:cNvSpPr>
              <a:spLocks/>
            </p:cNvSpPr>
            <p:nvPr/>
          </p:nvSpPr>
          <p:spPr bwMode="auto">
            <a:xfrm>
              <a:off x="3935413" y="2044700"/>
              <a:ext cx="536575" cy="422275"/>
            </a:xfrm>
            <a:custGeom>
              <a:avLst/>
              <a:gdLst>
                <a:gd name="T0" fmla="*/ 113 w 2362"/>
                <a:gd name="T1" fmla="*/ 0 h 1856"/>
                <a:gd name="T2" fmla="*/ 2249 w 2362"/>
                <a:gd name="T3" fmla="*/ 0 h 1856"/>
                <a:gd name="T4" fmla="*/ 2275 w 2362"/>
                <a:gd name="T5" fmla="*/ 3 h 1856"/>
                <a:gd name="T6" fmla="*/ 2299 w 2362"/>
                <a:gd name="T7" fmla="*/ 12 h 1856"/>
                <a:gd name="T8" fmla="*/ 2320 w 2362"/>
                <a:gd name="T9" fmla="*/ 25 h 1856"/>
                <a:gd name="T10" fmla="*/ 2337 w 2362"/>
                <a:gd name="T11" fmla="*/ 42 h 1856"/>
                <a:gd name="T12" fmla="*/ 2350 w 2362"/>
                <a:gd name="T13" fmla="*/ 63 h 1856"/>
                <a:gd name="T14" fmla="*/ 2359 w 2362"/>
                <a:gd name="T15" fmla="*/ 87 h 1856"/>
                <a:gd name="T16" fmla="*/ 2362 w 2362"/>
                <a:gd name="T17" fmla="*/ 113 h 1856"/>
                <a:gd name="T18" fmla="*/ 2362 w 2362"/>
                <a:gd name="T19" fmla="*/ 1743 h 1856"/>
                <a:gd name="T20" fmla="*/ 2359 w 2362"/>
                <a:gd name="T21" fmla="*/ 1769 h 1856"/>
                <a:gd name="T22" fmla="*/ 2350 w 2362"/>
                <a:gd name="T23" fmla="*/ 1793 h 1856"/>
                <a:gd name="T24" fmla="*/ 2337 w 2362"/>
                <a:gd name="T25" fmla="*/ 1814 h 1856"/>
                <a:gd name="T26" fmla="*/ 2320 w 2362"/>
                <a:gd name="T27" fmla="*/ 1831 h 1856"/>
                <a:gd name="T28" fmla="*/ 2299 w 2362"/>
                <a:gd name="T29" fmla="*/ 1844 h 1856"/>
                <a:gd name="T30" fmla="*/ 2275 w 2362"/>
                <a:gd name="T31" fmla="*/ 1853 h 1856"/>
                <a:gd name="T32" fmla="*/ 2249 w 2362"/>
                <a:gd name="T33" fmla="*/ 1856 h 1856"/>
                <a:gd name="T34" fmla="*/ 113 w 2362"/>
                <a:gd name="T35" fmla="*/ 1856 h 1856"/>
                <a:gd name="T36" fmla="*/ 87 w 2362"/>
                <a:gd name="T37" fmla="*/ 1853 h 1856"/>
                <a:gd name="T38" fmla="*/ 63 w 2362"/>
                <a:gd name="T39" fmla="*/ 1844 h 1856"/>
                <a:gd name="T40" fmla="*/ 42 w 2362"/>
                <a:gd name="T41" fmla="*/ 1831 h 1856"/>
                <a:gd name="T42" fmla="*/ 25 w 2362"/>
                <a:gd name="T43" fmla="*/ 1814 h 1856"/>
                <a:gd name="T44" fmla="*/ 12 w 2362"/>
                <a:gd name="T45" fmla="*/ 1793 h 1856"/>
                <a:gd name="T46" fmla="*/ 3 w 2362"/>
                <a:gd name="T47" fmla="*/ 1769 h 1856"/>
                <a:gd name="T48" fmla="*/ 0 w 2362"/>
                <a:gd name="T49" fmla="*/ 1743 h 1856"/>
                <a:gd name="T50" fmla="*/ 0 w 2362"/>
                <a:gd name="T51" fmla="*/ 113 h 1856"/>
                <a:gd name="T52" fmla="*/ 3 w 2362"/>
                <a:gd name="T53" fmla="*/ 87 h 1856"/>
                <a:gd name="T54" fmla="*/ 12 w 2362"/>
                <a:gd name="T55" fmla="*/ 63 h 1856"/>
                <a:gd name="T56" fmla="*/ 25 w 2362"/>
                <a:gd name="T57" fmla="*/ 42 h 1856"/>
                <a:gd name="T58" fmla="*/ 42 w 2362"/>
                <a:gd name="T59" fmla="*/ 25 h 1856"/>
                <a:gd name="T60" fmla="*/ 63 w 2362"/>
                <a:gd name="T61" fmla="*/ 12 h 1856"/>
                <a:gd name="T62" fmla="*/ 87 w 2362"/>
                <a:gd name="T63" fmla="*/ 3 h 1856"/>
                <a:gd name="T64" fmla="*/ 113 w 2362"/>
                <a:gd name="T65" fmla="*/ 0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56">
                  <a:moveTo>
                    <a:pt x="113" y="0"/>
                  </a:moveTo>
                  <a:lnTo>
                    <a:pt x="2249" y="0"/>
                  </a:lnTo>
                  <a:lnTo>
                    <a:pt x="2275" y="3"/>
                  </a:lnTo>
                  <a:lnTo>
                    <a:pt x="2299" y="12"/>
                  </a:lnTo>
                  <a:lnTo>
                    <a:pt x="2320" y="25"/>
                  </a:lnTo>
                  <a:lnTo>
                    <a:pt x="2337" y="42"/>
                  </a:lnTo>
                  <a:lnTo>
                    <a:pt x="2350" y="63"/>
                  </a:lnTo>
                  <a:lnTo>
                    <a:pt x="2359" y="87"/>
                  </a:lnTo>
                  <a:lnTo>
                    <a:pt x="2362" y="113"/>
                  </a:lnTo>
                  <a:lnTo>
                    <a:pt x="2362" y="1743"/>
                  </a:lnTo>
                  <a:lnTo>
                    <a:pt x="2359" y="1769"/>
                  </a:lnTo>
                  <a:lnTo>
                    <a:pt x="2350" y="1793"/>
                  </a:lnTo>
                  <a:lnTo>
                    <a:pt x="2337" y="1814"/>
                  </a:lnTo>
                  <a:lnTo>
                    <a:pt x="2320" y="1831"/>
                  </a:lnTo>
                  <a:lnTo>
                    <a:pt x="2299" y="1844"/>
                  </a:lnTo>
                  <a:lnTo>
                    <a:pt x="2275" y="1853"/>
                  </a:lnTo>
                  <a:lnTo>
                    <a:pt x="2249" y="1856"/>
                  </a:lnTo>
                  <a:lnTo>
                    <a:pt x="113" y="1856"/>
                  </a:lnTo>
                  <a:lnTo>
                    <a:pt x="87" y="1853"/>
                  </a:lnTo>
                  <a:lnTo>
                    <a:pt x="63" y="1844"/>
                  </a:lnTo>
                  <a:lnTo>
                    <a:pt x="42" y="1831"/>
                  </a:lnTo>
                  <a:lnTo>
                    <a:pt x="25" y="1814"/>
                  </a:lnTo>
                  <a:lnTo>
                    <a:pt x="12" y="1793"/>
                  </a:lnTo>
                  <a:lnTo>
                    <a:pt x="3" y="1769"/>
                  </a:lnTo>
                  <a:lnTo>
                    <a:pt x="0" y="1743"/>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96" name="Freeform 29">
              <a:extLst>
                <a:ext uri="{FF2B5EF4-FFF2-40B4-BE49-F238E27FC236}">
                  <a16:creationId xmlns:a16="http://schemas.microsoft.com/office/drawing/2014/main" id="{45411032-7A37-4B8D-ADFA-BEA6A84E7309}"/>
                </a:ext>
              </a:extLst>
            </p:cNvPr>
            <p:cNvSpPr>
              <a:spLocks noEditPoints="1"/>
            </p:cNvSpPr>
            <p:nvPr/>
          </p:nvSpPr>
          <p:spPr bwMode="auto">
            <a:xfrm>
              <a:off x="3960813" y="2071688"/>
              <a:ext cx="485775" cy="368300"/>
            </a:xfrm>
            <a:custGeom>
              <a:avLst/>
              <a:gdLst>
                <a:gd name="T0" fmla="*/ 225 w 2136"/>
                <a:gd name="T1" fmla="*/ 562 h 1630"/>
                <a:gd name="T2" fmla="*/ 506 w 2136"/>
                <a:gd name="T3" fmla="*/ 562 h 1630"/>
                <a:gd name="T4" fmla="*/ 506 w 2136"/>
                <a:gd name="T5" fmla="*/ 1405 h 1630"/>
                <a:gd name="T6" fmla="*/ 225 w 2136"/>
                <a:gd name="T7" fmla="*/ 1405 h 1630"/>
                <a:gd name="T8" fmla="*/ 225 w 2136"/>
                <a:gd name="T9" fmla="*/ 562 h 1630"/>
                <a:gd name="T10" fmla="*/ 112 w 2136"/>
                <a:gd name="T11" fmla="*/ 112 h 1630"/>
                <a:gd name="T12" fmla="*/ 112 w 2136"/>
                <a:gd name="T13" fmla="*/ 1518 h 1630"/>
                <a:gd name="T14" fmla="*/ 2024 w 2136"/>
                <a:gd name="T15" fmla="*/ 1518 h 1630"/>
                <a:gd name="T16" fmla="*/ 2024 w 2136"/>
                <a:gd name="T17" fmla="*/ 112 h 1630"/>
                <a:gd name="T18" fmla="*/ 112 w 2136"/>
                <a:gd name="T19" fmla="*/ 112 h 1630"/>
                <a:gd name="T20" fmla="*/ 0 w 2136"/>
                <a:gd name="T21" fmla="*/ 0 h 1630"/>
                <a:gd name="T22" fmla="*/ 2136 w 2136"/>
                <a:gd name="T23" fmla="*/ 0 h 1630"/>
                <a:gd name="T24" fmla="*/ 2136 w 2136"/>
                <a:gd name="T25" fmla="*/ 1630 h 1630"/>
                <a:gd name="T26" fmla="*/ 0 w 2136"/>
                <a:gd name="T27" fmla="*/ 1630 h 1630"/>
                <a:gd name="T28" fmla="*/ 0 w 2136"/>
                <a:gd name="T29"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36" h="1630">
                  <a:moveTo>
                    <a:pt x="225" y="562"/>
                  </a:moveTo>
                  <a:lnTo>
                    <a:pt x="506" y="562"/>
                  </a:lnTo>
                  <a:lnTo>
                    <a:pt x="506" y="1405"/>
                  </a:lnTo>
                  <a:lnTo>
                    <a:pt x="225" y="1405"/>
                  </a:lnTo>
                  <a:lnTo>
                    <a:pt x="225" y="562"/>
                  </a:lnTo>
                  <a:close/>
                  <a:moveTo>
                    <a:pt x="112" y="112"/>
                  </a:moveTo>
                  <a:lnTo>
                    <a:pt x="112" y="1518"/>
                  </a:lnTo>
                  <a:lnTo>
                    <a:pt x="2024" y="1518"/>
                  </a:lnTo>
                  <a:lnTo>
                    <a:pt x="2024" y="112"/>
                  </a:lnTo>
                  <a:lnTo>
                    <a:pt x="112" y="112"/>
                  </a:lnTo>
                  <a:close/>
                  <a:moveTo>
                    <a:pt x="0" y="0"/>
                  </a:moveTo>
                  <a:lnTo>
                    <a:pt x="2136" y="0"/>
                  </a:lnTo>
                  <a:lnTo>
                    <a:pt x="2136" y="1630"/>
                  </a:lnTo>
                  <a:lnTo>
                    <a:pt x="0" y="163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97" name="Rectangle 30">
              <a:extLst>
                <a:ext uri="{FF2B5EF4-FFF2-40B4-BE49-F238E27FC236}">
                  <a16:creationId xmlns:a16="http://schemas.microsoft.com/office/drawing/2014/main" id="{A0C49495-8E43-42B2-A6FB-D1409D519BE4}"/>
                </a:ext>
              </a:extLst>
            </p:cNvPr>
            <p:cNvSpPr>
              <a:spLocks noChangeArrowheads="1"/>
            </p:cNvSpPr>
            <p:nvPr/>
          </p:nvSpPr>
          <p:spPr bwMode="auto">
            <a:xfrm>
              <a:off x="4013201" y="2122488"/>
              <a:ext cx="381000" cy="50800"/>
            </a:xfrm>
            <a:prstGeom prst="rect">
              <a:avLst/>
            </a:prstGeom>
            <a:solidFill>
              <a:srgbClr val="7DD2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98" name="Rectangle 31">
              <a:extLst>
                <a:ext uri="{FF2B5EF4-FFF2-40B4-BE49-F238E27FC236}">
                  <a16:creationId xmlns:a16="http://schemas.microsoft.com/office/drawing/2014/main" id="{825DD4E8-5CDD-4BC8-A1B8-1F7958829973}"/>
                </a:ext>
              </a:extLst>
            </p:cNvPr>
            <p:cNvSpPr>
              <a:spLocks noChangeArrowheads="1"/>
            </p:cNvSpPr>
            <p:nvPr/>
          </p:nvSpPr>
          <p:spPr bwMode="auto">
            <a:xfrm>
              <a:off x="4102101" y="2198688"/>
              <a:ext cx="292100" cy="190500"/>
            </a:xfrm>
            <a:prstGeom prst="rect">
              <a:avLst/>
            </a:prstGeom>
            <a:solidFill>
              <a:srgbClr val="F8CF5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99" name="Freeform 32">
              <a:extLst>
                <a:ext uri="{FF2B5EF4-FFF2-40B4-BE49-F238E27FC236}">
                  <a16:creationId xmlns:a16="http://schemas.microsoft.com/office/drawing/2014/main" id="{4A8DE806-D6FB-4601-BC3C-E26B232A66EE}"/>
                </a:ext>
              </a:extLst>
            </p:cNvPr>
            <p:cNvSpPr>
              <a:spLocks noEditPoints="1"/>
            </p:cNvSpPr>
            <p:nvPr/>
          </p:nvSpPr>
          <p:spPr bwMode="auto">
            <a:xfrm>
              <a:off x="4102101" y="2198688"/>
              <a:ext cx="292100" cy="190500"/>
            </a:xfrm>
            <a:custGeom>
              <a:avLst/>
              <a:gdLst>
                <a:gd name="T0" fmla="*/ 708 w 1293"/>
                <a:gd name="T1" fmla="*/ 303 h 843"/>
                <a:gd name="T2" fmla="*/ 707 w 1293"/>
                <a:gd name="T3" fmla="*/ 512 h 843"/>
                <a:gd name="T4" fmla="*/ 736 w 1293"/>
                <a:gd name="T5" fmla="*/ 554 h 843"/>
                <a:gd name="T6" fmla="*/ 946 w 1293"/>
                <a:gd name="T7" fmla="*/ 548 h 843"/>
                <a:gd name="T8" fmla="*/ 1016 w 1293"/>
                <a:gd name="T9" fmla="*/ 381 h 843"/>
                <a:gd name="T10" fmla="*/ 990 w 1293"/>
                <a:gd name="T11" fmla="*/ 327 h 843"/>
                <a:gd name="T12" fmla="*/ 325 w 1293"/>
                <a:gd name="T13" fmla="*/ 0 h 843"/>
                <a:gd name="T14" fmla="*/ 349 w 1293"/>
                <a:gd name="T15" fmla="*/ 170 h 843"/>
                <a:gd name="T16" fmla="*/ 369 w 1293"/>
                <a:gd name="T17" fmla="*/ 220 h 843"/>
                <a:gd name="T18" fmla="*/ 346 w 1293"/>
                <a:gd name="T19" fmla="*/ 271 h 843"/>
                <a:gd name="T20" fmla="*/ 315 w 1293"/>
                <a:gd name="T21" fmla="*/ 374 h 843"/>
                <a:gd name="T22" fmla="*/ 589 w 1293"/>
                <a:gd name="T23" fmla="*/ 242 h 843"/>
                <a:gd name="T24" fmla="*/ 606 w 1293"/>
                <a:gd name="T25" fmla="*/ 195 h 843"/>
                <a:gd name="T26" fmla="*/ 644 w 1293"/>
                <a:gd name="T27" fmla="*/ 171 h 843"/>
                <a:gd name="T28" fmla="*/ 669 w 1293"/>
                <a:gd name="T29" fmla="*/ 168 h 843"/>
                <a:gd name="T30" fmla="*/ 802 w 1293"/>
                <a:gd name="T31" fmla="*/ 0 h 843"/>
                <a:gd name="T32" fmla="*/ 727 w 1293"/>
                <a:gd name="T33" fmla="*/ 203 h 843"/>
                <a:gd name="T34" fmla="*/ 1018 w 1293"/>
                <a:gd name="T35" fmla="*/ 266 h 843"/>
                <a:gd name="T36" fmla="*/ 1064 w 1293"/>
                <a:gd name="T37" fmla="*/ 250 h 843"/>
                <a:gd name="T38" fmla="*/ 1293 w 1293"/>
                <a:gd name="T39" fmla="*/ 119 h 843"/>
                <a:gd name="T40" fmla="*/ 1136 w 1293"/>
                <a:gd name="T41" fmla="*/ 306 h 843"/>
                <a:gd name="T42" fmla="*/ 1129 w 1293"/>
                <a:gd name="T43" fmla="*/ 361 h 843"/>
                <a:gd name="T44" fmla="*/ 1086 w 1293"/>
                <a:gd name="T45" fmla="*/ 396 h 843"/>
                <a:gd name="T46" fmla="*/ 1045 w 1293"/>
                <a:gd name="T47" fmla="*/ 559 h 843"/>
                <a:gd name="T48" fmla="*/ 1064 w 1293"/>
                <a:gd name="T49" fmla="*/ 608 h 843"/>
                <a:gd name="T50" fmla="*/ 1042 w 1293"/>
                <a:gd name="T51" fmla="*/ 661 h 843"/>
                <a:gd name="T52" fmla="*/ 1019 w 1293"/>
                <a:gd name="T53" fmla="*/ 843 h 843"/>
                <a:gd name="T54" fmla="*/ 950 w 1293"/>
                <a:gd name="T55" fmla="*/ 671 h 843"/>
                <a:gd name="T56" fmla="*/ 918 w 1293"/>
                <a:gd name="T57" fmla="*/ 627 h 843"/>
                <a:gd name="T58" fmla="*/ 707 w 1293"/>
                <a:gd name="T59" fmla="*/ 634 h 843"/>
                <a:gd name="T60" fmla="*/ 637 w 1293"/>
                <a:gd name="T61" fmla="*/ 843 h 843"/>
                <a:gd name="T62" fmla="*/ 604 w 1293"/>
                <a:gd name="T63" fmla="*/ 618 h 843"/>
                <a:gd name="T64" fmla="*/ 340 w 1293"/>
                <a:gd name="T65" fmla="*/ 726 h 843"/>
                <a:gd name="T66" fmla="*/ 297 w 1293"/>
                <a:gd name="T67" fmla="*/ 760 h 843"/>
                <a:gd name="T68" fmla="*/ 254 w 1293"/>
                <a:gd name="T69" fmla="*/ 761 h 843"/>
                <a:gd name="T70" fmla="*/ 207 w 1293"/>
                <a:gd name="T71" fmla="*/ 728 h 843"/>
                <a:gd name="T72" fmla="*/ 0 w 1293"/>
                <a:gd name="T73" fmla="*/ 653 h 843"/>
                <a:gd name="T74" fmla="*/ 208 w 1293"/>
                <a:gd name="T75" fmla="*/ 639 h 843"/>
                <a:gd name="T76" fmla="*/ 252 w 1293"/>
                <a:gd name="T77" fmla="*/ 605 h 843"/>
                <a:gd name="T78" fmla="*/ 303 w 1293"/>
                <a:gd name="T79" fmla="*/ 610 h 843"/>
                <a:gd name="T80" fmla="*/ 338 w 1293"/>
                <a:gd name="T81" fmla="*/ 639 h 843"/>
                <a:gd name="T82" fmla="*/ 605 w 1293"/>
                <a:gd name="T83" fmla="*/ 528 h 843"/>
                <a:gd name="T84" fmla="*/ 637 w 1293"/>
                <a:gd name="T85" fmla="*/ 312 h 843"/>
                <a:gd name="T86" fmla="*/ 368 w 1293"/>
                <a:gd name="T87" fmla="*/ 433 h 843"/>
                <a:gd name="T88" fmla="*/ 365 w 1293"/>
                <a:gd name="T89" fmla="*/ 465 h 843"/>
                <a:gd name="T90" fmla="*/ 332 w 1293"/>
                <a:gd name="T91" fmla="*/ 509 h 843"/>
                <a:gd name="T92" fmla="*/ 274 w 1293"/>
                <a:gd name="T93" fmla="*/ 517 h 843"/>
                <a:gd name="T94" fmla="*/ 229 w 1293"/>
                <a:gd name="T95" fmla="*/ 482 h 843"/>
                <a:gd name="T96" fmla="*/ 221 w 1293"/>
                <a:gd name="T97" fmla="*/ 430 h 843"/>
                <a:gd name="T98" fmla="*/ 255 w 1293"/>
                <a:gd name="T99" fmla="*/ 382 h 843"/>
                <a:gd name="T100" fmla="*/ 255 w 1293"/>
                <a:gd name="T101" fmla="*/ 283 h 843"/>
                <a:gd name="T102" fmla="*/ 222 w 1293"/>
                <a:gd name="T103" fmla="*/ 240 h 843"/>
                <a:gd name="T104" fmla="*/ 229 w 1293"/>
                <a:gd name="T105" fmla="*/ 182 h 843"/>
                <a:gd name="T106" fmla="*/ 275 w 1293"/>
                <a:gd name="T107" fmla="*/ 148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93" h="843">
                  <a:moveTo>
                    <a:pt x="731" y="275"/>
                  </a:moveTo>
                  <a:lnTo>
                    <a:pt x="721" y="291"/>
                  </a:lnTo>
                  <a:lnTo>
                    <a:pt x="708" y="303"/>
                  </a:lnTo>
                  <a:lnTo>
                    <a:pt x="691" y="312"/>
                  </a:lnTo>
                  <a:lnTo>
                    <a:pt x="691" y="504"/>
                  </a:lnTo>
                  <a:lnTo>
                    <a:pt x="707" y="512"/>
                  </a:lnTo>
                  <a:lnTo>
                    <a:pt x="719" y="523"/>
                  </a:lnTo>
                  <a:lnTo>
                    <a:pt x="729" y="538"/>
                  </a:lnTo>
                  <a:lnTo>
                    <a:pt x="736" y="554"/>
                  </a:lnTo>
                  <a:lnTo>
                    <a:pt x="923" y="575"/>
                  </a:lnTo>
                  <a:lnTo>
                    <a:pt x="933" y="560"/>
                  </a:lnTo>
                  <a:lnTo>
                    <a:pt x="946" y="548"/>
                  </a:lnTo>
                  <a:lnTo>
                    <a:pt x="962" y="540"/>
                  </a:lnTo>
                  <a:lnTo>
                    <a:pt x="979" y="536"/>
                  </a:lnTo>
                  <a:lnTo>
                    <a:pt x="1016" y="381"/>
                  </a:lnTo>
                  <a:lnTo>
                    <a:pt x="1002" y="367"/>
                  </a:lnTo>
                  <a:lnTo>
                    <a:pt x="994" y="349"/>
                  </a:lnTo>
                  <a:lnTo>
                    <a:pt x="990" y="327"/>
                  </a:lnTo>
                  <a:lnTo>
                    <a:pt x="731" y="275"/>
                  </a:lnTo>
                  <a:close/>
                  <a:moveTo>
                    <a:pt x="283" y="0"/>
                  </a:moveTo>
                  <a:lnTo>
                    <a:pt x="325" y="0"/>
                  </a:lnTo>
                  <a:lnTo>
                    <a:pt x="318" y="150"/>
                  </a:lnTo>
                  <a:lnTo>
                    <a:pt x="334" y="158"/>
                  </a:lnTo>
                  <a:lnTo>
                    <a:pt x="349" y="170"/>
                  </a:lnTo>
                  <a:lnTo>
                    <a:pt x="359" y="184"/>
                  </a:lnTo>
                  <a:lnTo>
                    <a:pt x="365" y="202"/>
                  </a:lnTo>
                  <a:lnTo>
                    <a:pt x="369" y="220"/>
                  </a:lnTo>
                  <a:lnTo>
                    <a:pt x="365" y="240"/>
                  </a:lnTo>
                  <a:lnTo>
                    <a:pt x="358" y="257"/>
                  </a:lnTo>
                  <a:lnTo>
                    <a:pt x="346" y="271"/>
                  </a:lnTo>
                  <a:lnTo>
                    <a:pt x="332" y="283"/>
                  </a:lnTo>
                  <a:lnTo>
                    <a:pt x="315" y="291"/>
                  </a:lnTo>
                  <a:lnTo>
                    <a:pt x="315" y="374"/>
                  </a:lnTo>
                  <a:lnTo>
                    <a:pt x="329" y="379"/>
                  </a:lnTo>
                  <a:lnTo>
                    <a:pt x="340" y="388"/>
                  </a:lnTo>
                  <a:lnTo>
                    <a:pt x="589" y="242"/>
                  </a:lnTo>
                  <a:lnTo>
                    <a:pt x="592" y="225"/>
                  </a:lnTo>
                  <a:lnTo>
                    <a:pt x="598" y="209"/>
                  </a:lnTo>
                  <a:lnTo>
                    <a:pt x="606" y="195"/>
                  </a:lnTo>
                  <a:lnTo>
                    <a:pt x="481" y="0"/>
                  </a:lnTo>
                  <a:lnTo>
                    <a:pt x="535" y="0"/>
                  </a:lnTo>
                  <a:lnTo>
                    <a:pt x="644" y="171"/>
                  </a:lnTo>
                  <a:lnTo>
                    <a:pt x="654" y="169"/>
                  </a:lnTo>
                  <a:lnTo>
                    <a:pt x="664" y="168"/>
                  </a:lnTo>
                  <a:lnTo>
                    <a:pt x="669" y="168"/>
                  </a:lnTo>
                  <a:lnTo>
                    <a:pt x="673" y="169"/>
                  </a:lnTo>
                  <a:lnTo>
                    <a:pt x="753" y="0"/>
                  </a:lnTo>
                  <a:lnTo>
                    <a:pt x="802" y="0"/>
                  </a:lnTo>
                  <a:lnTo>
                    <a:pt x="803" y="0"/>
                  </a:lnTo>
                  <a:lnTo>
                    <a:pt x="714" y="188"/>
                  </a:lnTo>
                  <a:lnTo>
                    <a:pt x="727" y="203"/>
                  </a:lnTo>
                  <a:lnTo>
                    <a:pt x="735" y="221"/>
                  </a:lnTo>
                  <a:lnTo>
                    <a:pt x="1007" y="278"/>
                  </a:lnTo>
                  <a:lnTo>
                    <a:pt x="1018" y="266"/>
                  </a:lnTo>
                  <a:lnTo>
                    <a:pt x="1032" y="258"/>
                  </a:lnTo>
                  <a:lnTo>
                    <a:pt x="1048" y="252"/>
                  </a:lnTo>
                  <a:lnTo>
                    <a:pt x="1064" y="250"/>
                  </a:lnTo>
                  <a:lnTo>
                    <a:pt x="1082" y="252"/>
                  </a:lnTo>
                  <a:lnTo>
                    <a:pt x="1099" y="259"/>
                  </a:lnTo>
                  <a:lnTo>
                    <a:pt x="1293" y="119"/>
                  </a:lnTo>
                  <a:lnTo>
                    <a:pt x="1293" y="171"/>
                  </a:lnTo>
                  <a:lnTo>
                    <a:pt x="1129" y="289"/>
                  </a:lnTo>
                  <a:lnTo>
                    <a:pt x="1136" y="306"/>
                  </a:lnTo>
                  <a:lnTo>
                    <a:pt x="1139" y="325"/>
                  </a:lnTo>
                  <a:lnTo>
                    <a:pt x="1136" y="344"/>
                  </a:lnTo>
                  <a:lnTo>
                    <a:pt x="1129" y="361"/>
                  </a:lnTo>
                  <a:lnTo>
                    <a:pt x="1118" y="376"/>
                  </a:lnTo>
                  <a:lnTo>
                    <a:pt x="1103" y="388"/>
                  </a:lnTo>
                  <a:lnTo>
                    <a:pt x="1086" y="396"/>
                  </a:lnTo>
                  <a:lnTo>
                    <a:pt x="1067" y="399"/>
                  </a:lnTo>
                  <a:lnTo>
                    <a:pt x="1032" y="547"/>
                  </a:lnTo>
                  <a:lnTo>
                    <a:pt x="1045" y="559"/>
                  </a:lnTo>
                  <a:lnTo>
                    <a:pt x="1055" y="574"/>
                  </a:lnTo>
                  <a:lnTo>
                    <a:pt x="1062" y="591"/>
                  </a:lnTo>
                  <a:lnTo>
                    <a:pt x="1064" y="608"/>
                  </a:lnTo>
                  <a:lnTo>
                    <a:pt x="1062" y="629"/>
                  </a:lnTo>
                  <a:lnTo>
                    <a:pt x="1053" y="647"/>
                  </a:lnTo>
                  <a:lnTo>
                    <a:pt x="1042" y="661"/>
                  </a:lnTo>
                  <a:lnTo>
                    <a:pt x="1026" y="673"/>
                  </a:lnTo>
                  <a:lnTo>
                    <a:pt x="1063" y="843"/>
                  </a:lnTo>
                  <a:lnTo>
                    <a:pt x="1019" y="843"/>
                  </a:lnTo>
                  <a:lnTo>
                    <a:pt x="985" y="682"/>
                  </a:lnTo>
                  <a:lnTo>
                    <a:pt x="967" y="679"/>
                  </a:lnTo>
                  <a:lnTo>
                    <a:pt x="950" y="671"/>
                  </a:lnTo>
                  <a:lnTo>
                    <a:pt x="936" y="659"/>
                  </a:lnTo>
                  <a:lnTo>
                    <a:pt x="924" y="644"/>
                  </a:lnTo>
                  <a:lnTo>
                    <a:pt x="918" y="627"/>
                  </a:lnTo>
                  <a:lnTo>
                    <a:pt x="730" y="606"/>
                  </a:lnTo>
                  <a:lnTo>
                    <a:pt x="719" y="621"/>
                  </a:lnTo>
                  <a:lnTo>
                    <a:pt x="707" y="634"/>
                  </a:lnTo>
                  <a:lnTo>
                    <a:pt x="691" y="642"/>
                  </a:lnTo>
                  <a:lnTo>
                    <a:pt x="691" y="843"/>
                  </a:lnTo>
                  <a:lnTo>
                    <a:pt x="637" y="843"/>
                  </a:lnTo>
                  <a:lnTo>
                    <a:pt x="637" y="642"/>
                  </a:lnTo>
                  <a:lnTo>
                    <a:pt x="619" y="632"/>
                  </a:lnTo>
                  <a:lnTo>
                    <a:pt x="604" y="618"/>
                  </a:lnTo>
                  <a:lnTo>
                    <a:pt x="352" y="691"/>
                  </a:lnTo>
                  <a:lnTo>
                    <a:pt x="348" y="709"/>
                  </a:lnTo>
                  <a:lnTo>
                    <a:pt x="340" y="726"/>
                  </a:lnTo>
                  <a:lnTo>
                    <a:pt x="329" y="741"/>
                  </a:lnTo>
                  <a:lnTo>
                    <a:pt x="314" y="752"/>
                  </a:lnTo>
                  <a:lnTo>
                    <a:pt x="297" y="760"/>
                  </a:lnTo>
                  <a:lnTo>
                    <a:pt x="298" y="843"/>
                  </a:lnTo>
                  <a:lnTo>
                    <a:pt x="256" y="843"/>
                  </a:lnTo>
                  <a:lnTo>
                    <a:pt x="254" y="761"/>
                  </a:lnTo>
                  <a:lnTo>
                    <a:pt x="236" y="753"/>
                  </a:lnTo>
                  <a:lnTo>
                    <a:pt x="220" y="743"/>
                  </a:lnTo>
                  <a:lnTo>
                    <a:pt x="207" y="728"/>
                  </a:lnTo>
                  <a:lnTo>
                    <a:pt x="199" y="711"/>
                  </a:lnTo>
                  <a:lnTo>
                    <a:pt x="0" y="707"/>
                  </a:lnTo>
                  <a:lnTo>
                    <a:pt x="0" y="653"/>
                  </a:lnTo>
                  <a:lnTo>
                    <a:pt x="199" y="658"/>
                  </a:lnTo>
                  <a:lnTo>
                    <a:pt x="203" y="648"/>
                  </a:lnTo>
                  <a:lnTo>
                    <a:pt x="208" y="639"/>
                  </a:lnTo>
                  <a:lnTo>
                    <a:pt x="220" y="624"/>
                  </a:lnTo>
                  <a:lnTo>
                    <a:pt x="235" y="613"/>
                  </a:lnTo>
                  <a:lnTo>
                    <a:pt x="252" y="605"/>
                  </a:lnTo>
                  <a:lnTo>
                    <a:pt x="271" y="602"/>
                  </a:lnTo>
                  <a:lnTo>
                    <a:pt x="288" y="604"/>
                  </a:lnTo>
                  <a:lnTo>
                    <a:pt x="303" y="610"/>
                  </a:lnTo>
                  <a:lnTo>
                    <a:pt x="316" y="618"/>
                  </a:lnTo>
                  <a:lnTo>
                    <a:pt x="329" y="627"/>
                  </a:lnTo>
                  <a:lnTo>
                    <a:pt x="338" y="639"/>
                  </a:lnTo>
                  <a:lnTo>
                    <a:pt x="589" y="566"/>
                  </a:lnTo>
                  <a:lnTo>
                    <a:pt x="595" y="546"/>
                  </a:lnTo>
                  <a:lnTo>
                    <a:pt x="605" y="528"/>
                  </a:lnTo>
                  <a:lnTo>
                    <a:pt x="619" y="513"/>
                  </a:lnTo>
                  <a:lnTo>
                    <a:pt x="637" y="504"/>
                  </a:lnTo>
                  <a:lnTo>
                    <a:pt x="637" y="312"/>
                  </a:lnTo>
                  <a:lnTo>
                    <a:pt x="622" y="303"/>
                  </a:lnTo>
                  <a:lnTo>
                    <a:pt x="610" y="293"/>
                  </a:lnTo>
                  <a:lnTo>
                    <a:pt x="368" y="433"/>
                  </a:lnTo>
                  <a:lnTo>
                    <a:pt x="368" y="439"/>
                  </a:lnTo>
                  <a:lnTo>
                    <a:pt x="369" y="445"/>
                  </a:lnTo>
                  <a:lnTo>
                    <a:pt x="365" y="465"/>
                  </a:lnTo>
                  <a:lnTo>
                    <a:pt x="358" y="483"/>
                  </a:lnTo>
                  <a:lnTo>
                    <a:pt x="346" y="498"/>
                  </a:lnTo>
                  <a:lnTo>
                    <a:pt x="332" y="509"/>
                  </a:lnTo>
                  <a:lnTo>
                    <a:pt x="314" y="517"/>
                  </a:lnTo>
                  <a:lnTo>
                    <a:pt x="294" y="520"/>
                  </a:lnTo>
                  <a:lnTo>
                    <a:pt x="274" y="517"/>
                  </a:lnTo>
                  <a:lnTo>
                    <a:pt x="256" y="509"/>
                  </a:lnTo>
                  <a:lnTo>
                    <a:pt x="241" y="498"/>
                  </a:lnTo>
                  <a:lnTo>
                    <a:pt x="229" y="482"/>
                  </a:lnTo>
                  <a:lnTo>
                    <a:pt x="0" y="506"/>
                  </a:lnTo>
                  <a:lnTo>
                    <a:pt x="0" y="452"/>
                  </a:lnTo>
                  <a:lnTo>
                    <a:pt x="221" y="430"/>
                  </a:lnTo>
                  <a:lnTo>
                    <a:pt x="227" y="411"/>
                  </a:lnTo>
                  <a:lnTo>
                    <a:pt x="239" y="395"/>
                  </a:lnTo>
                  <a:lnTo>
                    <a:pt x="255" y="382"/>
                  </a:lnTo>
                  <a:lnTo>
                    <a:pt x="273" y="374"/>
                  </a:lnTo>
                  <a:lnTo>
                    <a:pt x="273" y="291"/>
                  </a:lnTo>
                  <a:lnTo>
                    <a:pt x="255" y="283"/>
                  </a:lnTo>
                  <a:lnTo>
                    <a:pt x="240" y="271"/>
                  </a:lnTo>
                  <a:lnTo>
                    <a:pt x="229" y="257"/>
                  </a:lnTo>
                  <a:lnTo>
                    <a:pt x="222" y="240"/>
                  </a:lnTo>
                  <a:lnTo>
                    <a:pt x="219" y="220"/>
                  </a:lnTo>
                  <a:lnTo>
                    <a:pt x="222" y="200"/>
                  </a:lnTo>
                  <a:lnTo>
                    <a:pt x="229" y="182"/>
                  </a:lnTo>
                  <a:lnTo>
                    <a:pt x="242" y="167"/>
                  </a:lnTo>
                  <a:lnTo>
                    <a:pt x="257" y="155"/>
                  </a:lnTo>
                  <a:lnTo>
                    <a:pt x="275" y="148"/>
                  </a:lnTo>
                  <a:lnTo>
                    <a:pt x="283"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342" name="Group 341">
            <a:extLst>
              <a:ext uri="{FF2B5EF4-FFF2-40B4-BE49-F238E27FC236}">
                <a16:creationId xmlns:a16="http://schemas.microsoft.com/office/drawing/2014/main" id="{45FB1A21-1849-4B1D-9AD1-98A646D1A952}"/>
              </a:ext>
            </a:extLst>
          </p:cNvPr>
          <p:cNvGrpSpPr>
            <a:grpSpLocks noChangeAspect="1"/>
          </p:cNvGrpSpPr>
          <p:nvPr/>
        </p:nvGrpSpPr>
        <p:grpSpPr>
          <a:xfrm>
            <a:off x="9678613" y="2510665"/>
            <a:ext cx="542728" cy="411480"/>
            <a:chOff x="2990850" y="3036338"/>
            <a:chExt cx="485775" cy="368300"/>
          </a:xfrm>
        </p:grpSpPr>
        <p:sp useBgFill="1">
          <p:nvSpPr>
            <p:cNvPr id="343" name="Freeform 100">
              <a:extLst>
                <a:ext uri="{FF2B5EF4-FFF2-40B4-BE49-F238E27FC236}">
                  <a16:creationId xmlns:a16="http://schemas.microsoft.com/office/drawing/2014/main" id="{D6132B9F-37F5-4F33-AC59-B87AF1E3CCE0}"/>
                </a:ext>
              </a:extLst>
            </p:cNvPr>
            <p:cNvSpPr>
              <a:spLocks/>
            </p:cNvSpPr>
            <p:nvPr/>
          </p:nvSpPr>
          <p:spPr bwMode="auto">
            <a:xfrm>
              <a:off x="2990850" y="3036338"/>
              <a:ext cx="485775" cy="368300"/>
            </a:xfrm>
            <a:custGeom>
              <a:avLst/>
              <a:gdLst>
                <a:gd name="T0" fmla="*/ 112 w 2136"/>
                <a:gd name="T1" fmla="*/ 0 h 1630"/>
                <a:gd name="T2" fmla="*/ 2024 w 2136"/>
                <a:gd name="T3" fmla="*/ 0 h 1630"/>
                <a:gd name="T4" fmla="*/ 2049 w 2136"/>
                <a:gd name="T5" fmla="*/ 2 h 1630"/>
                <a:gd name="T6" fmla="*/ 2074 w 2136"/>
                <a:gd name="T7" fmla="*/ 11 h 1630"/>
                <a:gd name="T8" fmla="*/ 2094 w 2136"/>
                <a:gd name="T9" fmla="*/ 24 h 1630"/>
                <a:gd name="T10" fmla="*/ 2112 w 2136"/>
                <a:gd name="T11" fmla="*/ 41 h 1630"/>
                <a:gd name="T12" fmla="*/ 2124 w 2136"/>
                <a:gd name="T13" fmla="*/ 62 h 1630"/>
                <a:gd name="T14" fmla="*/ 2133 w 2136"/>
                <a:gd name="T15" fmla="*/ 87 h 1630"/>
                <a:gd name="T16" fmla="*/ 2136 w 2136"/>
                <a:gd name="T17" fmla="*/ 112 h 1630"/>
                <a:gd name="T18" fmla="*/ 2136 w 2136"/>
                <a:gd name="T19" fmla="*/ 1518 h 1630"/>
                <a:gd name="T20" fmla="*/ 2133 w 2136"/>
                <a:gd name="T21" fmla="*/ 1543 h 1630"/>
                <a:gd name="T22" fmla="*/ 2124 w 2136"/>
                <a:gd name="T23" fmla="*/ 1568 h 1630"/>
                <a:gd name="T24" fmla="*/ 2112 w 2136"/>
                <a:gd name="T25" fmla="*/ 1588 h 1630"/>
                <a:gd name="T26" fmla="*/ 2094 w 2136"/>
                <a:gd name="T27" fmla="*/ 1606 h 1630"/>
                <a:gd name="T28" fmla="*/ 2074 w 2136"/>
                <a:gd name="T29" fmla="*/ 1618 h 1630"/>
                <a:gd name="T30" fmla="*/ 2049 w 2136"/>
                <a:gd name="T31" fmla="*/ 1627 h 1630"/>
                <a:gd name="T32" fmla="*/ 2024 w 2136"/>
                <a:gd name="T33" fmla="*/ 1630 h 1630"/>
                <a:gd name="T34" fmla="*/ 112 w 2136"/>
                <a:gd name="T35" fmla="*/ 1630 h 1630"/>
                <a:gd name="T36" fmla="*/ 87 w 2136"/>
                <a:gd name="T37" fmla="*/ 1627 h 1630"/>
                <a:gd name="T38" fmla="*/ 62 w 2136"/>
                <a:gd name="T39" fmla="*/ 1618 h 1630"/>
                <a:gd name="T40" fmla="*/ 42 w 2136"/>
                <a:gd name="T41" fmla="*/ 1606 h 1630"/>
                <a:gd name="T42" fmla="*/ 24 w 2136"/>
                <a:gd name="T43" fmla="*/ 1588 h 1630"/>
                <a:gd name="T44" fmla="*/ 12 w 2136"/>
                <a:gd name="T45" fmla="*/ 1568 h 1630"/>
                <a:gd name="T46" fmla="*/ 3 w 2136"/>
                <a:gd name="T47" fmla="*/ 1543 h 1630"/>
                <a:gd name="T48" fmla="*/ 0 w 2136"/>
                <a:gd name="T49" fmla="*/ 1518 h 1630"/>
                <a:gd name="T50" fmla="*/ 0 w 2136"/>
                <a:gd name="T51" fmla="*/ 112 h 1630"/>
                <a:gd name="T52" fmla="*/ 3 w 2136"/>
                <a:gd name="T53" fmla="*/ 87 h 1630"/>
                <a:gd name="T54" fmla="*/ 12 w 2136"/>
                <a:gd name="T55" fmla="*/ 62 h 1630"/>
                <a:gd name="T56" fmla="*/ 24 w 2136"/>
                <a:gd name="T57" fmla="*/ 41 h 1630"/>
                <a:gd name="T58" fmla="*/ 42 w 2136"/>
                <a:gd name="T59" fmla="*/ 24 h 1630"/>
                <a:gd name="T60" fmla="*/ 62 w 2136"/>
                <a:gd name="T61" fmla="*/ 11 h 1630"/>
                <a:gd name="T62" fmla="*/ 87 w 2136"/>
                <a:gd name="T63" fmla="*/ 2 h 1630"/>
                <a:gd name="T64" fmla="*/ 112 w 2136"/>
                <a:gd name="T65"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36" h="1630">
                  <a:moveTo>
                    <a:pt x="112" y="0"/>
                  </a:moveTo>
                  <a:lnTo>
                    <a:pt x="2024" y="0"/>
                  </a:lnTo>
                  <a:lnTo>
                    <a:pt x="2049" y="2"/>
                  </a:lnTo>
                  <a:lnTo>
                    <a:pt x="2074" y="11"/>
                  </a:lnTo>
                  <a:lnTo>
                    <a:pt x="2094" y="24"/>
                  </a:lnTo>
                  <a:lnTo>
                    <a:pt x="2112" y="41"/>
                  </a:lnTo>
                  <a:lnTo>
                    <a:pt x="2124" y="62"/>
                  </a:lnTo>
                  <a:lnTo>
                    <a:pt x="2133" y="87"/>
                  </a:lnTo>
                  <a:lnTo>
                    <a:pt x="2136" y="112"/>
                  </a:lnTo>
                  <a:lnTo>
                    <a:pt x="2136" y="1518"/>
                  </a:lnTo>
                  <a:lnTo>
                    <a:pt x="2133" y="1543"/>
                  </a:lnTo>
                  <a:lnTo>
                    <a:pt x="2124" y="1568"/>
                  </a:lnTo>
                  <a:lnTo>
                    <a:pt x="2112" y="1588"/>
                  </a:lnTo>
                  <a:lnTo>
                    <a:pt x="2094" y="1606"/>
                  </a:lnTo>
                  <a:lnTo>
                    <a:pt x="2074" y="1618"/>
                  </a:lnTo>
                  <a:lnTo>
                    <a:pt x="2049" y="1627"/>
                  </a:lnTo>
                  <a:lnTo>
                    <a:pt x="2024" y="1630"/>
                  </a:lnTo>
                  <a:lnTo>
                    <a:pt x="112" y="1630"/>
                  </a:lnTo>
                  <a:lnTo>
                    <a:pt x="87" y="1627"/>
                  </a:lnTo>
                  <a:lnTo>
                    <a:pt x="62" y="1618"/>
                  </a:lnTo>
                  <a:lnTo>
                    <a:pt x="42" y="1606"/>
                  </a:lnTo>
                  <a:lnTo>
                    <a:pt x="24" y="1588"/>
                  </a:lnTo>
                  <a:lnTo>
                    <a:pt x="12" y="1568"/>
                  </a:lnTo>
                  <a:lnTo>
                    <a:pt x="3" y="1543"/>
                  </a:lnTo>
                  <a:lnTo>
                    <a:pt x="0" y="1518"/>
                  </a:lnTo>
                  <a:lnTo>
                    <a:pt x="0" y="112"/>
                  </a:lnTo>
                  <a:lnTo>
                    <a:pt x="3" y="87"/>
                  </a:lnTo>
                  <a:lnTo>
                    <a:pt x="12" y="62"/>
                  </a:lnTo>
                  <a:lnTo>
                    <a:pt x="24" y="41"/>
                  </a:lnTo>
                  <a:lnTo>
                    <a:pt x="42" y="24"/>
                  </a:lnTo>
                  <a:lnTo>
                    <a:pt x="62" y="11"/>
                  </a:lnTo>
                  <a:lnTo>
                    <a:pt x="87" y="2"/>
                  </a:lnTo>
                  <a:lnTo>
                    <a:pt x="112"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44" name="Freeform 101">
              <a:extLst>
                <a:ext uri="{FF2B5EF4-FFF2-40B4-BE49-F238E27FC236}">
                  <a16:creationId xmlns:a16="http://schemas.microsoft.com/office/drawing/2014/main" id="{0C6420F4-E7C2-48A4-A0A6-81D563C50DD2}"/>
                </a:ext>
              </a:extLst>
            </p:cNvPr>
            <p:cNvSpPr>
              <a:spLocks noEditPoints="1"/>
            </p:cNvSpPr>
            <p:nvPr/>
          </p:nvSpPr>
          <p:spPr bwMode="auto">
            <a:xfrm>
              <a:off x="3016250" y="3061738"/>
              <a:ext cx="434975" cy="317500"/>
            </a:xfrm>
            <a:custGeom>
              <a:avLst/>
              <a:gdLst>
                <a:gd name="T0" fmla="*/ 113 w 1912"/>
                <a:gd name="T1" fmla="*/ 113 h 1406"/>
                <a:gd name="T2" fmla="*/ 113 w 1912"/>
                <a:gd name="T3" fmla="*/ 1293 h 1406"/>
                <a:gd name="T4" fmla="*/ 1799 w 1912"/>
                <a:gd name="T5" fmla="*/ 1293 h 1406"/>
                <a:gd name="T6" fmla="*/ 1799 w 1912"/>
                <a:gd name="T7" fmla="*/ 113 h 1406"/>
                <a:gd name="T8" fmla="*/ 113 w 1912"/>
                <a:gd name="T9" fmla="*/ 113 h 1406"/>
                <a:gd name="T10" fmla="*/ 0 w 1912"/>
                <a:gd name="T11" fmla="*/ 0 h 1406"/>
                <a:gd name="T12" fmla="*/ 1912 w 1912"/>
                <a:gd name="T13" fmla="*/ 0 h 1406"/>
                <a:gd name="T14" fmla="*/ 1912 w 1912"/>
                <a:gd name="T15" fmla="*/ 1406 h 1406"/>
                <a:gd name="T16" fmla="*/ 0 w 1912"/>
                <a:gd name="T17" fmla="*/ 1406 h 1406"/>
                <a:gd name="T18" fmla="*/ 0 w 1912"/>
                <a:gd name="T19" fmla="*/ 0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12" h="1406">
                  <a:moveTo>
                    <a:pt x="113" y="113"/>
                  </a:moveTo>
                  <a:lnTo>
                    <a:pt x="113" y="1293"/>
                  </a:lnTo>
                  <a:lnTo>
                    <a:pt x="1799" y="1293"/>
                  </a:lnTo>
                  <a:lnTo>
                    <a:pt x="1799" y="113"/>
                  </a:lnTo>
                  <a:lnTo>
                    <a:pt x="113" y="113"/>
                  </a:lnTo>
                  <a:close/>
                  <a:moveTo>
                    <a:pt x="0" y="0"/>
                  </a:moveTo>
                  <a:lnTo>
                    <a:pt x="1912" y="0"/>
                  </a:lnTo>
                  <a:lnTo>
                    <a:pt x="1912" y="1406"/>
                  </a:lnTo>
                  <a:lnTo>
                    <a:pt x="0" y="1406"/>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45" name="Rectangle 102">
              <a:extLst>
                <a:ext uri="{FF2B5EF4-FFF2-40B4-BE49-F238E27FC236}">
                  <a16:creationId xmlns:a16="http://schemas.microsoft.com/office/drawing/2014/main" id="{DF994E37-14BD-424D-8632-26BCED00A3FE}"/>
                </a:ext>
              </a:extLst>
            </p:cNvPr>
            <p:cNvSpPr>
              <a:spLocks noChangeArrowheads="1"/>
            </p:cNvSpPr>
            <p:nvPr/>
          </p:nvSpPr>
          <p:spPr bwMode="auto">
            <a:xfrm>
              <a:off x="3068638" y="3112538"/>
              <a:ext cx="330200" cy="215900"/>
            </a:xfrm>
            <a:prstGeom prst="rect">
              <a:avLst/>
            </a:prstGeom>
            <a:solidFill>
              <a:srgbClr val="DDECB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46" name="Rectangle 103">
              <a:extLst>
                <a:ext uri="{FF2B5EF4-FFF2-40B4-BE49-F238E27FC236}">
                  <a16:creationId xmlns:a16="http://schemas.microsoft.com/office/drawing/2014/main" id="{AFCC643F-4975-440A-86DC-EF0130D786A9}"/>
                </a:ext>
              </a:extLst>
            </p:cNvPr>
            <p:cNvSpPr>
              <a:spLocks noChangeArrowheads="1"/>
            </p:cNvSpPr>
            <p:nvPr/>
          </p:nvSpPr>
          <p:spPr bwMode="auto">
            <a:xfrm>
              <a:off x="3208338" y="3112538"/>
              <a:ext cx="190500" cy="215900"/>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47" name="Rectangle 104">
              <a:extLst>
                <a:ext uri="{FF2B5EF4-FFF2-40B4-BE49-F238E27FC236}">
                  <a16:creationId xmlns:a16="http://schemas.microsoft.com/office/drawing/2014/main" id="{7A6DB096-83B0-4507-8202-9F1B7C919244}"/>
                </a:ext>
              </a:extLst>
            </p:cNvPr>
            <p:cNvSpPr>
              <a:spLocks noChangeArrowheads="1"/>
            </p:cNvSpPr>
            <p:nvPr/>
          </p:nvSpPr>
          <p:spPr bwMode="auto">
            <a:xfrm>
              <a:off x="3208338" y="3112538"/>
              <a:ext cx="190500" cy="79375"/>
            </a:xfrm>
            <a:prstGeom prst="rect">
              <a:avLst/>
            </a:prstGeom>
            <a:solidFill>
              <a:srgbClr val="6BBD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48" name="Rectangle 105">
              <a:extLst>
                <a:ext uri="{FF2B5EF4-FFF2-40B4-BE49-F238E27FC236}">
                  <a16:creationId xmlns:a16="http://schemas.microsoft.com/office/drawing/2014/main" id="{F68D6369-783A-4B25-8C9A-C3773E917B00}"/>
                </a:ext>
              </a:extLst>
            </p:cNvPr>
            <p:cNvSpPr>
              <a:spLocks noChangeArrowheads="1"/>
            </p:cNvSpPr>
            <p:nvPr/>
          </p:nvSpPr>
          <p:spPr bwMode="auto">
            <a:xfrm>
              <a:off x="3068638" y="3112538"/>
              <a:ext cx="139700" cy="79375"/>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49" name="Rectangle 106">
              <a:extLst>
                <a:ext uri="{FF2B5EF4-FFF2-40B4-BE49-F238E27FC236}">
                  <a16:creationId xmlns:a16="http://schemas.microsoft.com/office/drawing/2014/main" id="{51A60FDA-12B6-4181-BDEF-E8E22D07DAFA}"/>
                </a:ext>
              </a:extLst>
            </p:cNvPr>
            <p:cNvSpPr>
              <a:spLocks noChangeArrowheads="1"/>
            </p:cNvSpPr>
            <p:nvPr/>
          </p:nvSpPr>
          <p:spPr bwMode="auto">
            <a:xfrm>
              <a:off x="3208338" y="3247476"/>
              <a:ext cx="190500" cy="80963"/>
            </a:xfrm>
            <a:prstGeom prst="rect">
              <a:avLst/>
            </a:prstGeom>
            <a:solidFill>
              <a:srgbClr val="6BBD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356" name="Group 355">
            <a:extLst>
              <a:ext uri="{FF2B5EF4-FFF2-40B4-BE49-F238E27FC236}">
                <a16:creationId xmlns:a16="http://schemas.microsoft.com/office/drawing/2014/main" id="{63465C1B-9817-486B-8743-523D6CC83A94}"/>
              </a:ext>
            </a:extLst>
          </p:cNvPr>
          <p:cNvGrpSpPr>
            <a:grpSpLocks noChangeAspect="1"/>
          </p:cNvGrpSpPr>
          <p:nvPr/>
        </p:nvGrpSpPr>
        <p:grpSpPr>
          <a:xfrm>
            <a:off x="8654485" y="3199344"/>
            <a:ext cx="611434" cy="530352"/>
            <a:chOff x="2011680" y="3767328"/>
            <a:chExt cx="611434" cy="530352"/>
          </a:xfrm>
        </p:grpSpPr>
        <p:grpSp>
          <p:nvGrpSpPr>
            <p:cNvPr id="357" name="Group 356">
              <a:extLst>
                <a:ext uri="{FF2B5EF4-FFF2-40B4-BE49-F238E27FC236}">
                  <a16:creationId xmlns:a16="http://schemas.microsoft.com/office/drawing/2014/main" id="{4D6976DF-DCF2-4F4E-A327-4BB65BAF719F}"/>
                </a:ext>
              </a:extLst>
            </p:cNvPr>
            <p:cNvGrpSpPr>
              <a:grpSpLocks noChangeAspect="1"/>
            </p:cNvGrpSpPr>
            <p:nvPr/>
          </p:nvGrpSpPr>
          <p:grpSpPr>
            <a:xfrm>
              <a:off x="2011680" y="3886200"/>
              <a:ext cx="611434" cy="411480"/>
              <a:chOff x="1825625" y="4025913"/>
              <a:chExt cx="587375" cy="395289"/>
            </a:xfrm>
          </p:grpSpPr>
          <p:sp useBgFill="1">
            <p:nvSpPr>
              <p:cNvPr id="361" name="Freeform 169">
                <a:extLst>
                  <a:ext uri="{FF2B5EF4-FFF2-40B4-BE49-F238E27FC236}">
                    <a16:creationId xmlns:a16="http://schemas.microsoft.com/office/drawing/2014/main" id="{120E29D0-D050-4771-98DD-9535C4E2A623}"/>
                  </a:ext>
                </a:extLst>
              </p:cNvPr>
              <p:cNvSpPr>
                <a:spLocks/>
              </p:cNvSpPr>
              <p:nvPr/>
            </p:nvSpPr>
            <p:spPr bwMode="auto">
              <a:xfrm>
                <a:off x="1825625" y="4025913"/>
                <a:ext cx="587375" cy="395289"/>
              </a:xfrm>
              <a:custGeom>
                <a:avLst/>
                <a:gdLst>
                  <a:gd name="T0" fmla="*/ 1293 w 2586"/>
                  <a:gd name="T1" fmla="*/ 0 h 1743"/>
                  <a:gd name="T2" fmla="*/ 1324 w 2586"/>
                  <a:gd name="T3" fmla="*/ 2 h 1743"/>
                  <a:gd name="T4" fmla="*/ 1353 w 2586"/>
                  <a:gd name="T5" fmla="*/ 7 h 1743"/>
                  <a:gd name="T6" fmla="*/ 1382 w 2586"/>
                  <a:gd name="T7" fmla="*/ 18 h 1743"/>
                  <a:gd name="T8" fmla="*/ 1409 w 2586"/>
                  <a:gd name="T9" fmla="*/ 32 h 1743"/>
                  <a:gd name="T10" fmla="*/ 2477 w 2586"/>
                  <a:gd name="T11" fmla="*/ 678 h 1743"/>
                  <a:gd name="T12" fmla="*/ 2505 w 2586"/>
                  <a:gd name="T13" fmla="*/ 698 h 1743"/>
                  <a:gd name="T14" fmla="*/ 2529 w 2586"/>
                  <a:gd name="T15" fmla="*/ 720 h 1743"/>
                  <a:gd name="T16" fmla="*/ 2549 w 2586"/>
                  <a:gd name="T17" fmla="*/ 747 h 1743"/>
                  <a:gd name="T18" fmla="*/ 2565 w 2586"/>
                  <a:gd name="T19" fmla="*/ 775 h 1743"/>
                  <a:gd name="T20" fmla="*/ 2576 w 2586"/>
                  <a:gd name="T21" fmla="*/ 806 h 1743"/>
                  <a:gd name="T22" fmla="*/ 2584 w 2586"/>
                  <a:gd name="T23" fmla="*/ 838 h 1743"/>
                  <a:gd name="T24" fmla="*/ 2586 w 2586"/>
                  <a:gd name="T25" fmla="*/ 872 h 1743"/>
                  <a:gd name="T26" fmla="*/ 2584 w 2586"/>
                  <a:gd name="T27" fmla="*/ 904 h 1743"/>
                  <a:gd name="T28" fmla="*/ 2576 w 2586"/>
                  <a:gd name="T29" fmla="*/ 936 h 1743"/>
                  <a:gd name="T30" fmla="*/ 2565 w 2586"/>
                  <a:gd name="T31" fmla="*/ 967 h 1743"/>
                  <a:gd name="T32" fmla="*/ 2549 w 2586"/>
                  <a:gd name="T33" fmla="*/ 995 h 1743"/>
                  <a:gd name="T34" fmla="*/ 2529 w 2586"/>
                  <a:gd name="T35" fmla="*/ 1022 h 1743"/>
                  <a:gd name="T36" fmla="*/ 2505 w 2586"/>
                  <a:gd name="T37" fmla="*/ 1044 h 1743"/>
                  <a:gd name="T38" fmla="*/ 2478 w 2586"/>
                  <a:gd name="T39" fmla="*/ 1064 h 1743"/>
                  <a:gd name="T40" fmla="*/ 1410 w 2586"/>
                  <a:gd name="T41" fmla="*/ 1710 h 1743"/>
                  <a:gd name="T42" fmla="*/ 1383 w 2586"/>
                  <a:gd name="T43" fmla="*/ 1725 h 1743"/>
                  <a:gd name="T44" fmla="*/ 1354 w 2586"/>
                  <a:gd name="T45" fmla="*/ 1735 h 1743"/>
                  <a:gd name="T46" fmla="*/ 1324 w 2586"/>
                  <a:gd name="T47" fmla="*/ 1741 h 1743"/>
                  <a:gd name="T48" fmla="*/ 1293 w 2586"/>
                  <a:gd name="T49" fmla="*/ 1743 h 1743"/>
                  <a:gd name="T50" fmla="*/ 1263 w 2586"/>
                  <a:gd name="T51" fmla="*/ 1741 h 1743"/>
                  <a:gd name="T52" fmla="*/ 1234 w 2586"/>
                  <a:gd name="T53" fmla="*/ 1736 h 1743"/>
                  <a:gd name="T54" fmla="*/ 1205 w 2586"/>
                  <a:gd name="T55" fmla="*/ 1725 h 1743"/>
                  <a:gd name="T56" fmla="*/ 1179 w 2586"/>
                  <a:gd name="T57" fmla="*/ 1711 h 1743"/>
                  <a:gd name="T58" fmla="*/ 1120 w 2586"/>
                  <a:gd name="T59" fmla="*/ 1678 h 1743"/>
                  <a:gd name="T60" fmla="*/ 108 w 2586"/>
                  <a:gd name="T61" fmla="*/ 1064 h 1743"/>
                  <a:gd name="T62" fmla="*/ 81 w 2586"/>
                  <a:gd name="T63" fmla="*/ 1044 h 1743"/>
                  <a:gd name="T64" fmla="*/ 57 w 2586"/>
                  <a:gd name="T65" fmla="*/ 1022 h 1743"/>
                  <a:gd name="T66" fmla="*/ 37 w 2586"/>
                  <a:gd name="T67" fmla="*/ 995 h 1743"/>
                  <a:gd name="T68" fmla="*/ 21 w 2586"/>
                  <a:gd name="T69" fmla="*/ 967 h 1743"/>
                  <a:gd name="T70" fmla="*/ 10 w 2586"/>
                  <a:gd name="T71" fmla="*/ 936 h 1743"/>
                  <a:gd name="T72" fmla="*/ 2 w 2586"/>
                  <a:gd name="T73" fmla="*/ 904 h 1743"/>
                  <a:gd name="T74" fmla="*/ 0 w 2586"/>
                  <a:gd name="T75" fmla="*/ 872 h 1743"/>
                  <a:gd name="T76" fmla="*/ 2 w 2586"/>
                  <a:gd name="T77" fmla="*/ 838 h 1743"/>
                  <a:gd name="T78" fmla="*/ 10 w 2586"/>
                  <a:gd name="T79" fmla="*/ 806 h 1743"/>
                  <a:gd name="T80" fmla="*/ 21 w 2586"/>
                  <a:gd name="T81" fmla="*/ 775 h 1743"/>
                  <a:gd name="T82" fmla="*/ 37 w 2586"/>
                  <a:gd name="T83" fmla="*/ 747 h 1743"/>
                  <a:gd name="T84" fmla="*/ 57 w 2586"/>
                  <a:gd name="T85" fmla="*/ 720 h 1743"/>
                  <a:gd name="T86" fmla="*/ 81 w 2586"/>
                  <a:gd name="T87" fmla="*/ 698 h 1743"/>
                  <a:gd name="T88" fmla="*/ 109 w 2586"/>
                  <a:gd name="T89" fmla="*/ 678 h 1743"/>
                  <a:gd name="T90" fmla="*/ 1177 w 2586"/>
                  <a:gd name="T91" fmla="*/ 32 h 1743"/>
                  <a:gd name="T92" fmla="*/ 1204 w 2586"/>
                  <a:gd name="T93" fmla="*/ 18 h 1743"/>
                  <a:gd name="T94" fmla="*/ 1233 w 2586"/>
                  <a:gd name="T95" fmla="*/ 7 h 1743"/>
                  <a:gd name="T96" fmla="*/ 1262 w 2586"/>
                  <a:gd name="T97" fmla="*/ 2 h 1743"/>
                  <a:gd name="T98" fmla="*/ 1293 w 2586"/>
                  <a:gd name="T99" fmla="*/ 0 h 1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86" h="1743">
                    <a:moveTo>
                      <a:pt x="1293" y="0"/>
                    </a:moveTo>
                    <a:lnTo>
                      <a:pt x="1324" y="2"/>
                    </a:lnTo>
                    <a:lnTo>
                      <a:pt x="1353" y="7"/>
                    </a:lnTo>
                    <a:lnTo>
                      <a:pt x="1382" y="18"/>
                    </a:lnTo>
                    <a:lnTo>
                      <a:pt x="1409" y="32"/>
                    </a:lnTo>
                    <a:lnTo>
                      <a:pt x="2477" y="678"/>
                    </a:lnTo>
                    <a:lnTo>
                      <a:pt x="2505" y="698"/>
                    </a:lnTo>
                    <a:lnTo>
                      <a:pt x="2529" y="720"/>
                    </a:lnTo>
                    <a:lnTo>
                      <a:pt x="2549" y="747"/>
                    </a:lnTo>
                    <a:lnTo>
                      <a:pt x="2565" y="775"/>
                    </a:lnTo>
                    <a:lnTo>
                      <a:pt x="2576" y="806"/>
                    </a:lnTo>
                    <a:lnTo>
                      <a:pt x="2584" y="838"/>
                    </a:lnTo>
                    <a:lnTo>
                      <a:pt x="2586" y="872"/>
                    </a:lnTo>
                    <a:lnTo>
                      <a:pt x="2584" y="904"/>
                    </a:lnTo>
                    <a:lnTo>
                      <a:pt x="2576" y="936"/>
                    </a:lnTo>
                    <a:lnTo>
                      <a:pt x="2565" y="967"/>
                    </a:lnTo>
                    <a:lnTo>
                      <a:pt x="2549" y="995"/>
                    </a:lnTo>
                    <a:lnTo>
                      <a:pt x="2529" y="1022"/>
                    </a:lnTo>
                    <a:lnTo>
                      <a:pt x="2505" y="1044"/>
                    </a:lnTo>
                    <a:lnTo>
                      <a:pt x="2478" y="1064"/>
                    </a:lnTo>
                    <a:lnTo>
                      <a:pt x="1410" y="1710"/>
                    </a:lnTo>
                    <a:lnTo>
                      <a:pt x="1383" y="1725"/>
                    </a:lnTo>
                    <a:lnTo>
                      <a:pt x="1354" y="1735"/>
                    </a:lnTo>
                    <a:lnTo>
                      <a:pt x="1324" y="1741"/>
                    </a:lnTo>
                    <a:lnTo>
                      <a:pt x="1293" y="1743"/>
                    </a:lnTo>
                    <a:lnTo>
                      <a:pt x="1263" y="1741"/>
                    </a:lnTo>
                    <a:lnTo>
                      <a:pt x="1234" y="1736"/>
                    </a:lnTo>
                    <a:lnTo>
                      <a:pt x="1205" y="1725"/>
                    </a:lnTo>
                    <a:lnTo>
                      <a:pt x="1179" y="1711"/>
                    </a:lnTo>
                    <a:lnTo>
                      <a:pt x="1120" y="1678"/>
                    </a:lnTo>
                    <a:lnTo>
                      <a:pt x="108" y="1064"/>
                    </a:lnTo>
                    <a:lnTo>
                      <a:pt x="81" y="1044"/>
                    </a:lnTo>
                    <a:lnTo>
                      <a:pt x="57" y="1022"/>
                    </a:lnTo>
                    <a:lnTo>
                      <a:pt x="37" y="995"/>
                    </a:lnTo>
                    <a:lnTo>
                      <a:pt x="21" y="967"/>
                    </a:lnTo>
                    <a:lnTo>
                      <a:pt x="10" y="936"/>
                    </a:lnTo>
                    <a:lnTo>
                      <a:pt x="2" y="904"/>
                    </a:lnTo>
                    <a:lnTo>
                      <a:pt x="0" y="872"/>
                    </a:lnTo>
                    <a:lnTo>
                      <a:pt x="2" y="838"/>
                    </a:lnTo>
                    <a:lnTo>
                      <a:pt x="10" y="806"/>
                    </a:lnTo>
                    <a:lnTo>
                      <a:pt x="21" y="775"/>
                    </a:lnTo>
                    <a:lnTo>
                      <a:pt x="37" y="747"/>
                    </a:lnTo>
                    <a:lnTo>
                      <a:pt x="57" y="720"/>
                    </a:lnTo>
                    <a:lnTo>
                      <a:pt x="81" y="698"/>
                    </a:lnTo>
                    <a:lnTo>
                      <a:pt x="109" y="678"/>
                    </a:lnTo>
                    <a:lnTo>
                      <a:pt x="1177" y="32"/>
                    </a:lnTo>
                    <a:lnTo>
                      <a:pt x="1204" y="18"/>
                    </a:lnTo>
                    <a:lnTo>
                      <a:pt x="1233" y="7"/>
                    </a:lnTo>
                    <a:lnTo>
                      <a:pt x="1262" y="2"/>
                    </a:lnTo>
                    <a:lnTo>
                      <a:pt x="129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62" name="Freeform 170">
                <a:extLst>
                  <a:ext uri="{FF2B5EF4-FFF2-40B4-BE49-F238E27FC236}">
                    <a16:creationId xmlns:a16="http://schemas.microsoft.com/office/drawing/2014/main" id="{9E08BEAB-754C-4F4E-9361-C7F1C8734124}"/>
                  </a:ext>
                </a:extLst>
              </p:cNvPr>
              <p:cNvSpPr>
                <a:spLocks/>
              </p:cNvSpPr>
              <p:nvPr/>
            </p:nvSpPr>
            <p:spPr bwMode="auto">
              <a:xfrm>
                <a:off x="1851025" y="4051313"/>
                <a:ext cx="536575" cy="344489"/>
              </a:xfrm>
              <a:custGeom>
                <a:avLst/>
                <a:gdLst>
                  <a:gd name="T0" fmla="*/ 1181 w 2362"/>
                  <a:gd name="T1" fmla="*/ 0 h 1519"/>
                  <a:gd name="T2" fmla="*/ 1201 w 2362"/>
                  <a:gd name="T3" fmla="*/ 2 h 1519"/>
                  <a:gd name="T4" fmla="*/ 1221 w 2362"/>
                  <a:gd name="T5" fmla="*/ 7 h 1519"/>
                  <a:gd name="T6" fmla="*/ 1239 w 2362"/>
                  <a:gd name="T7" fmla="*/ 16 h 1519"/>
                  <a:gd name="T8" fmla="*/ 2307 w 2362"/>
                  <a:gd name="T9" fmla="*/ 663 h 1519"/>
                  <a:gd name="T10" fmla="*/ 2326 w 2362"/>
                  <a:gd name="T11" fmla="*/ 677 h 1519"/>
                  <a:gd name="T12" fmla="*/ 2341 w 2362"/>
                  <a:gd name="T13" fmla="*/ 694 h 1519"/>
                  <a:gd name="T14" fmla="*/ 2353 w 2362"/>
                  <a:gd name="T15" fmla="*/ 714 h 1519"/>
                  <a:gd name="T16" fmla="*/ 2359 w 2362"/>
                  <a:gd name="T17" fmla="*/ 736 h 1519"/>
                  <a:gd name="T18" fmla="*/ 2362 w 2362"/>
                  <a:gd name="T19" fmla="*/ 760 h 1519"/>
                  <a:gd name="T20" fmla="*/ 2359 w 2362"/>
                  <a:gd name="T21" fmla="*/ 782 h 1519"/>
                  <a:gd name="T22" fmla="*/ 2353 w 2362"/>
                  <a:gd name="T23" fmla="*/ 804 h 1519"/>
                  <a:gd name="T24" fmla="*/ 2341 w 2362"/>
                  <a:gd name="T25" fmla="*/ 824 h 1519"/>
                  <a:gd name="T26" fmla="*/ 2326 w 2362"/>
                  <a:gd name="T27" fmla="*/ 841 h 1519"/>
                  <a:gd name="T28" fmla="*/ 2307 w 2362"/>
                  <a:gd name="T29" fmla="*/ 856 h 1519"/>
                  <a:gd name="T30" fmla="*/ 1240 w 2362"/>
                  <a:gd name="T31" fmla="*/ 1502 h 1519"/>
                  <a:gd name="T32" fmla="*/ 1221 w 2362"/>
                  <a:gd name="T33" fmla="*/ 1512 h 1519"/>
                  <a:gd name="T34" fmla="*/ 1201 w 2362"/>
                  <a:gd name="T35" fmla="*/ 1517 h 1519"/>
                  <a:gd name="T36" fmla="*/ 1181 w 2362"/>
                  <a:gd name="T37" fmla="*/ 1519 h 1519"/>
                  <a:gd name="T38" fmla="*/ 1162 w 2362"/>
                  <a:gd name="T39" fmla="*/ 1517 h 1519"/>
                  <a:gd name="T40" fmla="*/ 1142 w 2362"/>
                  <a:gd name="T41" fmla="*/ 1512 h 1519"/>
                  <a:gd name="T42" fmla="*/ 1124 w 2362"/>
                  <a:gd name="T43" fmla="*/ 1503 h 1519"/>
                  <a:gd name="T44" fmla="*/ 1066 w 2362"/>
                  <a:gd name="T45" fmla="*/ 1468 h 1519"/>
                  <a:gd name="T46" fmla="*/ 55 w 2362"/>
                  <a:gd name="T47" fmla="*/ 856 h 1519"/>
                  <a:gd name="T48" fmla="*/ 36 w 2362"/>
                  <a:gd name="T49" fmla="*/ 841 h 1519"/>
                  <a:gd name="T50" fmla="*/ 21 w 2362"/>
                  <a:gd name="T51" fmla="*/ 824 h 1519"/>
                  <a:gd name="T52" fmla="*/ 9 w 2362"/>
                  <a:gd name="T53" fmla="*/ 804 h 1519"/>
                  <a:gd name="T54" fmla="*/ 3 w 2362"/>
                  <a:gd name="T55" fmla="*/ 782 h 1519"/>
                  <a:gd name="T56" fmla="*/ 0 w 2362"/>
                  <a:gd name="T57" fmla="*/ 760 h 1519"/>
                  <a:gd name="T58" fmla="*/ 3 w 2362"/>
                  <a:gd name="T59" fmla="*/ 736 h 1519"/>
                  <a:gd name="T60" fmla="*/ 9 w 2362"/>
                  <a:gd name="T61" fmla="*/ 714 h 1519"/>
                  <a:gd name="T62" fmla="*/ 21 w 2362"/>
                  <a:gd name="T63" fmla="*/ 694 h 1519"/>
                  <a:gd name="T64" fmla="*/ 36 w 2362"/>
                  <a:gd name="T65" fmla="*/ 677 h 1519"/>
                  <a:gd name="T66" fmla="*/ 55 w 2362"/>
                  <a:gd name="T67" fmla="*/ 663 h 1519"/>
                  <a:gd name="T68" fmla="*/ 1123 w 2362"/>
                  <a:gd name="T69" fmla="*/ 16 h 1519"/>
                  <a:gd name="T70" fmla="*/ 1141 w 2362"/>
                  <a:gd name="T71" fmla="*/ 7 h 1519"/>
                  <a:gd name="T72" fmla="*/ 1161 w 2362"/>
                  <a:gd name="T73" fmla="*/ 2 h 1519"/>
                  <a:gd name="T74" fmla="*/ 1181 w 2362"/>
                  <a:gd name="T75"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62" h="1519">
                    <a:moveTo>
                      <a:pt x="1181" y="0"/>
                    </a:moveTo>
                    <a:lnTo>
                      <a:pt x="1201" y="2"/>
                    </a:lnTo>
                    <a:lnTo>
                      <a:pt x="1221" y="7"/>
                    </a:lnTo>
                    <a:lnTo>
                      <a:pt x="1239" y="16"/>
                    </a:lnTo>
                    <a:lnTo>
                      <a:pt x="2307" y="663"/>
                    </a:lnTo>
                    <a:lnTo>
                      <a:pt x="2326" y="677"/>
                    </a:lnTo>
                    <a:lnTo>
                      <a:pt x="2341" y="694"/>
                    </a:lnTo>
                    <a:lnTo>
                      <a:pt x="2353" y="714"/>
                    </a:lnTo>
                    <a:lnTo>
                      <a:pt x="2359" y="736"/>
                    </a:lnTo>
                    <a:lnTo>
                      <a:pt x="2362" y="760"/>
                    </a:lnTo>
                    <a:lnTo>
                      <a:pt x="2359" y="782"/>
                    </a:lnTo>
                    <a:lnTo>
                      <a:pt x="2353" y="804"/>
                    </a:lnTo>
                    <a:lnTo>
                      <a:pt x="2341" y="824"/>
                    </a:lnTo>
                    <a:lnTo>
                      <a:pt x="2326" y="841"/>
                    </a:lnTo>
                    <a:lnTo>
                      <a:pt x="2307" y="856"/>
                    </a:lnTo>
                    <a:lnTo>
                      <a:pt x="1240" y="1502"/>
                    </a:lnTo>
                    <a:lnTo>
                      <a:pt x="1221" y="1512"/>
                    </a:lnTo>
                    <a:lnTo>
                      <a:pt x="1201" y="1517"/>
                    </a:lnTo>
                    <a:lnTo>
                      <a:pt x="1181" y="1519"/>
                    </a:lnTo>
                    <a:lnTo>
                      <a:pt x="1162" y="1517"/>
                    </a:lnTo>
                    <a:lnTo>
                      <a:pt x="1142" y="1512"/>
                    </a:lnTo>
                    <a:lnTo>
                      <a:pt x="1124" y="1503"/>
                    </a:lnTo>
                    <a:lnTo>
                      <a:pt x="1066" y="1468"/>
                    </a:lnTo>
                    <a:lnTo>
                      <a:pt x="55" y="856"/>
                    </a:lnTo>
                    <a:lnTo>
                      <a:pt x="36" y="841"/>
                    </a:lnTo>
                    <a:lnTo>
                      <a:pt x="21" y="824"/>
                    </a:lnTo>
                    <a:lnTo>
                      <a:pt x="9" y="804"/>
                    </a:lnTo>
                    <a:lnTo>
                      <a:pt x="3" y="782"/>
                    </a:lnTo>
                    <a:lnTo>
                      <a:pt x="0" y="760"/>
                    </a:lnTo>
                    <a:lnTo>
                      <a:pt x="3" y="736"/>
                    </a:lnTo>
                    <a:lnTo>
                      <a:pt x="9" y="714"/>
                    </a:lnTo>
                    <a:lnTo>
                      <a:pt x="21" y="694"/>
                    </a:lnTo>
                    <a:lnTo>
                      <a:pt x="36" y="677"/>
                    </a:lnTo>
                    <a:lnTo>
                      <a:pt x="55" y="663"/>
                    </a:lnTo>
                    <a:lnTo>
                      <a:pt x="1123" y="16"/>
                    </a:lnTo>
                    <a:lnTo>
                      <a:pt x="1141" y="7"/>
                    </a:lnTo>
                    <a:lnTo>
                      <a:pt x="1161" y="2"/>
                    </a:lnTo>
                    <a:lnTo>
                      <a:pt x="118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63" name="Freeform 171">
                <a:extLst>
                  <a:ext uri="{FF2B5EF4-FFF2-40B4-BE49-F238E27FC236}">
                    <a16:creationId xmlns:a16="http://schemas.microsoft.com/office/drawing/2014/main" id="{4D2E2827-25FB-4FBD-850C-A48D5B3C464F}"/>
                  </a:ext>
                </a:extLst>
              </p:cNvPr>
              <p:cNvSpPr>
                <a:spLocks/>
              </p:cNvSpPr>
              <p:nvPr/>
            </p:nvSpPr>
            <p:spPr bwMode="auto">
              <a:xfrm>
                <a:off x="1876425" y="4076711"/>
                <a:ext cx="485775" cy="292100"/>
              </a:xfrm>
              <a:custGeom>
                <a:avLst/>
                <a:gdLst>
                  <a:gd name="T0" fmla="*/ 1068 w 2136"/>
                  <a:gd name="T1" fmla="*/ 0 h 1293"/>
                  <a:gd name="T2" fmla="*/ 2136 w 2136"/>
                  <a:gd name="T3" fmla="*/ 647 h 1293"/>
                  <a:gd name="T4" fmla="*/ 1068 w 2136"/>
                  <a:gd name="T5" fmla="*/ 1293 h 1293"/>
                  <a:gd name="T6" fmla="*/ 1010 w 2136"/>
                  <a:gd name="T7" fmla="*/ 1259 h 1293"/>
                  <a:gd name="T8" fmla="*/ 0 w 2136"/>
                  <a:gd name="T9" fmla="*/ 647 h 1293"/>
                  <a:gd name="T10" fmla="*/ 1068 w 2136"/>
                  <a:gd name="T11" fmla="*/ 0 h 1293"/>
                </a:gdLst>
                <a:ahLst/>
                <a:cxnLst>
                  <a:cxn ang="0">
                    <a:pos x="T0" y="T1"/>
                  </a:cxn>
                  <a:cxn ang="0">
                    <a:pos x="T2" y="T3"/>
                  </a:cxn>
                  <a:cxn ang="0">
                    <a:pos x="T4" y="T5"/>
                  </a:cxn>
                  <a:cxn ang="0">
                    <a:pos x="T6" y="T7"/>
                  </a:cxn>
                  <a:cxn ang="0">
                    <a:pos x="T8" y="T9"/>
                  </a:cxn>
                  <a:cxn ang="0">
                    <a:pos x="T10" y="T11"/>
                  </a:cxn>
                </a:cxnLst>
                <a:rect l="0" t="0" r="r" b="b"/>
                <a:pathLst>
                  <a:path w="2136" h="1293">
                    <a:moveTo>
                      <a:pt x="1068" y="0"/>
                    </a:moveTo>
                    <a:lnTo>
                      <a:pt x="2136" y="647"/>
                    </a:lnTo>
                    <a:lnTo>
                      <a:pt x="1068" y="1293"/>
                    </a:lnTo>
                    <a:lnTo>
                      <a:pt x="1010" y="1259"/>
                    </a:lnTo>
                    <a:lnTo>
                      <a:pt x="0" y="647"/>
                    </a:lnTo>
                    <a:lnTo>
                      <a:pt x="1068" y="0"/>
                    </a:lnTo>
                    <a:close/>
                  </a:path>
                </a:pathLst>
              </a:custGeom>
              <a:solidFill>
                <a:srgbClr val="94E6E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64" name="Freeform 172">
                <a:extLst>
                  <a:ext uri="{FF2B5EF4-FFF2-40B4-BE49-F238E27FC236}">
                    <a16:creationId xmlns:a16="http://schemas.microsoft.com/office/drawing/2014/main" id="{2D20B5BE-FB59-4EA7-AA5E-B3CED0F580E1}"/>
                  </a:ext>
                </a:extLst>
              </p:cNvPr>
              <p:cNvSpPr>
                <a:spLocks/>
              </p:cNvSpPr>
              <p:nvPr/>
            </p:nvSpPr>
            <p:spPr bwMode="auto">
              <a:xfrm>
                <a:off x="1993900" y="4076713"/>
                <a:ext cx="368300" cy="277813"/>
              </a:xfrm>
              <a:custGeom>
                <a:avLst/>
                <a:gdLst>
                  <a:gd name="T0" fmla="*/ 551 w 1620"/>
                  <a:gd name="T1" fmla="*/ 0 h 1226"/>
                  <a:gd name="T2" fmla="*/ 609 w 1620"/>
                  <a:gd name="T3" fmla="*/ 34 h 1226"/>
                  <a:gd name="T4" fmla="*/ 660 w 1620"/>
                  <a:gd name="T5" fmla="*/ 64 h 1226"/>
                  <a:gd name="T6" fmla="*/ 1620 w 1620"/>
                  <a:gd name="T7" fmla="*/ 647 h 1226"/>
                  <a:gd name="T8" fmla="*/ 663 w 1620"/>
                  <a:gd name="T9" fmla="*/ 1226 h 1226"/>
                  <a:gd name="T10" fmla="*/ 648 w 1620"/>
                  <a:gd name="T11" fmla="*/ 1210 h 1226"/>
                  <a:gd name="T12" fmla="*/ 635 w 1620"/>
                  <a:gd name="T13" fmla="*/ 1193 h 1226"/>
                  <a:gd name="T14" fmla="*/ 624 w 1620"/>
                  <a:gd name="T15" fmla="*/ 1174 h 1226"/>
                  <a:gd name="T16" fmla="*/ 610 w 1620"/>
                  <a:gd name="T17" fmla="*/ 1142 h 1226"/>
                  <a:gd name="T18" fmla="*/ 601 w 1620"/>
                  <a:gd name="T19" fmla="*/ 1111 h 1226"/>
                  <a:gd name="T20" fmla="*/ 595 w 1620"/>
                  <a:gd name="T21" fmla="*/ 1081 h 1226"/>
                  <a:gd name="T22" fmla="*/ 594 w 1620"/>
                  <a:gd name="T23" fmla="*/ 1050 h 1226"/>
                  <a:gd name="T24" fmla="*/ 595 w 1620"/>
                  <a:gd name="T25" fmla="*/ 1022 h 1226"/>
                  <a:gd name="T26" fmla="*/ 597 w 1620"/>
                  <a:gd name="T27" fmla="*/ 995 h 1226"/>
                  <a:gd name="T28" fmla="*/ 601 w 1620"/>
                  <a:gd name="T29" fmla="*/ 969 h 1226"/>
                  <a:gd name="T30" fmla="*/ 604 w 1620"/>
                  <a:gd name="T31" fmla="*/ 945 h 1226"/>
                  <a:gd name="T32" fmla="*/ 606 w 1620"/>
                  <a:gd name="T33" fmla="*/ 924 h 1226"/>
                  <a:gd name="T34" fmla="*/ 605 w 1620"/>
                  <a:gd name="T35" fmla="*/ 905 h 1226"/>
                  <a:gd name="T36" fmla="*/ 602 w 1620"/>
                  <a:gd name="T37" fmla="*/ 889 h 1226"/>
                  <a:gd name="T38" fmla="*/ 593 w 1620"/>
                  <a:gd name="T39" fmla="*/ 878 h 1226"/>
                  <a:gd name="T40" fmla="*/ 583 w 1620"/>
                  <a:gd name="T41" fmla="*/ 867 h 1226"/>
                  <a:gd name="T42" fmla="*/ 571 w 1620"/>
                  <a:gd name="T43" fmla="*/ 857 h 1226"/>
                  <a:gd name="T44" fmla="*/ 558 w 1620"/>
                  <a:gd name="T45" fmla="*/ 845 h 1226"/>
                  <a:gd name="T46" fmla="*/ 546 w 1620"/>
                  <a:gd name="T47" fmla="*/ 832 h 1226"/>
                  <a:gd name="T48" fmla="*/ 533 w 1620"/>
                  <a:gd name="T49" fmla="*/ 818 h 1226"/>
                  <a:gd name="T50" fmla="*/ 521 w 1620"/>
                  <a:gd name="T51" fmla="*/ 800 h 1226"/>
                  <a:gd name="T52" fmla="*/ 512 w 1620"/>
                  <a:gd name="T53" fmla="*/ 780 h 1226"/>
                  <a:gd name="T54" fmla="*/ 504 w 1620"/>
                  <a:gd name="T55" fmla="*/ 755 h 1226"/>
                  <a:gd name="T56" fmla="*/ 501 w 1620"/>
                  <a:gd name="T57" fmla="*/ 734 h 1226"/>
                  <a:gd name="T58" fmla="*/ 502 w 1620"/>
                  <a:gd name="T59" fmla="*/ 716 h 1226"/>
                  <a:gd name="T60" fmla="*/ 504 w 1620"/>
                  <a:gd name="T61" fmla="*/ 699 h 1226"/>
                  <a:gd name="T62" fmla="*/ 509 w 1620"/>
                  <a:gd name="T63" fmla="*/ 685 h 1226"/>
                  <a:gd name="T64" fmla="*/ 513 w 1620"/>
                  <a:gd name="T65" fmla="*/ 671 h 1226"/>
                  <a:gd name="T66" fmla="*/ 516 w 1620"/>
                  <a:gd name="T67" fmla="*/ 658 h 1226"/>
                  <a:gd name="T68" fmla="*/ 517 w 1620"/>
                  <a:gd name="T69" fmla="*/ 647 h 1226"/>
                  <a:gd name="T70" fmla="*/ 515 w 1620"/>
                  <a:gd name="T71" fmla="*/ 629 h 1226"/>
                  <a:gd name="T72" fmla="*/ 508 w 1620"/>
                  <a:gd name="T73" fmla="*/ 612 h 1226"/>
                  <a:gd name="T74" fmla="*/ 495 w 1620"/>
                  <a:gd name="T75" fmla="*/ 596 h 1226"/>
                  <a:gd name="T76" fmla="*/ 479 w 1620"/>
                  <a:gd name="T77" fmla="*/ 582 h 1226"/>
                  <a:gd name="T78" fmla="*/ 459 w 1620"/>
                  <a:gd name="T79" fmla="*/ 568 h 1226"/>
                  <a:gd name="T80" fmla="*/ 438 w 1620"/>
                  <a:gd name="T81" fmla="*/ 558 h 1226"/>
                  <a:gd name="T82" fmla="*/ 414 w 1620"/>
                  <a:gd name="T83" fmla="*/ 547 h 1226"/>
                  <a:gd name="T84" fmla="*/ 389 w 1620"/>
                  <a:gd name="T85" fmla="*/ 538 h 1226"/>
                  <a:gd name="T86" fmla="*/ 365 w 1620"/>
                  <a:gd name="T87" fmla="*/ 529 h 1226"/>
                  <a:gd name="T88" fmla="*/ 342 w 1620"/>
                  <a:gd name="T89" fmla="*/ 523 h 1226"/>
                  <a:gd name="T90" fmla="*/ 320 w 1620"/>
                  <a:gd name="T91" fmla="*/ 517 h 1226"/>
                  <a:gd name="T92" fmla="*/ 300 w 1620"/>
                  <a:gd name="T93" fmla="*/ 511 h 1226"/>
                  <a:gd name="T94" fmla="*/ 273 w 1620"/>
                  <a:gd name="T95" fmla="*/ 506 h 1226"/>
                  <a:gd name="T96" fmla="*/ 249 w 1620"/>
                  <a:gd name="T97" fmla="*/ 502 h 1226"/>
                  <a:gd name="T98" fmla="*/ 227 w 1620"/>
                  <a:gd name="T99" fmla="*/ 499 h 1226"/>
                  <a:gd name="T100" fmla="*/ 208 w 1620"/>
                  <a:gd name="T101" fmla="*/ 495 h 1226"/>
                  <a:gd name="T102" fmla="*/ 195 w 1620"/>
                  <a:gd name="T103" fmla="*/ 493 h 1226"/>
                  <a:gd name="T104" fmla="*/ 161 w 1620"/>
                  <a:gd name="T105" fmla="*/ 482 h 1226"/>
                  <a:gd name="T106" fmla="*/ 129 w 1620"/>
                  <a:gd name="T107" fmla="*/ 466 h 1226"/>
                  <a:gd name="T108" fmla="*/ 101 w 1620"/>
                  <a:gd name="T109" fmla="*/ 447 h 1226"/>
                  <a:gd name="T110" fmla="*/ 75 w 1620"/>
                  <a:gd name="T111" fmla="*/ 425 h 1226"/>
                  <a:gd name="T112" fmla="*/ 51 w 1620"/>
                  <a:gd name="T113" fmla="*/ 401 h 1226"/>
                  <a:gd name="T114" fmla="*/ 31 w 1620"/>
                  <a:gd name="T115" fmla="*/ 378 h 1226"/>
                  <a:gd name="T116" fmla="*/ 14 w 1620"/>
                  <a:gd name="T117" fmla="*/ 355 h 1226"/>
                  <a:gd name="T118" fmla="*/ 0 w 1620"/>
                  <a:gd name="T119" fmla="*/ 334 h 1226"/>
                  <a:gd name="T120" fmla="*/ 551 w 1620"/>
                  <a:gd name="T121" fmla="*/ 0 h 1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0" h="1226">
                    <a:moveTo>
                      <a:pt x="551" y="0"/>
                    </a:moveTo>
                    <a:lnTo>
                      <a:pt x="609" y="34"/>
                    </a:lnTo>
                    <a:lnTo>
                      <a:pt x="660" y="64"/>
                    </a:lnTo>
                    <a:lnTo>
                      <a:pt x="1620" y="647"/>
                    </a:lnTo>
                    <a:lnTo>
                      <a:pt x="663" y="1226"/>
                    </a:lnTo>
                    <a:lnTo>
                      <a:pt x="648" y="1210"/>
                    </a:lnTo>
                    <a:lnTo>
                      <a:pt x="635" y="1193"/>
                    </a:lnTo>
                    <a:lnTo>
                      <a:pt x="624" y="1174"/>
                    </a:lnTo>
                    <a:lnTo>
                      <a:pt x="610" y="1142"/>
                    </a:lnTo>
                    <a:lnTo>
                      <a:pt x="601" y="1111"/>
                    </a:lnTo>
                    <a:lnTo>
                      <a:pt x="595" y="1081"/>
                    </a:lnTo>
                    <a:lnTo>
                      <a:pt x="594" y="1050"/>
                    </a:lnTo>
                    <a:lnTo>
                      <a:pt x="595" y="1022"/>
                    </a:lnTo>
                    <a:lnTo>
                      <a:pt x="597" y="995"/>
                    </a:lnTo>
                    <a:lnTo>
                      <a:pt x="601" y="969"/>
                    </a:lnTo>
                    <a:lnTo>
                      <a:pt x="604" y="945"/>
                    </a:lnTo>
                    <a:lnTo>
                      <a:pt x="606" y="924"/>
                    </a:lnTo>
                    <a:lnTo>
                      <a:pt x="605" y="905"/>
                    </a:lnTo>
                    <a:lnTo>
                      <a:pt x="602" y="889"/>
                    </a:lnTo>
                    <a:lnTo>
                      <a:pt x="593" y="878"/>
                    </a:lnTo>
                    <a:lnTo>
                      <a:pt x="583" y="867"/>
                    </a:lnTo>
                    <a:lnTo>
                      <a:pt x="571" y="857"/>
                    </a:lnTo>
                    <a:lnTo>
                      <a:pt x="558" y="845"/>
                    </a:lnTo>
                    <a:lnTo>
                      <a:pt x="546" y="832"/>
                    </a:lnTo>
                    <a:lnTo>
                      <a:pt x="533" y="818"/>
                    </a:lnTo>
                    <a:lnTo>
                      <a:pt x="521" y="800"/>
                    </a:lnTo>
                    <a:lnTo>
                      <a:pt x="512" y="780"/>
                    </a:lnTo>
                    <a:lnTo>
                      <a:pt x="504" y="755"/>
                    </a:lnTo>
                    <a:lnTo>
                      <a:pt x="501" y="734"/>
                    </a:lnTo>
                    <a:lnTo>
                      <a:pt x="502" y="716"/>
                    </a:lnTo>
                    <a:lnTo>
                      <a:pt x="504" y="699"/>
                    </a:lnTo>
                    <a:lnTo>
                      <a:pt x="509" y="685"/>
                    </a:lnTo>
                    <a:lnTo>
                      <a:pt x="513" y="671"/>
                    </a:lnTo>
                    <a:lnTo>
                      <a:pt x="516" y="658"/>
                    </a:lnTo>
                    <a:lnTo>
                      <a:pt x="517" y="647"/>
                    </a:lnTo>
                    <a:lnTo>
                      <a:pt x="515" y="629"/>
                    </a:lnTo>
                    <a:lnTo>
                      <a:pt x="508" y="612"/>
                    </a:lnTo>
                    <a:lnTo>
                      <a:pt x="495" y="596"/>
                    </a:lnTo>
                    <a:lnTo>
                      <a:pt x="479" y="582"/>
                    </a:lnTo>
                    <a:lnTo>
                      <a:pt x="459" y="568"/>
                    </a:lnTo>
                    <a:lnTo>
                      <a:pt x="438" y="558"/>
                    </a:lnTo>
                    <a:lnTo>
                      <a:pt x="414" y="547"/>
                    </a:lnTo>
                    <a:lnTo>
                      <a:pt x="389" y="538"/>
                    </a:lnTo>
                    <a:lnTo>
                      <a:pt x="365" y="529"/>
                    </a:lnTo>
                    <a:lnTo>
                      <a:pt x="342" y="523"/>
                    </a:lnTo>
                    <a:lnTo>
                      <a:pt x="320" y="517"/>
                    </a:lnTo>
                    <a:lnTo>
                      <a:pt x="300" y="511"/>
                    </a:lnTo>
                    <a:lnTo>
                      <a:pt x="273" y="506"/>
                    </a:lnTo>
                    <a:lnTo>
                      <a:pt x="249" y="502"/>
                    </a:lnTo>
                    <a:lnTo>
                      <a:pt x="227" y="499"/>
                    </a:lnTo>
                    <a:lnTo>
                      <a:pt x="208" y="495"/>
                    </a:lnTo>
                    <a:lnTo>
                      <a:pt x="195" y="493"/>
                    </a:lnTo>
                    <a:lnTo>
                      <a:pt x="161" y="482"/>
                    </a:lnTo>
                    <a:lnTo>
                      <a:pt x="129" y="466"/>
                    </a:lnTo>
                    <a:lnTo>
                      <a:pt x="101" y="447"/>
                    </a:lnTo>
                    <a:lnTo>
                      <a:pt x="75" y="425"/>
                    </a:lnTo>
                    <a:lnTo>
                      <a:pt x="51" y="401"/>
                    </a:lnTo>
                    <a:lnTo>
                      <a:pt x="31" y="378"/>
                    </a:lnTo>
                    <a:lnTo>
                      <a:pt x="14" y="355"/>
                    </a:lnTo>
                    <a:lnTo>
                      <a:pt x="0" y="334"/>
                    </a:lnTo>
                    <a:lnTo>
                      <a:pt x="551" y="0"/>
                    </a:lnTo>
                    <a:close/>
                  </a:path>
                </a:pathLst>
              </a:custGeom>
              <a:solidFill>
                <a:srgbClr val="9294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65" name="Freeform 173">
                <a:extLst>
                  <a:ext uri="{FF2B5EF4-FFF2-40B4-BE49-F238E27FC236}">
                    <a16:creationId xmlns:a16="http://schemas.microsoft.com/office/drawing/2014/main" id="{313288E2-EBF5-4635-8828-3F7DA1D3ADC3}"/>
                  </a:ext>
                </a:extLst>
              </p:cNvPr>
              <p:cNvSpPr>
                <a:spLocks/>
              </p:cNvSpPr>
              <p:nvPr/>
            </p:nvSpPr>
            <p:spPr bwMode="auto">
              <a:xfrm>
                <a:off x="2014538" y="4076713"/>
                <a:ext cx="347663" cy="261938"/>
              </a:xfrm>
              <a:custGeom>
                <a:avLst/>
                <a:gdLst>
                  <a:gd name="T0" fmla="*/ 464 w 1532"/>
                  <a:gd name="T1" fmla="*/ 0 h 1160"/>
                  <a:gd name="T2" fmla="*/ 1532 w 1532"/>
                  <a:gd name="T3" fmla="*/ 647 h 1160"/>
                  <a:gd name="T4" fmla="*/ 685 w 1532"/>
                  <a:gd name="T5" fmla="*/ 1160 h 1160"/>
                  <a:gd name="T6" fmla="*/ 671 w 1532"/>
                  <a:gd name="T7" fmla="*/ 1149 h 1160"/>
                  <a:gd name="T8" fmla="*/ 660 w 1532"/>
                  <a:gd name="T9" fmla="*/ 1138 h 1160"/>
                  <a:gd name="T10" fmla="*/ 650 w 1532"/>
                  <a:gd name="T11" fmla="*/ 1125 h 1160"/>
                  <a:gd name="T12" fmla="*/ 640 w 1532"/>
                  <a:gd name="T13" fmla="*/ 1110 h 1160"/>
                  <a:gd name="T14" fmla="*/ 627 w 1532"/>
                  <a:gd name="T15" fmla="*/ 1082 h 1160"/>
                  <a:gd name="T16" fmla="*/ 619 w 1532"/>
                  <a:gd name="T17" fmla="*/ 1054 h 1160"/>
                  <a:gd name="T18" fmla="*/ 616 w 1532"/>
                  <a:gd name="T19" fmla="*/ 1026 h 1160"/>
                  <a:gd name="T20" fmla="*/ 616 w 1532"/>
                  <a:gd name="T21" fmla="*/ 998 h 1160"/>
                  <a:gd name="T22" fmla="*/ 619 w 1532"/>
                  <a:gd name="T23" fmla="*/ 970 h 1160"/>
                  <a:gd name="T24" fmla="*/ 622 w 1532"/>
                  <a:gd name="T25" fmla="*/ 942 h 1160"/>
                  <a:gd name="T26" fmla="*/ 627 w 1532"/>
                  <a:gd name="T27" fmla="*/ 917 h 1160"/>
                  <a:gd name="T28" fmla="*/ 629 w 1532"/>
                  <a:gd name="T29" fmla="*/ 892 h 1160"/>
                  <a:gd name="T30" fmla="*/ 629 w 1532"/>
                  <a:gd name="T31" fmla="*/ 867 h 1160"/>
                  <a:gd name="T32" fmla="*/ 627 w 1532"/>
                  <a:gd name="T33" fmla="*/ 842 h 1160"/>
                  <a:gd name="T34" fmla="*/ 619 w 1532"/>
                  <a:gd name="T35" fmla="*/ 819 h 1160"/>
                  <a:gd name="T36" fmla="*/ 611 w 1532"/>
                  <a:gd name="T37" fmla="*/ 803 h 1160"/>
                  <a:gd name="T38" fmla="*/ 597 w 1532"/>
                  <a:gd name="T39" fmla="*/ 787 h 1160"/>
                  <a:gd name="T40" fmla="*/ 581 w 1532"/>
                  <a:gd name="T41" fmla="*/ 772 h 1160"/>
                  <a:gd name="T42" fmla="*/ 563 w 1532"/>
                  <a:gd name="T43" fmla="*/ 756 h 1160"/>
                  <a:gd name="T44" fmla="*/ 546 w 1532"/>
                  <a:gd name="T45" fmla="*/ 741 h 1160"/>
                  <a:gd name="T46" fmla="*/ 531 w 1532"/>
                  <a:gd name="T47" fmla="*/ 724 h 1160"/>
                  <a:gd name="T48" fmla="*/ 518 w 1532"/>
                  <a:gd name="T49" fmla="*/ 706 h 1160"/>
                  <a:gd name="T50" fmla="*/ 510 w 1532"/>
                  <a:gd name="T51" fmla="*/ 686 h 1160"/>
                  <a:gd name="T52" fmla="*/ 508 w 1532"/>
                  <a:gd name="T53" fmla="*/ 664 h 1160"/>
                  <a:gd name="T54" fmla="*/ 512 w 1532"/>
                  <a:gd name="T55" fmla="*/ 644 h 1160"/>
                  <a:gd name="T56" fmla="*/ 517 w 1532"/>
                  <a:gd name="T57" fmla="*/ 626 h 1160"/>
                  <a:gd name="T58" fmla="*/ 525 w 1532"/>
                  <a:gd name="T59" fmla="*/ 608 h 1160"/>
                  <a:gd name="T60" fmla="*/ 533 w 1532"/>
                  <a:gd name="T61" fmla="*/ 591 h 1160"/>
                  <a:gd name="T62" fmla="*/ 538 w 1532"/>
                  <a:gd name="T63" fmla="*/ 575 h 1160"/>
                  <a:gd name="T64" fmla="*/ 540 w 1532"/>
                  <a:gd name="T65" fmla="*/ 558 h 1160"/>
                  <a:gd name="T66" fmla="*/ 537 w 1532"/>
                  <a:gd name="T67" fmla="*/ 542 h 1160"/>
                  <a:gd name="T68" fmla="*/ 525 w 1532"/>
                  <a:gd name="T69" fmla="*/ 523 h 1160"/>
                  <a:gd name="T70" fmla="*/ 508 w 1532"/>
                  <a:gd name="T71" fmla="*/ 505 h 1160"/>
                  <a:gd name="T72" fmla="*/ 486 w 1532"/>
                  <a:gd name="T73" fmla="*/ 488 h 1160"/>
                  <a:gd name="T74" fmla="*/ 460 w 1532"/>
                  <a:gd name="T75" fmla="*/ 473 h 1160"/>
                  <a:gd name="T76" fmla="*/ 429 w 1532"/>
                  <a:gd name="T77" fmla="*/ 460 h 1160"/>
                  <a:gd name="T78" fmla="*/ 397 w 1532"/>
                  <a:gd name="T79" fmla="*/ 447 h 1160"/>
                  <a:gd name="T80" fmla="*/ 364 w 1532"/>
                  <a:gd name="T81" fmla="*/ 436 h 1160"/>
                  <a:gd name="T82" fmla="*/ 329 w 1532"/>
                  <a:gd name="T83" fmla="*/ 426 h 1160"/>
                  <a:gd name="T84" fmla="*/ 294 w 1532"/>
                  <a:gd name="T85" fmla="*/ 416 h 1160"/>
                  <a:gd name="T86" fmla="*/ 259 w 1532"/>
                  <a:gd name="T87" fmla="*/ 408 h 1160"/>
                  <a:gd name="T88" fmla="*/ 226 w 1532"/>
                  <a:gd name="T89" fmla="*/ 400 h 1160"/>
                  <a:gd name="T90" fmla="*/ 193 w 1532"/>
                  <a:gd name="T91" fmla="*/ 393 h 1160"/>
                  <a:gd name="T92" fmla="*/ 163 w 1532"/>
                  <a:gd name="T93" fmla="*/ 387 h 1160"/>
                  <a:gd name="T94" fmla="*/ 139 w 1532"/>
                  <a:gd name="T95" fmla="*/ 381 h 1160"/>
                  <a:gd name="T96" fmla="*/ 118 w 1532"/>
                  <a:gd name="T97" fmla="*/ 376 h 1160"/>
                  <a:gd name="T98" fmla="*/ 100 w 1532"/>
                  <a:gd name="T99" fmla="*/ 371 h 1160"/>
                  <a:gd name="T100" fmla="*/ 84 w 1532"/>
                  <a:gd name="T101" fmla="*/ 364 h 1160"/>
                  <a:gd name="T102" fmla="*/ 70 w 1532"/>
                  <a:gd name="T103" fmla="*/ 357 h 1160"/>
                  <a:gd name="T104" fmla="*/ 57 w 1532"/>
                  <a:gd name="T105" fmla="*/ 348 h 1160"/>
                  <a:gd name="T106" fmla="*/ 44 w 1532"/>
                  <a:gd name="T107" fmla="*/ 336 h 1160"/>
                  <a:gd name="T108" fmla="*/ 31 w 1532"/>
                  <a:gd name="T109" fmla="*/ 321 h 1160"/>
                  <a:gd name="T110" fmla="*/ 16 w 1532"/>
                  <a:gd name="T111" fmla="*/ 302 h 1160"/>
                  <a:gd name="T112" fmla="*/ 0 w 1532"/>
                  <a:gd name="T113" fmla="*/ 280 h 1160"/>
                  <a:gd name="T114" fmla="*/ 464 w 1532"/>
                  <a:gd name="T115" fmla="*/ 0 h 1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32" h="1160">
                    <a:moveTo>
                      <a:pt x="464" y="0"/>
                    </a:moveTo>
                    <a:lnTo>
                      <a:pt x="1532" y="647"/>
                    </a:lnTo>
                    <a:lnTo>
                      <a:pt x="685" y="1160"/>
                    </a:lnTo>
                    <a:lnTo>
                      <a:pt x="671" y="1149"/>
                    </a:lnTo>
                    <a:lnTo>
                      <a:pt x="660" y="1138"/>
                    </a:lnTo>
                    <a:lnTo>
                      <a:pt x="650" y="1125"/>
                    </a:lnTo>
                    <a:lnTo>
                      <a:pt x="640" y="1110"/>
                    </a:lnTo>
                    <a:lnTo>
                      <a:pt x="627" y="1082"/>
                    </a:lnTo>
                    <a:lnTo>
                      <a:pt x="619" y="1054"/>
                    </a:lnTo>
                    <a:lnTo>
                      <a:pt x="616" y="1026"/>
                    </a:lnTo>
                    <a:lnTo>
                      <a:pt x="616" y="998"/>
                    </a:lnTo>
                    <a:lnTo>
                      <a:pt x="619" y="970"/>
                    </a:lnTo>
                    <a:lnTo>
                      <a:pt x="622" y="942"/>
                    </a:lnTo>
                    <a:lnTo>
                      <a:pt x="627" y="917"/>
                    </a:lnTo>
                    <a:lnTo>
                      <a:pt x="629" y="892"/>
                    </a:lnTo>
                    <a:lnTo>
                      <a:pt x="629" y="867"/>
                    </a:lnTo>
                    <a:lnTo>
                      <a:pt x="627" y="842"/>
                    </a:lnTo>
                    <a:lnTo>
                      <a:pt x="619" y="819"/>
                    </a:lnTo>
                    <a:lnTo>
                      <a:pt x="611" y="803"/>
                    </a:lnTo>
                    <a:lnTo>
                      <a:pt x="597" y="787"/>
                    </a:lnTo>
                    <a:lnTo>
                      <a:pt x="581" y="772"/>
                    </a:lnTo>
                    <a:lnTo>
                      <a:pt x="563" y="756"/>
                    </a:lnTo>
                    <a:lnTo>
                      <a:pt x="546" y="741"/>
                    </a:lnTo>
                    <a:lnTo>
                      <a:pt x="531" y="724"/>
                    </a:lnTo>
                    <a:lnTo>
                      <a:pt x="518" y="706"/>
                    </a:lnTo>
                    <a:lnTo>
                      <a:pt x="510" y="686"/>
                    </a:lnTo>
                    <a:lnTo>
                      <a:pt x="508" y="664"/>
                    </a:lnTo>
                    <a:lnTo>
                      <a:pt x="512" y="644"/>
                    </a:lnTo>
                    <a:lnTo>
                      <a:pt x="517" y="626"/>
                    </a:lnTo>
                    <a:lnTo>
                      <a:pt x="525" y="608"/>
                    </a:lnTo>
                    <a:lnTo>
                      <a:pt x="533" y="591"/>
                    </a:lnTo>
                    <a:lnTo>
                      <a:pt x="538" y="575"/>
                    </a:lnTo>
                    <a:lnTo>
                      <a:pt x="540" y="558"/>
                    </a:lnTo>
                    <a:lnTo>
                      <a:pt x="537" y="542"/>
                    </a:lnTo>
                    <a:lnTo>
                      <a:pt x="525" y="523"/>
                    </a:lnTo>
                    <a:lnTo>
                      <a:pt x="508" y="505"/>
                    </a:lnTo>
                    <a:lnTo>
                      <a:pt x="486" y="488"/>
                    </a:lnTo>
                    <a:lnTo>
                      <a:pt x="460" y="473"/>
                    </a:lnTo>
                    <a:lnTo>
                      <a:pt x="429" y="460"/>
                    </a:lnTo>
                    <a:lnTo>
                      <a:pt x="397" y="447"/>
                    </a:lnTo>
                    <a:lnTo>
                      <a:pt x="364" y="436"/>
                    </a:lnTo>
                    <a:lnTo>
                      <a:pt x="329" y="426"/>
                    </a:lnTo>
                    <a:lnTo>
                      <a:pt x="294" y="416"/>
                    </a:lnTo>
                    <a:lnTo>
                      <a:pt x="259" y="408"/>
                    </a:lnTo>
                    <a:lnTo>
                      <a:pt x="226" y="400"/>
                    </a:lnTo>
                    <a:lnTo>
                      <a:pt x="193" y="393"/>
                    </a:lnTo>
                    <a:lnTo>
                      <a:pt x="163" y="387"/>
                    </a:lnTo>
                    <a:lnTo>
                      <a:pt x="139" y="381"/>
                    </a:lnTo>
                    <a:lnTo>
                      <a:pt x="118" y="376"/>
                    </a:lnTo>
                    <a:lnTo>
                      <a:pt x="100" y="371"/>
                    </a:lnTo>
                    <a:lnTo>
                      <a:pt x="84" y="364"/>
                    </a:lnTo>
                    <a:lnTo>
                      <a:pt x="70" y="357"/>
                    </a:lnTo>
                    <a:lnTo>
                      <a:pt x="57" y="348"/>
                    </a:lnTo>
                    <a:lnTo>
                      <a:pt x="44" y="336"/>
                    </a:lnTo>
                    <a:lnTo>
                      <a:pt x="31" y="321"/>
                    </a:lnTo>
                    <a:lnTo>
                      <a:pt x="16" y="302"/>
                    </a:lnTo>
                    <a:lnTo>
                      <a:pt x="0" y="280"/>
                    </a:lnTo>
                    <a:lnTo>
                      <a:pt x="464"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358" name="Group 357">
              <a:extLst>
                <a:ext uri="{FF2B5EF4-FFF2-40B4-BE49-F238E27FC236}">
                  <a16:creationId xmlns:a16="http://schemas.microsoft.com/office/drawing/2014/main" id="{A460F3DB-A47F-4162-A98B-6076FFC7B349}"/>
                </a:ext>
              </a:extLst>
            </p:cNvPr>
            <p:cNvGrpSpPr>
              <a:grpSpLocks noChangeAspect="1"/>
            </p:cNvGrpSpPr>
            <p:nvPr/>
          </p:nvGrpSpPr>
          <p:grpSpPr>
            <a:xfrm>
              <a:off x="2355758" y="3767328"/>
              <a:ext cx="252483" cy="338328"/>
              <a:chOff x="2152650" y="3930663"/>
              <a:chExt cx="238125" cy="319088"/>
            </a:xfrm>
          </p:grpSpPr>
          <p:sp useBgFill="1">
            <p:nvSpPr>
              <p:cNvPr id="359" name="Freeform 174">
                <a:extLst>
                  <a:ext uri="{FF2B5EF4-FFF2-40B4-BE49-F238E27FC236}">
                    <a16:creationId xmlns:a16="http://schemas.microsoft.com/office/drawing/2014/main" id="{A37CC48B-E698-4878-A1C8-D4EB310C8721}"/>
                  </a:ext>
                </a:extLst>
              </p:cNvPr>
              <p:cNvSpPr>
                <a:spLocks/>
              </p:cNvSpPr>
              <p:nvPr/>
            </p:nvSpPr>
            <p:spPr bwMode="auto">
              <a:xfrm>
                <a:off x="2152650" y="3930663"/>
                <a:ext cx="238125" cy="319088"/>
              </a:xfrm>
              <a:custGeom>
                <a:avLst/>
                <a:gdLst>
                  <a:gd name="T0" fmla="*/ 436 w 1047"/>
                  <a:gd name="T1" fmla="*/ 3 h 1406"/>
                  <a:gd name="T2" fmla="*/ 561 w 1047"/>
                  <a:gd name="T3" fmla="*/ 27 h 1406"/>
                  <a:gd name="T4" fmla="*/ 676 w 1047"/>
                  <a:gd name="T5" fmla="*/ 73 h 1406"/>
                  <a:gd name="T6" fmla="*/ 780 w 1047"/>
                  <a:gd name="T7" fmla="*/ 138 h 1406"/>
                  <a:gd name="T8" fmla="*/ 870 w 1047"/>
                  <a:gd name="T9" fmla="*/ 220 h 1406"/>
                  <a:gd name="T10" fmla="*/ 943 w 1047"/>
                  <a:gd name="T11" fmla="*/ 317 h 1406"/>
                  <a:gd name="T12" fmla="*/ 999 w 1047"/>
                  <a:gd name="T13" fmla="*/ 427 h 1406"/>
                  <a:gd name="T14" fmla="*/ 1034 w 1047"/>
                  <a:gd name="T15" fmla="*/ 547 h 1406"/>
                  <a:gd name="T16" fmla="*/ 1047 w 1047"/>
                  <a:gd name="T17" fmla="*/ 675 h 1406"/>
                  <a:gd name="T18" fmla="*/ 1036 w 1047"/>
                  <a:gd name="T19" fmla="*/ 794 h 1406"/>
                  <a:gd name="T20" fmla="*/ 1004 w 1047"/>
                  <a:gd name="T21" fmla="*/ 910 h 1406"/>
                  <a:gd name="T22" fmla="*/ 952 w 1047"/>
                  <a:gd name="T23" fmla="*/ 1018 h 1406"/>
                  <a:gd name="T24" fmla="*/ 919 w 1047"/>
                  <a:gd name="T25" fmla="*/ 1053 h 1406"/>
                  <a:gd name="T26" fmla="*/ 878 w 1047"/>
                  <a:gd name="T27" fmla="*/ 1071 h 1406"/>
                  <a:gd name="T28" fmla="*/ 836 w 1047"/>
                  <a:gd name="T29" fmla="*/ 1072 h 1406"/>
                  <a:gd name="T30" fmla="*/ 798 w 1047"/>
                  <a:gd name="T31" fmla="*/ 1058 h 1406"/>
                  <a:gd name="T32" fmla="*/ 685 w 1047"/>
                  <a:gd name="T33" fmla="*/ 989 h 1406"/>
                  <a:gd name="T34" fmla="*/ 660 w 1047"/>
                  <a:gd name="T35" fmla="*/ 959 h 1406"/>
                  <a:gd name="T36" fmla="*/ 622 w 1047"/>
                  <a:gd name="T37" fmla="*/ 952 h 1406"/>
                  <a:gd name="T38" fmla="*/ 541 w 1047"/>
                  <a:gd name="T39" fmla="*/ 905 h 1406"/>
                  <a:gd name="T40" fmla="*/ 538 w 1047"/>
                  <a:gd name="T41" fmla="*/ 1268 h 1406"/>
                  <a:gd name="T42" fmla="*/ 518 w 1047"/>
                  <a:gd name="T43" fmla="*/ 1323 h 1406"/>
                  <a:gd name="T44" fmla="*/ 481 w 1047"/>
                  <a:gd name="T45" fmla="*/ 1367 h 1406"/>
                  <a:gd name="T46" fmla="*/ 431 w 1047"/>
                  <a:gd name="T47" fmla="*/ 1395 h 1406"/>
                  <a:gd name="T48" fmla="*/ 372 w 1047"/>
                  <a:gd name="T49" fmla="*/ 1406 h 1406"/>
                  <a:gd name="T50" fmla="*/ 313 w 1047"/>
                  <a:gd name="T51" fmla="*/ 1395 h 1406"/>
                  <a:gd name="T52" fmla="*/ 263 w 1047"/>
                  <a:gd name="T53" fmla="*/ 1367 h 1406"/>
                  <a:gd name="T54" fmla="*/ 226 w 1047"/>
                  <a:gd name="T55" fmla="*/ 1323 h 1406"/>
                  <a:gd name="T56" fmla="*/ 206 w 1047"/>
                  <a:gd name="T57" fmla="*/ 1268 h 1406"/>
                  <a:gd name="T58" fmla="*/ 203 w 1047"/>
                  <a:gd name="T59" fmla="*/ 823 h 1406"/>
                  <a:gd name="T60" fmla="*/ 168 w 1047"/>
                  <a:gd name="T61" fmla="*/ 769 h 1406"/>
                  <a:gd name="T62" fmla="*/ 149 w 1047"/>
                  <a:gd name="T63" fmla="*/ 708 h 1406"/>
                  <a:gd name="T64" fmla="*/ 149 w 1047"/>
                  <a:gd name="T65" fmla="*/ 641 h 1406"/>
                  <a:gd name="T66" fmla="*/ 168 w 1047"/>
                  <a:gd name="T67" fmla="*/ 579 h 1406"/>
                  <a:gd name="T68" fmla="*/ 176 w 1047"/>
                  <a:gd name="T69" fmla="*/ 541 h 1406"/>
                  <a:gd name="T70" fmla="*/ 116 w 1047"/>
                  <a:gd name="T71" fmla="*/ 428 h 1406"/>
                  <a:gd name="T72" fmla="*/ 105 w 1047"/>
                  <a:gd name="T73" fmla="*/ 391 h 1406"/>
                  <a:gd name="T74" fmla="*/ 88 w 1047"/>
                  <a:gd name="T75" fmla="*/ 359 h 1406"/>
                  <a:gd name="T76" fmla="*/ 65 w 1047"/>
                  <a:gd name="T77" fmla="*/ 329 h 1406"/>
                  <a:gd name="T78" fmla="*/ 3 w 1047"/>
                  <a:gd name="T79" fmla="*/ 208 h 1406"/>
                  <a:gd name="T80" fmla="*/ 0 w 1047"/>
                  <a:gd name="T81" fmla="*/ 165 h 1406"/>
                  <a:gd name="T82" fmla="*/ 13 w 1047"/>
                  <a:gd name="T83" fmla="*/ 124 h 1406"/>
                  <a:gd name="T84" fmla="*/ 40 w 1047"/>
                  <a:gd name="T85" fmla="*/ 90 h 1406"/>
                  <a:gd name="T86" fmla="*/ 109 w 1047"/>
                  <a:gd name="T87" fmla="*/ 54 h 1406"/>
                  <a:gd name="T88" fmla="*/ 211 w 1047"/>
                  <a:gd name="T89" fmla="*/ 20 h 1406"/>
                  <a:gd name="T90" fmla="*/ 318 w 1047"/>
                  <a:gd name="T91" fmla="*/ 2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47" h="1406">
                    <a:moveTo>
                      <a:pt x="372" y="0"/>
                    </a:moveTo>
                    <a:lnTo>
                      <a:pt x="436" y="3"/>
                    </a:lnTo>
                    <a:lnTo>
                      <a:pt x="500" y="13"/>
                    </a:lnTo>
                    <a:lnTo>
                      <a:pt x="561" y="27"/>
                    </a:lnTo>
                    <a:lnTo>
                      <a:pt x="620" y="48"/>
                    </a:lnTo>
                    <a:lnTo>
                      <a:pt x="676" y="73"/>
                    </a:lnTo>
                    <a:lnTo>
                      <a:pt x="730" y="104"/>
                    </a:lnTo>
                    <a:lnTo>
                      <a:pt x="780" y="138"/>
                    </a:lnTo>
                    <a:lnTo>
                      <a:pt x="827" y="177"/>
                    </a:lnTo>
                    <a:lnTo>
                      <a:pt x="870" y="220"/>
                    </a:lnTo>
                    <a:lnTo>
                      <a:pt x="909" y="267"/>
                    </a:lnTo>
                    <a:lnTo>
                      <a:pt x="943" y="317"/>
                    </a:lnTo>
                    <a:lnTo>
                      <a:pt x="974" y="371"/>
                    </a:lnTo>
                    <a:lnTo>
                      <a:pt x="999" y="427"/>
                    </a:lnTo>
                    <a:lnTo>
                      <a:pt x="1020" y="486"/>
                    </a:lnTo>
                    <a:lnTo>
                      <a:pt x="1034" y="547"/>
                    </a:lnTo>
                    <a:lnTo>
                      <a:pt x="1044" y="611"/>
                    </a:lnTo>
                    <a:lnTo>
                      <a:pt x="1047" y="675"/>
                    </a:lnTo>
                    <a:lnTo>
                      <a:pt x="1044" y="735"/>
                    </a:lnTo>
                    <a:lnTo>
                      <a:pt x="1036" y="794"/>
                    </a:lnTo>
                    <a:lnTo>
                      <a:pt x="1023" y="852"/>
                    </a:lnTo>
                    <a:lnTo>
                      <a:pt x="1004" y="910"/>
                    </a:lnTo>
                    <a:lnTo>
                      <a:pt x="980" y="966"/>
                    </a:lnTo>
                    <a:lnTo>
                      <a:pt x="952" y="1018"/>
                    </a:lnTo>
                    <a:lnTo>
                      <a:pt x="937" y="1038"/>
                    </a:lnTo>
                    <a:lnTo>
                      <a:pt x="919" y="1053"/>
                    </a:lnTo>
                    <a:lnTo>
                      <a:pt x="899" y="1065"/>
                    </a:lnTo>
                    <a:lnTo>
                      <a:pt x="878" y="1071"/>
                    </a:lnTo>
                    <a:lnTo>
                      <a:pt x="855" y="1073"/>
                    </a:lnTo>
                    <a:lnTo>
                      <a:pt x="836" y="1072"/>
                    </a:lnTo>
                    <a:lnTo>
                      <a:pt x="817" y="1067"/>
                    </a:lnTo>
                    <a:lnTo>
                      <a:pt x="798" y="1058"/>
                    </a:lnTo>
                    <a:lnTo>
                      <a:pt x="702" y="1000"/>
                    </a:lnTo>
                    <a:lnTo>
                      <a:pt x="685" y="989"/>
                    </a:lnTo>
                    <a:lnTo>
                      <a:pt x="672" y="975"/>
                    </a:lnTo>
                    <a:lnTo>
                      <a:pt x="660" y="959"/>
                    </a:lnTo>
                    <a:lnTo>
                      <a:pt x="641" y="957"/>
                    </a:lnTo>
                    <a:lnTo>
                      <a:pt x="622" y="952"/>
                    </a:lnTo>
                    <a:lnTo>
                      <a:pt x="604" y="943"/>
                    </a:lnTo>
                    <a:lnTo>
                      <a:pt x="541" y="905"/>
                    </a:lnTo>
                    <a:lnTo>
                      <a:pt x="541" y="1237"/>
                    </a:lnTo>
                    <a:lnTo>
                      <a:pt x="538" y="1268"/>
                    </a:lnTo>
                    <a:lnTo>
                      <a:pt x="530" y="1296"/>
                    </a:lnTo>
                    <a:lnTo>
                      <a:pt x="518" y="1323"/>
                    </a:lnTo>
                    <a:lnTo>
                      <a:pt x="502" y="1347"/>
                    </a:lnTo>
                    <a:lnTo>
                      <a:pt x="481" y="1367"/>
                    </a:lnTo>
                    <a:lnTo>
                      <a:pt x="458" y="1383"/>
                    </a:lnTo>
                    <a:lnTo>
                      <a:pt x="431" y="1395"/>
                    </a:lnTo>
                    <a:lnTo>
                      <a:pt x="403" y="1403"/>
                    </a:lnTo>
                    <a:lnTo>
                      <a:pt x="372" y="1406"/>
                    </a:lnTo>
                    <a:lnTo>
                      <a:pt x="341" y="1403"/>
                    </a:lnTo>
                    <a:lnTo>
                      <a:pt x="313" y="1395"/>
                    </a:lnTo>
                    <a:lnTo>
                      <a:pt x="286" y="1383"/>
                    </a:lnTo>
                    <a:lnTo>
                      <a:pt x="263" y="1367"/>
                    </a:lnTo>
                    <a:lnTo>
                      <a:pt x="242" y="1347"/>
                    </a:lnTo>
                    <a:lnTo>
                      <a:pt x="226" y="1323"/>
                    </a:lnTo>
                    <a:lnTo>
                      <a:pt x="214" y="1296"/>
                    </a:lnTo>
                    <a:lnTo>
                      <a:pt x="206" y="1268"/>
                    </a:lnTo>
                    <a:lnTo>
                      <a:pt x="203" y="1237"/>
                    </a:lnTo>
                    <a:lnTo>
                      <a:pt x="203" y="823"/>
                    </a:lnTo>
                    <a:lnTo>
                      <a:pt x="184" y="798"/>
                    </a:lnTo>
                    <a:lnTo>
                      <a:pt x="168" y="769"/>
                    </a:lnTo>
                    <a:lnTo>
                      <a:pt x="157" y="739"/>
                    </a:lnTo>
                    <a:lnTo>
                      <a:pt x="149" y="708"/>
                    </a:lnTo>
                    <a:lnTo>
                      <a:pt x="147" y="675"/>
                    </a:lnTo>
                    <a:lnTo>
                      <a:pt x="149" y="641"/>
                    </a:lnTo>
                    <a:lnTo>
                      <a:pt x="157" y="610"/>
                    </a:lnTo>
                    <a:lnTo>
                      <a:pt x="168" y="579"/>
                    </a:lnTo>
                    <a:lnTo>
                      <a:pt x="184" y="551"/>
                    </a:lnTo>
                    <a:lnTo>
                      <a:pt x="176" y="541"/>
                    </a:lnTo>
                    <a:lnTo>
                      <a:pt x="169" y="528"/>
                    </a:lnTo>
                    <a:lnTo>
                      <a:pt x="116" y="428"/>
                    </a:lnTo>
                    <a:lnTo>
                      <a:pt x="109" y="410"/>
                    </a:lnTo>
                    <a:lnTo>
                      <a:pt x="105" y="391"/>
                    </a:lnTo>
                    <a:lnTo>
                      <a:pt x="104" y="372"/>
                    </a:lnTo>
                    <a:lnTo>
                      <a:pt x="88" y="359"/>
                    </a:lnTo>
                    <a:lnTo>
                      <a:pt x="75" y="345"/>
                    </a:lnTo>
                    <a:lnTo>
                      <a:pt x="65" y="329"/>
                    </a:lnTo>
                    <a:lnTo>
                      <a:pt x="12" y="229"/>
                    </a:lnTo>
                    <a:lnTo>
                      <a:pt x="3" y="208"/>
                    </a:lnTo>
                    <a:lnTo>
                      <a:pt x="0" y="186"/>
                    </a:lnTo>
                    <a:lnTo>
                      <a:pt x="0" y="165"/>
                    </a:lnTo>
                    <a:lnTo>
                      <a:pt x="4" y="144"/>
                    </a:lnTo>
                    <a:lnTo>
                      <a:pt x="13" y="124"/>
                    </a:lnTo>
                    <a:lnTo>
                      <a:pt x="24" y="106"/>
                    </a:lnTo>
                    <a:lnTo>
                      <a:pt x="40" y="90"/>
                    </a:lnTo>
                    <a:lnTo>
                      <a:pt x="59" y="77"/>
                    </a:lnTo>
                    <a:lnTo>
                      <a:pt x="109" y="54"/>
                    </a:lnTo>
                    <a:lnTo>
                      <a:pt x="160" y="35"/>
                    </a:lnTo>
                    <a:lnTo>
                      <a:pt x="211" y="20"/>
                    </a:lnTo>
                    <a:lnTo>
                      <a:pt x="264" y="9"/>
                    </a:lnTo>
                    <a:lnTo>
                      <a:pt x="318" y="2"/>
                    </a:lnTo>
                    <a:lnTo>
                      <a:pt x="372"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60" name="Freeform 175">
                <a:extLst>
                  <a:ext uri="{FF2B5EF4-FFF2-40B4-BE49-F238E27FC236}">
                    <a16:creationId xmlns:a16="http://schemas.microsoft.com/office/drawing/2014/main" id="{3AD17048-0D9E-4890-AA56-AABB391B0359}"/>
                  </a:ext>
                </a:extLst>
              </p:cNvPr>
              <p:cNvSpPr>
                <a:spLocks noEditPoints="1"/>
              </p:cNvSpPr>
              <p:nvPr/>
            </p:nvSpPr>
            <p:spPr bwMode="auto">
              <a:xfrm>
                <a:off x="2182813" y="3959238"/>
                <a:ext cx="179388" cy="265113"/>
              </a:xfrm>
              <a:custGeom>
                <a:avLst/>
                <a:gdLst>
                  <a:gd name="T0" fmla="*/ 291 w 789"/>
                  <a:gd name="T1" fmla="*/ 447 h 1166"/>
                  <a:gd name="T2" fmla="*/ 342 w 789"/>
                  <a:gd name="T3" fmla="*/ 498 h 1166"/>
                  <a:gd name="T4" fmla="*/ 351 w 789"/>
                  <a:gd name="T5" fmla="*/ 572 h 1166"/>
                  <a:gd name="T6" fmla="*/ 316 w 789"/>
                  <a:gd name="T7" fmla="*/ 631 h 1166"/>
                  <a:gd name="T8" fmla="*/ 295 w 789"/>
                  <a:gd name="T9" fmla="*/ 1127 h 1166"/>
                  <a:gd name="T10" fmla="*/ 268 w 789"/>
                  <a:gd name="T11" fmla="*/ 1161 h 1166"/>
                  <a:gd name="T12" fmla="*/ 227 w 789"/>
                  <a:gd name="T13" fmla="*/ 1165 h 1166"/>
                  <a:gd name="T14" fmla="*/ 193 w 789"/>
                  <a:gd name="T15" fmla="*/ 1142 h 1166"/>
                  <a:gd name="T16" fmla="*/ 185 w 789"/>
                  <a:gd name="T17" fmla="*/ 645 h 1166"/>
                  <a:gd name="T18" fmla="*/ 139 w 789"/>
                  <a:gd name="T19" fmla="*/ 594 h 1166"/>
                  <a:gd name="T20" fmla="*/ 131 w 789"/>
                  <a:gd name="T21" fmla="*/ 523 h 1166"/>
                  <a:gd name="T22" fmla="*/ 170 w 789"/>
                  <a:gd name="T23" fmla="*/ 460 h 1166"/>
                  <a:gd name="T24" fmla="*/ 241 w 789"/>
                  <a:gd name="T25" fmla="*/ 436 h 1166"/>
                  <a:gd name="T26" fmla="*/ 327 w 789"/>
                  <a:gd name="T27" fmla="*/ 236 h 1166"/>
                  <a:gd name="T28" fmla="*/ 439 w 789"/>
                  <a:gd name="T29" fmla="*/ 292 h 1166"/>
                  <a:gd name="T30" fmla="*/ 520 w 789"/>
                  <a:gd name="T31" fmla="*/ 385 h 1166"/>
                  <a:gd name="T32" fmla="*/ 561 w 789"/>
                  <a:gd name="T33" fmla="*/ 504 h 1166"/>
                  <a:gd name="T34" fmla="*/ 555 w 789"/>
                  <a:gd name="T35" fmla="*/ 626 h 1166"/>
                  <a:gd name="T36" fmla="*/ 452 w 789"/>
                  <a:gd name="T37" fmla="*/ 657 h 1166"/>
                  <a:gd name="T38" fmla="*/ 480 w 789"/>
                  <a:gd name="T39" fmla="*/ 548 h 1166"/>
                  <a:gd name="T40" fmla="*/ 453 w 789"/>
                  <a:gd name="T41" fmla="*/ 438 h 1166"/>
                  <a:gd name="T42" fmla="*/ 383 w 789"/>
                  <a:gd name="T43" fmla="*/ 355 h 1166"/>
                  <a:gd name="T44" fmla="*/ 280 w 789"/>
                  <a:gd name="T45" fmla="*/ 312 h 1166"/>
                  <a:gd name="T46" fmla="*/ 176 w 789"/>
                  <a:gd name="T47" fmla="*/ 319 h 1166"/>
                  <a:gd name="T48" fmla="*/ 136 w 789"/>
                  <a:gd name="T49" fmla="*/ 242 h 1166"/>
                  <a:gd name="T50" fmla="*/ 241 w 789"/>
                  <a:gd name="T51" fmla="*/ 225 h 1166"/>
                  <a:gd name="T52" fmla="*/ 358 w 789"/>
                  <a:gd name="T53" fmla="*/ 12 h 1166"/>
                  <a:gd name="T54" fmla="*/ 518 w 789"/>
                  <a:gd name="T55" fmla="*/ 75 h 1166"/>
                  <a:gd name="T56" fmla="*/ 648 w 789"/>
                  <a:gd name="T57" fmla="*/ 180 h 1166"/>
                  <a:gd name="T58" fmla="*/ 741 w 789"/>
                  <a:gd name="T59" fmla="*/ 322 h 1166"/>
                  <a:gd name="T60" fmla="*/ 786 w 789"/>
                  <a:gd name="T61" fmla="*/ 489 h 1166"/>
                  <a:gd name="T62" fmla="*/ 778 w 789"/>
                  <a:gd name="T63" fmla="*/ 659 h 1166"/>
                  <a:gd name="T64" fmla="*/ 720 w 789"/>
                  <a:gd name="T65" fmla="*/ 815 h 1166"/>
                  <a:gd name="T66" fmla="*/ 684 w 789"/>
                  <a:gd name="T67" fmla="*/ 685 h 1166"/>
                  <a:gd name="T68" fmla="*/ 705 w 789"/>
                  <a:gd name="T69" fmla="*/ 548 h 1166"/>
                  <a:gd name="T70" fmla="*/ 678 w 789"/>
                  <a:gd name="T71" fmla="*/ 392 h 1166"/>
                  <a:gd name="T72" fmla="*/ 603 w 789"/>
                  <a:gd name="T73" fmla="*/ 258 h 1166"/>
                  <a:gd name="T74" fmla="*/ 489 w 789"/>
                  <a:gd name="T75" fmla="*/ 156 h 1166"/>
                  <a:gd name="T76" fmla="*/ 348 w 789"/>
                  <a:gd name="T77" fmla="*/ 96 h 1166"/>
                  <a:gd name="T78" fmla="*/ 188 w 789"/>
                  <a:gd name="T79" fmla="*/ 87 h 1166"/>
                  <a:gd name="T80" fmla="*/ 39 w 789"/>
                  <a:gd name="T81" fmla="*/ 131 h 1166"/>
                  <a:gd name="T82" fmla="*/ 93 w 789"/>
                  <a:gd name="T83" fmla="*/ 20 h 1166"/>
                  <a:gd name="T84" fmla="*/ 241 w 789"/>
                  <a:gd name="T85" fmla="*/ 0 h 1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89" h="1166">
                    <a:moveTo>
                      <a:pt x="241" y="436"/>
                    </a:moveTo>
                    <a:lnTo>
                      <a:pt x="266" y="438"/>
                    </a:lnTo>
                    <a:lnTo>
                      <a:pt x="291" y="447"/>
                    </a:lnTo>
                    <a:lnTo>
                      <a:pt x="312" y="460"/>
                    </a:lnTo>
                    <a:lnTo>
                      <a:pt x="329" y="477"/>
                    </a:lnTo>
                    <a:lnTo>
                      <a:pt x="342" y="498"/>
                    </a:lnTo>
                    <a:lnTo>
                      <a:pt x="351" y="523"/>
                    </a:lnTo>
                    <a:lnTo>
                      <a:pt x="353" y="548"/>
                    </a:lnTo>
                    <a:lnTo>
                      <a:pt x="351" y="572"/>
                    </a:lnTo>
                    <a:lnTo>
                      <a:pt x="343" y="594"/>
                    </a:lnTo>
                    <a:lnTo>
                      <a:pt x="332" y="615"/>
                    </a:lnTo>
                    <a:lnTo>
                      <a:pt x="316" y="631"/>
                    </a:lnTo>
                    <a:lnTo>
                      <a:pt x="297" y="645"/>
                    </a:lnTo>
                    <a:lnTo>
                      <a:pt x="297" y="1110"/>
                    </a:lnTo>
                    <a:lnTo>
                      <a:pt x="295" y="1127"/>
                    </a:lnTo>
                    <a:lnTo>
                      <a:pt x="289" y="1142"/>
                    </a:lnTo>
                    <a:lnTo>
                      <a:pt x="280" y="1152"/>
                    </a:lnTo>
                    <a:lnTo>
                      <a:pt x="268" y="1161"/>
                    </a:lnTo>
                    <a:lnTo>
                      <a:pt x="255" y="1165"/>
                    </a:lnTo>
                    <a:lnTo>
                      <a:pt x="241" y="1166"/>
                    </a:lnTo>
                    <a:lnTo>
                      <a:pt x="227" y="1165"/>
                    </a:lnTo>
                    <a:lnTo>
                      <a:pt x="214" y="1161"/>
                    </a:lnTo>
                    <a:lnTo>
                      <a:pt x="202" y="1152"/>
                    </a:lnTo>
                    <a:lnTo>
                      <a:pt x="193" y="1142"/>
                    </a:lnTo>
                    <a:lnTo>
                      <a:pt x="187" y="1127"/>
                    </a:lnTo>
                    <a:lnTo>
                      <a:pt x="185" y="1110"/>
                    </a:lnTo>
                    <a:lnTo>
                      <a:pt x="185" y="645"/>
                    </a:lnTo>
                    <a:lnTo>
                      <a:pt x="166" y="631"/>
                    </a:lnTo>
                    <a:lnTo>
                      <a:pt x="150" y="615"/>
                    </a:lnTo>
                    <a:lnTo>
                      <a:pt x="139" y="594"/>
                    </a:lnTo>
                    <a:lnTo>
                      <a:pt x="131" y="572"/>
                    </a:lnTo>
                    <a:lnTo>
                      <a:pt x="129" y="548"/>
                    </a:lnTo>
                    <a:lnTo>
                      <a:pt x="131" y="523"/>
                    </a:lnTo>
                    <a:lnTo>
                      <a:pt x="140" y="498"/>
                    </a:lnTo>
                    <a:lnTo>
                      <a:pt x="153" y="477"/>
                    </a:lnTo>
                    <a:lnTo>
                      <a:pt x="170" y="460"/>
                    </a:lnTo>
                    <a:lnTo>
                      <a:pt x="191" y="447"/>
                    </a:lnTo>
                    <a:lnTo>
                      <a:pt x="216" y="438"/>
                    </a:lnTo>
                    <a:lnTo>
                      <a:pt x="241" y="436"/>
                    </a:lnTo>
                    <a:close/>
                    <a:moveTo>
                      <a:pt x="241" y="225"/>
                    </a:moveTo>
                    <a:lnTo>
                      <a:pt x="285" y="228"/>
                    </a:lnTo>
                    <a:lnTo>
                      <a:pt x="327" y="236"/>
                    </a:lnTo>
                    <a:lnTo>
                      <a:pt x="367" y="250"/>
                    </a:lnTo>
                    <a:lnTo>
                      <a:pt x="404" y="269"/>
                    </a:lnTo>
                    <a:lnTo>
                      <a:pt x="439" y="292"/>
                    </a:lnTo>
                    <a:lnTo>
                      <a:pt x="469" y="320"/>
                    </a:lnTo>
                    <a:lnTo>
                      <a:pt x="497" y="350"/>
                    </a:lnTo>
                    <a:lnTo>
                      <a:pt x="520" y="385"/>
                    </a:lnTo>
                    <a:lnTo>
                      <a:pt x="539" y="422"/>
                    </a:lnTo>
                    <a:lnTo>
                      <a:pt x="553" y="462"/>
                    </a:lnTo>
                    <a:lnTo>
                      <a:pt x="561" y="504"/>
                    </a:lnTo>
                    <a:lnTo>
                      <a:pt x="564" y="548"/>
                    </a:lnTo>
                    <a:lnTo>
                      <a:pt x="562" y="587"/>
                    </a:lnTo>
                    <a:lnTo>
                      <a:pt x="555" y="626"/>
                    </a:lnTo>
                    <a:lnTo>
                      <a:pt x="542" y="664"/>
                    </a:lnTo>
                    <a:lnTo>
                      <a:pt x="526" y="700"/>
                    </a:lnTo>
                    <a:lnTo>
                      <a:pt x="452" y="657"/>
                    </a:lnTo>
                    <a:lnTo>
                      <a:pt x="468" y="622"/>
                    </a:lnTo>
                    <a:lnTo>
                      <a:pt x="477" y="585"/>
                    </a:lnTo>
                    <a:lnTo>
                      <a:pt x="480" y="548"/>
                    </a:lnTo>
                    <a:lnTo>
                      <a:pt x="477" y="509"/>
                    </a:lnTo>
                    <a:lnTo>
                      <a:pt x="468" y="473"/>
                    </a:lnTo>
                    <a:lnTo>
                      <a:pt x="453" y="438"/>
                    </a:lnTo>
                    <a:lnTo>
                      <a:pt x="434" y="406"/>
                    </a:lnTo>
                    <a:lnTo>
                      <a:pt x="410" y="379"/>
                    </a:lnTo>
                    <a:lnTo>
                      <a:pt x="383" y="355"/>
                    </a:lnTo>
                    <a:lnTo>
                      <a:pt x="351" y="336"/>
                    </a:lnTo>
                    <a:lnTo>
                      <a:pt x="316" y="321"/>
                    </a:lnTo>
                    <a:lnTo>
                      <a:pt x="280" y="312"/>
                    </a:lnTo>
                    <a:lnTo>
                      <a:pt x="241" y="309"/>
                    </a:lnTo>
                    <a:lnTo>
                      <a:pt x="208" y="311"/>
                    </a:lnTo>
                    <a:lnTo>
                      <a:pt x="176" y="319"/>
                    </a:lnTo>
                    <a:lnTo>
                      <a:pt x="144" y="330"/>
                    </a:lnTo>
                    <a:lnTo>
                      <a:pt x="104" y="255"/>
                    </a:lnTo>
                    <a:lnTo>
                      <a:pt x="136" y="242"/>
                    </a:lnTo>
                    <a:lnTo>
                      <a:pt x="171" y="232"/>
                    </a:lnTo>
                    <a:lnTo>
                      <a:pt x="205" y="227"/>
                    </a:lnTo>
                    <a:lnTo>
                      <a:pt x="241" y="225"/>
                    </a:lnTo>
                    <a:close/>
                    <a:moveTo>
                      <a:pt x="241" y="0"/>
                    </a:moveTo>
                    <a:lnTo>
                      <a:pt x="300" y="3"/>
                    </a:lnTo>
                    <a:lnTo>
                      <a:pt x="358" y="12"/>
                    </a:lnTo>
                    <a:lnTo>
                      <a:pt x="414" y="28"/>
                    </a:lnTo>
                    <a:lnTo>
                      <a:pt x="467" y="48"/>
                    </a:lnTo>
                    <a:lnTo>
                      <a:pt x="518" y="75"/>
                    </a:lnTo>
                    <a:lnTo>
                      <a:pt x="564" y="105"/>
                    </a:lnTo>
                    <a:lnTo>
                      <a:pt x="609" y="141"/>
                    </a:lnTo>
                    <a:lnTo>
                      <a:pt x="648" y="180"/>
                    </a:lnTo>
                    <a:lnTo>
                      <a:pt x="684" y="225"/>
                    </a:lnTo>
                    <a:lnTo>
                      <a:pt x="714" y="271"/>
                    </a:lnTo>
                    <a:lnTo>
                      <a:pt x="741" y="322"/>
                    </a:lnTo>
                    <a:lnTo>
                      <a:pt x="761" y="375"/>
                    </a:lnTo>
                    <a:lnTo>
                      <a:pt x="777" y="431"/>
                    </a:lnTo>
                    <a:lnTo>
                      <a:pt x="786" y="489"/>
                    </a:lnTo>
                    <a:lnTo>
                      <a:pt x="789" y="548"/>
                    </a:lnTo>
                    <a:lnTo>
                      <a:pt x="786" y="604"/>
                    </a:lnTo>
                    <a:lnTo>
                      <a:pt x="778" y="659"/>
                    </a:lnTo>
                    <a:lnTo>
                      <a:pt x="764" y="713"/>
                    </a:lnTo>
                    <a:lnTo>
                      <a:pt x="744" y="765"/>
                    </a:lnTo>
                    <a:lnTo>
                      <a:pt x="720" y="815"/>
                    </a:lnTo>
                    <a:lnTo>
                      <a:pt x="647" y="772"/>
                    </a:lnTo>
                    <a:lnTo>
                      <a:pt x="668" y="730"/>
                    </a:lnTo>
                    <a:lnTo>
                      <a:pt x="684" y="685"/>
                    </a:lnTo>
                    <a:lnTo>
                      <a:pt x="695" y="641"/>
                    </a:lnTo>
                    <a:lnTo>
                      <a:pt x="703" y="594"/>
                    </a:lnTo>
                    <a:lnTo>
                      <a:pt x="705" y="548"/>
                    </a:lnTo>
                    <a:lnTo>
                      <a:pt x="702" y="494"/>
                    </a:lnTo>
                    <a:lnTo>
                      <a:pt x="693" y="441"/>
                    </a:lnTo>
                    <a:lnTo>
                      <a:pt x="678" y="392"/>
                    </a:lnTo>
                    <a:lnTo>
                      <a:pt x="657" y="344"/>
                    </a:lnTo>
                    <a:lnTo>
                      <a:pt x="633" y="300"/>
                    </a:lnTo>
                    <a:lnTo>
                      <a:pt x="603" y="258"/>
                    </a:lnTo>
                    <a:lnTo>
                      <a:pt x="568" y="221"/>
                    </a:lnTo>
                    <a:lnTo>
                      <a:pt x="531" y="186"/>
                    </a:lnTo>
                    <a:lnTo>
                      <a:pt x="489" y="156"/>
                    </a:lnTo>
                    <a:lnTo>
                      <a:pt x="445" y="132"/>
                    </a:lnTo>
                    <a:lnTo>
                      <a:pt x="397" y="111"/>
                    </a:lnTo>
                    <a:lnTo>
                      <a:pt x="348" y="96"/>
                    </a:lnTo>
                    <a:lnTo>
                      <a:pt x="295" y="87"/>
                    </a:lnTo>
                    <a:lnTo>
                      <a:pt x="241" y="84"/>
                    </a:lnTo>
                    <a:lnTo>
                      <a:pt x="188" y="87"/>
                    </a:lnTo>
                    <a:lnTo>
                      <a:pt x="137" y="96"/>
                    </a:lnTo>
                    <a:lnTo>
                      <a:pt x="88" y="111"/>
                    </a:lnTo>
                    <a:lnTo>
                      <a:pt x="39" y="131"/>
                    </a:lnTo>
                    <a:lnTo>
                      <a:pt x="0" y="56"/>
                    </a:lnTo>
                    <a:lnTo>
                      <a:pt x="46" y="36"/>
                    </a:lnTo>
                    <a:lnTo>
                      <a:pt x="93" y="20"/>
                    </a:lnTo>
                    <a:lnTo>
                      <a:pt x="142" y="9"/>
                    </a:lnTo>
                    <a:lnTo>
                      <a:pt x="191" y="2"/>
                    </a:lnTo>
                    <a:lnTo>
                      <a:pt x="24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grpSp>
        <p:nvGrpSpPr>
          <p:cNvPr id="366" name="Group 365">
            <a:extLst>
              <a:ext uri="{FF2B5EF4-FFF2-40B4-BE49-F238E27FC236}">
                <a16:creationId xmlns:a16="http://schemas.microsoft.com/office/drawing/2014/main" id="{DFF888E7-E5D2-4297-BB73-FB6281E75B57}"/>
              </a:ext>
            </a:extLst>
          </p:cNvPr>
          <p:cNvGrpSpPr>
            <a:grpSpLocks noChangeAspect="1"/>
          </p:cNvGrpSpPr>
          <p:nvPr/>
        </p:nvGrpSpPr>
        <p:grpSpPr>
          <a:xfrm>
            <a:off x="9660325" y="3318216"/>
            <a:ext cx="598215" cy="411480"/>
            <a:chOff x="2940050" y="4010031"/>
            <a:chExt cx="574675" cy="395288"/>
          </a:xfrm>
        </p:grpSpPr>
        <p:sp useBgFill="1">
          <p:nvSpPr>
            <p:cNvPr id="367" name="Freeform 180">
              <a:extLst>
                <a:ext uri="{FF2B5EF4-FFF2-40B4-BE49-F238E27FC236}">
                  <a16:creationId xmlns:a16="http://schemas.microsoft.com/office/drawing/2014/main" id="{CD2E6CED-2C03-418F-B21D-4CA3E60A1ACB}"/>
                </a:ext>
              </a:extLst>
            </p:cNvPr>
            <p:cNvSpPr>
              <a:spLocks/>
            </p:cNvSpPr>
            <p:nvPr/>
          </p:nvSpPr>
          <p:spPr bwMode="auto">
            <a:xfrm>
              <a:off x="2940050" y="4010031"/>
              <a:ext cx="574675" cy="395288"/>
            </a:xfrm>
            <a:custGeom>
              <a:avLst/>
              <a:gdLst>
                <a:gd name="T0" fmla="*/ 1241 w 2534"/>
                <a:gd name="T1" fmla="*/ 0 h 1743"/>
                <a:gd name="T2" fmla="*/ 1272 w 2534"/>
                <a:gd name="T3" fmla="*/ 2 h 1743"/>
                <a:gd name="T4" fmla="*/ 1301 w 2534"/>
                <a:gd name="T5" fmla="*/ 7 h 1743"/>
                <a:gd name="T6" fmla="*/ 1330 w 2534"/>
                <a:gd name="T7" fmla="*/ 18 h 1743"/>
                <a:gd name="T8" fmla="*/ 1357 w 2534"/>
                <a:gd name="T9" fmla="*/ 32 h 1743"/>
                <a:gd name="T10" fmla="*/ 2425 w 2534"/>
                <a:gd name="T11" fmla="*/ 678 h 1743"/>
                <a:gd name="T12" fmla="*/ 2453 w 2534"/>
                <a:gd name="T13" fmla="*/ 698 h 1743"/>
                <a:gd name="T14" fmla="*/ 2477 w 2534"/>
                <a:gd name="T15" fmla="*/ 720 h 1743"/>
                <a:gd name="T16" fmla="*/ 2497 w 2534"/>
                <a:gd name="T17" fmla="*/ 747 h 1743"/>
                <a:gd name="T18" fmla="*/ 2513 w 2534"/>
                <a:gd name="T19" fmla="*/ 775 h 1743"/>
                <a:gd name="T20" fmla="*/ 2524 w 2534"/>
                <a:gd name="T21" fmla="*/ 806 h 1743"/>
                <a:gd name="T22" fmla="*/ 2532 w 2534"/>
                <a:gd name="T23" fmla="*/ 838 h 1743"/>
                <a:gd name="T24" fmla="*/ 2534 w 2534"/>
                <a:gd name="T25" fmla="*/ 872 h 1743"/>
                <a:gd name="T26" fmla="*/ 2532 w 2534"/>
                <a:gd name="T27" fmla="*/ 904 h 1743"/>
                <a:gd name="T28" fmla="*/ 2524 w 2534"/>
                <a:gd name="T29" fmla="*/ 936 h 1743"/>
                <a:gd name="T30" fmla="*/ 2513 w 2534"/>
                <a:gd name="T31" fmla="*/ 967 h 1743"/>
                <a:gd name="T32" fmla="*/ 2497 w 2534"/>
                <a:gd name="T33" fmla="*/ 995 h 1743"/>
                <a:gd name="T34" fmla="*/ 2477 w 2534"/>
                <a:gd name="T35" fmla="*/ 1022 h 1743"/>
                <a:gd name="T36" fmla="*/ 2453 w 2534"/>
                <a:gd name="T37" fmla="*/ 1044 h 1743"/>
                <a:gd name="T38" fmla="*/ 2426 w 2534"/>
                <a:gd name="T39" fmla="*/ 1064 h 1743"/>
                <a:gd name="T40" fmla="*/ 1358 w 2534"/>
                <a:gd name="T41" fmla="*/ 1710 h 1743"/>
                <a:gd name="T42" fmla="*/ 1331 w 2534"/>
                <a:gd name="T43" fmla="*/ 1725 h 1743"/>
                <a:gd name="T44" fmla="*/ 1302 w 2534"/>
                <a:gd name="T45" fmla="*/ 1735 h 1743"/>
                <a:gd name="T46" fmla="*/ 1272 w 2534"/>
                <a:gd name="T47" fmla="*/ 1741 h 1743"/>
                <a:gd name="T48" fmla="*/ 1241 w 2534"/>
                <a:gd name="T49" fmla="*/ 1743 h 1743"/>
                <a:gd name="T50" fmla="*/ 1211 w 2534"/>
                <a:gd name="T51" fmla="*/ 1741 h 1743"/>
                <a:gd name="T52" fmla="*/ 1182 w 2534"/>
                <a:gd name="T53" fmla="*/ 1736 h 1743"/>
                <a:gd name="T54" fmla="*/ 1153 w 2534"/>
                <a:gd name="T55" fmla="*/ 1725 h 1743"/>
                <a:gd name="T56" fmla="*/ 1126 w 2534"/>
                <a:gd name="T57" fmla="*/ 1711 h 1743"/>
                <a:gd name="T58" fmla="*/ 1068 w 2534"/>
                <a:gd name="T59" fmla="*/ 1676 h 1743"/>
                <a:gd name="T60" fmla="*/ 135 w 2534"/>
                <a:gd name="T61" fmla="*/ 1111 h 1743"/>
                <a:gd name="T62" fmla="*/ 105 w 2534"/>
                <a:gd name="T63" fmla="*/ 1090 h 1743"/>
                <a:gd name="T64" fmla="*/ 79 w 2534"/>
                <a:gd name="T65" fmla="*/ 1066 h 1743"/>
                <a:gd name="T66" fmla="*/ 56 w 2534"/>
                <a:gd name="T67" fmla="*/ 1038 h 1743"/>
                <a:gd name="T68" fmla="*/ 37 w 2534"/>
                <a:gd name="T69" fmla="*/ 1009 h 1743"/>
                <a:gd name="T70" fmla="*/ 21 w 2534"/>
                <a:gd name="T71" fmla="*/ 977 h 1743"/>
                <a:gd name="T72" fmla="*/ 9 w 2534"/>
                <a:gd name="T73" fmla="*/ 942 h 1743"/>
                <a:gd name="T74" fmla="*/ 3 w 2534"/>
                <a:gd name="T75" fmla="*/ 907 h 1743"/>
                <a:gd name="T76" fmla="*/ 0 w 2534"/>
                <a:gd name="T77" fmla="*/ 872 h 1743"/>
                <a:gd name="T78" fmla="*/ 3 w 2534"/>
                <a:gd name="T79" fmla="*/ 835 h 1743"/>
                <a:gd name="T80" fmla="*/ 9 w 2534"/>
                <a:gd name="T81" fmla="*/ 800 h 1743"/>
                <a:gd name="T82" fmla="*/ 21 w 2534"/>
                <a:gd name="T83" fmla="*/ 766 h 1743"/>
                <a:gd name="T84" fmla="*/ 37 w 2534"/>
                <a:gd name="T85" fmla="*/ 733 h 1743"/>
                <a:gd name="T86" fmla="*/ 56 w 2534"/>
                <a:gd name="T87" fmla="*/ 704 h 1743"/>
                <a:gd name="T88" fmla="*/ 79 w 2534"/>
                <a:gd name="T89" fmla="*/ 676 h 1743"/>
                <a:gd name="T90" fmla="*/ 105 w 2534"/>
                <a:gd name="T91" fmla="*/ 652 h 1743"/>
                <a:gd name="T92" fmla="*/ 136 w 2534"/>
                <a:gd name="T93" fmla="*/ 631 h 1743"/>
                <a:gd name="T94" fmla="*/ 1125 w 2534"/>
                <a:gd name="T95" fmla="*/ 32 h 1743"/>
                <a:gd name="T96" fmla="*/ 1152 w 2534"/>
                <a:gd name="T97" fmla="*/ 18 h 1743"/>
                <a:gd name="T98" fmla="*/ 1181 w 2534"/>
                <a:gd name="T99" fmla="*/ 7 h 1743"/>
                <a:gd name="T100" fmla="*/ 1210 w 2534"/>
                <a:gd name="T101" fmla="*/ 2 h 1743"/>
                <a:gd name="T102" fmla="*/ 1241 w 2534"/>
                <a:gd name="T103" fmla="*/ 0 h 1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34" h="1743">
                  <a:moveTo>
                    <a:pt x="1241" y="0"/>
                  </a:moveTo>
                  <a:lnTo>
                    <a:pt x="1272" y="2"/>
                  </a:lnTo>
                  <a:lnTo>
                    <a:pt x="1301" y="7"/>
                  </a:lnTo>
                  <a:lnTo>
                    <a:pt x="1330" y="18"/>
                  </a:lnTo>
                  <a:lnTo>
                    <a:pt x="1357" y="32"/>
                  </a:lnTo>
                  <a:lnTo>
                    <a:pt x="2425" y="678"/>
                  </a:lnTo>
                  <a:lnTo>
                    <a:pt x="2453" y="698"/>
                  </a:lnTo>
                  <a:lnTo>
                    <a:pt x="2477" y="720"/>
                  </a:lnTo>
                  <a:lnTo>
                    <a:pt x="2497" y="747"/>
                  </a:lnTo>
                  <a:lnTo>
                    <a:pt x="2513" y="775"/>
                  </a:lnTo>
                  <a:lnTo>
                    <a:pt x="2524" y="806"/>
                  </a:lnTo>
                  <a:lnTo>
                    <a:pt x="2532" y="838"/>
                  </a:lnTo>
                  <a:lnTo>
                    <a:pt x="2534" y="872"/>
                  </a:lnTo>
                  <a:lnTo>
                    <a:pt x="2532" y="904"/>
                  </a:lnTo>
                  <a:lnTo>
                    <a:pt x="2524" y="936"/>
                  </a:lnTo>
                  <a:lnTo>
                    <a:pt x="2513" y="967"/>
                  </a:lnTo>
                  <a:lnTo>
                    <a:pt x="2497" y="995"/>
                  </a:lnTo>
                  <a:lnTo>
                    <a:pt x="2477" y="1022"/>
                  </a:lnTo>
                  <a:lnTo>
                    <a:pt x="2453" y="1044"/>
                  </a:lnTo>
                  <a:lnTo>
                    <a:pt x="2426" y="1064"/>
                  </a:lnTo>
                  <a:lnTo>
                    <a:pt x="1358" y="1710"/>
                  </a:lnTo>
                  <a:lnTo>
                    <a:pt x="1331" y="1725"/>
                  </a:lnTo>
                  <a:lnTo>
                    <a:pt x="1302" y="1735"/>
                  </a:lnTo>
                  <a:lnTo>
                    <a:pt x="1272" y="1741"/>
                  </a:lnTo>
                  <a:lnTo>
                    <a:pt x="1241" y="1743"/>
                  </a:lnTo>
                  <a:lnTo>
                    <a:pt x="1211" y="1741"/>
                  </a:lnTo>
                  <a:lnTo>
                    <a:pt x="1182" y="1736"/>
                  </a:lnTo>
                  <a:lnTo>
                    <a:pt x="1153" y="1725"/>
                  </a:lnTo>
                  <a:lnTo>
                    <a:pt x="1126" y="1711"/>
                  </a:lnTo>
                  <a:lnTo>
                    <a:pt x="1068" y="1676"/>
                  </a:lnTo>
                  <a:lnTo>
                    <a:pt x="135" y="1111"/>
                  </a:lnTo>
                  <a:lnTo>
                    <a:pt x="105" y="1090"/>
                  </a:lnTo>
                  <a:lnTo>
                    <a:pt x="79" y="1066"/>
                  </a:lnTo>
                  <a:lnTo>
                    <a:pt x="56" y="1038"/>
                  </a:lnTo>
                  <a:lnTo>
                    <a:pt x="37" y="1009"/>
                  </a:lnTo>
                  <a:lnTo>
                    <a:pt x="21" y="977"/>
                  </a:lnTo>
                  <a:lnTo>
                    <a:pt x="9" y="942"/>
                  </a:lnTo>
                  <a:lnTo>
                    <a:pt x="3" y="907"/>
                  </a:lnTo>
                  <a:lnTo>
                    <a:pt x="0" y="872"/>
                  </a:lnTo>
                  <a:lnTo>
                    <a:pt x="3" y="835"/>
                  </a:lnTo>
                  <a:lnTo>
                    <a:pt x="9" y="800"/>
                  </a:lnTo>
                  <a:lnTo>
                    <a:pt x="21" y="766"/>
                  </a:lnTo>
                  <a:lnTo>
                    <a:pt x="37" y="733"/>
                  </a:lnTo>
                  <a:lnTo>
                    <a:pt x="56" y="704"/>
                  </a:lnTo>
                  <a:lnTo>
                    <a:pt x="79" y="676"/>
                  </a:lnTo>
                  <a:lnTo>
                    <a:pt x="105" y="652"/>
                  </a:lnTo>
                  <a:lnTo>
                    <a:pt x="136" y="631"/>
                  </a:lnTo>
                  <a:lnTo>
                    <a:pt x="1125" y="32"/>
                  </a:lnTo>
                  <a:lnTo>
                    <a:pt x="1152" y="18"/>
                  </a:lnTo>
                  <a:lnTo>
                    <a:pt x="1181" y="7"/>
                  </a:lnTo>
                  <a:lnTo>
                    <a:pt x="1210" y="2"/>
                  </a:lnTo>
                  <a:lnTo>
                    <a:pt x="1241"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68" name="Freeform 181">
              <a:extLst>
                <a:ext uri="{FF2B5EF4-FFF2-40B4-BE49-F238E27FC236}">
                  <a16:creationId xmlns:a16="http://schemas.microsoft.com/office/drawing/2014/main" id="{BC2F111F-069D-4F5A-AEC5-818F3C6F50E8}"/>
                </a:ext>
              </a:extLst>
            </p:cNvPr>
            <p:cNvSpPr>
              <a:spLocks/>
            </p:cNvSpPr>
            <p:nvPr/>
          </p:nvSpPr>
          <p:spPr bwMode="auto">
            <a:xfrm>
              <a:off x="2965450" y="4035431"/>
              <a:ext cx="523875" cy="344488"/>
            </a:xfrm>
            <a:custGeom>
              <a:avLst/>
              <a:gdLst>
                <a:gd name="T0" fmla="*/ 1128 w 2309"/>
                <a:gd name="T1" fmla="*/ 0 h 1519"/>
                <a:gd name="T2" fmla="*/ 1148 w 2309"/>
                <a:gd name="T3" fmla="*/ 2 h 1519"/>
                <a:gd name="T4" fmla="*/ 1168 w 2309"/>
                <a:gd name="T5" fmla="*/ 7 h 1519"/>
                <a:gd name="T6" fmla="*/ 1186 w 2309"/>
                <a:gd name="T7" fmla="*/ 16 h 1519"/>
                <a:gd name="T8" fmla="*/ 2254 w 2309"/>
                <a:gd name="T9" fmla="*/ 663 h 1519"/>
                <a:gd name="T10" fmla="*/ 2273 w 2309"/>
                <a:gd name="T11" fmla="*/ 677 h 1519"/>
                <a:gd name="T12" fmla="*/ 2288 w 2309"/>
                <a:gd name="T13" fmla="*/ 694 h 1519"/>
                <a:gd name="T14" fmla="*/ 2300 w 2309"/>
                <a:gd name="T15" fmla="*/ 714 h 1519"/>
                <a:gd name="T16" fmla="*/ 2306 w 2309"/>
                <a:gd name="T17" fmla="*/ 736 h 1519"/>
                <a:gd name="T18" fmla="*/ 2309 w 2309"/>
                <a:gd name="T19" fmla="*/ 760 h 1519"/>
                <a:gd name="T20" fmla="*/ 2306 w 2309"/>
                <a:gd name="T21" fmla="*/ 782 h 1519"/>
                <a:gd name="T22" fmla="*/ 2300 w 2309"/>
                <a:gd name="T23" fmla="*/ 804 h 1519"/>
                <a:gd name="T24" fmla="*/ 2288 w 2309"/>
                <a:gd name="T25" fmla="*/ 824 h 1519"/>
                <a:gd name="T26" fmla="*/ 2273 w 2309"/>
                <a:gd name="T27" fmla="*/ 841 h 1519"/>
                <a:gd name="T28" fmla="*/ 2254 w 2309"/>
                <a:gd name="T29" fmla="*/ 856 h 1519"/>
                <a:gd name="T30" fmla="*/ 1187 w 2309"/>
                <a:gd name="T31" fmla="*/ 1502 h 1519"/>
                <a:gd name="T32" fmla="*/ 1168 w 2309"/>
                <a:gd name="T33" fmla="*/ 1512 h 1519"/>
                <a:gd name="T34" fmla="*/ 1148 w 2309"/>
                <a:gd name="T35" fmla="*/ 1517 h 1519"/>
                <a:gd name="T36" fmla="*/ 1128 w 2309"/>
                <a:gd name="T37" fmla="*/ 1519 h 1519"/>
                <a:gd name="T38" fmla="*/ 1109 w 2309"/>
                <a:gd name="T39" fmla="*/ 1517 h 1519"/>
                <a:gd name="T40" fmla="*/ 1089 w 2309"/>
                <a:gd name="T41" fmla="*/ 1512 h 1519"/>
                <a:gd name="T42" fmla="*/ 1071 w 2309"/>
                <a:gd name="T43" fmla="*/ 1503 h 1519"/>
                <a:gd name="T44" fmla="*/ 1013 w 2309"/>
                <a:gd name="T45" fmla="*/ 1468 h 1519"/>
                <a:gd name="T46" fmla="*/ 81 w 2309"/>
                <a:gd name="T47" fmla="*/ 903 h 1519"/>
                <a:gd name="T48" fmla="*/ 57 w 2309"/>
                <a:gd name="T49" fmla="*/ 886 h 1519"/>
                <a:gd name="T50" fmla="*/ 38 w 2309"/>
                <a:gd name="T51" fmla="*/ 865 h 1519"/>
                <a:gd name="T52" fmla="*/ 21 w 2309"/>
                <a:gd name="T53" fmla="*/ 842 h 1519"/>
                <a:gd name="T54" fmla="*/ 9 w 2309"/>
                <a:gd name="T55" fmla="*/ 816 h 1519"/>
                <a:gd name="T56" fmla="*/ 2 w 2309"/>
                <a:gd name="T57" fmla="*/ 788 h 1519"/>
                <a:gd name="T58" fmla="*/ 0 w 2309"/>
                <a:gd name="T59" fmla="*/ 760 h 1519"/>
                <a:gd name="T60" fmla="*/ 2 w 2309"/>
                <a:gd name="T61" fmla="*/ 730 h 1519"/>
                <a:gd name="T62" fmla="*/ 9 w 2309"/>
                <a:gd name="T63" fmla="*/ 702 h 1519"/>
                <a:gd name="T64" fmla="*/ 21 w 2309"/>
                <a:gd name="T65" fmla="*/ 676 h 1519"/>
                <a:gd name="T66" fmla="*/ 38 w 2309"/>
                <a:gd name="T67" fmla="*/ 653 h 1519"/>
                <a:gd name="T68" fmla="*/ 58 w 2309"/>
                <a:gd name="T69" fmla="*/ 632 h 1519"/>
                <a:gd name="T70" fmla="*/ 81 w 2309"/>
                <a:gd name="T71" fmla="*/ 615 h 1519"/>
                <a:gd name="T72" fmla="*/ 1070 w 2309"/>
                <a:gd name="T73" fmla="*/ 16 h 1519"/>
                <a:gd name="T74" fmla="*/ 1088 w 2309"/>
                <a:gd name="T75" fmla="*/ 7 h 1519"/>
                <a:gd name="T76" fmla="*/ 1108 w 2309"/>
                <a:gd name="T77" fmla="*/ 2 h 1519"/>
                <a:gd name="T78" fmla="*/ 1128 w 2309"/>
                <a:gd name="T79"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309" h="1519">
                  <a:moveTo>
                    <a:pt x="1128" y="0"/>
                  </a:moveTo>
                  <a:lnTo>
                    <a:pt x="1148" y="2"/>
                  </a:lnTo>
                  <a:lnTo>
                    <a:pt x="1168" y="7"/>
                  </a:lnTo>
                  <a:lnTo>
                    <a:pt x="1186" y="16"/>
                  </a:lnTo>
                  <a:lnTo>
                    <a:pt x="2254" y="663"/>
                  </a:lnTo>
                  <a:lnTo>
                    <a:pt x="2273" y="677"/>
                  </a:lnTo>
                  <a:lnTo>
                    <a:pt x="2288" y="694"/>
                  </a:lnTo>
                  <a:lnTo>
                    <a:pt x="2300" y="714"/>
                  </a:lnTo>
                  <a:lnTo>
                    <a:pt x="2306" y="736"/>
                  </a:lnTo>
                  <a:lnTo>
                    <a:pt x="2309" y="760"/>
                  </a:lnTo>
                  <a:lnTo>
                    <a:pt x="2306" y="782"/>
                  </a:lnTo>
                  <a:lnTo>
                    <a:pt x="2300" y="804"/>
                  </a:lnTo>
                  <a:lnTo>
                    <a:pt x="2288" y="824"/>
                  </a:lnTo>
                  <a:lnTo>
                    <a:pt x="2273" y="841"/>
                  </a:lnTo>
                  <a:lnTo>
                    <a:pt x="2254" y="856"/>
                  </a:lnTo>
                  <a:lnTo>
                    <a:pt x="1187" y="1502"/>
                  </a:lnTo>
                  <a:lnTo>
                    <a:pt x="1168" y="1512"/>
                  </a:lnTo>
                  <a:lnTo>
                    <a:pt x="1148" y="1517"/>
                  </a:lnTo>
                  <a:lnTo>
                    <a:pt x="1128" y="1519"/>
                  </a:lnTo>
                  <a:lnTo>
                    <a:pt x="1109" y="1517"/>
                  </a:lnTo>
                  <a:lnTo>
                    <a:pt x="1089" y="1512"/>
                  </a:lnTo>
                  <a:lnTo>
                    <a:pt x="1071" y="1503"/>
                  </a:lnTo>
                  <a:lnTo>
                    <a:pt x="1013" y="1468"/>
                  </a:lnTo>
                  <a:lnTo>
                    <a:pt x="81" y="903"/>
                  </a:lnTo>
                  <a:lnTo>
                    <a:pt x="57" y="886"/>
                  </a:lnTo>
                  <a:lnTo>
                    <a:pt x="38" y="865"/>
                  </a:lnTo>
                  <a:lnTo>
                    <a:pt x="21" y="842"/>
                  </a:lnTo>
                  <a:lnTo>
                    <a:pt x="9" y="816"/>
                  </a:lnTo>
                  <a:lnTo>
                    <a:pt x="2" y="788"/>
                  </a:lnTo>
                  <a:lnTo>
                    <a:pt x="0" y="760"/>
                  </a:lnTo>
                  <a:lnTo>
                    <a:pt x="2" y="730"/>
                  </a:lnTo>
                  <a:lnTo>
                    <a:pt x="9" y="702"/>
                  </a:lnTo>
                  <a:lnTo>
                    <a:pt x="21" y="676"/>
                  </a:lnTo>
                  <a:lnTo>
                    <a:pt x="38" y="653"/>
                  </a:lnTo>
                  <a:lnTo>
                    <a:pt x="58" y="632"/>
                  </a:lnTo>
                  <a:lnTo>
                    <a:pt x="81" y="615"/>
                  </a:lnTo>
                  <a:lnTo>
                    <a:pt x="1070" y="16"/>
                  </a:lnTo>
                  <a:lnTo>
                    <a:pt x="1088" y="7"/>
                  </a:lnTo>
                  <a:lnTo>
                    <a:pt x="1108" y="2"/>
                  </a:lnTo>
                  <a:lnTo>
                    <a:pt x="112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69" name="Freeform 182">
              <a:extLst>
                <a:ext uri="{FF2B5EF4-FFF2-40B4-BE49-F238E27FC236}">
                  <a16:creationId xmlns:a16="http://schemas.microsoft.com/office/drawing/2014/main" id="{6A378A65-0510-409B-BDBC-069FA088238F}"/>
                </a:ext>
              </a:extLst>
            </p:cNvPr>
            <p:cNvSpPr>
              <a:spLocks/>
            </p:cNvSpPr>
            <p:nvPr/>
          </p:nvSpPr>
          <p:spPr bwMode="auto">
            <a:xfrm>
              <a:off x="2990850" y="4060831"/>
              <a:ext cx="473075" cy="292100"/>
            </a:xfrm>
            <a:custGeom>
              <a:avLst/>
              <a:gdLst>
                <a:gd name="T0" fmla="*/ 1016 w 2084"/>
                <a:gd name="T1" fmla="*/ 0 h 1293"/>
                <a:gd name="T2" fmla="*/ 2084 w 2084"/>
                <a:gd name="T3" fmla="*/ 647 h 1293"/>
                <a:gd name="T4" fmla="*/ 1016 w 2084"/>
                <a:gd name="T5" fmla="*/ 1293 h 1293"/>
                <a:gd name="T6" fmla="*/ 958 w 2084"/>
                <a:gd name="T7" fmla="*/ 1259 h 1293"/>
                <a:gd name="T8" fmla="*/ 27 w 2084"/>
                <a:gd name="T9" fmla="*/ 694 h 1293"/>
                <a:gd name="T10" fmla="*/ 16 w 2084"/>
                <a:gd name="T11" fmla="*/ 686 h 1293"/>
                <a:gd name="T12" fmla="*/ 7 w 2084"/>
                <a:gd name="T13" fmla="*/ 674 h 1293"/>
                <a:gd name="T14" fmla="*/ 2 w 2084"/>
                <a:gd name="T15" fmla="*/ 660 h 1293"/>
                <a:gd name="T16" fmla="*/ 0 w 2084"/>
                <a:gd name="T17" fmla="*/ 647 h 1293"/>
                <a:gd name="T18" fmla="*/ 2 w 2084"/>
                <a:gd name="T19" fmla="*/ 632 h 1293"/>
                <a:gd name="T20" fmla="*/ 7 w 2084"/>
                <a:gd name="T21" fmla="*/ 619 h 1293"/>
                <a:gd name="T22" fmla="*/ 16 w 2084"/>
                <a:gd name="T23" fmla="*/ 607 h 1293"/>
                <a:gd name="T24" fmla="*/ 27 w 2084"/>
                <a:gd name="T25" fmla="*/ 598 h 1293"/>
                <a:gd name="T26" fmla="*/ 1016 w 2084"/>
                <a:gd name="T27" fmla="*/ 0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84" h="1293">
                  <a:moveTo>
                    <a:pt x="1016" y="0"/>
                  </a:moveTo>
                  <a:lnTo>
                    <a:pt x="2084" y="647"/>
                  </a:lnTo>
                  <a:lnTo>
                    <a:pt x="1016" y="1293"/>
                  </a:lnTo>
                  <a:lnTo>
                    <a:pt x="958" y="1259"/>
                  </a:lnTo>
                  <a:lnTo>
                    <a:pt x="27" y="694"/>
                  </a:lnTo>
                  <a:lnTo>
                    <a:pt x="16" y="686"/>
                  </a:lnTo>
                  <a:lnTo>
                    <a:pt x="7" y="674"/>
                  </a:lnTo>
                  <a:lnTo>
                    <a:pt x="2" y="660"/>
                  </a:lnTo>
                  <a:lnTo>
                    <a:pt x="0" y="647"/>
                  </a:lnTo>
                  <a:lnTo>
                    <a:pt x="2" y="632"/>
                  </a:lnTo>
                  <a:lnTo>
                    <a:pt x="7" y="619"/>
                  </a:lnTo>
                  <a:lnTo>
                    <a:pt x="16" y="607"/>
                  </a:lnTo>
                  <a:lnTo>
                    <a:pt x="27" y="598"/>
                  </a:lnTo>
                  <a:lnTo>
                    <a:pt x="1016"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70" name="Freeform 183">
              <a:extLst>
                <a:ext uri="{FF2B5EF4-FFF2-40B4-BE49-F238E27FC236}">
                  <a16:creationId xmlns:a16="http://schemas.microsoft.com/office/drawing/2014/main" id="{1812EE31-DC10-4E88-B062-99CE9C8904C4}"/>
                </a:ext>
              </a:extLst>
            </p:cNvPr>
            <p:cNvSpPr>
              <a:spLocks/>
            </p:cNvSpPr>
            <p:nvPr/>
          </p:nvSpPr>
          <p:spPr bwMode="auto">
            <a:xfrm>
              <a:off x="2978150" y="4114806"/>
              <a:ext cx="258763" cy="155575"/>
            </a:xfrm>
            <a:custGeom>
              <a:avLst/>
              <a:gdLst>
                <a:gd name="T0" fmla="*/ 672 w 1135"/>
                <a:gd name="T1" fmla="*/ 0 h 689"/>
                <a:gd name="T2" fmla="*/ 1135 w 1135"/>
                <a:gd name="T3" fmla="*/ 280 h 689"/>
                <a:gd name="T4" fmla="*/ 466 w 1135"/>
                <a:gd name="T5" fmla="*/ 689 h 689"/>
                <a:gd name="T6" fmla="*/ 0 w 1135"/>
                <a:gd name="T7" fmla="*/ 407 h 689"/>
                <a:gd name="T8" fmla="*/ 672 w 1135"/>
                <a:gd name="T9" fmla="*/ 0 h 689"/>
              </a:gdLst>
              <a:ahLst/>
              <a:cxnLst>
                <a:cxn ang="0">
                  <a:pos x="T0" y="T1"/>
                </a:cxn>
                <a:cxn ang="0">
                  <a:pos x="T2" y="T3"/>
                </a:cxn>
                <a:cxn ang="0">
                  <a:pos x="T4" y="T5"/>
                </a:cxn>
                <a:cxn ang="0">
                  <a:pos x="T6" y="T7"/>
                </a:cxn>
                <a:cxn ang="0">
                  <a:pos x="T8" y="T9"/>
                </a:cxn>
              </a:cxnLst>
              <a:rect l="0" t="0" r="r" b="b"/>
              <a:pathLst>
                <a:path w="1135" h="689">
                  <a:moveTo>
                    <a:pt x="672" y="0"/>
                  </a:moveTo>
                  <a:lnTo>
                    <a:pt x="1135" y="280"/>
                  </a:lnTo>
                  <a:lnTo>
                    <a:pt x="466" y="689"/>
                  </a:lnTo>
                  <a:lnTo>
                    <a:pt x="0" y="407"/>
                  </a:lnTo>
                  <a:lnTo>
                    <a:pt x="672" y="0"/>
                  </a:lnTo>
                  <a:close/>
                </a:path>
              </a:pathLst>
            </a:custGeom>
            <a:solidFill>
              <a:srgbClr val="DDECB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71" name="Freeform 184">
              <a:extLst>
                <a:ext uri="{FF2B5EF4-FFF2-40B4-BE49-F238E27FC236}">
                  <a16:creationId xmlns:a16="http://schemas.microsoft.com/office/drawing/2014/main" id="{00DF50C2-3548-46C3-8663-6958D1CF5C59}"/>
                </a:ext>
              </a:extLst>
            </p:cNvPr>
            <p:cNvSpPr>
              <a:spLocks noEditPoints="1"/>
            </p:cNvSpPr>
            <p:nvPr/>
          </p:nvSpPr>
          <p:spPr bwMode="auto">
            <a:xfrm>
              <a:off x="3084513" y="4122744"/>
              <a:ext cx="379413" cy="230188"/>
            </a:xfrm>
            <a:custGeom>
              <a:avLst/>
              <a:gdLst>
                <a:gd name="T0" fmla="*/ 406 w 1670"/>
                <a:gd name="T1" fmla="*/ 402 h 1015"/>
                <a:gd name="T2" fmla="*/ 1012 w 1670"/>
                <a:gd name="T3" fmla="*/ 767 h 1015"/>
                <a:gd name="T4" fmla="*/ 602 w 1670"/>
                <a:gd name="T5" fmla="*/ 1015 h 1015"/>
                <a:gd name="T6" fmla="*/ 544 w 1670"/>
                <a:gd name="T7" fmla="*/ 981 h 1015"/>
                <a:gd name="T8" fmla="*/ 0 w 1670"/>
                <a:gd name="T9" fmla="*/ 651 h 1015"/>
                <a:gd name="T10" fmla="*/ 406 w 1670"/>
                <a:gd name="T11" fmla="*/ 402 h 1015"/>
                <a:gd name="T12" fmla="*/ 1063 w 1670"/>
                <a:gd name="T13" fmla="*/ 0 h 1015"/>
                <a:gd name="T14" fmla="*/ 1670 w 1670"/>
                <a:gd name="T15" fmla="*/ 369 h 1015"/>
                <a:gd name="T16" fmla="*/ 1275 w 1670"/>
                <a:gd name="T17" fmla="*/ 607 h 1015"/>
                <a:gd name="T18" fmla="*/ 669 w 1670"/>
                <a:gd name="T19" fmla="*/ 242 h 1015"/>
                <a:gd name="T20" fmla="*/ 1063 w 1670"/>
                <a:gd name="T21" fmla="*/ 0 h 10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70" h="1015">
                  <a:moveTo>
                    <a:pt x="406" y="402"/>
                  </a:moveTo>
                  <a:lnTo>
                    <a:pt x="1012" y="767"/>
                  </a:lnTo>
                  <a:lnTo>
                    <a:pt x="602" y="1015"/>
                  </a:lnTo>
                  <a:lnTo>
                    <a:pt x="544" y="981"/>
                  </a:lnTo>
                  <a:lnTo>
                    <a:pt x="0" y="651"/>
                  </a:lnTo>
                  <a:lnTo>
                    <a:pt x="406" y="402"/>
                  </a:lnTo>
                  <a:close/>
                  <a:moveTo>
                    <a:pt x="1063" y="0"/>
                  </a:moveTo>
                  <a:lnTo>
                    <a:pt x="1670" y="369"/>
                  </a:lnTo>
                  <a:lnTo>
                    <a:pt x="1275" y="607"/>
                  </a:lnTo>
                  <a:lnTo>
                    <a:pt x="669" y="242"/>
                  </a:lnTo>
                  <a:lnTo>
                    <a:pt x="1063" y="0"/>
                  </a:lnTo>
                  <a:close/>
                </a:path>
              </a:pathLst>
            </a:custGeom>
            <a:solidFill>
              <a:srgbClr val="6BBD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372" name="Group 371">
            <a:extLst>
              <a:ext uri="{FF2B5EF4-FFF2-40B4-BE49-F238E27FC236}">
                <a16:creationId xmlns:a16="http://schemas.microsoft.com/office/drawing/2014/main" id="{1D9968E7-739F-48CB-9D74-4F461E31857C}"/>
              </a:ext>
            </a:extLst>
          </p:cNvPr>
          <p:cNvGrpSpPr>
            <a:grpSpLocks noChangeAspect="1"/>
          </p:cNvGrpSpPr>
          <p:nvPr/>
        </p:nvGrpSpPr>
        <p:grpSpPr>
          <a:xfrm>
            <a:off x="10666165" y="3318216"/>
            <a:ext cx="611435" cy="411480"/>
            <a:chOff x="3957638" y="4021143"/>
            <a:chExt cx="587375" cy="395288"/>
          </a:xfrm>
        </p:grpSpPr>
        <p:sp useBgFill="1">
          <p:nvSpPr>
            <p:cNvPr id="373" name="Freeform 189">
              <a:extLst>
                <a:ext uri="{FF2B5EF4-FFF2-40B4-BE49-F238E27FC236}">
                  <a16:creationId xmlns:a16="http://schemas.microsoft.com/office/drawing/2014/main" id="{807B43C0-A0A0-4147-A006-6B46CAD0D239}"/>
                </a:ext>
              </a:extLst>
            </p:cNvPr>
            <p:cNvSpPr>
              <a:spLocks/>
            </p:cNvSpPr>
            <p:nvPr/>
          </p:nvSpPr>
          <p:spPr bwMode="auto">
            <a:xfrm>
              <a:off x="3957638" y="4021143"/>
              <a:ext cx="587375" cy="395288"/>
            </a:xfrm>
            <a:custGeom>
              <a:avLst/>
              <a:gdLst>
                <a:gd name="T0" fmla="*/ 1293 w 2586"/>
                <a:gd name="T1" fmla="*/ 0 h 1743"/>
                <a:gd name="T2" fmla="*/ 1324 w 2586"/>
                <a:gd name="T3" fmla="*/ 2 h 1743"/>
                <a:gd name="T4" fmla="*/ 1353 w 2586"/>
                <a:gd name="T5" fmla="*/ 7 h 1743"/>
                <a:gd name="T6" fmla="*/ 1382 w 2586"/>
                <a:gd name="T7" fmla="*/ 18 h 1743"/>
                <a:gd name="T8" fmla="*/ 1409 w 2586"/>
                <a:gd name="T9" fmla="*/ 32 h 1743"/>
                <a:gd name="T10" fmla="*/ 2478 w 2586"/>
                <a:gd name="T11" fmla="*/ 678 h 1743"/>
                <a:gd name="T12" fmla="*/ 2505 w 2586"/>
                <a:gd name="T13" fmla="*/ 698 h 1743"/>
                <a:gd name="T14" fmla="*/ 2529 w 2586"/>
                <a:gd name="T15" fmla="*/ 720 h 1743"/>
                <a:gd name="T16" fmla="*/ 2549 w 2586"/>
                <a:gd name="T17" fmla="*/ 747 h 1743"/>
                <a:gd name="T18" fmla="*/ 2565 w 2586"/>
                <a:gd name="T19" fmla="*/ 775 h 1743"/>
                <a:gd name="T20" fmla="*/ 2576 w 2586"/>
                <a:gd name="T21" fmla="*/ 806 h 1743"/>
                <a:gd name="T22" fmla="*/ 2584 w 2586"/>
                <a:gd name="T23" fmla="*/ 838 h 1743"/>
                <a:gd name="T24" fmla="*/ 2586 w 2586"/>
                <a:gd name="T25" fmla="*/ 872 h 1743"/>
                <a:gd name="T26" fmla="*/ 2584 w 2586"/>
                <a:gd name="T27" fmla="*/ 904 h 1743"/>
                <a:gd name="T28" fmla="*/ 2576 w 2586"/>
                <a:gd name="T29" fmla="*/ 936 h 1743"/>
                <a:gd name="T30" fmla="*/ 2565 w 2586"/>
                <a:gd name="T31" fmla="*/ 967 h 1743"/>
                <a:gd name="T32" fmla="*/ 2549 w 2586"/>
                <a:gd name="T33" fmla="*/ 995 h 1743"/>
                <a:gd name="T34" fmla="*/ 2529 w 2586"/>
                <a:gd name="T35" fmla="*/ 1022 h 1743"/>
                <a:gd name="T36" fmla="*/ 2505 w 2586"/>
                <a:gd name="T37" fmla="*/ 1044 h 1743"/>
                <a:gd name="T38" fmla="*/ 2478 w 2586"/>
                <a:gd name="T39" fmla="*/ 1064 h 1743"/>
                <a:gd name="T40" fmla="*/ 1410 w 2586"/>
                <a:gd name="T41" fmla="*/ 1710 h 1743"/>
                <a:gd name="T42" fmla="*/ 1383 w 2586"/>
                <a:gd name="T43" fmla="*/ 1725 h 1743"/>
                <a:gd name="T44" fmla="*/ 1354 w 2586"/>
                <a:gd name="T45" fmla="*/ 1735 h 1743"/>
                <a:gd name="T46" fmla="*/ 1324 w 2586"/>
                <a:gd name="T47" fmla="*/ 1741 h 1743"/>
                <a:gd name="T48" fmla="*/ 1293 w 2586"/>
                <a:gd name="T49" fmla="*/ 1743 h 1743"/>
                <a:gd name="T50" fmla="*/ 1263 w 2586"/>
                <a:gd name="T51" fmla="*/ 1741 h 1743"/>
                <a:gd name="T52" fmla="*/ 1234 w 2586"/>
                <a:gd name="T53" fmla="*/ 1736 h 1743"/>
                <a:gd name="T54" fmla="*/ 1205 w 2586"/>
                <a:gd name="T55" fmla="*/ 1725 h 1743"/>
                <a:gd name="T56" fmla="*/ 1178 w 2586"/>
                <a:gd name="T57" fmla="*/ 1711 h 1743"/>
                <a:gd name="T58" fmla="*/ 1120 w 2586"/>
                <a:gd name="T59" fmla="*/ 1676 h 1743"/>
                <a:gd name="T60" fmla="*/ 108 w 2586"/>
                <a:gd name="T61" fmla="*/ 1064 h 1743"/>
                <a:gd name="T62" fmla="*/ 81 w 2586"/>
                <a:gd name="T63" fmla="*/ 1044 h 1743"/>
                <a:gd name="T64" fmla="*/ 57 w 2586"/>
                <a:gd name="T65" fmla="*/ 1022 h 1743"/>
                <a:gd name="T66" fmla="*/ 37 w 2586"/>
                <a:gd name="T67" fmla="*/ 995 h 1743"/>
                <a:gd name="T68" fmla="*/ 21 w 2586"/>
                <a:gd name="T69" fmla="*/ 967 h 1743"/>
                <a:gd name="T70" fmla="*/ 10 w 2586"/>
                <a:gd name="T71" fmla="*/ 936 h 1743"/>
                <a:gd name="T72" fmla="*/ 2 w 2586"/>
                <a:gd name="T73" fmla="*/ 904 h 1743"/>
                <a:gd name="T74" fmla="*/ 0 w 2586"/>
                <a:gd name="T75" fmla="*/ 872 h 1743"/>
                <a:gd name="T76" fmla="*/ 2 w 2586"/>
                <a:gd name="T77" fmla="*/ 838 h 1743"/>
                <a:gd name="T78" fmla="*/ 10 w 2586"/>
                <a:gd name="T79" fmla="*/ 806 h 1743"/>
                <a:gd name="T80" fmla="*/ 21 w 2586"/>
                <a:gd name="T81" fmla="*/ 775 h 1743"/>
                <a:gd name="T82" fmla="*/ 38 w 2586"/>
                <a:gd name="T83" fmla="*/ 747 h 1743"/>
                <a:gd name="T84" fmla="*/ 57 w 2586"/>
                <a:gd name="T85" fmla="*/ 720 h 1743"/>
                <a:gd name="T86" fmla="*/ 81 w 2586"/>
                <a:gd name="T87" fmla="*/ 698 h 1743"/>
                <a:gd name="T88" fmla="*/ 108 w 2586"/>
                <a:gd name="T89" fmla="*/ 678 h 1743"/>
                <a:gd name="T90" fmla="*/ 1177 w 2586"/>
                <a:gd name="T91" fmla="*/ 32 h 1743"/>
                <a:gd name="T92" fmla="*/ 1204 w 2586"/>
                <a:gd name="T93" fmla="*/ 18 h 1743"/>
                <a:gd name="T94" fmla="*/ 1233 w 2586"/>
                <a:gd name="T95" fmla="*/ 7 h 1743"/>
                <a:gd name="T96" fmla="*/ 1262 w 2586"/>
                <a:gd name="T97" fmla="*/ 2 h 1743"/>
                <a:gd name="T98" fmla="*/ 1293 w 2586"/>
                <a:gd name="T99" fmla="*/ 0 h 1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86" h="1743">
                  <a:moveTo>
                    <a:pt x="1293" y="0"/>
                  </a:moveTo>
                  <a:lnTo>
                    <a:pt x="1324" y="2"/>
                  </a:lnTo>
                  <a:lnTo>
                    <a:pt x="1353" y="7"/>
                  </a:lnTo>
                  <a:lnTo>
                    <a:pt x="1382" y="18"/>
                  </a:lnTo>
                  <a:lnTo>
                    <a:pt x="1409" y="32"/>
                  </a:lnTo>
                  <a:lnTo>
                    <a:pt x="2478" y="678"/>
                  </a:lnTo>
                  <a:lnTo>
                    <a:pt x="2505" y="698"/>
                  </a:lnTo>
                  <a:lnTo>
                    <a:pt x="2529" y="720"/>
                  </a:lnTo>
                  <a:lnTo>
                    <a:pt x="2549" y="747"/>
                  </a:lnTo>
                  <a:lnTo>
                    <a:pt x="2565" y="775"/>
                  </a:lnTo>
                  <a:lnTo>
                    <a:pt x="2576" y="806"/>
                  </a:lnTo>
                  <a:lnTo>
                    <a:pt x="2584" y="838"/>
                  </a:lnTo>
                  <a:lnTo>
                    <a:pt x="2586" y="872"/>
                  </a:lnTo>
                  <a:lnTo>
                    <a:pt x="2584" y="904"/>
                  </a:lnTo>
                  <a:lnTo>
                    <a:pt x="2576" y="936"/>
                  </a:lnTo>
                  <a:lnTo>
                    <a:pt x="2565" y="967"/>
                  </a:lnTo>
                  <a:lnTo>
                    <a:pt x="2549" y="995"/>
                  </a:lnTo>
                  <a:lnTo>
                    <a:pt x="2529" y="1022"/>
                  </a:lnTo>
                  <a:lnTo>
                    <a:pt x="2505" y="1044"/>
                  </a:lnTo>
                  <a:lnTo>
                    <a:pt x="2478" y="1064"/>
                  </a:lnTo>
                  <a:lnTo>
                    <a:pt x="1410" y="1710"/>
                  </a:lnTo>
                  <a:lnTo>
                    <a:pt x="1383" y="1725"/>
                  </a:lnTo>
                  <a:lnTo>
                    <a:pt x="1354" y="1735"/>
                  </a:lnTo>
                  <a:lnTo>
                    <a:pt x="1324" y="1741"/>
                  </a:lnTo>
                  <a:lnTo>
                    <a:pt x="1293" y="1743"/>
                  </a:lnTo>
                  <a:lnTo>
                    <a:pt x="1263" y="1741"/>
                  </a:lnTo>
                  <a:lnTo>
                    <a:pt x="1234" y="1736"/>
                  </a:lnTo>
                  <a:lnTo>
                    <a:pt x="1205" y="1725"/>
                  </a:lnTo>
                  <a:lnTo>
                    <a:pt x="1178" y="1711"/>
                  </a:lnTo>
                  <a:lnTo>
                    <a:pt x="1120" y="1676"/>
                  </a:lnTo>
                  <a:lnTo>
                    <a:pt x="108" y="1064"/>
                  </a:lnTo>
                  <a:lnTo>
                    <a:pt x="81" y="1044"/>
                  </a:lnTo>
                  <a:lnTo>
                    <a:pt x="57" y="1022"/>
                  </a:lnTo>
                  <a:lnTo>
                    <a:pt x="37" y="995"/>
                  </a:lnTo>
                  <a:lnTo>
                    <a:pt x="21" y="967"/>
                  </a:lnTo>
                  <a:lnTo>
                    <a:pt x="10" y="936"/>
                  </a:lnTo>
                  <a:lnTo>
                    <a:pt x="2" y="904"/>
                  </a:lnTo>
                  <a:lnTo>
                    <a:pt x="0" y="872"/>
                  </a:lnTo>
                  <a:lnTo>
                    <a:pt x="2" y="838"/>
                  </a:lnTo>
                  <a:lnTo>
                    <a:pt x="10" y="806"/>
                  </a:lnTo>
                  <a:lnTo>
                    <a:pt x="21" y="775"/>
                  </a:lnTo>
                  <a:lnTo>
                    <a:pt x="38" y="747"/>
                  </a:lnTo>
                  <a:lnTo>
                    <a:pt x="57" y="720"/>
                  </a:lnTo>
                  <a:lnTo>
                    <a:pt x="81" y="698"/>
                  </a:lnTo>
                  <a:lnTo>
                    <a:pt x="108" y="678"/>
                  </a:lnTo>
                  <a:lnTo>
                    <a:pt x="1177" y="32"/>
                  </a:lnTo>
                  <a:lnTo>
                    <a:pt x="1204" y="18"/>
                  </a:lnTo>
                  <a:lnTo>
                    <a:pt x="1233" y="7"/>
                  </a:lnTo>
                  <a:lnTo>
                    <a:pt x="1262" y="2"/>
                  </a:lnTo>
                  <a:lnTo>
                    <a:pt x="129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74" name="Freeform 190">
              <a:extLst>
                <a:ext uri="{FF2B5EF4-FFF2-40B4-BE49-F238E27FC236}">
                  <a16:creationId xmlns:a16="http://schemas.microsoft.com/office/drawing/2014/main" id="{20E10376-A0C7-4245-A8C8-5F921FEAF755}"/>
                </a:ext>
              </a:extLst>
            </p:cNvPr>
            <p:cNvSpPr>
              <a:spLocks/>
            </p:cNvSpPr>
            <p:nvPr/>
          </p:nvSpPr>
          <p:spPr bwMode="auto">
            <a:xfrm>
              <a:off x="3983038" y="4046543"/>
              <a:ext cx="536575" cy="344488"/>
            </a:xfrm>
            <a:custGeom>
              <a:avLst/>
              <a:gdLst>
                <a:gd name="T0" fmla="*/ 1181 w 2362"/>
                <a:gd name="T1" fmla="*/ 0 h 1519"/>
                <a:gd name="T2" fmla="*/ 1201 w 2362"/>
                <a:gd name="T3" fmla="*/ 2 h 1519"/>
                <a:gd name="T4" fmla="*/ 1221 w 2362"/>
                <a:gd name="T5" fmla="*/ 7 h 1519"/>
                <a:gd name="T6" fmla="*/ 1239 w 2362"/>
                <a:gd name="T7" fmla="*/ 16 h 1519"/>
                <a:gd name="T8" fmla="*/ 2307 w 2362"/>
                <a:gd name="T9" fmla="*/ 663 h 1519"/>
                <a:gd name="T10" fmla="*/ 2326 w 2362"/>
                <a:gd name="T11" fmla="*/ 677 h 1519"/>
                <a:gd name="T12" fmla="*/ 2341 w 2362"/>
                <a:gd name="T13" fmla="*/ 694 h 1519"/>
                <a:gd name="T14" fmla="*/ 2353 w 2362"/>
                <a:gd name="T15" fmla="*/ 714 h 1519"/>
                <a:gd name="T16" fmla="*/ 2359 w 2362"/>
                <a:gd name="T17" fmla="*/ 736 h 1519"/>
                <a:gd name="T18" fmla="*/ 2362 w 2362"/>
                <a:gd name="T19" fmla="*/ 760 h 1519"/>
                <a:gd name="T20" fmla="*/ 2359 w 2362"/>
                <a:gd name="T21" fmla="*/ 783 h 1519"/>
                <a:gd name="T22" fmla="*/ 2353 w 2362"/>
                <a:gd name="T23" fmla="*/ 804 h 1519"/>
                <a:gd name="T24" fmla="*/ 2341 w 2362"/>
                <a:gd name="T25" fmla="*/ 824 h 1519"/>
                <a:gd name="T26" fmla="*/ 2326 w 2362"/>
                <a:gd name="T27" fmla="*/ 841 h 1519"/>
                <a:gd name="T28" fmla="*/ 2307 w 2362"/>
                <a:gd name="T29" fmla="*/ 856 h 1519"/>
                <a:gd name="T30" fmla="*/ 1239 w 2362"/>
                <a:gd name="T31" fmla="*/ 1502 h 1519"/>
                <a:gd name="T32" fmla="*/ 1221 w 2362"/>
                <a:gd name="T33" fmla="*/ 1512 h 1519"/>
                <a:gd name="T34" fmla="*/ 1201 w 2362"/>
                <a:gd name="T35" fmla="*/ 1517 h 1519"/>
                <a:gd name="T36" fmla="*/ 1181 w 2362"/>
                <a:gd name="T37" fmla="*/ 1519 h 1519"/>
                <a:gd name="T38" fmla="*/ 1162 w 2362"/>
                <a:gd name="T39" fmla="*/ 1517 h 1519"/>
                <a:gd name="T40" fmla="*/ 1142 w 2362"/>
                <a:gd name="T41" fmla="*/ 1512 h 1519"/>
                <a:gd name="T42" fmla="*/ 1124 w 2362"/>
                <a:gd name="T43" fmla="*/ 1503 h 1519"/>
                <a:gd name="T44" fmla="*/ 1066 w 2362"/>
                <a:gd name="T45" fmla="*/ 1468 h 1519"/>
                <a:gd name="T46" fmla="*/ 55 w 2362"/>
                <a:gd name="T47" fmla="*/ 856 h 1519"/>
                <a:gd name="T48" fmla="*/ 36 w 2362"/>
                <a:gd name="T49" fmla="*/ 841 h 1519"/>
                <a:gd name="T50" fmla="*/ 21 w 2362"/>
                <a:gd name="T51" fmla="*/ 824 h 1519"/>
                <a:gd name="T52" fmla="*/ 9 w 2362"/>
                <a:gd name="T53" fmla="*/ 804 h 1519"/>
                <a:gd name="T54" fmla="*/ 3 w 2362"/>
                <a:gd name="T55" fmla="*/ 783 h 1519"/>
                <a:gd name="T56" fmla="*/ 0 w 2362"/>
                <a:gd name="T57" fmla="*/ 760 h 1519"/>
                <a:gd name="T58" fmla="*/ 3 w 2362"/>
                <a:gd name="T59" fmla="*/ 736 h 1519"/>
                <a:gd name="T60" fmla="*/ 9 w 2362"/>
                <a:gd name="T61" fmla="*/ 714 h 1519"/>
                <a:gd name="T62" fmla="*/ 21 w 2362"/>
                <a:gd name="T63" fmla="*/ 694 h 1519"/>
                <a:gd name="T64" fmla="*/ 36 w 2362"/>
                <a:gd name="T65" fmla="*/ 677 h 1519"/>
                <a:gd name="T66" fmla="*/ 55 w 2362"/>
                <a:gd name="T67" fmla="*/ 663 h 1519"/>
                <a:gd name="T68" fmla="*/ 1123 w 2362"/>
                <a:gd name="T69" fmla="*/ 16 h 1519"/>
                <a:gd name="T70" fmla="*/ 1141 w 2362"/>
                <a:gd name="T71" fmla="*/ 7 h 1519"/>
                <a:gd name="T72" fmla="*/ 1161 w 2362"/>
                <a:gd name="T73" fmla="*/ 2 h 1519"/>
                <a:gd name="T74" fmla="*/ 1181 w 2362"/>
                <a:gd name="T75" fmla="*/ 0 h 1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62" h="1519">
                  <a:moveTo>
                    <a:pt x="1181" y="0"/>
                  </a:moveTo>
                  <a:lnTo>
                    <a:pt x="1201" y="2"/>
                  </a:lnTo>
                  <a:lnTo>
                    <a:pt x="1221" y="7"/>
                  </a:lnTo>
                  <a:lnTo>
                    <a:pt x="1239" y="16"/>
                  </a:lnTo>
                  <a:lnTo>
                    <a:pt x="2307" y="663"/>
                  </a:lnTo>
                  <a:lnTo>
                    <a:pt x="2326" y="677"/>
                  </a:lnTo>
                  <a:lnTo>
                    <a:pt x="2341" y="694"/>
                  </a:lnTo>
                  <a:lnTo>
                    <a:pt x="2353" y="714"/>
                  </a:lnTo>
                  <a:lnTo>
                    <a:pt x="2359" y="736"/>
                  </a:lnTo>
                  <a:lnTo>
                    <a:pt x="2362" y="760"/>
                  </a:lnTo>
                  <a:lnTo>
                    <a:pt x="2359" y="783"/>
                  </a:lnTo>
                  <a:lnTo>
                    <a:pt x="2353" y="804"/>
                  </a:lnTo>
                  <a:lnTo>
                    <a:pt x="2341" y="824"/>
                  </a:lnTo>
                  <a:lnTo>
                    <a:pt x="2326" y="841"/>
                  </a:lnTo>
                  <a:lnTo>
                    <a:pt x="2307" y="856"/>
                  </a:lnTo>
                  <a:lnTo>
                    <a:pt x="1239" y="1502"/>
                  </a:lnTo>
                  <a:lnTo>
                    <a:pt x="1221" y="1512"/>
                  </a:lnTo>
                  <a:lnTo>
                    <a:pt x="1201" y="1517"/>
                  </a:lnTo>
                  <a:lnTo>
                    <a:pt x="1181" y="1519"/>
                  </a:lnTo>
                  <a:lnTo>
                    <a:pt x="1162" y="1517"/>
                  </a:lnTo>
                  <a:lnTo>
                    <a:pt x="1142" y="1512"/>
                  </a:lnTo>
                  <a:lnTo>
                    <a:pt x="1124" y="1503"/>
                  </a:lnTo>
                  <a:lnTo>
                    <a:pt x="1066" y="1468"/>
                  </a:lnTo>
                  <a:lnTo>
                    <a:pt x="55" y="856"/>
                  </a:lnTo>
                  <a:lnTo>
                    <a:pt x="36" y="841"/>
                  </a:lnTo>
                  <a:lnTo>
                    <a:pt x="21" y="824"/>
                  </a:lnTo>
                  <a:lnTo>
                    <a:pt x="9" y="804"/>
                  </a:lnTo>
                  <a:lnTo>
                    <a:pt x="3" y="783"/>
                  </a:lnTo>
                  <a:lnTo>
                    <a:pt x="0" y="760"/>
                  </a:lnTo>
                  <a:lnTo>
                    <a:pt x="3" y="736"/>
                  </a:lnTo>
                  <a:lnTo>
                    <a:pt x="9" y="714"/>
                  </a:lnTo>
                  <a:lnTo>
                    <a:pt x="21" y="694"/>
                  </a:lnTo>
                  <a:lnTo>
                    <a:pt x="36" y="677"/>
                  </a:lnTo>
                  <a:lnTo>
                    <a:pt x="55" y="663"/>
                  </a:lnTo>
                  <a:lnTo>
                    <a:pt x="1123" y="16"/>
                  </a:lnTo>
                  <a:lnTo>
                    <a:pt x="1141" y="7"/>
                  </a:lnTo>
                  <a:lnTo>
                    <a:pt x="1161" y="2"/>
                  </a:lnTo>
                  <a:lnTo>
                    <a:pt x="118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75" name="Freeform 191">
              <a:extLst>
                <a:ext uri="{FF2B5EF4-FFF2-40B4-BE49-F238E27FC236}">
                  <a16:creationId xmlns:a16="http://schemas.microsoft.com/office/drawing/2014/main" id="{953A6AC7-7E9B-44D5-A3DD-18A21ED27F3D}"/>
                </a:ext>
              </a:extLst>
            </p:cNvPr>
            <p:cNvSpPr>
              <a:spLocks/>
            </p:cNvSpPr>
            <p:nvPr/>
          </p:nvSpPr>
          <p:spPr bwMode="auto">
            <a:xfrm>
              <a:off x="4008438" y="4071943"/>
              <a:ext cx="485775" cy="293688"/>
            </a:xfrm>
            <a:custGeom>
              <a:avLst/>
              <a:gdLst>
                <a:gd name="T0" fmla="*/ 1068 w 2136"/>
                <a:gd name="T1" fmla="*/ 0 h 1293"/>
                <a:gd name="T2" fmla="*/ 2136 w 2136"/>
                <a:gd name="T3" fmla="*/ 647 h 1293"/>
                <a:gd name="T4" fmla="*/ 1068 w 2136"/>
                <a:gd name="T5" fmla="*/ 1293 h 1293"/>
                <a:gd name="T6" fmla="*/ 1010 w 2136"/>
                <a:gd name="T7" fmla="*/ 1259 h 1293"/>
                <a:gd name="T8" fmla="*/ 0 w 2136"/>
                <a:gd name="T9" fmla="*/ 647 h 1293"/>
                <a:gd name="T10" fmla="*/ 1068 w 2136"/>
                <a:gd name="T11" fmla="*/ 0 h 1293"/>
              </a:gdLst>
              <a:ahLst/>
              <a:cxnLst>
                <a:cxn ang="0">
                  <a:pos x="T0" y="T1"/>
                </a:cxn>
                <a:cxn ang="0">
                  <a:pos x="T2" y="T3"/>
                </a:cxn>
                <a:cxn ang="0">
                  <a:pos x="T4" y="T5"/>
                </a:cxn>
                <a:cxn ang="0">
                  <a:pos x="T6" y="T7"/>
                </a:cxn>
                <a:cxn ang="0">
                  <a:pos x="T8" y="T9"/>
                </a:cxn>
                <a:cxn ang="0">
                  <a:pos x="T10" y="T11"/>
                </a:cxn>
              </a:cxnLst>
              <a:rect l="0" t="0" r="r" b="b"/>
              <a:pathLst>
                <a:path w="2136" h="1293">
                  <a:moveTo>
                    <a:pt x="1068" y="0"/>
                  </a:moveTo>
                  <a:lnTo>
                    <a:pt x="2136" y="647"/>
                  </a:lnTo>
                  <a:lnTo>
                    <a:pt x="1068" y="1293"/>
                  </a:lnTo>
                  <a:lnTo>
                    <a:pt x="1010" y="1259"/>
                  </a:lnTo>
                  <a:lnTo>
                    <a:pt x="0" y="647"/>
                  </a:lnTo>
                  <a:lnTo>
                    <a:pt x="1068"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76" name="Freeform 192">
              <a:extLst>
                <a:ext uri="{FF2B5EF4-FFF2-40B4-BE49-F238E27FC236}">
                  <a16:creationId xmlns:a16="http://schemas.microsoft.com/office/drawing/2014/main" id="{895F90ED-9A04-4BAF-882E-A3C9E11B6DBA}"/>
                </a:ext>
              </a:extLst>
            </p:cNvPr>
            <p:cNvSpPr>
              <a:spLocks noEditPoints="1"/>
            </p:cNvSpPr>
            <p:nvPr/>
          </p:nvSpPr>
          <p:spPr bwMode="auto">
            <a:xfrm>
              <a:off x="4032251" y="4087818"/>
              <a:ext cx="427038" cy="260350"/>
            </a:xfrm>
            <a:custGeom>
              <a:avLst/>
              <a:gdLst>
                <a:gd name="T0" fmla="*/ 945 w 1885"/>
                <a:gd name="T1" fmla="*/ 676 h 1152"/>
                <a:gd name="T2" fmla="*/ 922 w 1885"/>
                <a:gd name="T3" fmla="*/ 735 h 1152"/>
                <a:gd name="T4" fmla="*/ 1097 w 1885"/>
                <a:gd name="T5" fmla="*/ 834 h 1152"/>
                <a:gd name="T6" fmla="*/ 1398 w 1885"/>
                <a:gd name="T7" fmla="*/ 676 h 1152"/>
                <a:gd name="T8" fmla="*/ 1431 w 1885"/>
                <a:gd name="T9" fmla="*/ 627 h 1152"/>
                <a:gd name="T10" fmla="*/ 1255 w 1885"/>
                <a:gd name="T11" fmla="*/ 469 h 1152"/>
                <a:gd name="T12" fmla="*/ 916 w 1885"/>
                <a:gd name="T13" fmla="*/ 181 h 1152"/>
                <a:gd name="T14" fmla="*/ 947 w 1885"/>
                <a:gd name="T15" fmla="*/ 230 h 1152"/>
                <a:gd name="T16" fmla="*/ 904 w 1885"/>
                <a:gd name="T17" fmla="*/ 285 h 1152"/>
                <a:gd name="T18" fmla="*/ 812 w 1885"/>
                <a:gd name="T19" fmla="*/ 299 h 1152"/>
                <a:gd name="T20" fmla="*/ 712 w 1885"/>
                <a:gd name="T21" fmla="*/ 408 h 1152"/>
                <a:gd name="T22" fmla="*/ 1069 w 1885"/>
                <a:gd name="T23" fmla="*/ 407 h 1152"/>
                <a:gd name="T24" fmla="*/ 1190 w 1885"/>
                <a:gd name="T25" fmla="*/ 357 h 1152"/>
                <a:gd name="T26" fmla="*/ 1275 w 1885"/>
                <a:gd name="T27" fmla="*/ 330 h 1152"/>
                <a:gd name="T28" fmla="*/ 1364 w 1885"/>
                <a:gd name="T29" fmla="*/ 350 h 1152"/>
                <a:gd name="T30" fmla="*/ 1536 w 1885"/>
                <a:gd name="T31" fmla="*/ 339 h 1152"/>
                <a:gd name="T32" fmla="*/ 1487 w 1885"/>
                <a:gd name="T33" fmla="*/ 396 h 1152"/>
                <a:gd name="T34" fmla="*/ 1365 w 1885"/>
                <a:gd name="T35" fmla="*/ 449 h 1152"/>
                <a:gd name="T36" fmla="*/ 1540 w 1885"/>
                <a:gd name="T37" fmla="*/ 607 h 1152"/>
                <a:gd name="T38" fmla="*/ 1616 w 1885"/>
                <a:gd name="T39" fmla="*/ 642 h 1152"/>
                <a:gd name="T40" fmla="*/ 1621 w 1885"/>
                <a:gd name="T41" fmla="*/ 702 h 1152"/>
                <a:gd name="T42" fmla="*/ 1542 w 1885"/>
                <a:gd name="T43" fmla="*/ 744 h 1152"/>
                <a:gd name="T44" fmla="*/ 1160 w 1885"/>
                <a:gd name="T45" fmla="*/ 880 h 1152"/>
                <a:gd name="T46" fmla="*/ 1153 w 1885"/>
                <a:gd name="T47" fmla="*/ 929 h 1152"/>
                <a:gd name="T48" fmla="*/ 1076 w 1885"/>
                <a:gd name="T49" fmla="*/ 967 h 1152"/>
                <a:gd name="T50" fmla="*/ 787 w 1885"/>
                <a:gd name="T51" fmla="*/ 1118 h 1152"/>
                <a:gd name="T52" fmla="*/ 935 w 1885"/>
                <a:gd name="T53" fmla="*/ 911 h 1152"/>
                <a:gd name="T54" fmla="*/ 950 w 1885"/>
                <a:gd name="T55" fmla="*/ 862 h 1152"/>
                <a:gd name="T56" fmla="*/ 807 w 1885"/>
                <a:gd name="T57" fmla="*/ 760 h 1152"/>
                <a:gd name="T58" fmla="*/ 729 w 1885"/>
                <a:gd name="T59" fmla="*/ 725 h 1152"/>
                <a:gd name="T60" fmla="*/ 393 w 1885"/>
                <a:gd name="T61" fmla="*/ 642 h 1152"/>
                <a:gd name="T62" fmla="*/ 308 w 1885"/>
                <a:gd name="T63" fmla="*/ 665 h 1152"/>
                <a:gd name="T64" fmla="*/ 130 w 1885"/>
                <a:gd name="T65" fmla="*/ 720 h 1152"/>
                <a:gd name="T66" fmla="*/ 192 w 1885"/>
                <a:gd name="T67" fmla="*/ 594 h 1152"/>
                <a:gd name="T68" fmla="*/ 56 w 1885"/>
                <a:gd name="T69" fmla="*/ 484 h 1152"/>
                <a:gd name="T70" fmla="*/ 308 w 1885"/>
                <a:gd name="T71" fmla="*/ 525 h 1152"/>
                <a:gd name="T72" fmla="*/ 402 w 1885"/>
                <a:gd name="T73" fmla="*/ 554 h 1152"/>
                <a:gd name="T74" fmla="*/ 756 w 1885"/>
                <a:gd name="T75" fmla="*/ 638 h 1152"/>
                <a:gd name="T76" fmla="*/ 848 w 1885"/>
                <a:gd name="T77" fmla="*/ 621 h 1152"/>
                <a:gd name="T78" fmla="*/ 962 w 1885"/>
                <a:gd name="T79" fmla="*/ 455 h 1152"/>
                <a:gd name="T80" fmla="*/ 688 w 1885"/>
                <a:gd name="T81" fmla="*/ 465 h 1152"/>
                <a:gd name="T82" fmla="*/ 598 w 1885"/>
                <a:gd name="T83" fmla="*/ 492 h 1152"/>
                <a:gd name="T84" fmla="*/ 505 w 1885"/>
                <a:gd name="T85" fmla="*/ 462 h 1152"/>
                <a:gd name="T86" fmla="*/ 306 w 1885"/>
                <a:gd name="T87" fmla="*/ 403 h 1152"/>
                <a:gd name="T88" fmla="*/ 424 w 1885"/>
                <a:gd name="T89" fmla="*/ 376 h 1152"/>
                <a:gd name="T90" fmla="*/ 550 w 1885"/>
                <a:gd name="T91" fmla="*/ 358 h 1152"/>
                <a:gd name="T92" fmla="*/ 631 w 1885"/>
                <a:gd name="T93" fmla="*/ 353 h 1152"/>
                <a:gd name="T94" fmla="*/ 715 w 1885"/>
                <a:gd name="T95" fmla="*/ 230 h 1152"/>
                <a:gd name="T96" fmla="*/ 758 w 1885"/>
                <a:gd name="T97" fmla="*/ 174 h 1152"/>
                <a:gd name="T98" fmla="*/ 849 w 1885"/>
                <a:gd name="T99" fmla="*/ 160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85" h="1152">
                  <a:moveTo>
                    <a:pt x="1231" y="463"/>
                  </a:moveTo>
                  <a:lnTo>
                    <a:pt x="926" y="650"/>
                  </a:lnTo>
                  <a:lnTo>
                    <a:pt x="937" y="663"/>
                  </a:lnTo>
                  <a:lnTo>
                    <a:pt x="945" y="676"/>
                  </a:lnTo>
                  <a:lnTo>
                    <a:pt x="947" y="690"/>
                  </a:lnTo>
                  <a:lnTo>
                    <a:pt x="944" y="706"/>
                  </a:lnTo>
                  <a:lnTo>
                    <a:pt x="935" y="721"/>
                  </a:lnTo>
                  <a:lnTo>
                    <a:pt x="922" y="735"/>
                  </a:lnTo>
                  <a:lnTo>
                    <a:pt x="1029" y="829"/>
                  </a:lnTo>
                  <a:lnTo>
                    <a:pt x="1049" y="828"/>
                  </a:lnTo>
                  <a:lnTo>
                    <a:pt x="1074" y="830"/>
                  </a:lnTo>
                  <a:lnTo>
                    <a:pt x="1097" y="834"/>
                  </a:lnTo>
                  <a:lnTo>
                    <a:pt x="1117" y="841"/>
                  </a:lnTo>
                  <a:lnTo>
                    <a:pt x="1408" y="704"/>
                  </a:lnTo>
                  <a:lnTo>
                    <a:pt x="1400" y="690"/>
                  </a:lnTo>
                  <a:lnTo>
                    <a:pt x="1398" y="676"/>
                  </a:lnTo>
                  <a:lnTo>
                    <a:pt x="1400" y="662"/>
                  </a:lnTo>
                  <a:lnTo>
                    <a:pt x="1406" y="649"/>
                  </a:lnTo>
                  <a:lnTo>
                    <a:pt x="1417" y="638"/>
                  </a:lnTo>
                  <a:lnTo>
                    <a:pt x="1431" y="627"/>
                  </a:lnTo>
                  <a:lnTo>
                    <a:pt x="1298" y="470"/>
                  </a:lnTo>
                  <a:lnTo>
                    <a:pt x="1289" y="470"/>
                  </a:lnTo>
                  <a:lnTo>
                    <a:pt x="1282" y="471"/>
                  </a:lnTo>
                  <a:lnTo>
                    <a:pt x="1255" y="469"/>
                  </a:lnTo>
                  <a:lnTo>
                    <a:pt x="1231" y="463"/>
                  </a:lnTo>
                  <a:close/>
                  <a:moveTo>
                    <a:pt x="1077" y="0"/>
                  </a:moveTo>
                  <a:lnTo>
                    <a:pt x="1132" y="33"/>
                  </a:lnTo>
                  <a:lnTo>
                    <a:pt x="916" y="181"/>
                  </a:lnTo>
                  <a:lnTo>
                    <a:pt x="929" y="192"/>
                  </a:lnTo>
                  <a:lnTo>
                    <a:pt x="938" y="203"/>
                  </a:lnTo>
                  <a:lnTo>
                    <a:pt x="945" y="216"/>
                  </a:lnTo>
                  <a:lnTo>
                    <a:pt x="947" y="230"/>
                  </a:lnTo>
                  <a:lnTo>
                    <a:pt x="944" y="246"/>
                  </a:lnTo>
                  <a:lnTo>
                    <a:pt x="935" y="260"/>
                  </a:lnTo>
                  <a:lnTo>
                    <a:pt x="922" y="273"/>
                  </a:lnTo>
                  <a:lnTo>
                    <a:pt x="904" y="285"/>
                  </a:lnTo>
                  <a:lnTo>
                    <a:pt x="882" y="292"/>
                  </a:lnTo>
                  <a:lnTo>
                    <a:pt x="857" y="297"/>
                  </a:lnTo>
                  <a:lnTo>
                    <a:pt x="831" y="300"/>
                  </a:lnTo>
                  <a:lnTo>
                    <a:pt x="812" y="299"/>
                  </a:lnTo>
                  <a:lnTo>
                    <a:pt x="794" y="295"/>
                  </a:lnTo>
                  <a:lnTo>
                    <a:pt x="693" y="381"/>
                  </a:lnTo>
                  <a:lnTo>
                    <a:pt x="705" y="394"/>
                  </a:lnTo>
                  <a:lnTo>
                    <a:pt x="712" y="408"/>
                  </a:lnTo>
                  <a:lnTo>
                    <a:pt x="795" y="412"/>
                  </a:lnTo>
                  <a:lnTo>
                    <a:pt x="877" y="414"/>
                  </a:lnTo>
                  <a:lnTo>
                    <a:pt x="973" y="412"/>
                  </a:lnTo>
                  <a:lnTo>
                    <a:pt x="1069" y="407"/>
                  </a:lnTo>
                  <a:lnTo>
                    <a:pt x="1166" y="399"/>
                  </a:lnTo>
                  <a:lnTo>
                    <a:pt x="1169" y="384"/>
                  </a:lnTo>
                  <a:lnTo>
                    <a:pt x="1177" y="369"/>
                  </a:lnTo>
                  <a:lnTo>
                    <a:pt x="1190" y="357"/>
                  </a:lnTo>
                  <a:lnTo>
                    <a:pt x="1207" y="346"/>
                  </a:lnTo>
                  <a:lnTo>
                    <a:pt x="1227" y="338"/>
                  </a:lnTo>
                  <a:lnTo>
                    <a:pt x="1250" y="332"/>
                  </a:lnTo>
                  <a:lnTo>
                    <a:pt x="1275" y="330"/>
                  </a:lnTo>
                  <a:lnTo>
                    <a:pt x="1330" y="152"/>
                  </a:lnTo>
                  <a:lnTo>
                    <a:pt x="1396" y="192"/>
                  </a:lnTo>
                  <a:lnTo>
                    <a:pt x="1349" y="343"/>
                  </a:lnTo>
                  <a:lnTo>
                    <a:pt x="1364" y="350"/>
                  </a:lnTo>
                  <a:lnTo>
                    <a:pt x="1376" y="360"/>
                  </a:lnTo>
                  <a:lnTo>
                    <a:pt x="1386" y="369"/>
                  </a:lnTo>
                  <a:lnTo>
                    <a:pt x="1462" y="355"/>
                  </a:lnTo>
                  <a:lnTo>
                    <a:pt x="1536" y="339"/>
                  </a:lnTo>
                  <a:lnTo>
                    <a:pt x="1608" y="321"/>
                  </a:lnTo>
                  <a:lnTo>
                    <a:pt x="1663" y="353"/>
                  </a:lnTo>
                  <a:lnTo>
                    <a:pt x="1577" y="376"/>
                  </a:lnTo>
                  <a:lnTo>
                    <a:pt x="1487" y="396"/>
                  </a:lnTo>
                  <a:lnTo>
                    <a:pt x="1396" y="413"/>
                  </a:lnTo>
                  <a:lnTo>
                    <a:pt x="1390" y="425"/>
                  </a:lnTo>
                  <a:lnTo>
                    <a:pt x="1379" y="438"/>
                  </a:lnTo>
                  <a:lnTo>
                    <a:pt x="1365" y="449"/>
                  </a:lnTo>
                  <a:lnTo>
                    <a:pt x="1498" y="606"/>
                  </a:lnTo>
                  <a:lnTo>
                    <a:pt x="1506" y="606"/>
                  </a:lnTo>
                  <a:lnTo>
                    <a:pt x="1514" y="605"/>
                  </a:lnTo>
                  <a:lnTo>
                    <a:pt x="1540" y="607"/>
                  </a:lnTo>
                  <a:lnTo>
                    <a:pt x="1563" y="612"/>
                  </a:lnTo>
                  <a:lnTo>
                    <a:pt x="1584" y="620"/>
                  </a:lnTo>
                  <a:lnTo>
                    <a:pt x="1602" y="630"/>
                  </a:lnTo>
                  <a:lnTo>
                    <a:pt x="1616" y="642"/>
                  </a:lnTo>
                  <a:lnTo>
                    <a:pt x="1625" y="657"/>
                  </a:lnTo>
                  <a:lnTo>
                    <a:pt x="1885" y="670"/>
                  </a:lnTo>
                  <a:lnTo>
                    <a:pt x="1815" y="714"/>
                  </a:lnTo>
                  <a:lnTo>
                    <a:pt x="1621" y="702"/>
                  </a:lnTo>
                  <a:lnTo>
                    <a:pt x="1608" y="717"/>
                  </a:lnTo>
                  <a:lnTo>
                    <a:pt x="1590" y="728"/>
                  </a:lnTo>
                  <a:lnTo>
                    <a:pt x="1568" y="738"/>
                  </a:lnTo>
                  <a:lnTo>
                    <a:pt x="1542" y="744"/>
                  </a:lnTo>
                  <a:lnTo>
                    <a:pt x="1514" y="746"/>
                  </a:lnTo>
                  <a:lnTo>
                    <a:pt x="1486" y="744"/>
                  </a:lnTo>
                  <a:lnTo>
                    <a:pt x="1460" y="738"/>
                  </a:lnTo>
                  <a:lnTo>
                    <a:pt x="1160" y="880"/>
                  </a:lnTo>
                  <a:lnTo>
                    <a:pt x="1163" y="889"/>
                  </a:lnTo>
                  <a:lnTo>
                    <a:pt x="1165" y="899"/>
                  </a:lnTo>
                  <a:lnTo>
                    <a:pt x="1162" y="914"/>
                  </a:lnTo>
                  <a:lnTo>
                    <a:pt x="1153" y="929"/>
                  </a:lnTo>
                  <a:lnTo>
                    <a:pt x="1139" y="942"/>
                  </a:lnTo>
                  <a:lnTo>
                    <a:pt x="1121" y="953"/>
                  </a:lnTo>
                  <a:lnTo>
                    <a:pt x="1100" y="962"/>
                  </a:lnTo>
                  <a:lnTo>
                    <a:pt x="1076" y="967"/>
                  </a:lnTo>
                  <a:lnTo>
                    <a:pt x="1049" y="968"/>
                  </a:lnTo>
                  <a:lnTo>
                    <a:pt x="1031" y="967"/>
                  </a:lnTo>
                  <a:lnTo>
                    <a:pt x="843" y="1152"/>
                  </a:lnTo>
                  <a:lnTo>
                    <a:pt x="787" y="1118"/>
                  </a:lnTo>
                  <a:lnTo>
                    <a:pt x="964" y="946"/>
                  </a:lnTo>
                  <a:lnTo>
                    <a:pt x="951" y="936"/>
                  </a:lnTo>
                  <a:lnTo>
                    <a:pt x="942" y="924"/>
                  </a:lnTo>
                  <a:lnTo>
                    <a:pt x="935" y="911"/>
                  </a:lnTo>
                  <a:lnTo>
                    <a:pt x="933" y="899"/>
                  </a:lnTo>
                  <a:lnTo>
                    <a:pt x="934" y="885"/>
                  </a:lnTo>
                  <a:lnTo>
                    <a:pt x="941" y="873"/>
                  </a:lnTo>
                  <a:lnTo>
                    <a:pt x="950" y="862"/>
                  </a:lnTo>
                  <a:lnTo>
                    <a:pt x="962" y="852"/>
                  </a:lnTo>
                  <a:lnTo>
                    <a:pt x="857" y="759"/>
                  </a:lnTo>
                  <a:lnTo>
                    <a:pt x="831" y="761"/>
                  </a:lnTo>
                  <a:lnTo>
                    <a:pt x="807" y="760"/>
                  </a:lnTo>
                  <a:lnTo>
                    <a:pt x="786" y="756"/>
                  </a:lnTo>
                  <a:lnTo>
                    <a:pt x="491" y="939"/>
                  </a:lnTo>
                  <a:lnTo>
                    <a:pt x="437" y="906"/>
                  </a:lnTo>
                  <a:lnTo>
                    <a:pt x="729" y="725"/>
                  </a:lnTo>
                  <a:lnTo>
                    <a:pt x="720" y="709"/>
                  </a:lnTo>
                  <a:lnTo>
                    <a:pt x="715" y="693"/>
                  </a:lnTo>
                  <a:lnTo>
                    <a:pt x="407" y="630"/>
                  </a:lnTo>
                  <a:lnTo>
                    <a:pt x="393" y="642"/>
                  </a:lnTo>
                  <a:lnTo>
                    <a:pt x="375" y="651"/>
                  </a:lnTo>
                  <a:lnTo>
                    <a:pt x="355" y="659"/>
                  </a:lnTo>
                  <a:lnTo>
                    <a:pt x="332" y="664"/>
                  </a:lnTo>
                  <a:lnTo>
                    <a:pt x="308" y="665"/>
                  </a:lnTo>
                  <a:lnTo>
                    <a:pt x="294" y="664"/>
                  </a:lnTo>
                  <a:lnTo>
                    <a:pt x="280" y="663"/>
                  </a:lnTo>
                  <a:lnTo>
                    <a:pt x="185" y="754"/>
                  </a:lnTo>
                  <a:lnTo>
                    <a:pt x="130" y="720"/>
                  </a:lnTo>
                  <a:lnTo>
                    <a:pt x="217" y="638"/>
                  </a:lnTo>
                  <a:lnTo>
                    <a:pt x="203" y="625"/>
                  </a:lnTo>
                  <a:lnTo>
                    <a:pt x="195" y="610"/>
                  </a:lnTo>
                  <a:lnTo>
                    <a:pt x="192" y="594"/>
                  </a:lnTo>
                  <a:lnTo>
                    <a:pt x="193" y="588"/>
                  </a:lnTo>
                  <a:lnTo>
                    <a:pt x="194" y="582"/>
                  </a:lnTo>
                  <a:lnTo>
                    <a:pt x="0" y="518"/>
                  </a:lnTo>
                  <a:lnTo>
                    <a:pt x="56" y="484"/>
                  </a:lnTo>
                  <a:lnTo>
                    <a:pt x="231" y="541"/>
                  </a:lnTo>
                  <a:lnTo>
                    <a:pt x="254" y="532"/>
                  </a:lnTo>
                  <a:lnTo>
                    <a:pt x="279" y="527"/>
                  </a:lnTo>
                  <a:lnTo>
                    <a:pt x="308" y="525"/>
                  </a:lnTo>
                  <a:lnTo>
                    <a:pt x="336" y="527"/>
                  </a:lnTo>
                  <a:lnTo>
                    <a:pt x="362" y="532"/>
                  </a:lnTo>
                  <a:lnTo>
                    <a:pt x="384" y="541"/>
                  </a:lnTo>
                  <a:lnTo>
                    <a:pt x="402" y="554"/>
                  </a:lnTo>
                  <a:lnTo>
                    <a:pt x="416" y="569"/>
                  </a:lnTo>
                  <a:lnTo>
                    <a:pt x="422" y="585"/>
                  </a:lnTo>
                  <a:lnTo>
                    <a:pt x="738" y="649"/>
                  </a:lnTo>
                  <a:lnTo>
                    <a:pt x="756" y="638"/>
                  </a:lnTo>
                  <a:lnTo>
                    <a:pt x="778" y="628"/>
                  </a:lnTo>
                  <a:lnTo>
                    <a:pt x="803" y="623"/>
                  </a:lnTo>
                  <a:lnTo>
                    <a:pt x="831" y="621"/>
                  </a:lnTo>
                  <a:lnTo>
                    <a:pt x="848" y="621"/>
                  </a:lnTo>
                  <a:lnTo>
                    <a:pt x="863" y="624"/>
                  </a:lnTo>
                  <a:lnTo>
                    <a:pt x="1156" y="443"/>
                  </a:lnTo>
                  <a:lnTo>
                    <a:pt x="1059" y="451"/>
                  </a:lnTo>
                  <a:lnTo>
                    <a:pt x="962" y="455"/>
                  </a:lnTo>
                  <a:lnTo>
                    <a:pt x="866" y="457"/>
                  </a:lnTo>
                  <a:lnTo>
                    <a:pt x="783" y="456"/>
                  </a:lnTo>
                  <a:lnTo>
                    <a:pt x="702" y="452"/>
                  </a:lnTo>
                  <a:lnTo>
                    <a:pt x="688" y="465"/>
                  </a:lnTo>
                  <a:lnTo>
                    <a:pt x="670" y="476"/>
                  </a:lnTo>
                  <a:lnTo>
                    <a:pt x="649" y="484"/>
                  </a:lnTo>
                  <a:lnTo>
                    <a:pt x="625" y="490"/>
                  </a:lnTo>
                  <a:lnTo>
                    <a:pt x="598" y="492"/>
                  </a:lnTo>
                  <a:lnTo>
                    <a:pt x="571" y="490"/>
                  </a:lnTo>
                  <a:lnTo>
                    <a:pt x="546" y="483"/>
                  </a:lnTo>
                  <a:lnTo>
                    <a:pt x="523" y="475"/>
                  </a:lnTo>
                  <a:lnTo>
                    <a:pt x="505" y="462"/>
                  </a:lnTo>
                  <a:lnTo>
                    <a:pt x="492" y="449"/>
                  </a:lnTo>
                  <a:lnTo>
                    <a:pt x="484" y="433"/>
                  </a:lnTo>
                  <a:lnTo>
                    <a:pt x="393" y="419"/>
                  </a:lnTo>
                  <a:lnTo>
                    <a:pt x="306" y="403"/>
                  </a:lnTo>
                  <a:lnTo>
                    <a:pt x="221" y="384"/>
                  </a:lnTo>
                  <a:lnTo>
                    <a:pt x="284" y="347"/>
                  </a:lnTo>
                  <a:lnTo>
                    <a:pt x="352" y="362"/>
                  </a:lnTo>
                  <a:lnTo>
                    <a:pt x="424" y="376"/>
                  </a:lnTo>
                  <a:lnTo>
                    <a:pt x="497" y="387"/>
                  </a:lnTo>
                  <a:lnTo>
                    <a:pt x="511" y="375"/>
                  </a:lnTo>
                  <a:lnTo>
                    <a:pt x="529" y="365"/>
                  </a:lnTo>
                  <a:lnTo>
                    <a:pt x="550" y="358"/>
                  </a:lnTo>
                  <a:lnTo>
                    <a:pt x="573" y="352"/>
                  </a:lnTo>
                  <a:lnTo>
                    <a:pt x="598" y="350"/>
                  </a:lnTo>
                  <a:lnTo>
                    <a:pt x="615" y="351"/>
                  </a:lnTo>
                  <a:lnTo>
                    <a:pt x="631" y="353"/>
                  </a:lnTo>
                  <a:lnTo>
                    <a:pt x="732" y="267"/>
                  </a:lnTo>
                  <a:lnTo>
                    <a:pt x="723" y="255"/>
                  </a:lnTo>
                  <a:lnTo>
                    <a:pt x="717" y="243"/>
                  </a:lnTo>
                  <a:lnTo>
                    <a:pt x="715" y="230"/>
                  </a:lnTo>
                  <a:lnTo>
                    <a:pt x="718" y="213"/>
                  </a:lnTo>
                  <a:lnTo>
                    <a:pt x="726" y="198"/>
                  </a:lnTo>
                  <a:lnTo>
                    <a:pt x="740" y="185"/>
                  </a:lnTo>
                  <a:lnTo>
                    <a:pt x="758" y="174"/>
                  </a:lnTo>
                  <a:lnTo>
                    <a:pt x="780" y="166"/>
                  </a:lnTo>
                  <a:lnTo>
                    <a:pt x="804" y="161"/>
                  </a:lnTo>
                  <a:lnTo>
                    <a:pt x="831" y="159"/>
                  </a:lnTo>
                  <a:lnTo>
                    <a:pt x="849" y="160"/>
                  </a:lnTo>
                  <a:lnTo>
                    <a:pt x="1077"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377" name="Group 376">
            <a:extLst>
              <a:ext uri="{FF2B5EF4-FFF2-40B4-BE49-F238E27FC236}">
                <a16:creationId xmlns:a16="http://schemas.microsoft.com/office/drawing/2014/main" id="{7BF36723-998A-4381-9AE0-530602F0139C}"/>
              </a:ext>
            </a:extLst>
          </p:cNvPr>
          <p:cNvGrpSpPr>
            <a:grpSpLocks noChangeAspect="1"/>
          </p:cNvGrpSpPr>
          <p:nvPr/>
        </p:nvGrpSpPr>
        <p:grpSpPr>
          <a:xfrm>
            <a:off x="10684453" y="2510665"/>
            <a:ext cx="542728" cy="411480"/>
            <a:chOff x="3930650" y="5421313"/>
            <a:chExt cx="485775" cy="368300"/>
          </a:xfrm>
        </p:grpSpPr>
        <p:sp useBgFill="1">
          <p:nvSpPr>
            <p:cNvPr id="378" name="Freeform 6">
              <a:extLst>
                <a:ext uri="{FF2B5EF4-FFF2-40B4-BE49-F238E27FC236}">
                  <a16:creationId xmlns:a16="http://schemas.microsoft.com/office/drawing/2014/main" id="{6F58E3CA-ED26-4597-B439-3058D4F1DB5F}"/>
                </a:ext>
              </a:extLst>
            </p:cNvPr>
            <p:cNvSpPr>
              <a:spLocks/>
            </p:cNvSpPr>
            <p:nvPr/>
          </p:nvSpPr>
          <p:spPr bwMode="auto">
            <a:xfrm>
              <a:off x="3930650" y="5421313"/>
              <a:ext cx="485775" cy="368300"/>
            </a:xfrm>
            <a:custGeom>
              <a:avLst/>
              <a:gdLst>
                <a:gd name="T0" fmla="*/ 112 w 2136"/>
                <a:gd name="T1" fmla="*/ 0 h 1630"/>
                <a:gd name="T2" fmla="*/ 2024 w 2136"/>
                <a:gd name="T3" fmla="*/ 0 h 1630"/>
                <a:gd name="T4" fmla="*/ 2049 w 2136"/>
                <a:gd name="T5" fmla="*/ 2 h 1630"/>
                <a:gd name="T6" fmla="*/ 2074 w 2136"/>
                <a:gd name="T7" fmla="*/ 11 h 1630"/>
                <a:gd name="T8" fmla="*/ 2094 w 2136"/>
                <a:gd name="T9" fmla="*/ 24 h 1630"/>
                <a:gd name="T10" fmla="*/ 2112 w 2136"/>
                <a:gd name="T11" fmla="*/ 41 h 1630"/>
                <a:gd name="T12" fmla="*/ 2124 w 2136"/>
                <a:gd name="T13" fmla="*/ 62 h 1630"/>
                <a:gd name="T14" fmla="*/ 2133 w 2136"/>
                <a:gd name="T15" fmla="*/ 87 h 1630"/>
                <a:gd name="T16" fmla="*/ 2136 w 2136"/>
                <a:gd name="T17" fmla="*/ 112 h 1630"/>
                <a:gd name="T18" fmla="*/ 2136 w 2136"/>
                <a:gd name="T19" fmla="*/ 1518 h 1630"/>
                <a:gd name="T20" fmla="*/ 2133 w 2136"/>
                <a:gd name="T21" fmla="*/ 1543 h 1630"/>
                <a:gd name="T22" fmla="*/ 2124 w 2136"/>
                <a:gd name="T23" fmla="*/ 1568 h 1630"/>
                <a:gd name="T24" fmla="*/ 2112 w 2136"/>
                <a:gd name="T25" fmla="*/ 1588 h 1630"/>
                <a:gd name="T26" fmla="*/ 2094 w 2136"/>
                <a:gd name="T27" fmla="*/ 1606 h 1630"/>
                <a:gd name="T28" fmla="*/ 2074 w 2136"/>
                <a:gd name="T29" fmla="*/ 1618 h 1630"/>
                <a:gd name="T30" fmla="*/ 2049 w 2136"/>
                <a:gd name="T31" fmla="*/ 1627 h 1630"/>
                <a:gd name="T32" fmla="*/ 2024 w 2136"/>
                <a:gd name="T33" fmla="*/ 1630 h 1630"/>
                <a:gd name="T34" fmla="*/ 112 w 2136"/>
                <a:gd name="T35" fmla="*/ 1630 h 1630"/>
                <a:gd name="T36" fmla="*/ 87 w 2136"/>
                <a:gd name="T37" fmla="*/ 1627 h 1630"/>
                <a:gd name="T38" fmla="*/ 62 w 2136"/>
                <a:gd name="T39" fmla="*/ 1618 h 1630"/>
                <a:gd name="T40" fmla="*/ 42 w 2136"/>
                <a:gd name="T41" fmla="*/ 1606 h 1630"/>
                <a:gd name="T42" fmla="*/ 24 w 2136"/>
                <a:gd name="T43" fmla="*/ 1588 h 1630"/>
                <a:gd name="T44" fmla="*/ 12 w 2136"/>
                <a:gd name="T45" fmla="*/ 1568 h 1630"/>
                <a:gd name="T46" fmla="*/ 3 w 2136"/>
                <a:gd name="T47" fmla="*/ 1543 h 1630"/>
                <a:gd name="T48" fmla="*/ 0 w 2136"/>
                <a:gd name="T49" fmla="*/ 1518 h 1630"/>
                <a:gd name="T50" fmla="*/ 0 w 2136"/>
                <a:gd name="T51" fmla="*/ 112 h 1630"/>
                <a:gd name="T52" fmla="*/ 3 w 2136"/>
                <a:gd name="T53" fmla="*/ 87 h 1630"/>
                <a:gd name="T54" fmla="*/ 12 w 2136"/>
                <a:gd name="T55" fmla="*/ 62 h 1630"/>
                <a:gd name="T56" fmla="*/ 24 w 2136"/>
                <a:gd name="T57" fmla="*/ 41 h 1630"/>
                <a:gd name="T58" fmla="*/ 42 w 2136"/>
                <a:gd name="T59" fmla="*/ 24 h 1630"/>
                <a:gd name="T60" fmla="*/ 62 w 2136"/>
                <a:gd name="T61" fmla="*/ 11 h 1630"/>
                <a:gd name="T62" fmla="*/ 87 w 2136"/>
                <a:gd name="T63" fmla="*/ 2 h 1630"/>
                <a:gd name="T64" fmla="*/ 112 w 2136"/>
                <a:gd name="T65"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36" h="1630">
                  <a:moveTo>
                    <a:pt x="112" y="0"/>
                  </a:moveTo>
                  <a:lnTo>
                    <a:pt x="2024" y="0"/>
                  </a:lnTo>
                  <a:lnTo>
                    <a:pt x="2049" y="2"/>
                  </a:lnTo>
                  <a:lnTo>
                    <a:pt x="2074" y="11"/>
                  </a:lnTo>
                  <a:lnTo>
                    <a:pt x="2094" y="24"/>
                  </a:lnTo>
                  <a:lnTo>
                    <a:pt x="2112" y="41"/>
                  </a:lnTo>
                  <a:lnTo>
                    <a:pt x="2124" y="62"/>
                  </a:lnTo>
                  <a:lnTo>
                    <a:pt x="2133" y="87"/>
                  </a:lnTo>
                  <a:lnTo>
                    <a:pt x="2136" y="112"/>
                  </a:lnTo>
                  <a:lnTo>
                    <a:pt x="2136" y="1518"/>
                  </a:lnTo>
                  <a:lnTo>
                    <a:pt x="2133" y="1543"/>
                  </a:lnTo>
                  <a:lnTo>
                    <a:pt x="2124" y="1568"/>
                  </a:lnTo>
                  <a:lnTo>
                    <a:pt x="2112" y="1588"/>
                  </a:lnTo>
                  <a:lnTo>
                    <a:pt x="2094" y="1606"/>
                  </a:lnTo>
                  <a:lnTo>
                    <a:pt x="2074" y="1618"/>
                  </a:lnTo>
                  <a:lnTo>
                    <a:pt x="2049" y="1627"/>
                  </a:lnTo>
                  <a:lnTo>
                    <a:pt x="2024" y="1630"/>
                  </a:lnTo>
                  <a:lnTo>
                    <a:pt x="112" y="1630"/>
                  </a:lnTo>
                  <a:lnTo>
                    <a:pt x="87" y="1627"/>
                  </a:lnTo>
                  <a:lnTo>
                    <a:pt x="62" y="1618"/>
                  </a:lnTo>
                  <a:lnTo>
                    <a:pt x="42" y="1606"/>
                  </a:lnTo>
                  <a:lnTo>
                    <a:pt x="24" y="1588"/>
                  </a:lnTo>
                  <a:lnTo>
                    <a:pt x="12" y="1568"/>
                  </a:lnTo>
                  <a:lnTo>
                    <a:pt x="3" y="1543"/>
                  </a:lnTo>
                  <a:lnTo>
                    <a:pt x="0" y="1518"/>
                  </a:lnTo>
                  <a:lnTo>
                    <a:pt x="0" y="112"/>
                  </a:lnTo>
                  <a:lnTo>
                    <a:pt x="3" y="87"/>
                  </a:lnTo>
                  <a:lnTo>
                    <a:pt x="12" y="62"/>
                  </a:lnTo>
                  <a:lnTo>
                    <a:pt x="24" y="41"/>
                  </a:lnTo>
                  <a:lnTo>
                    <a:pt x="42" y="24"/>
                  </a:lnTo>
                  <a:lnTo>
                    <a:pt x="62" y="11"/>
                  </a:lnTo>
                  <a:lnTo>
                    <a:pt x="87" y="2"/>
                  </a:lnTo>
                  <a:lnTo>
                    <a:pt x="112"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79" name="Rectangle 7">
              <a:extLst>
                <a:ext uri="{FF2B5EF4-FFF2-40B4-BE49-F238E27FC236}">
                  <a16:creationId xmlns:a16="http://schemas.microsoft.com/office/drawing/2014/main" id="{3EB83037-0ABE-4255-8220-E865A3E65B64}"/>
                </a:ext>
              </a:extLst>
            </p:cNvPr>
            <p:cNvSpPr>
              <a:spLocks noChangeArrowheads="1"/>
            </p:cNvSpPr>
            <p:nvPr/>
          </p:nvSpPr>
          <p:spPr bwMode="auto">
            <a:xfrm>
              <a:off x="4008438" y="5497513"/>
              <a:ext cx="330200" cy="215900"/>
            </a:xfrm>
            <a:prstGeom prst="rect">
              <a:avLst/>
            </a:prstGeom>
            <a:solidFill>
              <a:srgbClr val="F8CF5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80" name="Freeform 8">
              <a:extLst>
                <a:ext uri="{FF2B5EF4-FFF2-40B4-BE49-F238E27FC236}">
                  <a16:creationId xmlns:a16="http://schemas.microsoft.com/office/drawing/2014/main" id="{E4E52C7D-762F-4CBD-BCE9-D5C764C0517D}"/>
                </a:ext>
              </a:extLst>
            </p:cNvPr>
            <p:cNvSpPr>
              <a:spLocks noEditPoints="1"/>
            </p:cNvSpPr>
            <p:nvPr/>
          </p:nvSpPr>
          <p:spPr bwMode="auto">
            <a:xfrm>
              <a:off x="4008438" y="5497513"/>
              <a:ext cx="330200" cy="215900"/>
            </a:xfrm>
            <a:custGeom>
              <a:avLst/>
              <a:gdLst>
                <a:gd name="T0" fmla="*/ 800 w 1462"/>
                <a:gd name="T1" fmla="*/ 343 h 956"/>
                <a:gd name="T2" fmla="*/ 799 w 1462"/>
                <a:gd name="T3" fmla="*/ 580 h 956"/>
                <a:gd name="T4" fmla="*/ 831 w 1462"/>
                <a:gd name="T5" fmla="*/ 629 h 956"/>
                <a:gd name="T6" fmla="*/ 1069 w 1462"/>
                <a:gd name="T7" fmla="*/ 621 h 956"/>
                <a:gd name="T8" fmla="*/ 1148 w 1462"/>
                <a:gd name="T9" fmla="*/ 432 h 956"/>
                <a:gd name="T10" fmla="*/ 1122 w 1462"/>
                <a:gd name="T11" fmla="*/ 390 h 956"/>
                <a:gd name="T12" fmla="*/ 320 w 1462"/>
                <a:gd name="T13" fmla="*/ 0 h 956"/>
                <a:gd name="T14" fmla="*/ 377 w 1462"/>
                <a:gd name="T15" fmla="*/ 180 h 956"/>
                <a:gd name="T16" fmla="*/ 413 w 1462"/>
                <a:gd name="T17" fmla="*/ 228 h 956"/>
                <a:gd name="T18" fmla="*/ 405 w 1462"/>
                <a:gd name="T19" fmla="*/ 292 h 956"/>
                <a:gd name="T20" fmla="*/ 356 w 1462"/>
                <a:gd name="T21" fmla="*/ 330 h 956"/>
                <a:gd name="T22" fmla="*/ 385 w 1462"/>
                <a:gd name="T23" fmla="*/ 439 h 956"/>
                <a:gd name="T24" fmla="*/ 675 w 1462"/>
                <a:gd name="T25" fmla="*/ 238 h 956"/>
                <a:gd name="T26" fmla="*/ 604 w 1462"/>
                <a:gd name="T27" fmla="*/ 0 h 956"/>
                <a:gd name="T28" fmla="*/ 751 w 1462"/>
                <a:gd name="T29" fmla="*/ 191 h 956"/>
                <a:gd name="T30" fmla="*/ 850 w 1462"/>
                <a:gd name="T31" fmla="*/ 0 h 956"/>
                <a:gd name="T32" fmla="*/ 807 w 1462"/>
                <a:gd name="T33" fmla="*/ 213 h 956"/>
                <a:gd name="T34" fmla="*/ 1139 w 1462"/>
                <a:gd name="T35" fmla="*/ 315 h 956"/>
                <a:gd name="T36" fmla="*/ 1184 w 1462"/>
                <a:gd name="T37" fmla="*/ 286 h 956"/>
                <a:gd name="T38" fmla="*/ 1241 w 1462"/>
                <a:gd name="T39" fmla="*/ 294 h 956"/>
                <a:gd name="T40" fmla="*/ 1276 w 1462"/>
                <a:gd name="T41" fmla="*/ 327 h 956"/>
                <a:gd name="T42" fmla="*/ 1285 w 1462"/>
                <a:gd name="T43" fmla="*/ 390 h 956"/>
                <a:gd name="T44" fmla="*/ 1247 w 1462"/>
                <a:gd name="T45" fmla="*/ 439 h 956"/>
                <a:gd name="T46" fmla="*/ 1166 w 1462"/>
                <a:gd name="T47" fmla="*/ 620 h 956"/>
                <a:gd name="T48" fmla="*/ 1200 w 1462"/>
                <a:gd name="T49" fmla="*/ 669 h 956"/>
                <a:gd name="T50" fmla="*/ 1191 w 1462"/>
                <a:gd name="T51" fmla="*/ 732 h 956"/>
                <a:gd name="T52" fmla="*/ 1201 w 1462"/>
                <a:gd name="T53" fmla="*/ 956 h 956"/>
                <a:gd name="T54" fmla="*/ 1092 w 1462"/>
                <a:gd name="T55" fmla="*/ 769 h 956"/>
                <a:gd name="T56" fmla="*/ 1045 w 1462"/>
                <a:gd name="T57" fmla="*/ 731 h 956"/>
                <a:gd name="T58" fmla="*/ 813 w 1462"/>
                <a:gd name="T59" fmla="*/ 705 h 956"/>
                <a:gd name="T60" fmla="*/ 781 w 1462"/>
                <a:gd name="T61" fmla="*/ 956 h 956"/>
                <a:gd name="T62" fmla="*/ 707 w 1462"/>
                <a:gd name="T63" fmla="*/ 720 h 956"/>
                <a:gd name="T64" fmla="*/ 397 w 1462"/>
                <a:gd name="T65" fmla="*/ 783 h 956"/>
                <a:gd name="T66" fmla="*/ 371 w 1462"/>
                <a:gd name="T67" fmla="*/ 840 h 956"/>
                <a:gd name="T68" fmla="*/ 337 w 1462"/>
                <a:gd name="T69" fmla="*/ 956 h 956"/>
                <a:gd name="T70" fmla="*/ 266 w 1462"/>
                <a:gd name="T71" fmla="*/ 855 h 956"/>
                <a:gd name="T72" fmla="*/ 224 w 1462"/>
                <a:gd name="T73" fmla="*/ 806 h 956"/>
                <a:gd name="T74" fmla="*/ 224 w 1462"/>
                <a:gd name="T75" fmla="*/ 746 h 956"/>
                <a:gd name="T76" fmla="*/ 248 w 1462"/>
                <a:gd name="T77" fmla="*/ 707 h 956"/>
                <a:gd name="T78" fmla="*/ 307 w 1462"/>
                <a:gd name="T79" fmla="*/ 682 h 956"/>
                <a:gd name="T80" fmla="*/ 357 w 1462"/>
                <a:gd name="T81" fmla="*/ 700 h 956"/>
                <a:gd name="T82" fmla="*/ 667 w 1462"/>
                <a:gd name="T83" fmla="*/ 642 h 956"/>
                <a:gd name="T84" fmla="*/ 690 w 1462"/>
                <a:gd name="T85" fmla="*/ 592 h 956"/>
                <a:gd name="T86" fmla="*/ 720 w 1462"/>
                <a:gd name="T87" fmla="*/ 354 h 956"/>
                <a:gd name="T88" fmla="*/ 415 w 1462"/>
                <a:gd name="T89" fmla="*/ 491 h 956"/>
                <a:gd name="T90" fmla="*/ 413 w 1462"/>
                <a:gd name="T91" fmla="*/ 527 h 956"/>
                <a:gd name="T92" fmla="*/ 374 w 1462"/>
                <a:gd name="T93" fmla="*/ 578 h 956"/>
                <a:gd name="T94" fmla="*/ 310 w 1462"/>
                <a:gd name="T95" fmla="*/ 586 h 956"/>
                <a:gd name="T96" fmla="*/ 259 w 1462"/>
                <a:gd name="T97" fmla="*/ 546 h 956"/>
                <a:gd name="T98" fmla="*/ 249 w 1462"/>
                <a:gd name="T99" fmla="*/ 487 h 956"/>
                <a:gd name="T100" fmla="*/ 287 w 1462"/>
                <a:gd name="T101" fmla="*/ 433 h 956"/>
                <a:gd name="T102" fmla="*/ 288 w 1462"/>
                <a:gd name="T103" fmla="*/ 321 h 956"/>
                <a:gd name="T104" fmla="*/ 250 w 1462"/>
                <a:gd name="T105" fmla="*/ 271 h 956"/>
                <a:gd name="T106" fmla="*/ 259 w 1462"/>
                <a:gd name="T107" fmla="*/ 207 h 956"/>
                <a:gd name="T108" fmla="*/ 311 w 1462"/>
                <a:gd name="T109" fmla="*/ 168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62" h="956">
                  <a:moveTo>
                    <a:pt x="826" y="312"/>
                  </a:moveTo>
                  <a:lnTo>
                    <a:pt x="814" y="329"/>
                  </a:lnTo>
                  <a:lnTo>
                    <a:pt x="800" y="343"/>
                  </a:lnTo>
                  <a:lnTo>
                    <a:pt x="781" y="354"/>
                  </a:lnTo>
                  <a:lnTo>
                    <a:pt x="781" y="570"/>
                  </a:lnTo>
                  <a:lnTo>
                    <a:pt x="799" y="580"/>
                  </a:lnTo>
                  <a:lnTo>
                    <a:pt x="813" y="594"/>
                  </a:lnTo>
                  <a:lnTo>
                    <a:pt x="824" y="610"/>
                  </a:lnTo>
                  <a:lnTo>
                    <a:pt x="831" y="629"/>
                  </a:lnTo>
                  <a:lnTo>
                    <a:pt x="1044" y="652"/>
                  </a:lnTo>
                  <a:lnTo>
                    <a:pt x="1054" y="635"/>
                  </a:lnTo>
                  <a:lnTo>
                    <a:pt x="1069" y="621"/>
                  </a:lnTo>
                  <a:lnTo>
                    <a:pt x="1087" y="612"/>
                  </a:lnTo>
                  <a:lnTo>
                    <a:pt x="1107" y="606"/>
                  </a:lnTo>
                  <a:lnTo>
                    <a:pt x="1148" y="432"/>
                  </a:lnTo>
                  <a:lnTo>
                    <a:pt x="1137" y="420"/>
                  </a:lnTo>
                  <a:lnTo>
                    <a:pt x="1127" y="406"/>
                  </a:lnTo>
                  <a:lnTo>
                    <a:pt x="1122" y="390"/>
                  </a:lnTo>
                  <a:lnTo>
                    <a:pt x="1119" y="372"/>
                  </a:lnTo>
                  <a:lnTo>
                    <a:pt x="826" y="312"/>
                  </a:lnTo>
                  <a:close/>
                  <a:moveTo>
                    <a:pt x="320" y="0"/>
                  </a:moveTo>
                  <a:lnTo>
                    <a:pt x="368" y="0"/>
                  </a:lnTo>
                  <a:lnTo>
                    <a:pt x="359" y="170"/>
                  </a:lnTo>
                  <a:lnTo>
                    <a:pt x="377" y="180"/>
                  </a:lnTo>
                  <a:lnTo>
                    <a:pt x="393" y="192"/>
                  </a:lnTo>
                  <a:lnTo>
                    <a:pt x="406" y="209"/>
                  </a:lnTo>
                  <a:lnTo>
                    <a:pt x="413" y="228"/>
                  </a:lnTo>
                  <a:lnTo>
                    <a:pt x="416" y="249"/>
                  </a:lnTo>
                  <a:lnTo>
                    <a:pt x="413" y="271"/>
                  </a:lnTo>
                  <a:lnTo>
                    <a:pt x="405" y="292"/>
                  </a:lnTo>
                  <a:lnTo>
                    <a:pt x="392" y="308"/>
                  </a:lnTo>
                  <a:lnTo>
                    <a:pt x="375" y="321"/>
                  </a:lnTo>
                  <a:lnTo>
                    <a:pt x="356" y="330"/>
                  </a:lnTo>
                  <a:lnTo>
                    <a:pt x="356" y="425"/>
                  </a:lnTo>
                  <a:lnTo>
                    <a:pt x="371" y="431"/>
                  </a:lnTo>
                  <a:lnTo>
                    <a:pt x="385" y="439"/>
                  </a:lnTo>
                  <a:lnTo>
                    <a:pt x="667" y="275"/>
                  </a:lnTo>
                  <a:lnTo>
                    <a:pt x="669" y="256"/>
                  </a:lnTo>
                  <a:lnTo>
                    <a:pt x="675" y="238"/>
                  </a:lnTo>
                  <a:lnTo>
                    <a:pt x="686" y="222"/>
                  </a:lnTo>
                  <a:lnTo>
                    <a:pt x="544" y="0"/>
                  </a:lnTo>
                  <a:lnTo>
                    <a:pt x="604" y="0"/>
                  </a:lnTo>
                  <a:lnTo>
                    <a:pt x="729" y="194"/>
                  </a:lnTo>
                  <a:lnTo>
                    <a:pt x="739" y="191"/>
                  </a:lnTo>
                  <a:lnTo>
                    <a:pt x="751" y="191"/>
                  </a:lnTo>
                  <a:lnTo>
                    <a:pt x="755" y="191"/>
                  </a:lnTo>
                  <a:lnTo>
                    <a:pt x="761" y="192"/>
                  </a:lnTo>
                  <a:lnTo>
                    <a:pt x="850" y="0"/>
                  </a:lnTo>
                  <a:lnTo>
                    <a:pt x="906" y="0"/>
                  </a:lnTo>
                  <a:lnTo>
                    <a:pt x="907" y="0"/>
                  </a:lnTo>
                  <a:lnTo>
                    <a:pt x="807" y="213"/>
                  </a:lnTo>
                  <a:lnTo>
                    <a:pt x="822" y="230"/>
                  </a:lnTo>
                  <a:lnTo>
                    <a:pt x="831" y="250"/>
                  </a:lnTo>
                  <a:lnTo>
                    <a:pt x="1139" y="315"/>
                  </a:lnTo>
                  <a:lnTo>
                    <a:pt x="1151" y="302"/>
                  </a:lnTo>
                  <a:lnTo>
                    <a:pt x="1166" y="293"/>
                  </a:lnTo>
                  <a:lnTo>
                    <a:pt x="1184" y="286"/>
                  </a:lnTo>
                  <a:lnTo>
                    <a:pt x="1202" y="284"/>
                  </a:lnTo>
                  <a:lnTo>
                    <a:pt x="1223" y="286"/>
                  </a:lnTo>
                  <a:lnTo>
                    <a:pt x="1241" y="294"/>
                  </a:lnTo>
                  <a:lnTo>
                    <a:pt x="1462" y="135"/>
                  </a:lnTo>
                  <a:lnTo>
                    <a:pt x="1462" y="194"/>
                  </a:lnTo>
                  <a:lnTo>
                    <a:pt x="1276" y="327"/>
                  </a:lnTo>
                  <a:lnTo>
                    <a:pt x="1285" y="348"/>
                  </a:lnTo>
                  <a:lnTo>
                    <a:pt x="1287" y="369"/>
                  </a:lnTo>
                  <a:lnTo>
                    <a:pt x="1285" y="390"/>
                  </a:lnTo>
                  <a:lnTo>
                    <a:pt x="1276" y="410"/>
                  </a:lnTo>
                  <a:lnTo>
                    <a:pt x="1263" y="427"/>
                  </a:lnTo>
                  <a:lnTo>
                    <a:pt x="1247" y="439"/>
                  </a:lnTo>
                  <a:lnTo>
                    <a:pt x="1227" y="449"/>
                  </a:lnTo>
                  <a:lnTo>
                    <a:pt x="1205" y="452"/>
                  </a:lnTo>
                  <a:lnTo>
                    <a:pt x="1166" y="620"/>
                  </a:lnTo>
                  <a:lnTo>
                    <a:pt x="1181" y="634"/>
                  </a:lnTo>
                  <a:lnTo>
                    <a:pt x="1193" y="650"/>
                  </a:lnTo>
                  <a:lnTo>
                    <a:pt x="1200" y="669"/>
                  </a:lnTo>
                  <a:lnTo>
                    <a:pt x="1202" y="690"/>
                  </a:lnTo>
                  <a:lnTo>
                    <a:pt x="1200" y="712"/>
                  </a:lnTo>
                  <a:lnTo>
                    <a:pt x="1191" y="732"/>
                  </a:lnTo>
                  <a:lnTo>
                    <a:pt x="1177" y="750"/>
                  </a:lnTo>
                  <a:lnTo>
                    <a:pt x="1160" y="763"/>
                  </a:lnTo>
                  <a:lnTo>
                    <a:pt x="1201" y="956"/>
                  </a:lnTo>
                  <a:lnTo>
                    <a:pt x="1152" y="956"/>
                  </a:lnTo>
                  <a:lnTo>
                    <a:pt x="1113" y="773"/>
                  </a:lnTo>
                  <a:lnTo>
                    <a:pt x="1092" y="769"/>
                  </a:lnTo>
                  <a:lnTo>
                    <a:pt x="1073" y="761"/>
                  </a:lnTo>
                  <a:lnTo>
                    <a:pt x="1057" y="748"/>
                  </a:lnTo>
                  <a:lnTo>
                    <a:pt x="1045" y="731"/>
                  </a:lnTo>
                  <a:lnTo>
                    <a:pt x="1037" y="712"/>
                  </a:lnTo>
                  <a:lnTo>
                    <a:pt x="825" y="688"/>
                  </a:lnTo>
                  <a:lnTo>
                    <a:pt x="813" y="705"/>
                  </a:lnTo>
                  <a:lnTo>
                    <a:pt x="799" y="718"/>
                  </a:lnTo>
                  <a:lnTo>
                    <a:pt x="781" y="728"/>
                  </a:lnTo>
                  <a:lnTo>
                    <a:pt x="781" y="956"/>
                  </a:lnTo>
                  <a:lnTo>
                    <a:pt x="720" y="956"/>
                  </a:lnTo>
                  <a:lnTo>
                    <a:pt x="720" y="728"/>
                  </a:lnTo>
                  <a:lnTo>
                    <a:pt x="707" y="720"/>
                  </a:lnTo>
                  <a:lnTo>
                    <a:pt x="694" y="711"/>
                  </a:lnTo>
                  <a:lnTo>
                    <a:pt x="683" y="700"/>
                  </a:lnTo>
                  <a:lnTo>
                    <a:pt x="397" y="783"/>
                  </a:lnTo>
                  <a:lnTo>
                    <a:pt x="393" y="804"/>
                  </a:lnTo>
                  <a:lnTo>
                    <a:pt x="385" y="823"/>
                  </a:lnTo>
                  <a:lnTo>
                    <a:pt x="371" y="840"/>
                  </a:lnTo>
                  <a:lnTo>
                    <a:pt x="354" y="852"/>
                  </a:lnTo>
                  <a:lnTo>
                    <a:pt x="335" y="861"/>
                  </a:lnTo>
                  <a:lnTo>
                    <a:pt x="337" y="956"/>
                  </a:lnTo>
                  <a:lnTo>
                    <a:pt x="288" y="956"/>
                  </a:lnTo>
                  <a:lnTo>
                    <a:pt x="286" y="862"/>
                  </a:lnTo>
                  <a:lnTo>
                    <a:pt x="266" y="855"/>
                  </a:lnTo>
                  <a:lnTo>
                    <a:pt x="248" y="842"/>
                  </a:lnTo>
                  <a:lnTo>
                    <a:pt x="235" y="825"/>
                  </a:lnTo>
                  <a:lnTo>
                    <a:pt x="224" y="806"/>
                  </a:lnTo>
                  <a:lnTo>
                    <a:pt x="0" y="801"/>
                  </a:lnTo>
                  <a:lnTo>
                    <a:pt x="0" y="741"/>
                  </a:lnTo>
                  <a:lnTo>
                    <a:pt x="224" y="746"/>
                  </a:lnTo>
                  <a:lnTo>
                    <a:pt x="229" y="734"/>
                  </a:lnTo>
                  <a:lnTo>
                    <a:pt x="236" y="724"/>
                  </a:lnTo>
                  <a:lnTo>
                    <a:pt x="248" y="707"/>
                  </a:lnTo>
                  <a:lnTo>
                    <a:pt x="265" y="694"/>
                  </a:lnTo>
                  <a:lnTo>
                    <a:pt x="285" y="686"/>
                  </a:lnTo>
                  <a:lnTo>
                    <a:pt x="307" y="682"/>
                  </a:lnTo>
                  <a:lnTo>
                    <a:pt x="325" y="686"/>
                  </a:lnTo>
                  <a:lnTo>
                    <a:pt x="342" y="691"/>
                  </a:lnTo>
                  <a:lnTo>
                    <a:pt x="357" y="700"/>
                  </a:lnTo>
                  <a:lnTo>
                    <a:pt x="371" y="711"/>
                  </a:lnTo>
                  <a:lnTo>
                    <a:pt x="382" y="725"/>
                  </a:lnTo>
                  <a:lnTo>
                    <a:pt x="667" y="642"/>
                  </a:lnTo>
                  <a:lnTo>
                    <a:pt x="671" y="623"/>
                  </a:lnTo>
                  <a:lnTo>
                    <a:pt x="678" y="606"/>
                  </a:lnTo>
                  <a:lnTo>
                    <a:pt x="690" y="592"/>
                  </a:lnTo>
                  <a:lnTo>
                    <a:pt x="704" y="579"/>
                  </a:lnTo>
                  <a:lnTo>
                    <a:pt x="720" y="570"/>
                  </a:lnTo>
                  <a:lnTo>
                    <a:pt x="720" y="354"/>
                  </a:lnTo>
                  <a:lnTo>
                    <a:pt x="704" y="344"/>
                  </a:lnTo>
                  <a:lnTo>
                    <a:pt x="689" y="332"/>
                  </a:lnTo>
                  <a:lnTo>
                    <a:pt x="415" y="491"/>
                  </a:lnTo>
                  <a:lnTo>
                    <a:pt x="416" y="498"/>
                  </a:lnTo>
                  <a:lnTo>
                    <a:pt x="416" y="505"/>
                  </a:lnTo>
                  <a:lnTo>
                    <a:pt x="413" y="527"/>
                  </a:lnTo>
                  <a:lnTo>
                    <a:pt x="405" y="547"/>
                  </a:lnTo>
                  <a:lnTo>
                    <a:pt x="392" y="564"/>
                  </a:lnTo>
                  <a:lnTo>
                    <a:pt x="374" y="578"/>
                  </a:lnTo>
                  <a:lnTo>
                    <a:pt x="354" y="586"/>
                  </a:lnTo>
                  <a:lnTo>
                    <a:pt x="332" y="588"/>
                  </a:lnTo>
                  <a:lnTo>
                    <a:pt x="310" y="586"/>
                  </a:lnTo>
                  <a:lnTo>
                    <a:pt x="289" y="577"/>
                  </a:lnTo>
                  <a:lnTo>
                    <a:pt x="271" y="564"/>
                  </a:lnTo>
                  <a:lnTo>
                    <a:pt x="259" y="546"/>
                  </a:lnTo>
                  <a:lnTo>
                    <a:pt x="0" y="574"/>
                  </a:lnTo>
                  <a:lnTo>
                    <a:pt x="0" y="513"/>
                  </a:lnTo>
                  <a:lnTo>
                    <a:pt x="249" y="487"/>
                  </a:lnTo>
                  <a:lnTo>
                    <a:pt x="257" y="466"/>
                  </a:lnTo>
                  <a:lnTo>
                    <a:pt x="270" y="448"/>
                  </a:lnTo>
                  <a:lnTo>
                    <a:pt x="287" y="433"/>
                  </a:lnTo>
                  <a:lnTo>
                    <a:pt x="307" y="425"/>
                  </a:lnTo>
                  <a:lnTo>
                    <a:pt x="307" y="330"/>
                  </a:lnTo>
                  <a:lnTo>
                    <a:pt x="288" y="321"/>
                  </a:lnTo>
                  <a:lnTo>
                    <a:pt x="271" y="308"/>
                  </a:lnTo>
                  <a:lnTo>
                    <a:pt x="259" y="292"/>
                  </a:lnTo>
                  <a:lnTo>
                    <a:pt x="250" y="271"/>
                  </a:lnTo>
                  <a:lnTo>
                    <a:pt x="247" y="249"/>
                  </a:lnTo>
                  <a:lnTo>
                    <a:pt x="250" y="227"/>
                  </a:lnTo>
                  <a:lnTo>
                    <a:pt x="259" y="207"/>
                  </a:lnTo>
                  <a:lnTo>
                    <a:pt x="273" y="189"/>
                  </a:lnTo>
                  <a:lnTo>
                    <a:pt x="290" y="176"/>
                  </a:lnTo>
                  <a:lnTo>
                    <a:pt x="311" y="168"/>
                  </a:lnTo>
                  <a:lnTo>
                    <a:pt x="320"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81" name="Freeform 9">
              <a:extLst>
                <a:ext uri="{FF2B5EF4-FFF2-40B4-BE49-F238E27FC236}">
                  <a16:creationId xmlns:a16="http://schemas.microsoft.com/office/drawing/2014/main" id="{F54AEBE1-AD1A-4780-B5AC-904F43445D69}"/>
                </a:ext>
              </a:extLst>
            </p:cNvPr>
            <p:cNvSpPr>
              <a:spLocks noEditPoints="1"/>
            </p:cNvSpPr>
            <p:nvPr/>
          </p:nvSpPr>
          <p:spPr bwMode="auto">
            <a:xfrm>
              <a:off x="3956050" y="5446713"/>
              <a:ext cx="434975" cy="317500"/>
            </a:xfrm>
            <a:custGeom>
              <a:avLst/>
              <a:gdLst>
                <a:gd name="T0" fmla="*/ 113 w 1912"/>
                <a:gd name="T1" fmla="*/ 113 h 1406"/>
                <a:gd name="T2" fmla="*/ 113 w 1912"/>
                <a:gd name="T3" fmla="*/ 1293 h 1406"/>
                <a:gd name="T4" fmla="*/ 1799 w 1912"/>
                <a:gd name="T5" fmla="*/ 1293 h 1406"/>
                <a:gd name="T6" fmla="*/ 1799 w 1912"/>
                <a:gd name="T7" fmla="*/ 113 h 1406"/>
                <a:gd name="T8" fmla="*/ 113 w 1912"/>
                <a:gd name="T9" fmla="*/ 113 h 1406"/>
                <a:gd name="T10" fmla="*/ 0 w 1912"/>
                <a:gd name="T11" fmla="*/ 0 h 1406"/>
                <a:gd name="T12" fmla="*/ 1912 w 1912"/>
                <a:gd name="T13" fmla="*/ 0 h 1406"/>
                <a:gd name="T14" fmla="*/ 1912 w 1912"/>
                <a:gd name="T15" fmla="*/ 1406 h 1406"/>
                <a:gd name="T16" fmla="*/ 0 w 1912"/>
                <a:gd name="T17" fmla="*/ 1406 h 1406"/>
                <a:gd name="T18" fmla="*/ 0 w 1912"/>
                <a:gd name="T19" fmla="*/ 0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12" h="1406">
                  <a:moveTo>
                    <a:pt x="113" y="113"/>
                  </a:moveTo>
                  <a:lnTo>
                    <a:pt x="113" y="1293"/>
                  </a:lnTo>
                  <a:lnTo>
                    <a:pt x="1799" y="1293"/>
                  </a:lnTo>
                  <a:lnTo>
                    <a:pt x="1799" y="113"/>
                  </a:lnTo>
                  <a:lnTo>
                    <a:pt x="113" y="113"/>
                  </a:lnTo>
                  <a:close/>
                  <a:moveTo>
                    <a:pt x="0" y="0"/>
                  </a:moveTo>
                  <a:lnTo>
                    <a:pt x="1912" y="0"/>
                  </a:lnTo>
                  <a:lnTo>
                    <a:pt x="1912" y="1406"/>
                  </a:lnTo>
                  <a:lnTo>
                    <a:pt x="0" y="1406"/>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382" name="Group 381">
            <a:extLst>
              <a:ext uri="{FF2B5EF4-FFF2-40B4-BE49-F238E27FC236}">
                <a16:creationId xmlns:a16="http://schemas.microsoft.com/office/drawing/2014/main" id="{8AB7A29E-621C-4586-AE02-D668B5673DF7}"/>
              </a:ext>
            </a:extLst>
          </p:cNvPr>
          <p:cNvGrpSpPr>
            <a:grpSpLocks noChangeAspect="1"/>
          </p:cNvGrpSpPr>
          <p:nvPr/>
        </p:nvGrpSpPr>
        <p:grpSpPr>
          <a:xfrm>
            <a:off x="8672773" y="1636968"/>
            <a:ext cx="585216" cy="529812"/>
            <a:chOff x="5741194" y="4853216"/>
            <a:chExt cx="536575" cy="485775"/>
          </a:xfrm>
        </p:grpSpPr>
        <p:sp useBgFill="1">
          <p:nvSpPr>
            <p:cNvPr id="383" name="Freeform 17">
              <a:extLst>
                <a:ext uri="{FF2B5EF4-FFF2-40B4-BE49-F238E27FC236}">
                  <a16:creationId xmlns:a16="http://schemas.microsoft.com/office/drawing/2014/main" id="{9F657AAC-779C-4EFC-BFDC-5BC6D4BA7923}"/>
                </a:ext>
              </a:extLst>
            </p:cNvPr>
            <p:cNvSpPr>
              <a:spLocks/>
            </p:cNvSpPr>
            <p:nvPr/>
          </p:nvSpPr>
          <p:spPr bwMode="auto">
            <a:xfrm>
              <a:off x="5741194" y="4916716"/>
              <a:ext cx="536575" cy="422275"/>
            </a:xfrm>
            <a:custGeom>
              <a:avLst/>
              <a:gdLst>
                <a:gd name="T0" fmla="*/ 113 w 2362"/>
                <a:gd name="T1" fmla="*/ 0 h 1856"/>
                <a:gd name="T2" fmla="*/ 2249 w 2362"/>
                <a:gd name="T3" fmla="*/ 0 h 1856"/>
                <a:gd name="T4" fmla="*/ 2275 w 2362"/>
                <a:gd name="T5" fmla="*/ 3 h 1856"/>
                <a:gd name="T6" fmla="*/ 2299 w 2362"/>
                <a:gd name="T7" fmla="*/ 12 h 1856"/>
                <a:gd name="T8" fmla="*/ 2320 w 2362"/>
                <a:gd name="T9" fmla="*/ 25 h 1856"/>
                <a:gd name="T10" fmla="*/ 2337 w 2362"/>
                <a:gd name="T11" fmla="*/ 42 h 1856"/>
                <a:gd name="T12" fmla="*/ 2350 w 2362"/>
                <a:gd name="T13" fmla="*/ 63 h 1856"/>
                <a:gd name="T14" fmla="*/ 2359 w 2362"/>
                <a:gd name="T15" fmla="*/ 87 h 1856"/>
                <a:gd name="T16" fmla="*/ 2362 w 2362"/>
                <a:gd name="T17" fmla="*/ 113 h 1856"/>
                <a:gd name="T18" fmla="*/ 2362 w 2362"/>
                <a:gd name="T19" fmla="*/ 1743 h 1856"/>
                <a:gd name="T20" fmla="*/ 2359 w 2362"/>
                <a:gd name="T21" fmla="*/ 1769 h 1856"/>
                <a:gd name="T22" fmla="*/ 2350 w 2362"/>
                <a:gd name="T23" fmla="*/ 1793 h 1856"/>
                <a:gd name="T24" fmla="*/ 2337 w 2362"/>
                <a:gd name="T25" fmla="*/ 1814 h 1856"/>
                <a:gd name="T26" fmla="*/ 2320 w 2362"/>
                <a:gd name="T27" fmla="*/ 1831 h 1856"/>
                <a:gd name="T28" fmla="*/ 2299 w 2362"/>
                <a:gd name="T29" fmla="*/ 1844 h 1856"/>
                <a:gd name="T30" fmla="*/ 2275 w 2362"/>
                <a:gd name="T31" fmla="*/ 1853 h 1856"/>
                <a:gd name="T32" fmla="*/ 2249 w 2362"/>
                <a:gd name="T33" fmla="*/ 1856 h 1856"/>
                <a:gd name="T34" fmla="*/ 113 w 2362"/>
                <a:gd name="T35" fmla="*/ 1856 h 1856"/>
                <a:gd name="T36" fmla="*/ 87 w 2362"/>
                <a:gd name="T37" fmla="*/ 1853 h 1856"/>
                <a:gd name="T38" fmla="*/ 63 w 2362"/>
                <a:gd name="T39" fmla="*/ 1844 h 1856"/>
                <a:gd name="T40" fmla="*/ 42 w 2362"/>
                <a:gd name="T41" fmla="*/ 1831 h 1856"/>
                <a:gd name="T42" fmla="*/ 25 w 2362"/>
                <a:gd name="T43" fmla="*/ 1814 h 1856"/>
                <a:gd name="T44" fmla="*/ 12 w 2362"/>
                <a:gd name="T45" fmla="*/ 1793 h 1856"/>
                <a:gd name="T46" fmla="*/ 3 w 2362"/>
                <a:gd name="T47" fmla="*/ 1769 h 1856"/>
                <a:gd name="T48" fmla="*/ 0 w 2362"/>
                <a:gd name="T49" fmla="*/ 1743 h 1856"/>
                <a:gd name="T50" fmla="*/ 0 w 2362"/>
                <a:gd name="T51" fmla="*/ 113 h 1856"/>
                <a:gd name="T52" fmla="*/ 3 w 2362"/>
                <a:gd name="T53" fmla="*/ 87 h 1856"/>
                <a:gd name="T54" fmla="*/ 12 w 2362"/>
                <a:gd name="T55" fmla="*/ 63 h 1856"/>
                <a:gd name="T56" fmla="*/ 25 w 2362"/>
                <a:gd name="T57" fmla="*/ 42 h 1856"/>
                <a:gd name="T58" fmla="*/ 42 w 2362"/>
                <a:gd name="T59" fmla="*/ 25 h 1856"/>
                <a:gd name="T60" fmla="*/ 63 w 2362"/>
                <a:gd name="T61" fmla="*/ 12 h 1856"/>
                <a:gd name="T62" fmla="*/ 87 w 2362"/>
                <a:gd name="T63" fmla="*/ 3 h 1856"/>
                <a:gd name="T64" fmla="*/ 113 w 2362"/>
                <a:gd name="T65" fmla="*/ 0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56">
                  <a:moveTo>
                    <a:pt x="113" y="0"/>
                  </a:moveTo>
                  <a:lnTo>
                    <a:pt x="2249" y="0"/>
                  </a:lnTo>
                  <a:lnTo>
                    <a:pt x="2275" y="3"/>
                  </a:lnTo>
                  <a:lnTo>
                    <a:pt x="2299" y="12"/>
                  </a:lnTo>
                  <a:lnTo>
                    <a:pt x="2320" y="25"/>
                  </a:lnTo>
                  <a:lnTo>
                    <a:pt x="2337" y="42"/>
                  </a:lnTo>
                  <a:lnTo>
                    <a:pt x="2350" y="63"/>
                  </a:lnTo>
                  <a:lnTo>
                    <a:pt x="2359" y="87"/>
                  </a:lnTo>
                  <a:lnTo>
                    <a:pt x="2362" y="113"/>
                  </a:lnTo>
                  <a:lnTo>
                    <a:pt x="2362" y="1743"/>
                  </a:lnTo>
                  <a:lnTo>
                    <a:pt x="2359" y="1769"/>
                  </a:lnTo>
                  <a:lnTo>
                    <a:pt x="2350" y="1793"/>
                  </a:lnTo>
                  <a:lnTo>
                    <a:pt x="2337" y="1814"/>
                  </a:lnTo>
                  <a:lnTo>
                    <a:pt x="2320" y="1831"/>
                  </a:lnTo>
                  <a:lnTo>
                    <a:pt x="2299" y="1844"/>
                  </a:lnTo>
                  <a:lnTo>
                    <a:pt x="2275" y="1853"/>
                  </a:lnTo>
                  <a:lnTo>
                    <a:pt x="2249" y="1856"/>
                  </a:lnTo>
                  <a:lnTo>
                    <a:pt x="113" y="1856"/>
                  </a:lnTo>
                  <a:lnTo>
                    <a:pt x="87" y="1853"/>
                  </a:lnTo>
                  <a:lnTo>
                    <a:pt x="63" y="1844"/>
                  </a:lnTo>
                  <a:lnTo>
                    <a:pt x="42" y="1831"/>
                  </a:lnTo>
                  <a:lnTo>
                    <a:pt x="25" y="1814"/>
                  </a:lnTo>
                  <a:lnTo>
                    <a:pt x="12" y="1793"/>
                  </a:lnTo>
                  <a:lnTo>
                    <a:pt x="3" y="1769"/>
                  </a:lnTo>
                  <a:lnTo>
                    <a:pt x="0" y="1743"/>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84" name="Freeform 18">
              <a:extLst>
                <a:ext uri="{FF2B5EF4-FFF2-40B4-BE49-F238E27FC236}">
                  <a16:creationId xmlns:a16="http://schemas.microsoft.com/office/drawing/2014/main" id="{97B4AB84-55EC-467D-AABF-D6CB17F6D291}"/>
                </a:ext>
              </a:extLst>
            </p:cNvPr>
            <p:cNvSpPr>
              <a:spLocks noEditPoints="1"/>
            </p:cNvSpPr>
            <p:nvPr/>
          </p:nvSpPr>
          <p:spPr bwMode="auto">
            <a:xfrm>
              <a:off x="5766594" y="4943704"/>
              <a:ext cx="485775" cy="368300"/>
            </a:xfrm>
            <a:custGeom>
              <a:avLst/>
              <a:gdLst>
                <a:gd name="T0" fmla="*/ 225 w 2136"/>
                <a:gd name="T1" fmla="*/ 562 h 1630"/>
                <a:gd name="T2" fmla="*/ 506 w 2136"/>
                <a:gd name="T3" fmla="*/ 562 h 1630"/>
                <a:gd name="T4" fmla="*/ 506 w 2136"/>
                <a:gd name="T5" fmla="*/ 1405 h 1630"/>
                <a:gd name="T6" fmla="*/ 225 w 2136"/>
                <a:gd name="T7" fmla="*/ 1405 h 1630"/>
                <a:gd name="T8" fmla="*/ 225 w 2136"/>
                <a:gd name="T9" fmla="*/ 562 h 1630"/>
                <a:gd name="T10" fmla="*/ 112 w 2136"/>
                <a:gd name="T11" fmla="*/ 112 h 1630"/>
                <a:gd name="T12" fmla="*/ 112 w 2136"/>
                <a:gd name="T13" fmla="*/ 1518 h 1630"/>
                <a:gd name="T14" fmla="*/ 2024 w 2136"/>
                <a:gd name="T15" fmla="*/ 1518 h 1630"/>
                <a:gd name="T16" fmla="*/ 2024 w 2136"/>
                <a:gd name="T17" fmla="*/ 112 h 1630"/>
                <a:gd name="T18" fmla="*/ 112 w 2136"/>
                <a:gd name="T19" fmla="*/ 112 h 1630"/>
                <a:gd name="T20" fmla="*/ 0 w 2136"/>
                <a:gd name="T21" fmla="*/ 0 h 1630"/>
                <a:gd name="T22" fmla="*/ 2136 w 2136"/>
                <a:gd name="T23" fmla="*/ 0 h 1630"/>
                <a:gd name="T24" fmla="*/ 2136 w 2136"/>
                <a:gd name="T25" fmla="*/ 1630 h 1630"/>
                <a:gd name="T26" fmla="*/ 0 w 2136"/>
                <a:gd name="T27" fmla="*/ 1630 h 1630"/>
                <a:gd name="T28" fmla="*/ 0 w 2136"/>
                <a:gd name="T29"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36" h="1630">
                  <a:moveTo>
                    <a:pt x="225" y="562"/>
                  </a:moveTo>
                  <a:lnTo>
                    <a:pt x="506" y="562"/>
                  </a:lnTo>
                  <a:lnTo>
                    <a:pt x="506" y="1405"/>
                  </a:lnTo>
                  <a:lnTo>
                    <a:pt x="225" y="1405"/>
                  </a:lnTo>
                  <a:lnTo>
                    <a:pt x="225" y="562"/>
                  </a:lnTo>
                  <a:close/>
                  <a:moveTo>
                    <a:pt x="112" y="112"/>
                  </a:moveTo>
                  <a:lnTo>
                    <a:pt x="112" y="1518"/>
                  </a:lnTo>
                  <a:lnTo>
                    <a:pt x="2024" y="1518"/>
                  </a:lnTo>
                  <a:lnTo>
                    <a:pt x="2024" y="112"/>
                  </a:lnTo>
                  <a:lnTo>
                    <a:pt x="112" y="112"/>
                  </a:lnTo>
                  <a:close/>
                  <a:moveTo>
                    <a:pt x="0" y="0"/>
                  </a:moveTo>
                  <a:lnTo>
                    <a:pt x="2136" y="0"/>
                  </a:lnTo>
                  <a:lnTo>
                    <a:pt x="2136" y="1630"/>
                  </a:lnTo>
                  <a:lnTo>
                    <a:pt x="0" y="163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85" name="Rectangle 19">
              <a:extLst>
                <a:ext uri="{FF2B5EF4-FFF2-40B4-BE49-F238E27FC236}">
                  <a16:creationId xmlns:a16="http://schemas.microsoft.com/office/drawing/2014/main" id="{29FA8AA9-E655-4250-B98B-31DDC660D715}"/>
                </a:ext>
              </a:extLst>
            </p:cNvPr>
            <p:cNvSpPr>
              <a:spLocks noChangeArrowheads="1"/>
            </p:cNvSpPr>
            <p:nvPr/>
          </p:nvSpPr>
          <p:spPr bwMode="auto">
            <a:xfrm>
              <a:off x="5817181" y="4994504"/>
              <a:ext cx="382801" cy="50800"/>
            </a:xfrm>
            <a:prstGeom prst="rect">
              <a:avLst/>
            </a:prstGeom>
            <a:solidFill>
              <a:srgbClr val="7CD2F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86" name="Rectangle 20">
              <a:extLst>
                <a:ext uri="{FF2B5EF4-FFF2-40B4-BE49-F238E27FC236}">
                  <a16:creationId xmlns:a16="http://schemas.microsoft.com/office/drawing/2014/main" id="{10045E2D-6486-43F9-9CDB-050259CA277A}"/>
                </a:ext>
              </a:extLst>
            </p:cNvPr>
            <p:cNvSpPr>
              <a:spLocks noChangeArrowheads="1"/>
            </p:cNvSpPr>
            <p:nvPr/>
          </p:nvSpPr>
          <p:spPr bwMode="auto">
            <a:xfrm>
              <a:off x="5907882" y="5070704"/>
              <a:ext cx="292100" cy="190500"/>
            </a:xfrm>
            <a:prstGeom prst="rect">
              <a:avLst/>
            </a:prstGeom>
            <a:solidFill>
              <a:srgbClr val="94E6EC"/>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87" name="Freeform 21">
              <a:extLst>
                <a:ext uri="{FF2B5EF4-FFF2-40B4-BE49-F238E27FC236}">
                  <a16:creationId xmlns:a16="http://schemas.microsoft.com/office/drawing/2014/main" id="{6A651E5C-6501-4364-B442-7AAD7B785920}"/>
                </a:ext>
              </a:extLst>
            </p:cNvPr>
            <p:cNvSpPr>
              <a:spLocks/>
            </p:cNvSpPr>
            <p:nvPr/>
          </p:nvSpPr>
          <p:spPr bwMode="auto">
            <a:xfrm>
              <a:off x="5907882" y="5070704"/>
              <a:ext cx="292100" cy="184150"/>
            </a:xfrm>
            <a:custGeom>
              <a:avLst/>
              <a:gdLst>
                <a:gd name="T0" fmla="*/ 0 w 1293"/>
                <a:gd name="T1" fmla="*/ 0 h 813"/>
                <a:gd name="T2" fmla="*/ 1293 w 1293"/>
                <a:gd name="T3" fmla="*/ 0 h 813"/>
                <a:gd name="T4" fmla="*/ 1293 w 1293"/>
                <a:gd name="T5" fmla="*/ 813 h 813"/>
                <a:gd name="T6" fmla="*/ 1277 w 1293"/>
                <a:gd name="T7" fmla="*/ 810 h 813"/>
                <a:gd name="T8" fmla="*/ 1225 w 1293"/>
                <a:gd name="T9" fmla="*/ 801 h 813"/>
                <a:gd name="T10" fmla="*/ 1180 w 1293"/>
                <a:gd name="T11" fmla="*/ 791 h 813"/>
                <a:gd name="T12" fmla="*/ 1139 w 1293"/>
                <a:gd name="T13" fmla="*/ 783 h 813"/>
                <a:gd name="T14" fmla="*/ 1104 w 1293"/>
                <a:gd name="T15" fmla="*/ 775 h 813"/>
                <a:gd name="T16" fmla="*/ 1072 w 1293"/>
                <a:gd name="T17" fmla="*/ 768 h 813"/>
                <a:gd name="T18" fmla="*/ 1046 w 1293"/>
                <a:gd name="T19" fmla="*/ 762 h 813"/>
                <a:gd name="T20" fmla="*/ 1023 w 1293"/>
                <a:gd name="T21" fmla="*/ 755 h 813"/>
                <a:gd name="T22" fmla="*/ 1004 w 1293"/>
                <a:gd name="T23" fmla="*/ 750 h 813"/>
                <a:gd name="T24" fmla="*/ 987 w 1293"/>
                <a:gd name="T25" fmla="*/ 744 h 813"/>
                <a:gd name="T26" fmla="*/ 972 w 1293"/>
                <a:gd name="T27" fmla="*/ 738 h 813"/>
                <a:gd name="T28" fmla="*/ 959 w 1293"/>
                <a:gd name="T29" fmla="*/ 733 h 813"/>
                <a:gd name="T30" fmla="*/ 948 w 1293"/>
                <a:gd name="T31" fmla="*/ 727 h 813"/>
                <a:gd name="T32" fmla="*/ 937 w 1293"/>
                <a:gd name="T33" fmla="*/ 722 h 813"/>
                <a:gd name="T34" fmla="*/ 926 w 1293"/>
                <a:gd name="T35" fmla="*/ 715 h 813"/>
                <a:gd name="T36" fmla="*/ 897 w 1293"/>
                <a:gd name="T37" fmla="*/ 693 h 813"/>
                <a:gd name="T38" fmla="*/ 871 w 1293"/>
                <a:gd name="T39" fmla="*/ 669 h 813"/>
                <a:gd name="T40" fmla="*/ 850 w 1293"/>
                <a:gd name="T41" fmla="*/ 643 h 813"/>
                <a:gd name="T42" fmla="*/ 833 w 1293"/>
                <a:gd name="T43" fmla="*/ 617 h 813"/>
                <a:gd name="T44" fmla="*/ 819 w 1293"/>
                <a:gd name="T45" fmla="*/ 589 h 813"/>
                <a:gd name="T46" fmla="*/ 806 w 1293"/>
                <a:gd name="T47" fmla="*/ 563 h 813"/>
                <a:gd name="T48" fmla="*/ 800 w 1293"/>
                <a:gd name="T49" fmla="*/ 547 h 813"/>
                <a:gd name="T50" fmla="*/ 792 w 1293"/>
                <a:gd name="T51" fmla="*/ 532 h 813"/>
                <a:gd name="T52" fmla="*/ 785 w 1293"/>
                <a:gd name="T53" fmla="*/ 520 h 813"/>
                <a:gd name="T54" fmla="*/ 777 w 1293"/>
                <a:gd name="T55" fmla="*/ 510 h 813"/>
                <a:gd name="T56" fmla="*/ 770 w 1293"/>
                <a:gd name="T57" fmla="*/ 508 h 813"/>
                <a:gd name="T58" fmla="*/ 761 w 1293"/>
                <a:gd name="T59" fmla="*/ 506 h 813"/>
                <a:gd name="T60" fmla="*/ 751 w 1293"/>
                <a:gd name="T61" fmla="*/ 505 h 813"/>
                <a:gd name="T62" fmla="*/ 732 w 1293"/>
                <a:gd name="T63" fmla="*/ 501 h 813"/>
                <a:gd name="T64" fmla="*/ 711 w 1293"/>
                <a:gd name="T65" fmla="*/ 496 h 813"/>
                <a:gd name="T66" fmla="*/ 689 w 1293"/>
                <a:gd name="T67" fmla="*/ 490 h 813"/>
                <a:gd name="T68" fmla="*/ 668 w 1293"/>
                <a:gd name="T69" fmla="*/ 482 h 813"/>
                <a:gd name="T70" fmla="*/ 645 w 1293"/>
                <a:gd name="T71" fmla="*/ 469 h 813"/>
                <a:gd name="T72" fmla="*/ 625 w 1293"/>
                <a:gd name="T73" fmla="*/ 452 h 813"/>
                <a:gd name="T74" fmla="*/ 610 w 1293"/>
                <a:gd name="T75" fmla="*/ 433 h 813"/>
                <a:gd name="T76" fmla="*/ 598 w 1293"/>
                <a:gd name="T77" fmla="*/ 414 h 813"/>
                <a:gd name="T78" fmla="*/ 589 w 1293"/>
                <a:gd name="T79" fmla="*/ 394 h 813"/>
                <a:gd name="T80" fmla="*/ 583 w 1293"/>
                <a:gd name="T81" fmla="*/ 376 h 813"/>
                <a:gd name="T82" fmla="*/ 580 w 1293"/>
                <a:gd name="T83" fmla="*/ 358 h 813"/>
                <a:gd name="T84" fmla="*/ 578 w 1293"/>
                <a:gd name="T85" fmla="*/ 343 h 813"/>
                <a:gd name="T86" fmla="*/ 575 w 1293"/>
                <a:gd name="T87" fmla="*/ 343 h 813"/>
                <a:gd name="T88" fmla="*/ 552 w 1293"/>
                <a:gd name="T89" fmla="*/ 344 h 813"/>
                <a:gd name="T90" fmla="*/ 527 w 1293"/>
                <a:gd name="T91" fmla="*/ 349 h 813"/>
                <a:gd name="T92" fmla="*/ 500 w 1293"/>
                <a:gd name="T93" fmla="*/ 354 h 813"/>
                <a:gd name="T94" fmla="*/ 472 w 1293"/>
                <a:gd name="T95" fmla="*/ 361 h 813"/>
                <a:gd name="T96" fmla="*/ 445 w 1293"/>
                <a:gd name="T97" fmla="*/ 369 h 813"/>
                <a:gd name="T98" fmla="*/ 418 w 1293"/>
                <a:gd name="T99" fmla="*/ 377 h 813"/>
                <a:gd name="T100" fmla="*/ 394 w 1293"/>
                <a:gd name="T101" fmla="*/ 385 h 813"/>
                <a:gd name="T102" fmla="*/ 374 w 1293"/>
                <a:gd name="T103" fmla="*/ 392 h 813"/>
                <a:gd name="T104" fmla="*/ 345 w 1293"/>
                <a:gd name="T105" fmla="*/ 399 h 813"/>
                <a:gd name="T106" fmla="*/ 315 w 1293"/>
                <a:gd name="T107" fmla="*/ 406 h 813"/>
                <a:gd name="T108" fmla="*/ 283 w 1293"/>
                <a:gd name="T109" fmla="*/ 409 h 813"/>
                <a:gd name="T110" fmla="*/ 249 w 1293"/>
                <a:gd name="T111" fmla="*/ 410 h 813"/>
                <a:gd name="T112" fmla="*/ 196 w 1293"/>
                <a:gd name="T113" fmla="*/ 407 h 813"/>
                <a:gd name="T114" fmla="*/ 145 w 1293"/>
                <a:gd name="T115" fmla="*/ 399 h 813"/>
                <a:gd name="T116" fmla="*/ 94 w 1293"/>
                <a:gd name="T117" fmla="*/ 388 h 813"/>
                <a:gd name="T118" fmla="*/ 45 w 1293"/>
                <a:gd name="T119" fmla="*/ 371 h 813"/>
                <a:gd name="T120" fmla="*/ 0 w 1293"/>
                <a:gd name="T121" fmla="*/ 350 h 813"/>
                <a:gd name="T122" fmla="*/ 0 w 1293"/>
                <a:gd name="T123" fmla="*/ 0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93" h="813">
                  <a:moveTo>
                    <a:pt x="0" y="0"/>
                  </a:moveTo>
                  <a:lnTo>
                    <a:pt x="1293" y="0"/>
                  </a:lnTo>
                  <a:lnTo>
                    <a:pt x="1293" y="813"/>
                  </a:lnTo>
                  <a:lnTo>
                    <a:pt x="1277" y="810"/>
                  </a:lnTo>
                  <a:lnTo>
                    <a:pt x="1225" y="801"/>
                  </a:lnTo>
                  <a:lnTo>
                    <a:pt x="1180" y="791"/>
                  </a:lnTo>
                  <a:lnTo>
                    <a:pt x="1139" y="783"/>
                  </a:lnTo>
                  <a:lnTo>
                    <a:pt x="1104" y="775"/>
                  </a:lnTo>
                  <a:lnTo>
                    <a:pt x="1072" y="768"/>
                  </a:lnTo>
                  <a:lnTo>
                    <a:pt x="1046" y="762"/>
                  </a:lnTo>
                  <a:lnTo>
                    <a:pt x="1023" y="755"/>
                  </a:lnTo>
                  <a:lnTo>
                    <a:pt x="1004" y="750"/>
                  </a:lnTo>
                  <a:lnTo>
                    <a:pt x="987" y="744"/>
                  </a:lnTo>
                  <a:lnTo>
                    <a:pt x="972" y="738"/>
                  </a:lnTo>
                  <a:lnTo>
                    <a:pt x="959" y="733"/>
                  </a:lnTo>
                  <a:lnTo>
                    <a:pt x="948" y="727"/>
                  </a:lnTo>
                  <a:lnTo>
                    <a:pt x="937" y="722"/>
                  </a:lnTo>
                  <a:lnTo>
                    <a:pt x="926" y="715"/>
                  </a:lnTo>
                  <a:lnTo>
                    <a:pt x="897" y="693"/>
                  </a:lnTo>
                  <a:lnTo>
                    <a:pt x="871" y="669"/>
                  </a:lnTo>
                  <a:lnTo>
                    <a:pt x="850" y="643"/>
                  </a:lnTo>
                  <a:lnTo>
                    <a:pt x="833" y="617"/>
                  </a:lnTo>
                  <a:lnTo>
                    <a:pt x="819" y="589"/>
                  </a:lnTo>
                  <a:lnTo>
                    <a:pt x="806" y="563"/>
                  </a:lnTo>
                  <a:lnTo>
                    <a:pt x="800" y="547"/>
                  </a:lnTo>
                  <a:lnTo>
                    <a:pt x="792" y="532"/>
                  </a:lnTo>
                  <a:lnTo>
                    <a:pt x="785" y="520"/>
                  </a:lnTo>
                  <a:lnTo>
                    <a:pt x="777" y="510"/>
                  </a:lnTo>
                  <a:lnTo>
                    <a:pt x="770" y="508"/>
                  </a:lnTo>
                  <a:lnTo>
                    <a:pt x="761" y="506"/>
                  </a:lnTo>
                  <a:lnTo>
                    <a:pt x="751" y="505"/>
                  </a:lnTo>
                  <a:lnTo>
                    <a:pt x="732" y="501"/>
                  </a:lnTo>
                  <a:lnTo>
                    <a:pt x="711" y="496"/>
                  </a:lnTo>
                  <a:lnTo>
                    <a:pt x="689" y="490"/>
                  </a:lnTo>
                  <a:lnTo>
                    <a:pt x="668" y="482"/>
                  </a:lnTo>
                  <a:lnTo>
                    <a:pt x="645" y="469"/>
                  </a:lnTo>
                  <a:lnTo>
                    <a:pt x="625" y="452"/>
                  </a:lnTo>
                  <a:lnTo>
                    <a:pt x="610" y="433"/>
                  </a:lnTo>
                  <a:lnTo>
                    <a:pt x="598" y="414"/>
                  </a:lnTo>
                  <a:lnTo>
                    <a:pt x="589" y="394"/>
                  </a:lnTo>
                  <a:lnTo>
                    <a:pt x="583" y="376"/>
                  </a:lnTo>
                  <a:lnTo>
                    <a:pt x="580" y="358"/>
                  </a:lnTo>
                  <a:lnTo>
                    <a:pt x="578" y="343"/>
                  </a:lnTo>
                  <a:lnTo>
                    <a:pt x="575" y="343"/>
                  </a:lnTo>
                  <a:lnTo>
                    <a:pt x="552" y="344"/>
                  </a:lnTo>
                  <a:lnTo>
                    <a:pt x="527" y="349"/>
                  </a:lnTo>
                  <a:lnTo>
                    <a:pt x="500" y="354"/>
                  </a:lnTo>
                  <a:lnTo>
                    <a:pt x="472" y="361"/>
                  </a:lnTo>
                  <a:lnTo>
                    <a:pt x="445" y="369"/>
                  </a:lnTo>
                  <a:lnTo>
                    <a:pt x="418" y="377"/>
                  </a:lnTo>
                  <a:lnTo>
                    <a:pt x="394" y="385"/>
                  </a:lnTo>
                  <a:lnTo>
                    <a:pt x="374" y="392"/>
                  </a:lnTo>
                  <a:lnTo>
                    <a:pt x="345" y="399"/>
                  </a:lnTo>
                  <a:lnTo>
                    <a:pt x="315" y="406"/>
                  </a:lnTo>
                  <a:lnTo>
                    <a:pt x="283" y="409"/>
                  </a:lnTo>
                  <a:lnTo>
                    <a:pt x="249" y="410"/>
                  </a:lnTo>
                  <a:lnTo>
                    <a:pt x="196" y="407"/>
                  </a:lnTo>
                  <a:lnTo>
                    <a:pt x="145" y="399"/>
                  </a:lnTo>
                  <a:lnTo>
                    <a:pt x="94" y="388"/>
                  </a:lnTo>
                  <a:lnTo>
                    <a:pt x="45" y="371"/>
                  </a:lnTo>
                  <a:lnTo>
                    <a:pt x="0" y="350"/>
                  </a:lnTo>
                  <a:lnTo>
                    <a:pt x="0" y="0"/>
                  </a:lnTo>
                  <a:close/>
                </a:path>
              </a:pathLst>
            </a:custGeom>
            <a:solidFill>
              <a:srgbClr val="9294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88" name="Freeform 22">
              <a:extLst>
                <a:ext uri="{FF2B5EF4-FFF2-40B4-BE49-F238E27FC236}">
                  <a16:creationId xmlns:a16="http://schemas.microsoft.com/office/drawing/2014/main" id="{02EA6992-9401-4798-A05C-D54089659192}"/>
                </a:ext>
              </a:extLst>
            </p:cNvPr>
            <p:cNvSpPr>
              <a:spLocks/>
            </p:cNvSpPr>
            <p:nvPr/>
          </p:nvSpPr>
          <p:spPr bwMode="auto">
            <a:xfrm>
              <a:off x="5907882" y="5070704"/>
              <a:ext cx="292100" cy="165100"/>
            </a:xfrm>
            <a:custGeom>
              <a:avLst/>
              <a:gdLst>
                <a:gd name="T0" fmla="*/ 1293 w 1293"/>
                <a:gd name="T1" fmla="*/ 0 h 727"/>
                <a:gd name="T2" fmla="*/ 1243 w 1293"/>
                <a:gd name="T3" fmla="*/ 717 h 727"/>
                <a:gd name="T4" fmla="*/ 1161 w 1293"/>
                <a:gd name="T5" fmla="*/ 701 h 727"/>
                <a:gd name="T6" fmla="*/ 1099 w 1293"/>
                <a:gd name="T7" fmla="*/ 688 h 727"/>
                <a:gd name="T8" fmla="*/ 1052 w 1293"/>
                <a:gd name="T9" fmla="*/ 676 h 727"/>
                <a:gd name="T10" fmla="*/ 1019 w 1293"/>
                <a:gd name="T11" fmla="*/ 666 h 727"/>
                <a:gd name="T12" fmla="*/ 997 w 1293"/>
                <a:gd name="T13" fmla="*/ 657 h 727"/>
                <a:gd name="T14" fmla="*/ 980 w 1293"/>
                <a:gd name="T15" fmla="*/ 649 h 727"/>
                <a:gd name="T16" fmla="*/ 951 w 1293"/>
                <a:gd name="T17" fmla="*/ 627 h 727"/>
                <a:gd name="T18" fmla="*/ 918 w 1293"/>
                <a:gd name="T19" fmla="*/ 592 h 727"/>
                <a:gd name="T20" fmla="*/ 894 w 1293"/>
                <a:gd name="T21" fmla="*/ 550 h 727"/>
                <a:gd name="T22" fmla="*/ 876 w 1293"/>
                <a:gd name="T23" fmla="*/ 509 h 727"/>
                <a:gd name="T24" fmla="*/ 855 w 1293"/>
                <a:gd name="T25" fmla="*/ 471 h 727"/>
                <a:gd name="T26" fmla="*/ 826 w 1293"/>
                <a:gd name="T27" fmla="*/ 439 h 727"/>
                <a:gd name="T28" fmla="*/ 795 w 1293"/>
                <a:gd name="T29" fmla="*/ 427 h 727"/>
                <a:gd name="T30" fmla="*/ 756 w 1293"/>
                <a:gd name="T31" fmla="*/ 419 h 727"/>
                <a:gd name="T32" fmla="*/ 717 w 1293"/>
                <a:gd name="T33" fmla="*/ 411 h 727"/>
                <a:gd name="T34" fmla="*/ 686 w 1293"/>
                <a:gd name="T35" fmla="*/ 392 h 727"/>
                <a:gd name="T36" fmla="*/ 668 w 1293"/>
                <a:gd name="T37" fmla="*/ 361 h 727"/>
                <a:gd name="T38" fmla="*/ 661 w 1293"/>
                <a:gd name="T39" fmla="*/ 329 h 727"/>
                <a:gd name="T40" fmla="*/ 656 w 1293"/>
                <a:gd name="T41" fmla="*/ 298 h 727"/>
                <a:gd name="T42" fmla="*/ 640 w 1293"/>
                <a:gd name="T43" fmla="*/ 275 h 727"/>
                <a:gd name="T44" fmla="*/ 602 w 1293"/>
                <a:gd name="T45" fmla="*/ 260 h 727"/>
                <a:gd name="T46" fmla="*/ 551 w 1293"/>
                <a:gd name="T47" fmla="*/ 259 h 727"/>
                <a:gd name="T48" fmla="*/ 494 w 1293"/>
                <a:gd name="T49" fmla="*/ 268 h 727"/>
                <a:gd name="T50" fmla="*/ 433 w 1293"/>
                <a:gd name="T51" fmla="*/ 284 h 727"/>
                <a:gd name="T52" fmla="*/ 374 w 1293"/>
                <a:gd name="T53" fmla="*/ 302 h 727"/>
                <a:gd name="T54" fmla="*/ 318 w 1293"/>
                <a:gd name="T55" fmla="*/ 319 h 727"/>
                <a:gd name="T56" fmla="*/ 252 w 1293"/>
                <a:gd name="T57" fmla="*/ 325 h 727"/>
                <a:gd name="T58" fmla="*/ 179 w 1293"/>
                <a:gd name="T59" fmla="*/ 319 h 727"/>
                <a:gd name="T60" fmla="*/ 104 w 1293"/>
                <a:gd name="T61" fmla="*/ 302 h 727"/>
                <a:gd name="T62" fmla="*/ 33 w 1293"/>
                <a:gd name="T63" fmla="*/ 271 h 727"/>
                <a:gd name="T64" fmla="*/ 0 w 1293"/>
                <a:gd name="T65" fmla="*/ 0 h 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93" h="727">
                  <a:moveTo>
                    <a:pt x="0" y="0"/>
                  </a:moveTo>
                  <a:lnTo>
                    <a:pt x="1293" y="0"/>
                  </a:lnTo>
                  <a:lnTo>
                    <a:pt x="1293" y="727"/>
                  </a:lnTo>
                  <a:lnTo>
                    <a:pt x="1243" y="717"/>
                  </a:lnTo>
                  <a:lnTo>
                    <a:pt x="1199" y="709"/>
                  </a:lnTo>
                  <a:lnTo>
                    <a:pt x="1161" y="701"/>
                  </a:lnTo>
                  <a:lnTo>
                    <a:pt x="1127" y="694"/>
                  </a:lnTo>
                  <a:lnTo>
                    <a:pt x="1099" y="688"/>
                  </a:lnTo>
                  <a:lnTo>
                    <a:pt x="1073" y="681"/>
                  </a:lnTo>
                  <a:lnTo>
                    <a:pt x="1052" y="676"/>
                  </a:lnTo>
                  <a:lnTo>
                    <a:pt x="1035" y="671"/>
                  </a:lnTo>
                  <a:lnTo>
                    <a:pt x="1019" y="666"/>
                  </a:lnTo>
                  <a:lnTo>
                    <a:pt x="1008" y="661"/>
                  </a:lnTo>
                  <a:lnTo>
                    <a:pt x="997" y="657"/>
                  </a:lnTo>
                  <a:lnTo>
                    <a:pt x="988" y="653"/>
                  </a:lnTo>
                  <a:lnTo>
                    <a:pt x="980" y="649"/>
                  </a:lnTo>
                  <a:lnTo>
                    <a:pt x="973" y="643"/>
                  </a:lnTo>
                  <a:lnTo>
                    <a:pt x="951" y="627"/>
                  </a:lnTo>
                  <a:lnTo>
                    <a:pt x="933" y="611"/>
                  </a:lnTo>
                  <a:lnTo>
                    <a:pt x="918" y="592"/>
                  </a:lnTo>
                  <a:lnTo>
                    <a:pt x="905" y="572"/>
                  </a:lnTo>
                  <a:lnTo>
                    <a:pt x="894" y="550"/>
                  </a:lnTo>
                  <a:lnTo>
                    <a:pt x="884" y="529"/>
                  </a:lnTo>
                  <a:lnTo>
                    <a:pt x="876" y="509"/>
                  </a:lnTo>
                  <a:lnTo>
                    <a:pt x="866" y="489"/>
                  </a:lnTo>
                  <a:lnTo>
                    <a:pt x="855" y="471"/>
                  </a:lnTo>
                  <a:lnTo>
                    <a:pt x="842" y="454"/>
                  </a:lnTo>
                  <a:lnTo>
                    <a:pt x="826" y="439"/>
                  </a:lnTo>
                  <a:lnTo>
                    <a:pt x="812" y="432"/>
                  </a:lnTo>
                  <a:lnTo>
                    <a:pt x="795" y="427"/>
                  </a:lnTo>
                  <a:lnTo>
                    <a:pt x="776" y="423"/>
                  </a:lnTo>
                  <a:lnTo>
                    <a:pt x="756" y="419"/>
                  </a:lnTo>
                  <a:lnTo>
                    <a:pt x="737" y="416"/>
                  </a:lnTo>
                  <a:lnTo>
                    <a:pt x="717" y="411"/>
                  </a:lnTo>
                  <a:lnTo>
                    <a:pt x="700" y="402"/>
                  </a:lnTo>
                  <a:lnTo>
                    <a:pt x="686" y="392"/>
                  </a:lnTo>
                  <a:lnTo>
                    <a:pt x="674" y="377"/>
                  </a:lnTo>
                  <a:lnTo>
                    <a:pt x="668" y="361"/>
                  </a:lnTo>
                  <a:lnTo>
                    <a:pt x="663" y="345"/>
                  </a:lnTo>
                  <a:lnTo>
                    <a:pt x="661" y="329"/>
                  </a:lnTo>
                  <a:lnTo>
                    <a:pt x="659" y="313"/>
                  </a:lnTo>
                  <a:lnTo>
                    <a:pt x="656" y="298"/>
                  </a:lnTo>
                  <a:lnTo>
                    <a:pt x="650" y="285"/>
                  </a:lnTo>
                  <a:lnTo>
                    <a:pt x="640" y="275"/>
                  </a:lnTo>
                  <a:lnTo>
                    <a:pt x="623" y="265"/>
                  </a:lnTo>
                  <a:lnTo>
                    <a:pt x="602" y="260"/>
                  </a:lnTo>
                  <a:lnTo>
                    <a:pt x="578" y="259"/>
                  </a:lnTo>
                  <a:lnTo>
                    <a:pt x="551" y="259"/>
                  </a:lnTo>
                  <a:lnTo>
                    <a:pt x="524" y="263"/>
                  </a:lnTo>
                  <a:lnTo>
                    <a:pt x="494" y="268"/>
                  </a:lnTo>
                  <a:lnTo>
                    <a:pt x="464" y="276"/>
                  </a:lnTo>
                  <a:lnTo>
                    <a:pt x="433" y="284"/>
                  </a:lnTo>
                  <a:lnTo>
                    <a:pt x="404" y="293"/>
                  </a:lnTo>
                  <a:lnTo>
                    <a:pt x="374" y="302"/>
                  </a:lnTo>
                  <a:lnTo>
                    <a:pt x="346" y="312"/>
                  </a:lnTo>
                  <a:lnTo>
                    <a:pt x="318" y="319"/>
                  </a:lnTo>
                  <a:lnTo>
                    <a:pt x="286" y="323"/>
                  </a:lnTo>
                  <a:lnTo>
                    <a:pt x="252" y="325"/>
                  </a:lnTo>
                  <a:lnTo>
                    <a:pt x="215" y="323"/>
                  </a:lnTo>
                  <a:lnTo>
                    <a:pt x="179" y="319"/>
                  </a:lnTo>
                  <a:lnTo>
                    <a:pt x="140" y="312"/>
                  </a:lnTo>
                  <a:lnTo>
                    <a:pt x="104" y="302"/>
                  </a:lnTo>
                  <a:lnTo>
                    <a:pt x="67" y="288"/>
                  </a:lnTo>
                  <a:lnTo>
                    <a:pt x="33" y="271"/>
                  </a:lnTo>
                  <a:lnTo>
                    <a:pt x="0" y="251"/>
                  </a:lnTo>
                  <a:lnTo>
                    <a:pt x="0" y="0"/>
                  </a:lnTo>
                  <a:close/>
                </a:path>
              </a:pathLst>
            </a:custGeom>
            <a:solidFill>
              <a:srgbClr val="F8D0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useBgFill="1">
          <p:nvSpPr>
            <p:cNvPr id="389" name="Freeform 23">
              <a:extLst>
                <a:ext uri="{FF2B5EF4-FFF2-40B4-BE49-F238E27FC236}">
                  <a16:creationId xmlns:a16="http://schemas.microsoft.com/office/drawing/2014/main" id="{0B1DC66E-CEBA-49A0-87AC-BBB1B11690E1}"/>
                </a:ext>
              </a:extLst>
            </p:cNvPr>
            <p:cNvSpPr>
              <a:spLocks/>
            </p:cNvSpPr>
            <p:nvPr/>
          </p:nvSpPr>
          <p:spPr bwMode="auto">
            <a:xfrm>
              <a:off x="6031707" y="4853216"/>
              <a:ext cx="236538" cy="293688"/>
            </a:xfrm>
            <a:custGeom>
              <a:avLst/>
              <a:gdLst>
                <a:gd name="T0" fmla="*/ 437 w 1047"/>
                <a:gd name="T1" fmla="*/ 3 h 1292"/>
                <a:gd name="T2" fmla="*/ 561 w 1047"/>
                <a:gd name="T3" fmla="*/ 26 h 1292"/>
                <a:gd name="T4" fmla="*/ 676 w 1047"/>
                <a:gd name="T5" fmla="*/ 73 h 1292"/>
                <a:gd name="T6" fmla="*/ 781 w 1047"/>
                <a:gd name="T7" fmla="*/ 137 h 1292"/>
                <a:gd name="T8" fmla="*/ 871 w 1047"/>
                <a:gd name="T9" fmla="*/ 220 h 1292"/>
                <a:gd name="T10" fmla="*/ 944 w 1047"/>
                <a:gd name="T11" fmla="*/ 317 h 1292"/>
                <a:gd name="T12" fmla="*/ 999 w 1047"/>
                <a:gd name="T13" fmla="*/ 427 h 1292"/>
                <a:gd name="T14" fmla="*/ 1035 w 1047"/>
                <a:gd name="T15" fmla="*/ 546 h 1292"/>
                <a:gd name="T16" fmla="*/ 1047 w 1047"/>
                <a:gd name="T17" fmla="*/ 675 h 1292"/>
                <a:gd name="T18" fmla="*/ 1036 w 1047"/>
                <a:gd name="T19" fmla="*/ 794 h 1292"/>
                <a:gd name="T20" fmla="*/ 1005 w 1047"/>
                <a:gd name="T21" fmla="*/ 910 h 1292"/>
                <a:gd name="T22" fmla="*/ 952 w 1047"/>
                <a:gd name="T23" fmla="*/ 1018 h 1292"/>
                <a:gd name="T24" fmla="*/ 920 w 1047"/>
                <a:gd name="T25" fmla="*/ 1053 h 1292"/>
                <a:gd name="T26" fmla="*/ 878 w 1047"/>
                <a:gd name="T27" fmla="*/ 1071 h 1292"/>
                <a:gd name="T28" fmla="*/ 836 w 1047"/>
                <a:gd name="T29" fmla="*/ 1071 h 1292"/>
                <a:gd name="T30" fmla="*/ 798 w 1047"/>
                <a:gd name="T31" fmla="*/ 1057 h 1292"/>
                <a:gd name="T32" fmla="*/ 541 w 1047"/>
                <a:gd name="T33" fmla="*/ 1124 h 1292"/>
                <a:gd name="T34" fmla="*/ 530 w 1047"/>
                <a:gd name="T35" fmla="*/ 1183 h 1292"/>
                <a:gd name="T36" fmla="*/ 502 w 1047"/>
                <a:gd name="T37" fmla="*/ 1233 h 1292"/>
                <a:gd name="T38" fmla="*/ 459 w 1047"/>
                <a:gd name="T39" fmla="*/ 1270 h 1292"/>
                <a:gd name="T40" fmla="*/ 403 w 1047"/>
                <a:gd name="T41" fmla="*/ 1290 h 1292"/>
                <a:gd name="T42" fmla="*/ 341 w 1047"/>
                <a:gd name="T43" fmla="*/ 1290 h 1292"/>
                <a:gd name="T44" fmla="*/ 286 w 1047"/>
                <a:gd name="T45" fmla="*/ 1270 h 1292"/>
                <a:gd name="T46" fmla="*/ 243 w 1047"/>
                <a:gd name="T47" fmla="*/ 1233 h 1292"/>
                <a:gd name="T48" fmla="*/ 213 w 1047"/>
                <a:gd name="T49" fmla="*/ 1183 h 1292"/>
                <a:gd name="T50" fmla="*/ 204 w 1047"/>
                <a:gd name="T51" fmla="*/ 1124 h 1292"/>
                <a:gd name="T52" fmla="*/ 184 w 1047"/>
                <a:gd name="T53" fmla="*/ 797 h 1292"/>
                <a:gd name="T54" fmla="*/ 156 w 1047"/>
                <a:gd name="T55" fmla="*/ 738 h 1292"/>
                <a:gd name="T56" fmla="*/ 147 w 1047"/>
                <a:gd name="T57" fmla="*/ 675 h 1292"/>
                <a:gd name="T58" fmla="*/ 156 w 1047"/>
                <a:gd name="T59" fmla="*/ 612 h 1292"/>
                <a:gd name="T60" fmla="*/ 183 w 1047"/>
                <a:gd name="T61" fmla="*/ 555 h 1292"/>
                <a:gd name="T62" fmla="*/ 4 w 1047"/>
                <a:gd name="T63" fmla="*/ 208 h 1292"/>
                <a:gd name="T64" fmla="*/ 0 w 1047"/>
                <a:gd name="T65" fmla="*/ 164 h 1292"/>
                <a:gd name="T66" fmla="*/ 13 w 1047"/>
                <a:gd name="T67" fmla="*/ 124 h 1292"/>
                <a:gd name="T68" fmla="*/ 41 w 1047"/>
                <a:gd name="T69" fmla="*/ 90 h 1292"/>
                <a:gd name="T70" fmla="*/ 109 w 1047"/>
                <a:gd name="T71" fmla="*/ 54 h 1292"/>
                <a:gd name="T72" fmla="*/ 211 w 1047"/>
                <a:gd name="T73" fmla="*/ 19 h 1292"/>
                <a:gd name="T74" fmla="*/ 318 w 1047"/>
                <a:gd name="T75" fmla="*/ 2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47" h="1292">
                  <a:moveTo>
                    <a:pt x="372" y="0"/>
                  </a:moveTo>
                  <a:lnTo>
                    <a:pt x="437" y="3"/>
                  </a:lnTo>
                  <a:lnTo>
                    <a:pt x="501" y="12"/>
                  </a:lnTo>
                  <a:lnTo>
                    <a:pt x="561" y="26"/>
                  </a:lnTo>
                  <a:lnTo>
                    <a:pt x="620" y="48"/>
                  </a:lnTo>
                  <a:lnTo>
                    <a:pt x="676" y="73"/>
                  </a:lnTo>
                  <a:lnTo>
                    <a:pt x="730" y="103"/>
                  </a:lnTo>
                  <a:lnTo>
                    <a:pt x="781" y="137"/>
                  </a:lnTo>
                  <a:lnTo>
                    <a:pt x="827" y="176"/>
                  </a:lnTo>
                  <a:lnTo>
                    <a:pt x="871" y="220"/>
                  </a:lnTo>
                  <a:lnTo>
                    <a:pt x="910" y="266"/>
                  </a:lnTo>
                  <a:lnTo>
                    <a:pt x="944" y="317"/>
                  </a:lnTo>
                  <a:lnTo>
                    <a:pt x="974" y="370"/>
                  </a:lnTo>
                  <a:lnTo>
                    <a:pt x="999" y="427"/>
                  </a:lnTo>
                  <a:lnTo>
                    <a:pt x="1019" y="485"/>
                  </a:lnTo>
                  <a:lnTo>
                    <a:pt x="1035" y="546"/>
                  </a:lnTo>
                  <a:lnTo>
                    <a:pt x="1044" y="610"/>
                  </a:lnTo>
                  <a:lnTo>
                    <a:pt x="1047" y="675"/>
                  </a:lnTo>
                  <a:lnTo>
                    <a:pt x="1044" y="734"/>
                  </a:lnTo>
                  <a:lnTo>
                    <a:pt x="1036" y="794"/>
                  </a:lnTo>
                  <a:lnTo>
                    <a:pt x="1023" y="853"/>
                  </a:lnTo>
                  <a:lnTo>
                    <a:pt x="1005" y="910"/>
                  </a:lnTo>
                  <a:lnTo>
                    <a:pt x="980" y="965"/>
                  </a:lnTo>
                  <a:lnTo>
                    <a:pt x="952" y="1018"/>
                  </a:lnTo>
                  <a:lnTo>
                    <a:pt x="937" y="1037"/>
                  </a:lnTo>
                  <a:lnTo>
                    <a:pt x="920" y="1053"/>
                  </a:lnTo>
                  <a:lnTo>
                    <a:pt x="900" y="1064"/>
                  </a:lnTo>
                  <a:lnTo>
                    <a:pt x="878" y="1071"/>
                  </a:lnTo>
                  <a:lnTo>
                    <a:pt x="856" y="1073"/>
                  </a:lnTo>
                  <a:lnTo>
                    <a:pt x="836" y="1071"/>
                  </a:lnTo>
                  <a:lnTo>
                    <a:pt x="817" y="1066"/>
                  </a:lnTo>
                  <a:lnTo>
                    <a:pt x="798" y="1057"/>
                  </a:lnTo>
                  <a:lnTo>
                    <a:pt x="541" y="905"/>
                  </a:lnTo>
                  <a:lnTo>
                    <a:pt x="541" y="1124"/>
                  </a:lnTo>
                  <a:lnTo>
                    <a:pt x="538" y="1155"/>
                  </a:lnTo>
                  <a:lnTo>
                    <a:pt x="530" y="1183"/>
                  </a:lnTo>
                  <a:lnTo>
                    <a:pt x="519" y="1210"/>
                  </a:lnTo>
                  <a:lnTo>
                    <a:pt x="502" y="1233"/>
                  </a:lnTo>
                  <a:lnTo>
                    <a:pt x="482" y="1253"/>
                  </a:lnTo>
                  <a:lnTo>
                    <a:pt x="459" y="1270"/>
                  </a:lnTo>
                  <a:lnTo>
                    <a:pt x="432" y="1281"/>
                  </a:lnTo>
                  <a:lnTo>
                    <a:pt x="403" y="1290"/>
                  </a:lnTo>
                  <a:lnTo>
                    <a:pt x="372" y="1292"/>
                  </a:lnTo>
                  <a:lnTo>
                    <a:pt x="341" y="1290"/>
                  </a:lnTo>
                  <a:lnTo>
                    <a:pt x="313" y="1281"/>
                  </a:lnTo>
                  <a:lnTo>
                    <a:pt x="286" y="1270"/>
                  </a:lnTo>
                  <a:lnTo>
                    <a:pt x="263" y="1253"/>
                  </a:lnTo>
                  <a:lnTo>
                    <a:pt x="243" y="1233"/>
                  </a:lnTo>
                  <a:lnTo>
                    <a:pt x="226" y="1210"/>
                  </a:lnTo>
                  <a:lnTo>
                    <a:pt x="213" y="1183"/>
                  </a:lnTo>
                  <a:lnTo>
                    <a:pt x="206" y="1155"/>
                  </a:lnTo>
                  <a:lnTo>
                    <a:pt x="204" y="1124"/>
                  </a:lnTo>
                  <a:lnTo>
                    <a:pt x="204" y="823"/>
                  </a:lnTo>
                  <a:lnTo>
                    <a:pt x="184" y="797"/>
                  </a:lnTo>
                  <a:lnTo>
                    <a:pt x="168" y="769"/>
                  </a:lnTo>
                  <a:lnTo>
                    <a:pt x="156" y="738"/>
                  </a:lnTo>
                  <a:lnTo>
                    <a:pt x="150" y="707"/>
                  </a:lnTo>
                  <a:lnTo>
                    <a:pt x="147" y="675"/>
                  </a:lnTo>
                  <a:lnTo>
                    <a:pt x="150" y="642"/>
                  </a:lnTo>
                  <a:lnTo>
                    <a:pt x="156" y="612"/>
                  </a:lnTo>
                  <a:lnTo>
                    <a:pt x="168" y="582"/>
                  </a:lnTo>
                  <a:lnTo>
                    <a:pt x="183" y="555"/>
                  </a:lnTo>
                  <a:lnTo>
                    <a:pt x="13" y="229"/>
                  </a:lnTo>
                  <a:lnTo>
                    <a:pt x="4" y="208"/>
                  </a:lnTo>
                  <a:lnTo>
                    <a:pt x="0" y="186"/>
                  </a:lnTo>
                  <a:lnTo>
                    <a:pt x="0" y="164"/>
                  </a:lnTo>
                  <a:lnTo>
                    <a:pt x="4" y="143"/>
                  </a:lnTo>
                  <a:lnTo>
                    <a:pt x="13" y="124"/>
                  </a:lnTo>
                  <a:lnTo>
                    <a:pt x="25" y="106"/>
                  </a:lnTo>
                  <a:lnTo>
                    <a:pt x="41" y="90"/>
                  </a:lnTo>
                  <a:lnTo>
                    <a:pt x="60" y="77"/>
                  </a:lnTo>
                  <a:lnTo>
                    <a:pt x="109" y="54"/>
                  </a:lnTo>
                  <a:lnTo>
                    <a:pt x="160" y="35"/>
                  </a:lnTo>
                  <a:lnTo>
                    <a:pt x="211" y="19"/>
                  </a:lnTo>
                  <a:lnTo>
                    <a:pt x="264" y="9"/>
                  </a:lnTo>
                  <a:lnTo>
                    <a:pt x="318" y="2"/>
                  </a:lnTo>
                  <a:lnTo>
                    <a:pt x="372"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90" name="Freeform 24">
              <a:extLst>
                <a:ext uri="{FF2B5EF4-FFF2-40B4-BE49-F238E27FC236}">
                  <a16:creationId xmlns:a16="http://schemas.microsoft.com/office/drawing/2014/main" id="{B088DC11-5D65-4071-8753-D4FB94464662}"/>
                </a:ext>
              </a:extLst>
            </p:cNvPr>
            <p:cNvSpPr>
              <a:spLocks noEditPoints="1"/>
            </p:cNvSpPr>
            <p:nvPr/>
          </p:nvSpPr>
          <p:spPr bwMode="auto">
            <a:xfrm>
              <a:off x="6060282" y="4883379"/>
              <a:ext cx="179388" cy="238125"/>
            </a:xfrm>
            <a:custGeom>
              <a:avLst/>
              <a:gdLst>
                <a:gd name="T0" fmla="*/ 291 w 789"/>
                <a:gd name="T1" fmla="*/ 447 h 1053"/>
                <a:gd name="T2" fmla="*/ 342 w 789"/>
                <a:gd name="T3" fmla="*/ 498 h 1053"/>
                <a:gd name="T4" fmla="*/ 351 w 789"/>
                <a:gd name="T5" fmla="*/ 571 h 1053"/>
                <a:gd name="T6" fmla="*/ 316 w 789"/>
                <a:gd name="T7" fmla="*/ 630 h 1053"/>
                <a:gd name="T8" fmla="*/ 295 w 789"/>
                <a:gd name="T9" fmla="*/ 1014 h 1053"/>
                <a:gd name="T10" fmla="*/ 268 w 789"/>
                <a:gd name="T11" fmla="*/ 1047 h 1053"/>
                <a:gd name="T12" fmla="*/ 227 w 789"/>
                <a:gd name="T13" fmla="*/ 1051 h 1053"/>
                <a:gd name="T14" fmla="*/ 193 w 789"/>
                <a:gd name="T15" fmla="*/ 1028 h 1053"/>
                <a:gd name="T16" fmla="*/ 185 w 789"/>
                <a:gd name="T17" fmla="*/ 644 h 1053"/>
                <a:gd name="T18" fmla="*/ 138 w 789"/>
                <a:gd name="T19" fmla="*/ 595 h 1053"/>
                <a:gd name="T20" fmla="*/ 132 w 789"/>
                <a:gd name="T21" fmla="*/ 522 h 1053"/>
                <a:gd name="T22" fmla="*/ 171 w 789"/>
                <a:gd name="T23" fmla="*/ 460 h 1053"/>
                <a:gd name="T24" fmla="*/ 241 w 789"/>
                <a:gd name="T25" fmla="*/ 435 h 1053"/>
                <a:gd name="T26" fmla="*/ 328 w 789"/>
                <a:gd name="T27" fmla="*/ 235 h 1053"/>
                <a:gd name="T28" fmla="*/ 438 w 789"/>
                <a:gd name="T29" fmla="*/ 291 h 1053"/>
                <a:gd name="T30" fmla="*/ 521 w 789"/>
                <a:gd name="T31" fmla="*/ 384 h 1053"/>
                <a:gd name="T32" fmla="*/ 562 w 789"/>
                <a:gd name="T33" fmla="*/ 504 h 1053"/>
                <a:gd name="T34" fmla="*/ 555 w 789"/>
                <a:gd name="T35" fmla="*/ 626 h 1053"/>
                <a:gd name="T36" fmla="*/ 453 w 789"/>
                <a:gd name="T37" fmla="*/ 657 h 1053"/>
                <a:gd name="T38" fmla="*/ 481 w 789"/>
                <a:gd name="T39" fmla="*/ 548 h 1053"/>
                <a:gd name="T40" fmla="*/ 453 w 789"/>
                <a:gd name="T41" fmla="*/ 438 h 1053"/>
                <a:gd name="T42" fmla="*/ 382 w 789"/>
                <a:gd name="T43" fmla="*/ 355 h 1053"/>
                <a:gd name="T44" fmla="*/ 280 w 789"/>
                <a:gd name="T45" fmla="*/ 311 h 1053"/>
                <a:gd name="T46" fmla="*/ 175 w 789"/>
                <a:gd name="T47" fmla="*/ 319 h 1053"/>
                <a:gd name="T48" fmla="*/ 137 w 789"/>
                <a:gd name="T49" fmla="*/ 242 h 1053"/>
                <a:gd name="T50" fmla="*/ 241 w 789"/>
                <a:gd name="T51" fmla="*/ 225 h 1053"/>
                <a:gd name="T52" fmla="*/ 359 w 789"/>
                <a:gd name="T53" fmla="*/ 12 h 1053"/>
                <a:gd name="T54" fmla="*/ 518 w 789"/>
                <a:gd name="T55" fmla="*/ 75 h 1053"/>
                <a:gd name="T56" fmla="*/ 648 w 789"/>
                <a:gd name="T57" fmla="*/ 180 h 1053"/>
                <a:gd name="T58" fmla="*/ 741 w 789"/>
                <a:gd name="T59" fmla="*/ 321 h 1053"/>
                <a:gd name="T60" fmla="*/ 786 w 789"/>
                <a:gd name="T61" fmla="*/ 488 h 1053"/>
                <a:gd name="T62" fmla="*/ 778 w 789"/>
                <a:gd name="T63" fmla="*/ 658 h 1053"/>
                <a:gd name="T64" fmla="*/ 719 w 789"/>
                <a:gd name="T65" fmla="*/ 814 h 1053"/>
                <a:gd name="T66" fmla="*/ 684 w 789"/>
                <a:gd name="T67" fmla="*/ 685 h 1053"/>
                <a:gd name="T68" fmla="*/ 705 w 789"/>
                <a:gd name="T69" fmla="*/ 548 h 1053"/>
                <a:gd name="T70" fmla="*/ 678 w 789"/>
                <a:gd name="T71" fmla="*/ 392 h 1053"/>
                <a:gd name="T72" fmla="*/ 603 w 789"/>
                <a:gd name="T73" fmla="*/ 258 h 1053"/>
                <a:gd name="T74" fmla="*/ 490 w 789"/>
                <a:gd name="T75" fmla="*/ 156 h 1053"/>
                <a:gd name="T76" fmla="*/ 348 w 789"/>
                <a:gd name="T77" fmla="*/ 96 h 1053"/>
                <a:gd name="T78" fmla="*/ 189 w 789"/>
                <a:gd name="T79" fmla="*/ 86 h 1053"/>
                <a:gd name="T80" fmla="*/ 39 w 789"/>
                <a:gd name="T81" fmla="*/ 131 h 1053"/>
                <a:gd name="T82" fmla="*/ 93 w 789"/>
                <a:gd name="T83" fmla="*/ 20 h 1053"/>
                <a:gd name="T84" fmla="*/ 241 w 789"/>
                <a:gd name="T85" fmla="*/ 0 h 10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89" h="1053">
                  <a:moveTo>
                    <a:pt x="241" y="435"/>
                  </a:moveTo>
                  <a:lnTo>
                    <a:pt x="267" y="438"/>
                  </a:lnTo>
                  <a:lnTo>
                    <a:pt x="291" y="447"/>
                  </a:lnTo>
                  <a:lnTo>
                    <a:pt x="312" y="460"/>
                  </a:lnTo>
                  <a:lnTo>
                    <a:pt x="329" y="477"/>
                  </a:lnTo>
                  <a:lnTo>
                    <a:pt x="342" y="498"/>
                  </a:lnTo>
                  <a:lnTo>
                    <a:pt x="351" y="522"/>
                  </a:lnTo>
                  <a:lnTo>
                    <a:pt x="354" y="548"/>
                  </a:lnTo>
                  <a:lnTo>
                    <a:pt x="351" y="571"/>
                  </a:lnTo>
                  <a:lnTo>
                    <a:pt x="343" y="595"/>
                  </a:lnTo>
                  <a:lnTo>
                    <a:pt x="332" y="614"/>
                  </a:lnTo>
                  <a:lnTo>
                    <a:pt x="316" y="630"/>
                  </a:lnTo>
                  <a:lnTo>
                    <a:pt x="298" y="644"/>
                  </a:lnTo>
                  <a:lnTo>
                    <a:pt x="298" y="997"/>
                  </a:lnTo>
                  <a:lnTo>
                    <a:pt x="295" y="1014"/>
                  </a:lnTo>
                  <a:lnTo>
                    <a:pt x="290" y="1028"/>
                  </a:lnTo>
                  <a:lnTo>
                    <a:pt x="280" y="1038"/>
                  </a:lnTo>
                  <a:lnTo>
                    <a:pt x="268" y="1047"/>
                  </a:lnTo>
                  <a:lnTo>
                    <a:pt x="256" y="1051"/>
                  </a:lnTo>
                  <a:lnTo>
                    <a:pt x="241" y="1053"/>
                  </a:lnTo>
                  <a:lnTo>
                    <a:pt x="227" y="1051"/>
                  </a:lnTo>
                  <a:lnTo>
                    <a:pt x="215" y="1047"/>
                  </a:lnTo>
                  <a:lnTo>
                    <a:pt x="203" y="1038"/>
                  </a:lnTo>
                  <a:lnTo>
                    <a:pt x="193" y="1028"/>
                  </a:lnTo>
                  <a:lnTo>
                    <a:pt x="187" y="1014"/>
                  </a:lnTo>
                  <a:lnTo>
                    <a:pt x="185" y="997"/>
                  </a:lnTo>
                  <a:lnTo>
                    <a:pt x="185" y="644"/>
                  </a:lnTo>
                  <a:lnTo>
                    <a:pt x="166" y="630"/>
                  </a:lnTo>
                  <a:lnTo>
                    <a:pt x="151" y="614"/>
                  </a:lnTo>
                  <a:lnTo>
                    <a:pt x="138" y="595"/>
                  </a:lnTo>
                  <a:lnTo>
                    <a:pt x="131" y="571"/>
                  </a:lnTo>
                  <a:lnTo>
                    <a:pt x="129" y="548"/>
                  </a:lnTo>
                  <a:lnTo>
                    <a:pt x="132" y="522"/>
                  </a:lnTo>
                  <a:lnTo>
                    <a:pt x="141" y="498"/>
                  </a:lnTo>
                  <a:lnTo>
                    <a:pt x="153" y="477"/>
                  </a:lnTo>
                  <a:lnTo>
                    <a:pt x="171" y="460"/>
                  </a:lnTo>
                  <a:lnTo>
                    <a:pt x="192" y="447"/>
                  </a:lnTo>
                  <a:lnTo>
                    <a:pt x="216" y="438"/>
                  </a:lnTo>
                  <a:lnTo>
                    <a:pt x="241" y="435"/>
                  </a:lnTo>
                  <a:close/>
                  <a:moveTo>
                    <a:pt x="241" y="225"/>
                  </a:moveTo>
                  <a:lnTo>
                    <a:pt x="285" y="227"/>
                  </a:lnTo>
                  <a:lnTo>
                    <a:pt x="328" y="235"/>
                  </a:lnTo>
                  <a:lnTo>
                    <a:pt x="367" y="250"/>
                  </a:lnTo>
                  <a:lnTo>
                    <a:pt x="405" y="268"/>
                  </a:lnTo>
                  <a:lnTo>
                    <a:pt x="438" y="291"/>
                  </a:lnTo>
                  <a:lnTo>
                    <a:pt x="470" y="319"/>
                  </a:lnTo>
                  <a:lnTo>
                    <a:pt x="498" y="351"/>
                  </a:lnTo>
                  <a:lnTo>
                    <a:pt x="521" y="384"/>
                  </a:lnTo>
                  <a:lnTo>
                    <a:pt x="539" y="422"/>
                  </a:lnTo>
                  <a:lnTo>
                    <a:pt x="553" y="461"/>
                  </a:lnTo>
                  <a:lnTo>
                    <a:pt x="562" y="504"/>
                  </a:lnTo>
                  <a:lnTo>
                    <a:pt x="564" y="548"/>
                  </a:lnTo>
                  <a:lnTo>
                    <a:pt x="562" y="587"/>
                  </a:lnTo>
                  <a:lnTo>
                    <a:pt x="555" y="626"/>
                  </a:lnTo>
                  <a:lnTo>
                    <a:pt x="543" y="664"/>
                  </a:lnTo>
                  <a:lnTo>
                    <a:pt x="526" y="700"/>
                  </a:lnTo>
                  <a:lnTo>
                    <a:pt x="453" y="657"/>
                  </a:lnTo>
                  <a:lnTo>
                    <a:pt x="468" y="621"/>
                  </a:lnTo>
                  <a:lnTo>
                    <a:pt x="478" y="585"/>
                  </a:lnTo>
                  <a:lnTo>
                    <a:pt x="481" y="548"/>
                  </a:lnTo>
                  <a:lnTo>
                    <a:pt x="478" y="509"/>
                  </a:lnTo>
                  <a:lnTo>
                    <a:pt x="468" y="472"/>
                  </a:lnTo>
                  <a:lnTo>
                    <a:pt x="453" y="438"/>
                  </a:lnTo>
                  <a:lnTo>
                    <a:pt x="434" y="407"/>
                  </a:lnTo>
                  <a:lnTo>
                    <a:pt x="410" y="379"/>
                  </a:lnTo>
                  <a:lnTo>
                    <a:pt x="382" y="355"/>
                  </a:lnTo>
                  <a:lnTo>
                    <a:pt x="351" y="336"/>
                  </a:lnTo>
                  <a:lnTo>
                    <a:pt x="317" y="321"/>
                  </a:lnTo>
                  <a:lnTo>
                    <a:pt x="280" y="311"/>
                  </a:lnTo>
                  <a:lnTo>
                    <a:pt x="241" y="308"/>
                  </a:lnTo>
                  <a:lnTo>
                    <a:pt x="208" y="311"/>
                  </a:lnTo>
                  <a:lnTo>
                    <a:pt x="175" y="319"/>
                  </a:lnTo>
                  <a:lnTo>
                    <a:pt x="144" y="330"/>
                  </a:lnTo>
                  <a:lnTo>
                    <a:pt x="105" y="255"/>
                  </a:lnTo>
                  <a:lnTo>
                    <a:pt x="137" y="242"/>
                  </a:lnTo>
                  <a:lnTo>
                    <a:pt x="171" y="232"/>
                  </a:lnTo>
                  <a:lnTo>
                    <a:pt x="206" y="226"/>
                  </a:lnTo>
                  <a:lnTo>
                    <a:pt x="241" y="225"/>
                  </a:lnTo>
                  <a:close/>
                  <a:moveTo>
                    <a:pt x="241" y="0"/>
                  </a:moveTo>
                  <a:lnTo>
                    <a:pt x="301" y="3"/>
                  </a:lnTo>
                  <a:lnTo>
                    <a:pt x="359" y="12"/>
                  </a:lnTo>
                  <a:lnTo>
                    <a:pt x="414" y="27"/>
                  </a:lnTo>
                  <a:lnTo>
                    <a:pt x="467" y="48"/>
                  </a:lnTo>
                  <a:lnTo>
                    <a:pt x="518" y="75"/>
                  </a:lnTo>
                  <a:lnTo>
                    <a:pt x="565" y="105"/>
                  </a:lnTo>
                  <a:lnTo>
                    <a:pt x="609" y="141"/>
                  </a:lnTo>
                  <a:lnTo>
                    <a:pt x="648" y="180"/>
                  </a:lnTo>
                  <a:lnTo>
                    <a:pt x="684" y="224"/>
                  </a:lnTo>
                  <a:lnTo>
                    <a:pt x="714" y="271"/>
                  </a:lnTo>
                  <a:lnTo>
                    <a:pt x="741" y="321"/>
                  </a:lnTo>
                  <a:lnTo>
                    <a:pt x="762" y="375"/>
                  </a:lnTo>
                  <a:lnTo>
                    <a:pt x="776" y="430"/>
                  </a:lnTo>
                  <a:lnTo>
                    <a:pt x="786" y="488"/>
                  </a:lnTo>
                  <a:lnTo>
                    <a:pt x="789" y="548"/>
                  </a:lnTo>
                  <a:lnTo>
                    <a:pt x="787" y="603"/>
                  </a:lnTo>
                  <a:lnTo>
                    <a:pt x="778" y="658"/>
                  </a:lnTo>
                  <a:lnTo>
                    <a:pt x="764" y="712"/>
                  </a:lnTo>
                  <a:lnTo>
                    <a:pt x="744" y="765"/>
                  </a:lnTo>
                  <a:lnTo>
                    <a:pt x="719" y="814"/>
                  </a:lnTo>
                  <a:lnTo>
                    <a:pt x="647" y="772"/>
                  </a:lnTo>
                  <a:lnTo>
                    <a:pt x="668" y="730"/>
                  </a:lnTo>
                  <a:lnTo>
                    <a:pt x="684" y="685"/>
                  </a:lnTo>
                  <a:lnTo>
                    <a:pt x="695" y="640"/>
                  </a:lnTo>
                  <a:lnTo>
                    <a:pt x="703" y="595"/>
                  </a:lnTo>
                  <a:lnTo>
                    <a:pt x="705" y="548"/>
                  </a:lnTo>
                  <a:lnTo>
                    <a:pt x="701" y="493"/>
                  </a:lnTo>
                  <a:lnTo>
                    <a:pt x="693" y="441"/>
                  </a:lnTo>
                  <a:lnTo>
                    <a:pt x="678" y="392"/>
                  </a:lnTo>
                  <a:lnTo>
                    <a:pt x="658" y="344"/>
                  </a:lnTo>
                  <a:lnTo>
                    <a:pt x="633" y="299"/>
                  </a:lnTo>
                  <a:lnTo>
                    <a:pt x="603" y="258"/>
                  </a:lnTo>
                  <a:lnTo>
                    <a:pt x="569" y="220"/>
                  </a:lnTo>
                  <a:lnTo>
                    <a:pt x="531" y="186"/>
                  </a:lnTo>
                  <a:lnTo>
                    <a:pt x="490" y="156"/>
                  </a:lnTo>
                  <a:lnTo>
                    <a:pt x="445" y="131"/>
                  </a:lnTo>
                  <a:lnTo>
                    <a:pt x="397" y="111"/>
                  </a:lnTo>
                  <a:lnTo>
                    <a:pt x="348" y="96"/>
                  </a:lnTo>
                  <a:lnTo>
                    <a:pt x="295" y="86"/>
                  </a:lnTo>
                  <a:lnTo>
                    <a:pt x="241" y="83"/>
                  </a:lnTo>
                  <a:lnTo>
                    <a:pt x="189" y="86"/>
                  </a:lnTo>
                  <a:lnTo>
                    <a:pt x="137" y="96"/>
                  </a:lnTo>
                  <a:lnTo>
                    <a:pt x="88" y="110"/>
                  </a:lnTo>
                  <a:lnTo>
                    <a:pt x="39" y="131"/>
                  </a:lnTo>
                  <a:lnTo>
                    <a:pt x="0" y="56"/>
                  </a:lnTo>
                  <a:lnTo>
                    <a:pt x="47" y="36"/>
                  </a:lnTo>
                  <a:lnTo>
                    <a:pt x="93" y="20"/>
                  </a:lnTo>
                  <a:lnTo>
                    <a:pt x="142" y="8"/>
                  </a:lnTo>
                  <a:lnTo>
                    <a:pt x="191" y="2"/>
                  </a:lnTo>
                  <a:lnTo>
                    <a:pt x="24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391" name="Group 390">
            <a:extLst>
              <a:ext uri="{FF2B5EF4-FFF2-40B4-BE49-F238E27FC236}">
                <a16:creationId xmlns:a16="http://schemas.microsoft.com/office/drawing/2014/main" id="{A8573AD8-AC82-4DA8-96D0-5EF5EB8FB77A}"/>
              </a:ext>
            </a:extLst>
          </p:cNvPr>
          <p:cNvGrpSpPr>
            <a:grpSpLocks noChangeAspect="1"/>
          </p:cNvGrpSpPr>
          <p:nvPr/>
        </p:nvGrpSpPr>
        <p:grpSpPr>
          <a:xfrm>
            <a:off x="8672773" y="2373833"/>
            <a:ext cx="539496" cy="548312"/>
            <a:chOff x="4589463" y="4892675"/>
            <a:chExt cx="485775" cy="493713"/>
          </a:xfrm>
        </p:grpSpPr>
        <p:sp useBgFill="1">
          <p:nvSpPr>
            <p:cNvPr id="392" name="Freeform 6">
              <a:extLst>
                <a:ext uri="{FF2B5EF4-FFF2-40B4-BE49-F238E27FC236}">
                  <a16:creationId xmlns:a16="http://schemas.microsoft.com/office/drawing/2014/main" id="{6C3C679A-0F4B-4F5F-AF8A-7566F28524CE}"/>
                </a:ext>
              </a:extLst>
            </p:cNvPr>
            <p:cNvSpPr>
              <a:spLocks/>
            </p:cNvSpPr>
            <p:nvPr/>
          </p:nvSpPr>
          <p:spPr bwMode="auto">
            <a:xfrm>
              <a:off x="4589463" y="5018088"/>
              <a:ext cx="485775" cy="368300"/>
            </a:xfrm>
            <a:custGeom>
              <a:avLst/>
              <a:gdLst>
                <a:gd name="T0" fmla="*/ 112 w 2136"/>
                <a:gd name="T1" fmla="*/ 0 h 1630"/>
                <a:gd name="T2" fmla="*/ 2024 w 2136"/>
                <a:gd name="T3" fmla="*/ 0 h 1630"/>
                <a:gd name="T4" fmla="*/ 2049 w 2136"/>
                <a:gd name="T5" fmla="*/ 2 h 1630"/>
                <a:gd name="T6" fmla="*/ 2074 w 2136"/>
                <a:gd name="T7" fmla="*/ 11 h 1630"/>
                <a:gd name="T8" fmla="*/ 2094 w 2136"/>
                <a:gd name="T9" fmla="*/ 24 h 1630"/>
                <a:gd name="T10" fmla="*/ 2112 w 2136"/>
                <a:gd name="T11" fmla="*/ 41 h 1630"/>
                <a:gd name="T12" fmla="*/ 2124 w 2136"/>
                <a:gd name="T13" fmla="*/ 62 h 1630"/>
                <a:gd name="T14" fmla="*/ 2133 w 2136"/>
                <a:gd name="T15" fmla="*/ 87 h 1630"/>
                <a:gd name="T16" fmla="*/ 2136 w 2136"/>
                <a:gd name="T17" fmla="*/ 112 h 1630"/>
                <a:gd name="T18" fmla="*/ 2136 w 2136"/>
                <a:gd name="T19" fmla="*/ 1518 h 1630"/>
                <a:gd name="T20" fmla="*/ 2133 w 2136"/>
                <a:gd name="T21" fmla="*/ 1543 h 1630"/>
                <a:gd name="T22" fmla="*/ 2124 w 2136"/>
                <a:gd name="T23" fmla="*/ 1568 h 1630"/>
                <a:gd name="T24" fmla="*/ 2112 w 2136"/>
                <a:gd name="T25" fmla="*/ 1588 h 1630"/>
                <a:gd name="T26" fmla="*/ 2094 w 2136"/>
                <a:gd name="T27" fmla="*/ 1606 h 1630"/>
                <a:gd name="T28" fmla="*/ 2074 w 2136"/>
                <a:gd name="T29" fmla="*/ 1618 h 1630"/>
                <a:gd name="T30" fmla="*/ 2049 w 2136"/>
                <a:gd name="T31" fmla="*/ 1627 h 1630"/>
                <a:gd name="T32" fmla="*/ 2024 w 2136"/>
                <a:gd name="T33" fmla="*/ 1630 h 1630"/>
                <a:gd name="T34" fmla="*/ 112 w 2136"/>
                <a:gd name="T35" fmla="*/ 1630 h 1630"/>
                <a:gd name="T36" fmla="*/ 87 w 2136"/>
                <a:gd name="T37" fmla="*/ 1627 h 1630"/>
                <a:gd name="T38" fmla="*/ 62 w 2136"/>
                <a:gd name="T39" fmla="*/ 1618 h 1630"/>
                <a:gd name="T40" fmla="*/ 42 w 2136"/>
                <a:gd name="T41" fmla="*/ 1606 h 1630"/>
                <a:gd name="T42" fmla="*/ 24 w 2136"/>
                <a:gd name="T43" fmla="*/ 1588 h 1630"/>
                <a:gd name="T44" fmla="*/ 12 w 2136"/>
                <a:gd name="T45" fmla="*/ 1568 h 1630"/>
                <a:gd name="T46" fmla="*/ 3 w 2136"/>
                <a:gd name="T47" fmla="*/ 1543 h 1630"/>
                <a:gd name="T48" fmla="*/ 0 w 2136"/>
                <a:gd name="T49" fmla="*/ 1518 h 1630"/>
                <a:gd name="T50" fmla="*/ 0 w 2136"/>
                <a:gd name="T51" fmla="*/ 112 h 1630"/>
                <a:gd name="T52" fmla="*/ 3 w 2136"/>
                <a:gd name="T53" fmla="*/ 87 h 1630"/>
                <a:gd name="T54" fmla="*/ 12 w 2136"/>
                <a:gd name="T55" fmla="*/ 62 h 1630"/>
                <a:gd name="T56" fmla="*/ 24 w 2136"/>
                <a:gd name="T57" fmla="*/ 41 h 1630"/>
                <a:gd name="T58" fmla="*/ 42 w 2136"/>
                <a:gd name="T59" fmla="*/ 24 h 1630"/>
                <a:gd name="T60" fmla="*/ 62 w 2136"/>
                <a:gd name="T61" fmla="*/ 11 h 1630"/>
                <a:gd name="T62" fmla="*/ 87 w 2136"/>
                <a:gd name="T63" fmla="*/ 2 h 1630"/>
                <a:gd name="T64" fmla="*/ 112 w 2136"/>
                <a:gd name="T65"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36" h="1630">
                  <a:moveTo>
                    <a:pt x="112" y="0"/>
                  </a:moveTo>
                  <a:lnTo>
                    <a:pt x="2024" y="0"/>
                  </a:lnTo>
                  <a:lnTo>
                    <a:pt x="2049" y="2"/>
                  </a:lnTo>
                  <a:lnTo>
                    <a:pt x="2074" y="11"/>
                  </a:lnTo>
                  <a:lnTo>
                    <a:pt x="2094" y="24"/>
                  </a:lnTo>
                  <a:lnTo>
                    <a:pt x="2112" y="41"/>
                  </a:lnTo>
                  <a:lnTo>
                    <a:pt x="2124" y="62"/>
                  </a:lnTo>
                  <a:lnTo>
                    <a:pt x="2133" y="87"/>
                  </a:lnTo>
                  <a:lnTo>
                    <a:pt x="2136" y="112"/>
                  </a:lnTo>
                  <a:lnTo>
                    <a:pt x="2136" y="1518"/>
                  </a:lnTo>
                  <a:lnTo>
                    <a:pt x="2133" y="1543"/>
                  </a:lnTo>
                  <a:lnTo>
                    <a:pt x="2124" y="1568"/>
                  </a:lnTo>
                  <a:lnTo>
                    <a:pt x="2112" y="1588"/>
                  </a:lnTo>
                  <a:lnTo>
                    <a:pt x="2094" y="1606"/>
                  </a:lnTo>
                  <a:lnTo>
                    <a:pt x="2074" y="1618"/>
                  </a:lnTo>
                  <a:lnTo>
                    <a:pt x="2049" y="1627"/>
                  </a:lnTo>
                  <a:lnTo>
                    <a:pt x="2024" y="1630"/>
                  </a:lnTo>
                  <a:lnTo>
                    <a:pt x="112" y="1630"/>
                  </a:lnTo>
                  <a:lnTo>
                    <a:pt x="87" y="1627"/>
                  </a:lnTo>
                  <a:lnTo>
                    <a:pt x="62" y="1618"/>
                  </a:lnTo>
                  <a:lnTo>
                    <a:pt x="42" y="1606"/>
                  </a:lnTo>
                  <a:lnTo>
                    <a:pt x="24" y="1588"/>
                  </a:lnTo>
                  <a:lnTo>
                    <a:pt x="12" y="1568"/>
                  </a:lnTo>
                  <a:lnTo>
                    <a:pt x="3" y="1543"/>
                  </a:lnTo>
                  <a:lnTo>
                    <a:pt x="0" y="1518"/>
                  </a:lnTo>
                  <a:lnTo>
                    <a:pt x="0" y="112"/>
                  </a:lnTo>
                  <a:lnTo>
                    <a:pt x="3" y="87"/>
                  </a:lnTo>
                  <a:lnTo>
                    <a:pt x="12" y="62"/>
                  </a:lnTo>
                  <a:lnTo>
                    <a:pt x="24" y="41"/>
                  </a:lnTo>
                  <a:lnTo>
                    <a:pt x="42" y="24"/>
                  </a:lnTo>
                  <a:lnTo>
                    <a:pt x="62" y="11"/>
                  </a:lnTo>
                  <a:lnTo>
                    <a:pt x="87" y="2"/>
                  </a:lnTo>
                  <a:lnTo>
                    <a:pt x="112"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93" name="Freeform 7">
              <a:extLst>
                <a:ext uri="{FF2B5EF4-FFF2-40B4-BE49-F238E27FC236}">
                  <a16:creationId xmlns:a16="http://schemas.microsoft.com/office/drawing/2014/main" id="{66D98F0E-06AD-4C43-BB2A-1AC92D3D6739}"/>
                </a:ext>
              </a:extLst>
            </p:cNvPr>
            <p:cNvSpPr>
              <a:spLocks noEditPoints="1"/>
            </p:cNvSpPr>
            <p:nvPr/>
          </p:nvSpPr>
          <p:spPr bwMode="auto">
            <a:xfrm>
              <a:off x="4614863" y="5043488"/>
              <a:ext cx="434975" cy="317500"/>
            </a:xfrm>
            <a:custGeom>
              <a:avLst/>
              <a:gdLst>
                <a:gd name="T0" fmla="*/ 113 w 1912"/>
                <a:gd name="T1" fmla="*/ 113 h 1406"/>
                <a:gd name="T2" fmla="*/ 113 w 1912"/>
                <a:gd name="T3" fmla="*/ 1293 h 1406"/>
                <a:gd name="T4" fmla="*/ 1799 w 1912"/>
                <a:gd name="T5" fmla="*/ 1293 h 1406"/>
                <a:gd name="T6" fmla="*/ 1799 w 1912"/>
                <a:gd name="T7" fmla="*/ 113 h 1406"/>
                <a:gd name="T8" fmla="*/ 113 w 1912"/>
                <a:gd name="T9" fmla="*/ 113 h 1406"/>
                <a:gd name="T10" fmla="*/ 0 w 1912"/>
                <a:gd name="T11" fmla="*/ 0 h 1406"/>
                <a:gd name="T12" fmla="*/ 1912 w 1912"/>
                <a:gd name="T13" fmla="*/ 0 h 1406"/>
                <a:gd name="T14" fmla="*/ 1912 w 1912"/>
                <a:gd name="T15" fmla="*/ 1406 h 1406"/>
                <a:gd name="T16" fmla="*/ 0 w 1912"/>
                <a:gd name="T17" fmla="*/ 1406 h 1406"/>
                <a:gd name="T18" fmla="*/ 0 w 1912"/>
                <a:gd name="T19" fmla="*/ 0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12" h="1406">
                  <a:moveTo>
                    <a:pt x="113" y="113"/>
                  </a:moveTo>
                  <a:lnTo>
                    <a:pt x="113" y="1293"/>
                  </a:lnTo>
                  <a:lnTo>
                    <a:pt x="1799" y="1293"/>
                  </a:lnTo>
                  <a:lnTo>
                    <a:pt x="1799" y="113"/>
                  </a:lnTo>
                  <a:lnTo>
                    <a:pt x="113" y="113"/>
                  </a:lnTo>
                  <a:close/>
                  <a:moveTo>
                    <a:pt x="0" y="0"/>
                  </a:moveTo>
                  <a:lnTo>
                    <a:pt x="1912" y="0"/>
                  </a:lnTo>
                  <a:lnTo>
                    <a:pt x="1912" y="1406"/>
                  </a:lnTo>
                  <a:lnTo>
                    <a:pt x="0" y="1406"/>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94" name="Rectangle 8">
              <a:extLst>
                <a:ext uri="{FF2B5EF4-FFF2-40B4-BE49-F238E27FC236}">
                  <a16:creationId xmlns:a16="http://schemas.microsoft.com/office/drawing/2014/main" id="{F91A6D95-99D0-4986-80AB-187FACEF22E2}"/>
                </a:ext>
              </a:extLst>
            </p:cNvPr>
            <p:cNvSpPr>
              <a:spLocks noChangeArrowheads="1"/>
            </p:cNvSpPr>
            <p:nvPr/>
          </p:nvSpPr>
          <p:spPr bwMode="auto">
            <a:xfrm>
              <a:off x="4667251" y="5094288"/>
              <a:ext cx="330200" cy="215900"/>
            </a:xfrm>
            <a:prstGeom prst="rect">
              <a:avLst/>
            </a:prstGeom>
            <a:solidFill>
              <a:srgbClr val="94E6EC"/>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95" name="Freeform 9">
              <a:extLst>
                <a:ext uri="{FF2B5EF4-FFF2-40B4-BE49-F238E27FC236}">
                  <a16:creationId xmlns:a16="http://schemas.microsoft.com/office/drawing/2014/main" id="{A65F1AFA-EEE6-4BA4-ABDA-7983877CFE62}"/>
                </a:ext>
              </a:extLst>
            </p:cNvPr>
            <p:cNvSpPr>
              <a:spLocks/>
            </p:cNvSpPr>
            <p:nvPr/>
          </p:nvSpPr>
          <p:spPr bwMode="auto">
            <a:xfrm>
              <a:off x="4667251" y="5094288"/>
              <a:ext cx="330200" cy="207963"/>
            </a:xfrm>
            <a:custGeom>
              <a:avLst/>
              <a:gdLst>
                <a:gd name="T0" fmla="*/ 1462 w 1462"/>
                <a:gd name="T1" fmla="*/ 0 h 922"/>
                <a:gd name="T2" fmla="*/ 1444 w 1462"/>
                <a:gd name="T3" fmla="*/ 919 h 922"/>
                <a:gd name="T4" fmla="*/ 1333 w 1462"/>
                <a:gd name="T5" fmla="*/ 897 h 922"/>
                <a:gd name="T6" fmla="*/ 1248 w 1462"/>
                <a:gd name="T7" fmla="*/ 879 h 922"/>
                <a:gd name="T8" fmla="*/ 1182 w 1462"/>
                <a:gd name="T9" fmla="*/ 863 h 922"/>
                <a:gd name="T10" fmla="*/ 1133 w 1462"/>
                <a:gd name="T11" fmla="*/ 849 h 922"/>
                <a:gd name="T12" fmla="*/ 1098 w 1462"/>
                <a:gd name="T13" fmla="*/ 837 h 922"/>
                <a:gd name="T14" fmla="*/ 1071 w 1462"/>
                <a:gd name="T15" fmla="*/ 824 h 922"/>
                <a:gd name="T16" fmla="*/ 1048 w 1462"/>
                <a:gd name="T17" fmla="*/ 810 h 922"/>
                <a:gd name="T18" fmla="*/ 992 w 1462"/>
                <a:gd name="T19" fmla="*/ 766 h 922"/>
                <a:gd name="T20" fmla="*/ 953 w 1462"/>
                <a:gd name="T21" fmla="*/ 716 h 922"/>
                <a:gd name="T22" fmla="*/ 923 w 1462"/>
                <a:gd name="T23" fmla="*/ 664 h 922"/>
                <a:gd name="T24" fmla="*/ 903 w 1462"/>
                <a:gd name="T25" fmla="*/ 621 h 922"/>
                <a:gd name="T26" fmla="*/ 887 w 1462"/>
                <a:gd name="T27" fmla="*/ 588 h 922"/>
                <a:gd name="T28" fmla="*/ 870 w 1462"/>
                <a:gd name="T29" fmla="*/ 576 h 922"/>
                <a:gd name="T30" fmla="*/ 848 w 1462"/>
                <a:gd name="T31" fmla="*/ 571 h 922"/>
                <a:gd name="T32" fmla="*/ 804 w 1462"/>
                <a:gd name="T33" fmla="*/ 563 h 922"/>
                <a:gd name="T34" fmla="*/ 754 w 1462"/>
                <a:gd name="T35" fmla="*/ 545 h 922"/>
                <a:gd name="T36" fmla="*/ 707 w 1462"/>
                <a:gd name="T37" fmla="*/ 512 h 922"/>
                <a:gd name="T38" fmla="*/ 675 w 1462"/>
                <a:gd name="T39" fmla="*/ 469 h 922"/>
                <a:gd name="T40" fmla="*/ 659 w 1462"/>
                <a:gd name="T41" fmla="*/ 426 h 922"/>
                <a:gd name="T42" fmla="*/ 653 w 1462"/>
                <a:gd name="T43" fmla="*/ 389 h 922"/>
                <a:gd name="T44" fmla="*/ 624 w 1462"/>
                <a:gd name="T45" fmla="*/ 391 h 922"/>
                <a:gd name="T46" fmla="*/ 565 w 1462"/>
                <a:gd name="T47" fmla="*/ 401 h 922"/>
                <a:gd name="T48" fmla="*/ 503 w 1462"/>
                <a:gd name="T49" fmla="*/ 418 h 922"/>
                <a:gd name="T50" fmla="*/ 446 w 1462"/>
                <a:gd name="T51" fmla="*/ 436 h 922"/>
                <a:gd name="T52" fmla="*/ 391 w 1462"/>
                <a:gd name="T53" fmla="*/ 453 h 922"/>
                <a:gd name="T54" fmla="*/ 320 w 1462"/>
                <a:gd name="T55" fmla="*/ 463 h 922"/>
                <a:gd name="T56" fmla="*/ 232 w 1462"/>
                <a:gd name="T57" fmla="*/ 463 h 922"/>
                <a:gd name="T58" fmla="*/ 135 w 1462"/>
                <a:gd name="T59" fmla="*/ 447 h 922"/>
                <a:gd name="T60" fmla="*/ 42 w 1462"/>
                <a:gd name="T61" fmla="*/ 416 h 922"/>
                <a:gd name="T62" fmla="*/ 0 w 1462"/>
                <a:gd name="T63" fmla="*/ 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62" h="922">
                  <a:moveTo>
                    <a:pt x="0" y="0"/>
                  </a:moveTo>
                  <a:lnTo>
                    <a:pt x="1462" y="0"/>
                  </a:lnTo>
                  <a:lnTo>
                    <a:pt x="1462" y="922"/>
                  </a:lnTo>
                  <a:lnTo>
                    <a:pt x="1444" y="919"/>
                  </a:lnTo>
                  <a:lnTo>
                    <a:pt x="1385" y="907"/>
                  </a:lnTo>
                  <a:lnTo>
                    <a:pt x="1333" y="897"/>
                  </a:lnTo>
                  <a:lnTo>
                    <a:pt x="1288" y="887"/>
                  </a:lnTo>
                  <a:lnTo>
                    <a:pt x="1248" y="879"/>
                  </a:lnTo>
                  <a:lnTo>
                    <a:pt x="1213" y="872"/>
                  </a:lnTo>
                  <a:lnTo>
                    <a:pt x="1182" y="863"/>
                  </a:lnTo>
                  <a:lnTo>
                    <a:pt x="1156" y="857"/>
                  </a:lnTo>
                  <a:lnTo>
                    <a:pt x="1133" y="849"/>
                  </a:lnTo>
                  <a:lnTo>
                    <a:pt x="1114" y="843"/>
                  </a:lnTo>
                  <a:lnTo>
                    <a:pt x="1098" y="837"/>
                  </a:lnTo>
                  <a:lnTo>
                    <a:pt x="1084" y="830"/>
                  </a:lnTo>
                  <a:lnTo>
                    <a:pt x="1071" y="824"/>
                  </a:lnTo>
                  <a:lnTo>
                    <a:pt x="1058" y="818"/>
                  </a:lnTo>
                  <a:lnTo>
                    <a:pt x="1048" y="810"/>
                  </a:lnTo>
                  <a:lnTo>
                    <a:pt x="1018" y="789"/>
                  </a:lnTo>
                  <a:lnTo>
                    <a:pt x="992" y="766"/>
                  </a:lnTo>
                  <a:lnTo>
                    <a:pt x="971" y="742"/>
                  </a:lnTo>
                  <a:lnTo>
                    <a:pt x="953" y="716"/>
                  </a:lnTo>
                  <a:lnTo>
                    <a:pt x="937" y="691"/>
                  </a:lnTo>
                  <a:lnTo>
                    <a:pt x="923" y="664"/>
                  </a:lnTo>
                  <a:lnTo>
                    <a:pt x="911" y="638"/>
                  </a:lnTo>
                  <a:lnTo>
                    <a:pt x="903" y="621"/>
                  </a:lnTo>
                  <a:lnTo>
                    <a:pt x="896" y="604"/>
                  </a:lnTo>
                  <a:lnTo>
                    <a:pt x="887" y="588"/>
                  </a:lnTo>
                  <a:lnTo>
                    <a:pt x="879" y="578"/>
                  </a:lnTo>
                  <a:lnTo>
                    <a:pt x="870" y="576"/>
                  </a:lnTo>
                  <a:lnTo>
                    <a:pt x="859" y="574"/>
                  </a:lnTo>
                  <a:lnTo>
                    <a:pt x="848" y="571"/>
                  </a:lnTo>
                  <a:lnTo>
                    <a:pt x="827" y="568"/>
                  </a:lnTo>
                  <a:lnTo>
                    <a:pt x="804" y="563"/>
                  </a:lnTo>
                  <a:lnTo>
                    <a:pt x="779" y="556"/>
                  </a:lnTo>
                  <a:lnTo>
                    <a:pt x="754" y="545"/>
                  </a:lnTo>
                  <a:lnTo>
                    <a:pt x="730" y="531"/>
                  </a:lnTo>
                  <a:lnTo>
                    <a:pt x="707" y="512"/>
                  </a:lnTo>
                  <a:lnTo>
                    <a:pt x="689" y="491"/>
                  </a:lnTo>
                  <a:lnTo>
                    <a:pt x="675" y="469"/>
                  </a:lnTo>
                  <a:lnTo>
                    <a:pt x="666" y="447"/>
                  </a:lnTo>
                  <a:lnTo>
                    <a:pt x="659" y="426"/>
                  </a:lnTo>
                  <a:lnTo>
                    <a:pt x="655" y="407"/>
                  </a:lnTo>
                  <a:lnTo>
                    <a:pt x="653" y="389"/>
                  </a:lnTo>
                  <a:lnTo>
                    <a:pt x="650" y="389"/>
                  </a:lnTo>
                  <a:lnTo>
                    <a:pt x="624" y="391"/>
                  </a:lnTo>
                  <a:lnTo>
                    <a:pt x="595" y="395"/>
                  </a:lnTo>
                  <a:lnTo>
                    <a:pt x="565" y="401"/>
                  </a:lnTo>
                  <a:lnTo>
                    <a:pt x="533" y="409"/>
                  </a:lnTo>
                  <a:lnTo>
                    <a:pt x="503" y="418"/>
                  </a:lnTo>
                  <a:lnTo>
                    <a:pt x="473" y="427"/>
                  </a:lnTo>
                  <a:lnTo>
                    <a:pt x="446" y="436"/>
                  </a:lnTo>
                  <a:lnTo>
                    <a:pt x="421" y="444"/>
                  </a:lnTo>
                  <a:lnTo>
                    <a:pt x="391" y="453"/>
                  </a:lnTo>
                  <a:lnTo>
                    <a:pt x="356" y="460"/>
                  </a:lnTo>
                  <a:lnTo>
                    <a:pt x="320" y="463"/>
                  </a:lnTo>
                  <a:lnTo>
                    <a:pt x="282" y="465"/>
                  </a:lnTo>
                  <a:lnTo>
                    <a:pt x="232" y="463"/>
                  </a:lnTo>
                  <a:lnTo>
                    <a:pt x="183" y="456"/>
                  </a:lnTo>
                  <a:lnTo>
                    <a:pt x="135" y="447"/>
                  </a:lnTo>
                  <a:lnTo>
                    <a:pt x="88" y="433"/>
                  </a:lnTo>
                  <a:lnTo>
                    <a:pt x="42" y="416"/>
                  </a:lnTo>
                  <a:lnTo>
                    <a:pt x="0" y="396"/>
                  </a:lnTo>
                  <a:lnTo>
                    <a:pt x="0" y="0"/>
                  </a:lnTo>
                  <a:close/>
                </a:path>
              </a:pathLst>
            </a:custGeom>
            <a:solidFill>
              <a:srgbClr val="9294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96" name="Freeform 10">
              <a:extLst>
                <a:ext uri="{FF2B5EF4-FFF2-40B4-BE49-F238E27FC236}">
                  <a16:creationId xmlns:a16="http://schemas.microsoft.com/office/drawing/2014/main" id="{D8F840E7-C1E1-468A-872D-D4AC1338260B}"/>
                </a:ext>
              </a:extLst>
            </p:cNvPr>
            <p:cNvSpPr>
              <a:spLocks/>
            </p:cNvSpPr>
            <p:nvPr/>
          </p:nvSpPr>
          <p:spPr bwMode="auto">
            <a:xfrm>
              <a:off x="4667251" y="5094288"/>
              <a:ext cx="330200" cy="185738"/>
            </a:xfrm>
            <a:custGeom>
              <a:avLst/>
              <a:gdLst>
                <a:gd name="T0" fmla="*/ 1462 w 1462"/>
                <a:gd name="T1" fmla="*/ 0 h 824"/>
                <a:gd name="T2" fmla="*/ 1405 w 1462"/>
                <a:gd name="T3" fmla="*/ 813 h 824"/>
                <a:gd name="T4" fmla="*/ 1312 w 1462"/>
                <a:gd name="T5" fmla="*/ 794 h 824"/>
                <a:gd name="T6" fmla="*/ 1241 w 1462"/>
                <a:gd name="T7" fmla="*/ 780 h 824"/>
                <a:gd name="T8" fmla="*/ 1189 w 1462"/>
                <a:gd name="T9" fmla="*/ 766 h 824"/>
                <a:gd name="T10" fmla="*/ 1152 w 1462"/>
                <a:gd name="T11" fmla="*/ 755 h 824"/>
                <a:gd name="T12" fmla="*/ 1127 w 1462"/>
                <a:gd name="T13" fmla="*/ 745 h 824"/>
                <a:gd name="T14" fmla="*/ 1107 w 1462"/>
                <a:gd name="T15" fmla="*/ 734 h 824"/>
                <a:gd name="T16" fmla="*/ 1074 w 1462"/>
                <a:gd name="T17" fmla="*/ 711 h 824"/>
                <a:gd name="T18" fmla="*/ 1037 w 1462"/>
                <a:gd name="T19" fmla="*/ 671 h 824"/>
                <a:gd name="T20" fmla="*/ 1011 w 1462"/>
                <a:gd name="T21" fmla="*/ 624 h 824"/>
                <a:gd name="T22" fmla="*/ 990 w 1462"/>
                <a:gd name="T23" fmla="*/ 577 h 824"/>
                <a:gd name="T24" fmla="*/ 967 w 1462"/>
                <a:gd name="T25" fmla="*/ 533 h 824"/>
                <a:gd name="T26" fmla="*/ 934 w 1462"/>
                <a:gd name="T27" fmla="*/ 499 h 824"/>
                <a:gd name="T28" fmla="*/ 903 w 1462"/>
                <a:gd name="T29" fmla="*/ 485 h 824"/>
                <a:gd name="T30" fmla="*/ 865 w 1462"/>
                <a:gd name="T31" fmla="*/ 477 h 824"/>
                <a:gd name="T32" fmla="*/ 825 w 1462"/>
                <a:gd name="T33" fmla="*/ 469 h 824"/>
                <a:gd name="T34" fmla="*/ 789 w 1462"/>
                <a:gd name="T35" fmla="*/ 455 h 824"/>
                <a:gd name="T36" fmla="*/ 763 w 1462"/>
                <a:gd name="T37" fmla="*/ 430 h 824"/>
                <a:gd name="T38" fmla="*/ 751 w 1462"/>
                <a:gd name="T39" fmla="*/ 397 h 824"/>
                <a:gd name="T40" fmla="*/ 746 w 1462"/>
                <a:gd name="T41" fmla="*/ 364 h 824"/>
                <a:gd name="T42" fmla="*/ 739 w 1462"/>
                <a:gd name="T43" fmla="*/ 334 h 824"/>
                <a:gd name="T44" fmla="*/ 724 w 1462"/>
                <a:gd name="T45" fmla="*/ 312 h 824"/>
                <a:gd name="T46" fmla="*/ 685 w 1462"/>
                <a:gd name="T47" fmla="*/ 296 h 824"/>
                <a:gd name="T48" fmla="*/ 634 w 1462"/>
                <a:gd name="T49" fmla="*/ 294 h 824"/>
                <a:gd name="T50" fmla="*/ 576 w 1462"/>
                <a:gd name="T51" fmla="*/ 301 h 824"/>
                <a:gd name="T52" fmla="*/ 512 w 1462"/>
                <a:gd name="T53" fmla="*/ 315 h 824"/>
                <a:gd name="T54" fmla="*/ 450 w 1462"/>
                <a:gd name="T55" fmla="*/ 334 h 824"/>
                <a:gd name="T56" fmla="*/ 392 w 1462"/>
                <a:gd name="T57" fmla="*/ 353 h 824"/>
                <a:gd name="T58" fmla="*/ 323 w 1462"/>
                <a:gd name="T59" fmla="*/ 367 h 824"/>
                <a:gd name="T60" fmla="*/ 244 w 1462"/>
                <a:gd name="T61" fmla="*/ 367 h 824"/>
                <a:gd name="T62" fmla="*/ 158 w 1462"/>
                <a:gd name="T63" fmla="*/ 354 h 824"/>
                <a:gd name="T64" fmla="*/ 75 w 1462"/>
                <a:gd name="T65" fmla="*/ 326 h 824"/>
                <a:gd name="T66" fmla="*/ 0 w 1462"/>
                <a:gd name="T67" fmla="*/ 285 h 8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62" h="824">
                  <a:moveTo>
                    <a:pt x="0" y="0"/>
                  </a:moveTo>
                  <a:lnTo>
                    <a:pt x="1462" y="0"/>
                  </a:lnTo>
                  <a:lnTo>
                    <a:pt x="1462" y="824"/>
                  </a:lnTo>
                  <a:lnTo>
                    <a:pt x="1405" y="813"/>
                  </a:lnTo>
                  <a:lnTo>
                    <a:pt x="1355" y="804"/>
                  </a:lnTo>
                  <a:lnTo>
                    <a:pt x="1312" y="794"/>
                  </a:lnTo>
                  <a:lnTo>
                    <a:pt x="1274" y="787"/>
                  </a:lnTo>
                  <a:lnTo>
                    <a:pt x="1241" y="780"/>
                  </a:lnTo>
                  <a:lnTo>
                    <a:pt x="1214" y="772"/>
                  </a:lnTo>
                  <a:lnTo>
                    <a:pt x="1189" y="766"/>
                  </a:lnTo>
                  <a:lnTo>
                    <a:pt x="1169" y="761"/>
                  </a:lnTo>
                  <a:lnTo>
                    <a:pt x="1152" y="755"/>
                  </a:lnTo>
                  <a:lnTo>
                    <a:pt x="1139" y="750"/>
                  </a:lnTo>
                  <a:lnTo>
                    <a:pt x="1127" y="745"/>
                  </a:lnTo>
                  <a:lnTo>
                    <a:pt x="1117" y="739"/>
                  </a:lnTo>
                  <a:lnTo>
                    <a:pt x="1107" y="734"/>
                  </a:lnTo>
                  <a:lnTo>
                    <a:pt x="1100" y="730"/>
                  </a:lnTo>
                  <a:lnTo>
                    <a:pt x="1074" y="711"/>
                  </a:lnTo>
                  <a:lnTo>
                    <a:pt x="1054" y="692"/>
                  </a:lnTo>
                  <a:lnTo>
                    <a:pt x="1037" y="671"/>
                  </a:lnTo>
                  <a:lnTo>
                    <a:pt x="1023" y="648"/>
                  </a:lnTo>
                  <a:lnTo>
                    <a:pt x="1011" y="624"/>
                  </a:lnTo>
                  <a:lnTo>
                    <a:pt x="999" y="600"/>
                  </a:lnTo>
                  <a:lnTo>
                    <a:pt x="990" y="577"/>
                  </a:lnTo>
                  <a:lnTo>
                    <a:pt x="978" y="555"/>
                  </a:lnTo>
                  <a:lnTo>
                    <a:pt x="967" y="533"/>
                  </a:lnTo>
                  <a:lnTo>
                    <a:pt x="952" y="514"/>
                  </a:lnTo>
                  <a:lnTo>
                    <a:pt x="934" y="499"/>
                  </a:lnTo>
                  <a:lnTo>
                    <a:pt x="920" y="490"/>
                  </a:lnTo>
                  <a:lnTo>
                    <a:pt x="903" y="485"/>
                  </a:lnTo>
                  <a:lnTo>
                    <a:pt x="885" y="481"/>
                  </a:lnTo>
                  <a:lnTo>
                    <a:pt x="865" y="477"/>
                  </a:lnTo>
                  <a:lnTo>
                    <a:pt x="845" y="474"/>
                  </a:lnTo>
                  <a:lnTo>
                    <a:pt x="825" y="469"/>
                  </a:lnTo>
                  <a:lnTo>
                    <a:pt x="806" y="464"/>
                  </a:lnTo>
                  <a:lnTo>
                    <a:pt x="789" y="455"/>
                  </a:lnTo>
                  <a:lnTo>
                    <a:pt x="774" y="444"/>
                  </a:lnTo>
                  <a:lnTo>
                    <a:pt x="763" y="430"/>
                  </a:lnTo>
                  <a:lnTo>
                    <a:pt x="755" y="414"/>
                  </a:lnTo>
                  <a:lnTo>
                    <a:pt x="751" y="397"/>
                  </a:lnTo>
                  <a:lnTo>
                    <a:pt x="748" y="380"/>
                  </a:lnTo>
                  <a:lnTo>
                    <a:pt x="746" y="364"/>
                  </a:lnTo>
                  <a:lnTo>
                    <a:pt x="744" y="349"/>
                  </a:lnTo>
                  <a:lnTo>
                    <a:pt x="739" y="334"/>
                  </a:lnTo>
                  <a:lnTo>
                    <a:pt x="733" y="321"/>
                  </a:lnTo>
                  <a:lnTo>
                    <a:pt x="724" y="312"/>
                  </a:lnTo>
                  <a:lnTo>
                    <a:pt x="706" y="302"/>
                  </a:lnTo>
                  <a:lnTo>
                    <a:pt x="685" y="296"/>
                  </a:lnTo>
                  <a:lnTo>
                    <a:pt x="660" y="293"/>
                  </a:lnTo>
                  <a:lnTo>
                    <a:pt x="634" y="294"/>
                  </a:lnTo>
                  <a:lnTo>
                    <a:pt x="605" y="296"/>
                  </a:lnTo>
                  <a:lnTo>
                    <a:pt x="576" y="301"/>
                  </a:lnTo>
                  <a:lnTo>
                    <a:pt x="544" y="307"/>
                  </a:lnTo>
                  <a:lnTo>
                    <a:pt x="512" y="315"/>
                  </a:lnTo>
                  <a:lnTo>
                    <a:pt x="481" y="324"/>
                  </a:lnTo>
                  <a:lnTo>
                    <a:pt x="450" y="334"/>
                  </a:lnTo>
                  <a:lnTo>
                    <a:pt x="420" y="343"/>
                  </a:lnTo>
                  <a:lnTo>
                    <a:pt x="392" y="353"/>
                  </a:lnTo>
                  <a:lnTo>
                    <a:pt x="359" y="361"/>
                  </a:lnTo>
                  <a:lnTo>
                    <a:pt x="323" y="367"/>
                  </a:lnTo>
                  <a:lnTo>
                    <a:pt x="285" y="369"/>
                  </a:lnTo>
                  <a:lnTo>
                    <a:pt x="244" y="367"/>
                  </a:lnTo>
                  <a:lnTo>
                    <a:pt x="202" y="362"/>
                  </a:lnTo>
                  <a:lnTo>
                    <a:pt x="158" y="354"/>
                  </a:lnTo>
                  <a:lnTo>
                    <a:pt x="116" y="342"/>
                  </a:lnTo>
                  <a:lnTo>
                    <a:pt x="75" y="326"/>
                  </a:lnTo>
                  <a:lnTo>
                    <a:pt x="36" y="307"/>
                  </a:lnTo>
                  <a:lnTo>
                    <a:pt x="0" y="285"/>
                  </a:lnTo>
                  <a:lnTo>
                    <a:pt x="0" y="0"/>
                  </a:lnTo>
                  <a:close/>
                </a:path>
              </a:pathLst>
            </a:custGeom>
            <a:solidFill>
              <a:srgbClr val="F8D0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useBgFill="1">
          <p:nvSpPr>
            <p:cNvPr id="397" name="Freeform 11">
              <a:extLst>
                <a:ext uri="{FF2B5EF4-FFF2-40B4-BE49-F238E27FC236}">
                  <a16:creationId xmlns:a16="http://schemas.microsoft.com/office/drawing/2014/main" id="{D9CC0A80-149C-4905-8A95-CD2E24E9A370}"/>
                </a:ext>
              </a:extLst>
            </p:cNvPr>
            <p:cNvSpPr>
              <a:spLocks/>
            </p:cNvSpPr>
            <p:nvPr/>
          </p:nvSpPr>
          <p:spPr bwMode="auto">
            <a:xfrm>
              <a:off x="4821238" y="4892675"/>
              <a:ext cx="236538" cy="292100"/>
            </a:xfrm>
            <a:custGeom>
              <a:avLst/>
              <a:gdLst>
                <a:gd name="T0" fmla="*/ 438 w 1047"/>
                <a:gd name="T1" fmla="*/ 3 h 1293"/>
                <a:gd name="T2" fmla="*/ 562 w 1047"/>
                <a:gd name="T3" fmla="*/ 27 h 1293"/>
                <a:gd name="T4" fmla="*/ 677 w 1047"/>
                <a:gd name="T5" fmla="*/ 72 h 1293"/>
                <a:gd name="T6" fmla="*/ 781 w 1047"/>
                <a:gd name="T7" fmla="*/ 138 h 1293"/>
                <a:gd name="T8" fmla="*/ 871 w 1047"/>
                <a:gd name="T9" fmla="*/ 220 h 1293"/>
                <a:gd name="T10" fmla="*/ 945 w 1047"/>
                <a:gd name="T11" fmla="*/ 316 h 1293"/>
                <a:gd name="T12" fmla="*/ 1000 w 1047"/>
                <a:gd name="T13" fmla="*/ 426 h 1293"/>
                <a:gd name="T14" fmla="*/ 1036 w 1047"/>
                <a:gd name="T15" fmla="*/ 547 h 1293"/>
                <a:gd name="T16" fmla="*/ 1047 w 1047"/>
                <a:gd name="T17" fmla="*/ 675 h 1293"/>
                <a:gd name="T18" fmla="*/ 1037 w 1047"/>
                <a:gd name="T19" fmla="*/ 794 h 1293"/>
                <a:gd name="T20" fmla="*/ 1005 w 1047"/>
                <a:gd name="T21" fmla="*/ 910 h 1293"/>
                <a:gd name="T22" fmla="*/ 952 w 1047"/>
                <a:gd name="T23" fmla="*/ 1018 h 1293"/>
                <a:gd name="T24" fmla="*/ 920 w 1047"/>
                <a:gd name="T25" fmla="*/ 1053 h 1293"/>
                <a:gd name="T26" fmla="*/ 878 w 1047"/>
                <a:gd name="T27" fmla="*/ 1071 h 1293"/>
                <a:gd name="T28" fmla="*/ 836 w 1047"/>
                <a:gd name="T29" fmla="*/ 1072 h 1293"/>
                <a:gd name="T30" fmla="*/ 799 w 1047"/>
                <a:gd name="T31" fmla="*/ 1058 h 1293"/>
                <a:gd name="T32" fmla="*/ 541 w 1047"/>
                <a:gd name="T33" fmla="*/ 1124 h 1293"/>
                <a:gd name="T34" fmla="*/ 531 w 1047"/>
                <a:gd name="T35" fmla="*/ 1183 h 1293"/>
                <a:gd name="T36" fmla="*/ 502 w 1047"/>
                <a:gd name="T37" fmla="*/ 1232 h 1293"/>
                <a:gd name="T38" fmla="*/ 459 w 1047"/>
                <a:gd name="T39" fmla="*/ 1269 h 1293"/>
                <a:gd name="T40" fmla="*/ 404 w 1047"/>
                <a:gd name="T41" fmla="*/ 1289 h 1293"/>
                <a:gd name="T42" fmla="*/ 342 w 1047"/>
                <a:gd name="T43" fmla="*/ 1289 h 1293"/>
                <a:gd name="T44" fmla="*/ 287 w 1047"/>
                <a:gd name="T45" fmla="*/ 1269 h 1293"/>
                <a:gd name="T46" fmla="*/ 243 w 1047"/>
                <a:gd name="T47" fmla="*/ 1232 h 1293"/>
                <a:gd name="T48" fmla="*/ 215 w 1047"/>
                <a:gd name="T49" fmla="*/ 1183 h 1293"/>
                <a:gd name="T50" fmla="*/ 204 w 1047"/>
                <a:gd name="T51" fmla="*/ 1124 h 1293"/>
                <a:gd name="T52" fmla="*/ 184 w 1047"/>
                <a:gd name="T53" fmla="*/ 797 h 1293"/>
                <a:gd name="T54" fmla="*/ 158 w 1047"/>
                <a:gd name="T55" fmla="*/ 739 h 1293"/>
                <a:gd name="T56" fmla="*/ 148 w 1047"/>
                <a:gd name="T57" fmla="*/ 675 h 1293"/>
                <a:gd name="T58" fmla="*/ 158 w 1047"/>
                <a:gd name="T59" fmla="*/ 611 h 1293"/>
                <a:gd name="T60" fmla="*/ 183 w 1047"/>
                <a:gd name="T61" fmla="*/ 555 h 1293"/>
                <a:gd name="T62" fmla="*/ 5 w 1047"/>
                <a:gd name="T63" fmla="*/ 208 h 1293"/>
                <a:gd name="T64" fmla="*/ 0 w 1047"/>
                <a:gd name="T65" fmla="*/ 164 h 1293"/>
                <a:gd name="T66" fmla="*/ 13 w 1047"/>
                <a:gd name="T67" fmla="*/ 123 h 1293"/>
                <a:gd name="T68" fmla="*/ 41 w 1047"/>
                <a:gd name="T69" fmla="*/ 89 h 1293"/>
                <a:gd name="T70" fmla="*/ 109 w 1047"/>
                <a:gd name="T71" fmla="*/ 53 h 1293"/>
                <a:gd name="T72" fmla="*/ 212 w 1047"/>
                <a:gd name="T73" fmla="*/ 20 h 1293"/>
                <a:gd name="T74" fmla="*/ 318 w 1047"/>
                <a:gd name="T75" fmla="*/ 2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47" h="1293">
                  <a:moveTo>
                    <a:pt x="372" y="0"/>
                  </a:moveTo>
                  <a:lnTo>
                    <a:pt x="438" y="3"/>
                  </a:lnTo>
                  <a:lnTo>
                    <a:pt x="501" y="12"/>
                  </a:lnTo>
                  <a:lnTo>
                    <a:pt x="562" y="27"/>
                  </a:lnTo>
                  <a:lnTo>
                    <a:pt x="620" y="47"/>
                  </a:lnTo>
                  <a:lnTo>
                    <a:pt x="677" y="72"/>
                  </a:lnTo>
                  <a:lnTo>
                    <a:pt x="730" y="103"/>
                  </a:lnTo>
                  <a:lnTo>
                    <a:pt x="781" y="138"/>
                  </a:lnTo>
                  <a:lnTo>
                    <a:pt x="827" y="177"/>
                  </a:lnTo>
                  <a:lnTo>
                    <a:pt x="871" y="220"/>
                  </a:lnTo>
                  <a:lnTo>
                    <a:pt x="910" y="267"/>
                  </a:lnTo>
                  <a:lnTo>
                    <a:pt x="945" y="316"/>
                  </a:lnTo>
                  <a:lnTo>
                    <a:pt x="974" y="370"/>
                  </a:lnTo>
                  <a:lnTo>
                    <a:pt x="1000" y="426"/>
                  </a:lnTo>
                  <a:lnTo>
                    <a:pt x="1021" y="485"/>
                  </a:lnTo>
                  <a:lnTo>
                    <a:pt x="1036" y="547"/>
                  </a:lnTo>
                  <a:lnTo>
                    <a:pt x="1044" y="610"/>
                  </a:lnTo>
                  <a:lnTo>
                    <a:pt x="1047" y="675"/>
                  </a:lnTo>
                  <a:lnTo>
                    <a:pt x="1045" y="735"/>
                  </a:lnTo>
                  <a:lnTo>
                    <a:pt x="1037" y="794"/>
                  </a:lnTo>
                  <a:lnTo>
                    <a:pt x="1023" y="853"/>
                  </a:lnTo>
                  <a:lnTo>
                    <a:pt x="1005" y="910"/>
                  </a:lnTo>
                  <a:lnTo>
                    <a:pt x="981" y="965"/>
                  </a:lnTo>
                  <a:lnTo>
                    <a:pt x="952" y="1018"/>
                  </a:lnTo>
                  <a:lnTo>
                    <a:pt x="938" y="1038"/>
                  </a:lnTo>
                  <a:lnTo>
                    <a:pt x="920" y="1053"/>
                  </a:lnTo>
                  <a:lnTo>
                    <a:pt x="900" y="1064"/>
                  </a:lnTo>
                  <a:lnTo>
                    <a:pt x="878" y="1071"/>
                  </a:lnTo>
                  <a:lnTo>
                    <a:pt x="856" y="1074"/>
                  </a:lnTo>
                  <a:lnTo>
                    <a:pt x="836" y="1072"/>
                  </a:lnTo>
                  <a:lnTo>
                    <a:pt x="817" y="1066"/>
                  </a:lnTo>
                  <a:lnTo>
                    <a:pt x="799" y="1058"/>
                  </a:lnTo>
                  <a:lnTo>
                    <a:pt x="541" y="905"/>
                  </a:lnTo>
                  <a:lnTo>
                    <a:pt x="541" y="1124"/>
                  </a:lnTo>
                  <a:lnTo>
                    <a:pt x="539" y="1154"/>
                  </a:lnTo>
                  <a:lnTo>
                    <a:pt x="531" y="1183"/>
                  </a:lnTo>
                  <a:lnTo>
                    <a:pt x="519" y="1209"/>
                  </a:lnTo>
                  <a:lnTo>
                    <a:pt x="502" y="1232"/>
                  </a:lnTo>
                  <a:lnTo>
                    <a:pt x="482" y="1253"/>
                  </a:lnTo>
                  <a:lnTo>
                    <a:pt x="459" y="1269"/>
                  </a:lnTo>
                  <a:lnTo>
                    <a:pt x="432" y="1282"/>
                  </a:lnTo>
                  <a:lnTo>
                    <a:pt x="404" y="1289"/>
                  </a:lnTo>
                  <a:lnTo>
                    <a:pt x="372" y="1293"/>
                  </a:lnTo>
                  <a:lnTo>
                    <a:pt x="342" y="1289"/>
                  </a:lnTo>
                  <a:lnTo>
                    <a:pt x="313" y="1282"/>
                  </a:lnTo>
                  <a:lnTo>
                    <a:pt x="287" y="1269"/>
                  </a:lnTo>
                  <a:lnTo>
                    <a:pt x="263" y="1253"/>
                  </a:lnTo>
                  <a:lnTo>
                    <a:pt x="243" y="1232"/>
                  </a:lnTo>
                  <a:lnTo>
                    <a:pt x="226" y="1209"/>
                  </a:lnTo>
                  <a:lnTo>
                    <a:pt x="215" y="1183"/>
                  </a:lnTo>
                  <a:lnTo>
                    <a:pt x="206" y="1154"/>
                  </a:lnTo>
                  <a:lnTo>
                    <a:pt x="204" y="1124"/>
                  </a:lnTo>
                  <a:lnTo>
                    <a:pt x="204" y="822"/>
                  </a:lnTo>
                  <a:lnTo>
                    <a:pt x="184" y="797"/>
                  </a:lnTo>
                  <a:lnTo>
                    <a:pt x="168" y="769"/>
                  </a:lnTo>
                  <a:lnTo>
                    <a:pt x="158" y="739"/>
                  </a:lnTo>
                  <a:lnTo>
                    <a:pt x="150" y="707"/>
                  </a:lnTo>
                  <a:lnTo>
                    <a:pt x="148" y="675"/>
                  </a:lnTo>
                  <a:lnTo>
                    <a:pt x="150" y="642"/>
                  </a:lnTo>
                  <a:lnTo>
                    <a:pt x="158" y="611"/>
                  </a:lnTo>
                  <a:lnTo>
                    <a:pt x="168" y="582"/>
                  </a:lnTo>
                  <a:lnTo>
                    <a:pt x="183" y="555"/>
                  </a:lnTo>
                  <a:lnTo>
                    <a:pt x="13" y="229"/>
                  </a:lnTo>
                  <a:lnTo>
                    <a:pt x="5" y="208"/>
                  </a:lnTo>
                  <a:lnTo>
                    <a:pt x="0" y="185"/>
                  </a:lnTo>
                  <a:lnTo>
                    <a:pt x="0" y="164"/>
                  </a:lnTo>
                  <a:lnTo>
                    <a:pt x="6" y="143"/>
                  </a:lnTo>
                  <a:lnTo>
                    <a:pt x="13" y="123"/>
                  </a:lnTo>
                  <a:lnTo>
                    <a:pt x="26" y="105"/>
                  </a:lnTo>
                  <a:lnTo>
                    <a:pt x="41" y="89"/>
                  </a:lnTo>
                  <a:lnTo>
                    <a:pt x="61" y="77"/>
                  </a:lnTo>
                  <a:lnTo>
                    <a:pt x="109" y="53"/>
                  </a:lnTo>
                  <a:lnTo>
                    <a:pt x="160" y="34"/>
                  </a:lnTo>
                  <a:lnTo>
                    <a:pt x="212" y="20"/>
                  </a:lnTo>
                  <a:lnTo>
                    <a:pt x="265" y="9"/>
                  </a:lnTo>
                  <a:lnTo>
                    <a:pt x="318" y="2"/>
                  </a:lnTo>
                  <a:lnTo>
                    <a:pt x="372"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98" name="Freeform 12">
              <a:extLst>
                <a:ext uri="{FF2B5EF4-FFF2-40B4-BE49-F238E27FC236}">
                  <a16:creationId xmlns:a16="http://schemas.microsoft.com/office/drawing/2014/main" id="{5C83E221-A78E-4F9C-B60E-72293361C71A}"/>
                </a:ext>
              </a:extLst>
            </p:cNvPr>
            <p:cNvSpPr>
              <a:spLocks noEditPoints="1"/>
            </p:cNvSpPr>
            <p:nvPr/>
          </p:nvSpPr>
          <p:spPr bwMode="auto">
            <a:xfrm>
              <a:off x="4849813" y="4921250"/>
              <a:ext cx="179388" cy="238125"/>
            </a:xfrm>
            <a:custGeom>
              <a:avLst/>
              <a:gdLst>
                <a:gd name="T0" fmla="*/ 291 w 789"/>
                <a:gd name="T1" fmla="*/ 447 h 1054"/>
                <a:gd name="T2" fmla="*/ 343 w 789"/>
                <a:gd name="T3" fmla="*/ 499 h 1054"/>
                <a:gd name="T4" fmla="*/ 351 w 789"/>
                <a:gd name="T5" fmla="*/ 573 h 1054"/>
                <a:gd name="T6" fmla="*/ 316 w 789"/>
                <a:gd name="T7" fmla="*/ 632 h 1054"/>
                <a:gd name="T8" fmla="*/ 296 w 789"/>
                <a:gd name="T9" fmla="*/ 1014 h 1054"/>
                <a:gd name="T10" fmla="*/ 269 w 789"/>
                <a:gd name="T11" fmla="*/ 1047 h 1054"/>
                <a:gd name="T12" fmla="*/ 227 w 789"/>
                <a:gd name="T13" fmla="*/ 1052 h 1054"/>
                <a:gd name="T14" fmla="*/ 194 w 789"/>
                <a:gd name="T15" fmla="*/ 1029 h 1054"/>
                <a:gd name="T16" fmla="*/ 185 w 789"/>
                <a:gd name="T17" fmla="*/ 646 h 1054"/>
                <a:gd name="T18" fmla="*/ 140 w 789"/>
                <a:gd name="T19" fmla="*/ 595 h 1054"/>
                <a:gd name="T20" fmla="*/ 132 w 789"/>
                <a:gd name="T21" fmla="*/ 523 h 1054"/>
                <a:gd name="T22" fmla="*/ 171 w 789"/>
                <a:gd name="T23" fmla="*/ 461 h 1054"/>
                <a:gd name="T24" fmla="*/ 241 w 789"/>
                <a:gd name="T25" fmla="*/ 437 h 1054"/>
                <a:gd name="T26" fmla="*/ 328 w 789"/>
                <a:gd name="T27" fmla="*/ 237 h 1054"/>
                <a:gd name="T28" fmla="*/ 439 w 789"/>
                <a:gd name="T29" fmla="*/ 293 h 1054"/>
                <a:gd name="T30" fmla="*/ 521 w 789"/>
                <a:gd name="T31" fmla="*/ 386 h 1054"/>
                <a:gd name="T32" fmla="*/ 562 w 789"/>
                <a:gd name="T33" fmla="*/ 505 h 1054"/>
                <a:gd name="T34" fmla="*/ 555 w 789"/>
                <a:gd name="T35" fmla="*/ 627 h 1054"/>
                <a:gd name="T36" fmla="*/ 453 w 789"/>
                <a:gd name="T37" fmla="*/ 657 h 1054"/>
                <a:gd name="T38" fmla="*/ 481 w 789"/>
                <a:gd name="T39" fmla="*/ 549 h 1054"/>
                <a:gd name="T40" fmla="*/ 453 w 789"/>
                <a:gd name="T41" fmla="*/ 439 h 1054"/>
                <a:gd name="T42" fmla="*/ 383 w 789"/>
                <a:gd name="T43" fmla="*/ 356 h 1054"/>
                <a:gd name="T44" fmla="*/ 280 w 789"/>
                <a:gd name="T45" fmla="*/ 313 h 1054"/>
                <a:gd name="T46" fmla="*/ 176 w 789"/>
                <a:gd name="T47" fmla="*/ 319 h 1054"/>
                <a:gd name="T48" fmla="*/ 138 w 789"/>
                <a:gd name="T49" fmla="*/ 242 h 1054"/>
                <a:gd name="T50" fmla="*/ 241 w 789"/>
                <a:gd name="T51" fmla="*/ 225 h 1054"/>
                <a:gd name="T52" fmla="*/ 359 w 789"/>
                <a:gd name="T53" fmla="*/ 13 h 1054"/>
                <a:gd name="T54" fmla="*/ 518 w 789"/>
                <a:gd name="T55" fmla="*/ 75 h 1054"/>
                <a:gd name="T56" fmla="*/ 649 w 789"/>
                <a:gd name="T57" fmla="*/ 182 h 1054"/>
                <a:gd name="T58" fmla="*/ 741 w 789"/>
                <a:gd name="T59" fmla="*/ 322 h 1054"/>
                <a:gd name="T60" fmla="*/ 786 w 789"/>
                <a:gd name="T61" fmla="*/ 489 h 1054"/>
                <a:gd name="T62" fmla="*/ 779 w 789"/>
                <a:gd name="T63" fmla="*/ 659 h 1054"/>
                <a:gd name="T64" fmla="*/ 720 w 789"/>
                <a:gd name="T65" fmla="*/ 816 h 1054"/>
                <a:gd name="T66" fmla="*/ 684 w 789"/>
                <a:gd name="T67" fmla="*/ 687 h 1054"/>
                <a:gd name="T68" fmla="*/ 706 w 789"/>
                <a:gd name="T69" fmla="*/ 549 h 1054"/>
                <a:gd name="T70" fmla="*/ 678 w 789"/>
                <a:gd name="T71" fmla="*/ 392 h 1054"/>
                <a:gd name="T72" fmla="*/ 603 w 789"/>
                <a:gd name="T73" fmla="*/ 259 h 1054"/>
                <a:gd name="T74" fmla="*/ 490 w 789"/>
                <a:gd name="T75" fmla="*/ 157 h 1054"/>
                <a:gd name="T76" fmla="*/ 348 w 789"/>
                <a:gd name="T77" fmla="*/ 97 h 1054"/>
                <a:gd name="T78" fmla="*/ 189 w 789"/>
                <a:gd name="T79" fmla="*/ 88 h 1054"/>
                <a:gd name="T80" fmla="*/ 39 w 789"/>
                <a:gd name="T81" fmla="*/ 131 h 1054"/>
                <a:gd name="T82" fmla="*/ 94 w 789"/>
                <a:gd name="T83" fmla="*/ 20 h 1054"/>
                <a:gd name="T84" fmla="*/ 241 w 789"/>
                <a:gd name="T85" fmla="*/ 0 h 10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89" h="1054">
                  <a:moveTo>
                    <a:pt x="241" y="437"/>
                  </a:moveTo>
                  <a:lnTo>
                    <a:pt x="268" y="439"/>
                  </a:lnTo>
                  <a:lnTo>
                    <a:pt x="291" y="447"/>
                  </a:lnTo>
                  <a:lnTo>
                    <a:pt x="312" y="461"/>
                  </a:lnTo>
                  <a:lnTo>
                    <a:pt x="330" y="479"/>
                  </a:lnTo>
                  <a:lnTo>
                    <a:pt x="343" y="499"/>
                  </a:lnTo>
                  <a:lnTo>
                    <a:pt x="351" y="523"/>
                  </a:lnTo>
                  <a:lnTo>
                    <a:pt x="354" y="549"/>
                  </a:lnTo>
                  <a:lnTo>
                    <a:pt x="351" y="573"/>
                  </a:lnTo>
                  <a:lnTo>
                    <a:pt x="344" y="595"/>
                  </a:lnTo>
                  <a:lnTo>
                    <a:pt x="332" y="615"/>
                  </a:lnTo>
                  <a:lnTo>
                    <a:pt x="316" y="632"/>
                  </a:lnTo>
                  <a:lnTo>
                    <a:pt x="298" y="646"/>
                  </a:lnTo>
                  <a:lnTo>
                    <a:pt x="298" y="998"/>
                  </a:lnTo>
                  <a:lnTo>
                    <a:pt x="296" y="1014"/>
                  </a:lnTo>
                  <a:lnTo>
                    <a:pt x="290" y="1029"/>
                  </a:lnTo>
                  <a:lnTo>
                    <a:pt x="280" y="1040"/>
                  </a:lnTo>
                  <a:lnTo>
                    <a:pt x="269" y="1047"/>
                  </a:lnTo>
                  <a:lnTo>
                    <a:pt x="256" y="1052"/>
                  </a:lnTo>
                  <a:lnTo>
                    <a:pt x="241" y="1054"/>
                  </a:lnTo>
                  <a:lnTo>
                    <a:pt x="227" y="1052"/>
                  </a:lnTo>
                  <a:lnTo>
                    <a:pt x="215" y="1047"/>
                  </a:lnTo>
                  <a:lnTo>
                    <a:pt x="203" y="1040"/>
                  </a:lnTo>
                  <a:lnTo>
                    <a:pt x="194" y="1029"/>
                  </a:lnTo>
                  <a:lnTo>
                    <a:pt x="187" y="1014"/>
                  </a:lnTo>
                  <a:lnTo>
                    <a:pt x="185" y="998"/>
                  </a:lnTo>
                  <a:lnTo>
                    <a:pt x="185" y="646"/>
                  </a:lnTo>
                  <a:lnTo>
                    <a:pt x="167" y="632"/>
                  </a:lnTo>
                  <a:lnTo>
                    <a:pt x="151" y="615"/>
                  </a:lnTo>
                  <a:lnTo>
                    <a:pt x="140" y="595"/>
                  </a:lnTo>
                  <a:lnTo>
                    <a:pt x="132" y="573"/>
                  </a:lnTo>
                  <a:lnTo>
                    <a:pt x="129" y="549"/>
                  </a:lnTo>
                  <a:lnTo>
                    <a:pt x="132" y="523"/>
                  </a:lnTo>
                  <a:lnTo>
                    <a:pt x="141" y="499"/>
                  </a:lnTo>
                  <a:lnTo>
                    <a:pt x="153" y="479"/>
                  </a:lnTo>
                  <a:lnTo>
                    <a:pt x="171" y="461"/>
                  </a:lnTo>
                  <a:lnTo>
                    <a:pt x="193" y="447"/>
                  </a:lnTo>
                  <a:lnTo>
                    <a:pt x="216" y="439"/>
                  </a:lnTo>
                  <a:lnTo>
                    <a:pt x="241" y="437"/>
                  </a:lnTo>
                  <a:close/>
                  <a:moveTo>
                    <a:pt x="241" y="225"/>
                  </a:moveTo>
                  <a:lnTo>
                    <a:pt x="286" y="228"/>
                  </a:lnTo>
                  <a:lnTo>
                    <a:pt x="328" y="237"/>
                  </a:lnTo>
                  <a:lnTo>
                    <a:pt x="368" y="251"/>
                  </a:lnTo>
                  <a:lnTo>
                    <a:pt x="405" y="270"/>
                  </a:lnTo>
                  <a:lnTo>
                    <a:pt x="439" y="293"/>
                  </a:lnTo>
                  <a:lnTo>
                    <a:pt x="470" y="320"/>
                  </a:lnTo>
                  <a:lnTo>
                    <a:pt x="498" y="351"/>
                  </a:lnTo>
                  <a:lnTo>
                    <a:pt x="521" y="386"/>
                  </a:lnTo>
                  <a:lnTo>
                    <a:pt x="539" y="423"/>
                  </a:lnTo>
                  <a:lnTo>
                    <a:pt x="554" y="463"/>
                  </a:lnTo>
                  <a:lnTo>
                    <a:pt x="562" y="505"/>
                  </a:lnTo>
                  <a:lnTo>
                    <a:pt x="565" y="549"/>
                  </a:lnTo>
                  <a:lnTo>
                    <a:pt x="562" y="589"/>
                  </a:lnTo>
                  <a:lnTo>
                    <a:pt x="555" y="627"/>
                  </a:lnTo>
                  <a:lnTo>
                    <a:pt x="543" y="665"/>
                  </a:lnTo>
                  <a:lnTo>
                    <a:pt x="526" y="701"/>
                  </a:lnTo>
                  <a:lnTo>
                    <a:pt x="453" y="657"/>
                  </a:lnTo>
                  <a:lnTo>
                    <a:pt x="468" y="623"/>
                  </a:lnTo>
                  <a:lnTo>
                    <a:pt x="478" y="586"/>
                  </a:lnTo>
                  <a:lnTo>
                    <a:pt x="481" y="549"/>
                  </a:lnTo>
                  <a:lnTo>
                    <a:pt x="478" y="509"/>
                  </a:lnTo>
                  <a:lnTo>
                    <a:pt x="468" y="474"/>
                  </a:lnTo>
                  <a:lnTo>
                    <a:pt x="453" y="439"/>
                  </a:lnTo>
                  <a:lnTo>
                    <a:pt x="434" y="408"/>
                  </a:lnTo>
                  <a:lnTo>
                    <a:pt x="410" y="380"/>
                  </a:lnTo>
                  <a:lnTo>
                    <a:pt x="383" y="356"/>
                  </a:lnTo>
                  <a:lnTo>
                    <a:pt x="351" y="336"/>
                  </a:lnTo>
                  <a:lnTo>
                    <a:pt x="317" y="321"/>
                  </a:lnTo>
                  <a:lnTo>
                    <a:pt x="280" y="313"/>
                  </a:lnTo>
                  <a:lnTo>
                    <a:pt x="241" y="310"/>
                  </a:lnTo>
                  <a:lnTo>
                    <a:pt x="208" y="312"/>
                  </a:lnTo>
                  <a:lnTo>
                    <a:pt x="176" y="319"/>
                  </a:lnTo>
                  <a:lnTo>
                    <a:pt x="144" y="332"/>
                  </a:lnTo>
                  <a:lnTo>
                    <a:pt x="105" y="256"/>
                  </a:lnTo>
                  <a:lnTo>
                    <a:pt x="138" y="242"/>
                  </a:lnTo>
                  <a:lnTo>
                    <a:pt x="171" y="233"/>
                  </a:lnTo>
                  <a:lnTo>
                    <a:pt x="206" y="227"/>
                  </a:lnTo>
                  <a:lnTo>
                    <a:pt x="241" y="225"/>
                  </a:lnTo>
                  <a:close/>
                  <a:moveTo>
                    <a:pt x="241" y="0"/>
                  </a:moveTo>
                  <a:lnTo>
                    <a:pt x="301" y="3"/>
                  </a:lnTo>
                  <a:lnTo>
                    <a:pt x="359" y="13"/>
                  </a:lnTo>
                  <a:lnTo>
                    <a:pt x="414" y="29"/>
                  </a:lnTo>
                  <a:lnTo>
                    <a:pt x="468" y="49"/>
                  </a:lnTo>
                  <a:lnTo>
                    <a:pt x="518" y="75"/>
                  </a:lnTo>
                  <a:lnTo>
                    <a:pt x="565" y="106"/>
                  </a:lnTo>
                  <a:lnTo>
                    <a:pt x="609" y="142"/>
                  </a:lnTo>
                  <a:lnTo>
                    <a:pt x="649" y="182"/>
                  </a:lnTo>
                  <a:lnTo>
                    <a:pt x="684" y="225"/>
                  </a:lnTo>
                  <a:lnTo>
                    <a:pt x="714" y="272"/>
                  </a:lnTo>
                  <a:lnTo>
                    <a:pt x="741" y="322"/>
                  </a:lnTo>
                  <a:lnTo>
                    <a:pt x="762" y="375"/>
                  </a:lnTo>
                  <a:lnTo>
                    <a:pt x="777" y="431"/>
                  </a:lnTo>
                  <a:lnTo>
                    <a:pt x="786" y="489"/>
                  </a:lnTo>
                  <a:lnTo>
                    <a:pt x="789" y="549"/>
                  </a:lnTo>
                  <a:lnTo>
                    <a:pt x="787" y="605"/>
                  </a:lnTo>
                  <a:lnTo>
                    <a:pt x="779" y="659"/>
                  </a:lnTo>
                  <a:lnTo>
                    <a:pt x="764" y="713"/>
                  </a:lnTo>
                  <a:lnTo>
                    <a:pt x="745" y="765"/>
                  </a:lnTo>
                  <a:lnTo>
                    <a:pt x="720" y="816"/>
                  </a:lnTo>
                  <a:lnTo>
                    <a:pt x="647" y="773"/>
                  </a:lnTo>
                  <a:lnTo>
                    <a:pt x="668" y="730"/>
                  </a:lnTo>
                  <a:lnTo>
                    <a:pt x="684" y="687"/>
                  </a:lnTo>
                  <a:lnTo>
                    <a:pt x="696" y="642"/>
                  </a:lnTo>
                  <a:lnTo>
                    <a:pt x="703" y="595"/>
                  </a:lnTo>
                  <a:lnTo>
                    <a:pt x="706" y="549"/>
                  </a:lnTo>
                  <a:lnTo>
                    <a:pt x="703" y="495"/>
                  </a:lnTo>
                  <a:lnTo>
                    <a:pt x="693" y="443"/>
                  </a:lnTo>
                  <a:lnTo>
                    <a:pt x="678" y="392"/>
                  </a:lnTo>
                  <a:lnTo>
                    <a:pt x="658" y="345"/>
                  </a:lnTo>
                  <a:lnTo>
                    <a:pt x="633" y="300"/>
                  </a:lnTo>
                  <a:lnTo>
                    <a:pt x="603" y="259"/>
                  </a:lnTo>
                  <a:lnTo>
                    <a:pt x="570" y="221"/>
                  </a:lnTo>
                  <a:lnTo>
                    <a:pt x="532" y="187"/>
                  </a:lnTo>
                  <a:lnTo>
                    <a:pt x="490" y="157"/>
                  </a:lnTo>
                  <a:lnTo>
                    <a:pt x="445" y="132"/>
                  </a:lnTo>
                  <a:lnTo>
                    <a:pt x="397" y="112"/>
                  </a:lnTo>
                  <a:lnTo>
                    <a:pt x="348" y="97"/>
                  </a:lnTo>
                  <a:lnTo>
                    <a:pt x="296" y="88"/>
                  </a:lnTo>
                  <a:lnTo>
                    <a:pt x="241" y="85"/>
                  </a:lnTo>
                  <a:lnTo>
                    <a:pt x="189" y="88"/>
                  </a:lnTo>
                  <a:lnTo>
                    <a:pt x="138" y="96"/>
                  </a:lnTo>
                  <a:lnTo>
                    <a:pt x="88" y="111"/>
                  </a:lnTo>
                  <a:lnTo>
                    <a:pt x="39" y="131"/>
                  </a:lnTo>
                  <a:lnTo>
                    <a:pt x="0" y="56"/>
                  </a:lnTo>
                  <a:lnTo>
                    <a:pt x="47" y="36"/>
                  </a:lnTo>
                  <a:lnTo>
                    <a:pt x="94" y="20"/>
                  </a:lnTo>
                  <a:lnTo>
                    <a:pt x="142" y="10"/>
                  </a:lnTo>
                  <a:lnTo>
                    <a:pt x="191" y="2"/>
                  </a:lnTo>
                  <a:lnTo>
                    <a:pt x="24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399" name="TextBox 398">
            <a:extLst>
              <a:ext uri="{FF2B5EF4-FFF2-40B4-BE49-F238E27FC236}">
                <a16:creationId xmlns:a16="http://schemas.microsoft.com/office/drawing/2014/main" id="{B2C22045-AD70-4E72-ACC9-F862C9CD362F}"/>
              </a:ext>
            </a:extLst>
          </p:cNvPr>
          <p:cNvSpPr txBox="1">
            <a:spLocks noChangeAspect="1"/>
          </p:cNvSpPr>
          <p:nvPr/>
        </p:nvSpPr>
        <p:spPr>
          <a:xfrm>
            <a:off x="670218" y="4506519"/>
            <a:ext cx="954750" cy="558470"/>
          </a:xfrm>
          <a:prstGeom prst="rect">
            <a:avLst/>
          </a:prstGeom>
          <a:noFill/>
          <a:ln>
            <a:noFill/>
          </a:ln>
          <a:effectLst/>
        </p:spPr>
        <p:txBody>
          <a:bodyPr wrap="square" lIns="0" tIns="0" rIns="0" bIns="0" rtlCol="0">
            <a:noAutofit/>
          </a:bodyPr>
          <a:lstStyle/>
          <a:p>
            <a:pPr eaLnBrk="0" hangingPunct="0"/>
            <a:r>
              <a:rPr lang="en-US" sz="1200" dirty="0">
                <a:solidFill>
                  <a:schemeClr val="bg1"/>
                </a:solidFill>
              </a:rPr>
              <a:t>With </a:t>
            </a:r>
            <a:br>
              <a:rPr lang="en-US" sz="1200" dirty="0">
                <a:solidFill>
                  <a:schemeClr val="bg1"/>
                </a:solidFill>
              </a:rPr>
            </a:br>
            <a:r>
              <a:rPr lang="en-US" sz="1200" dirty="0">
                <a:solidFill>
                  <a:schemeClr val="bg1"/>
                </a:solidFill>
              </a:rPr>
              <a:t>Interface</a:t>
            </a:r>
          </a:p>
        </p:txBody>
      </p:sp>
      <p:sp>
        <p:nvSpPr>
          <p:cNvPr id="400" name="TextBox 399">
            <a:extLst>
              <a:ext uri="{FF2B5EF4-FFF2-40B4-BE49-F238E27FC236}">
                <a16:creationId xmlns:a16="http://schemas.microsoft.com/office/drawing/2014/main" id="{F8FB2EC5-F7EF-4567-AFD5-3CA70FC7E5E1}"/>
              </a:ext>
            </a:extLst>
          </p:cNvPr>
          <p:cNvSpPr txBox="1">
            <a:spLocks noChangeAspect="1"/>
          </p:cNvSpPr>
          <p:nvPr/>
        </p:nvSpPr>
        <p:spPr>
          <a:xfrm>
            <a:off x="682662" y="6038036"/>
            <a:ext cx="965602" cy="289391"/>
          </a:xfrm>
          <a:prstGeom prst="rect">
            <a:avLst/>
          </a:prstGeom>
          <a:noFill/>
          <a:ln>
            <a:noFill/>
          </a:ln>
          <a:effectLst/>
        </p:spPr>
        <p:txBody>
          <a:bodyPr wrap="square" lIns="0" tIns="0" rIns="0" bIns="0" rtlCol="0">
            <a:noAutofit/>
          </a:bodyPr>
          <a:lstStyle/>
          <a:p>
            <a:pPr eaLnBrk="0" hangingPunct="0"/>
            <a:r>
              <a:rPr lang="en-US" sz="1200" dirty="0">
                <a:solidFill>
                  <a:schemeClr val="bg1"/>
                </a:solidFill>
              </a:rPr>
              <a:t>Layer</a:t>
            </a:r>
          </a:p>
        </p:txBody>
      </p:sp>
      <p:sp>
        <p:nvSpPr>
          <p:cNvPr id="401" name="TextBox 400">
            <a:extLst>
              <a:ext uri="{FF2B5EF4-FFF2-40B4-BE49-F238E27FC236}">
                <a16:creationId xmlns:a16="http://schemas.microsoft.com/office/drawing/2014/main" id="{7806EB8A-4323-4336-8DB7-1119DE50AD57}"/>
              </a:ext>
            </a:extLst>
          </p:cNvPr>
          <p:cNvSpPr txBox="1">
            <a:spLocks noChangeAspect="1"/>
          </p:cNvSpPr>
          <p:nvPr/>
        </p:nvSpPr>
        <p:spPr>
          <a:xfrm>
            <a:off x="670218" y="5227116"/>
            <a:ext cx="954750" cy="558470"/>
          </a:xfrm>
          <a:prstGeom prst="rect">
            <a:avLst/>
          </a:prstGeom>
          <a:noFill/>
          <a:ln>
            <a:noFill/>
          </a:ln>
          <a:effectLst/>
        </p:spPr>
        <p:txBody>
          <a:bodyPr wrap="square" lIns="0" tIns="0" rIns="0" bIns="0" rtlCol="0">
            <a:noAutofit/>
          </a:bodyPr>
          <a:lstStyle/>
          <a:p>
            <a:pPr eaLnBrk="0" hangingPunct="0"/>
            <a:r>
              <a:rPr lang="en-US" sz="1200" dirty="0">
                <a:solidFill>
                  <a:schemeClr val="bg1"/>
                </a:solidFill>
              </a:rPr>
              <a:t>Without</a:t>
            </a:r>
          </a:p>
          <a:p>
            <a:pPr eaLnBrk="0" hangingPunct="0"/>
            <a:r>
              <a:rPr lang="en-US" sz="1200" dirty="0">
                <a:solidFill>
                  <a:schemeClr val="bg1"/>
                </a:solidFill>
              </a:rPr>
              <a:t>Interface</a:t>
            </a:r>
          </a:p>
        </p:txBody>
      </p:sp>
      <p:grpSp>
        <p:nvGrpSpPr>
          <p:cNvPr id="402" name="Group 401">
            <a:extLst>
              <a:ext uri="{FF2B5EF4-FFF2-40B4-BE49-F238E27FC236}">
                <a16:creationId xmlns:a16="http://schemas.microsoft.com/office/drawing/2014/main" id="{35145824-4C5F-4DD4-887A-409FC818B6C8}"/>
              </a:ext>
            </a:extLst>
          </p:cNvPr>
          <p:cNvGrpSpPr>
            <a:grpSpLocks noChangeAspect="1"/>
          </p:cNvGrpSpPr>
          <p:nvPr/>
        </p:nvGrpSpPr>
        <p:grpSpPr>
          <a:xfrm>
            <a:off x="1775518" y="4501057"/>
            <a:ext cx="580953" cy="457200"/>
            <a:chOff x="1852613" y="2043113"/>
            <a:chExt cx="536575" cy="422275"/>
          </a:xfrm>
        </p:grpSpPr>
        <p:sp useBgFill="1">
          <p:nvSpPr>
            <p:cNvPr id="403" name="Freeform 6">
              <a:extLst>
                <a:ext uri="{FF2B5EF4-FFF2-40B4-BE49-F238E27FC236}">
                  <a16:creationId xmlns:a16="http://schemas.microsoft.com/office/drawing/2014/main" id="{35808411-012E-49EC-83B3-4A71A0E12BB2}"/>
                </a:ext>
              </a:extLst>
            </p:cNvPr>
            <p:cNvSpPr>
              <a:spLocks/>
            </p:cNvSpPr>
            <p:nvPr/>
          </p:nvSpPr>
          <p:spPr bwMode="auto">
            <a:xfrm>
              <a:off x="1852613" y="2043113"/>
              <a:ext cx="536575" cy="422275"/>
            </a:xfrm>
            <a:custGeom>
              <a:avLst/>
              <a:gdLst>
                <a:gd name="T0" fmla="*/ 113 w 2362"/>
                <a:gd name="T1" fmla="*/ 0 h 1856"/>
                <a:gd name="T2" fmla="*/ 2249 w 2362"/>
                <a:gd name="T3" fmla="*/ 0 h 1856"/>
                <a:gd name="T4" fmla="*/ 2275 w 2362"/>
                <a:gd name="T5" fmla="*/ 3 h 1856"/>
                <a:gd name="T6" fmla="*/ 2299 w 2362"/>
                <a:gd name="T7" fmla="*/ 12 h 1856"/>
                <a:gd name="T8" fmla="*/ 2320 w 2362"/>
                <a:gd name="T9" fmla="*/ 25 h 1856"/>
                <a:gd name="T10" fmla="*/ 2337 w 2362"/>
                <a:gd name="T11" fmla="*/ 42 h 1856"/>
                <a:gd name="T12" fmla="*/ 2350 w 2362"/>
                <a:gd name="T13" fmla="*/ 63 h 1856"/>
                <a:gd name="T14" fmla="*/ 2359 w 2362"/>
                <a:gd name="T15" fmla="*/ 87 h 1856"/>
                <a:gd name="T16" fmla="*/ 2362 w 2362"/>
                <a:gd name="T17" fmla="*/ 113 h 1856"/>
                <a:gd name="T18" fmla="*/ 2362 w 2362"/>
                <a:gd name="T19" fmla="*/ 1743 h 1856"/>
                <a:gd name="T20" fmla="*/ 2359 w 2362"/>
                <a:gd name="T21" fmla="*/ 1769 h 1856"/>
                <a:gd name="T22" fmla="*/ 2350 w 2362"/>
                <a:gd name="T23" fmla="*/ 1793 h 1856"/>
                <a:gd name="T24" fmla="*/ 2337 w 2362"/>
                <a:gd name="T25" fmla="*/ 1814 h 1856"/>
                <a:gd name="T26" fmla="*/ 2320 w 2362"/>
                <a:gd name="T27" fmla="*/ 1831 h 1856"/>
                <a:gd name="T28" fmla="*/ 2299 w 2362"/>
                <a:gd name="T29" fmla="*/ 1844 h 1856"/>
                <a:gd name="T30" fmla="*/ 2275 w 2362"/>
                <a:gd name="T31" fmla="*/ 1853 h 1856"/>
                <a:gd name="T32" fmla="*/ 2249 w 2362"/>
                <a:gd name="T33" fmla="*/ 1856 h 1856"/>
                <a:gd name="T34" fmla="*/ 113 w 2362"/>
                <a:gd name="T35" fmla="*/ 1856 h 1856"/>
                <a:gd name="T36" fmla="*/ 87 w 2362"/>
                <a:gd name="T37" fmla="*/ 1853 h 1856"/>
                <a:gd name="T38" fmla="*/ 63 w 2362"/>
                <a:gd name="T39" fmla="*/ 1844 h 1856"/>
                <a:gd name="T40" fmla="*/ 42 w 2362"/>
                <a:gd name="T41" fmla="*/ 1831 h 1856"/>
                <a:gd name="T42" fmla="*/ 25 w 2362"/>
                <a:gd name="T43" fmla="*/ 1814 h 1856"/>
                <a:gd name="T44" fmla="*/ 12 w 2362"/>
                <a:gd name="T45" fmla="*/ 1793 h 1856"/>
                <a:gd name="T46" fmla="*/ 3 w 2362"/>
                <a:gd name="T47" fmla="*/ 1769 h 1856"/>
                <a:gd name="T48" fmla="*/ 0 w 2362"/>
                <a:gd name="T49" fmla="*/ 1743 h 1856"/>
                <a:gd name="T50" fmla="*/ 0 w 2362"/>
                <a:gd name="T51" fmla="*/ 113 h 1856"/>
                <a:gd name="T52" fmla="*/ 3 w 2362"/>
                <a:gd name="T53" fmla="*/ 87 h 1856"/>
                <a:gd name="T54" fmla="*/ 12 w 2362"/>
                <a:gd name="T55" fmla="*/ 63 h 1856"/>
                <a:gd name="T56" fmla="*/ 25 w 2362"/>
                <a:gd name="T57" fmla="*/ 42 h 1856"/>
                <a:gd name="T58" fmla="*/ 42 w 2362"/>
                <a:gd name="T59" fmla="*/ 25 h 1856"/>
                <a:gd name="T60" fmla="*/ 63 w 2362"/>
                <a:gd name="T61" fmla="*/ 12 h 1856"/>
                <a:gd name="T62" fmla="*/ 87 w 2362"/>
                <a:gd name="T63" fmla="*/ 3 h 1856"/>
                <a:gd name="T64" fmla="*/ 113 w 2362"/>
                <a:gd name="T65" fmla="*/ 0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56">
                  <a:moveTo>
                    <a:pt x="113" y="0"/>
                  </a:moveTo>
                  <a:lnTo>
                    <a:pt x="2249" y="0"/>
                  </a:lnTo>
                  <a:lnTo>
                    <a:pt x="2275" y="3"/>
                  </a:lnTo>
                  <a:lnTo>
                    <a:pt x="2299" y="12"/>
                  </a:lnTo>
                  <a:lnTo>
                    <a:pt x="2320" y="25"/>
                  </a:lnTo>
                  <a:lnTo>
                    <a:pt x="2337" y="42"/>
                  </a:lnTo>
                  <a:lnTo>
                    <a:pt x="2350" y="63"/>
                  </a:lnTo>
                  <a:lnTo>
                    <a:pt x="2359" y="87"/>
                  </a:lnTo>
                  <a:lnTo>
                    <a:pt x="2362" y="113"/>
                  </a:lnTo>
                  <a:lnTo>
                    <a:pt x="2362" y="1743"/>
                  </a:lnTo>
                  <a:lnTo>
                    <a:pt x="2359" y="1769"/>
                  </a:lnTo>
                  <a:lnTo>
                    <a:pt x="2350" y="1793"/>
                  </a:lnTo>
                  <a:lnTo>
                    <a:pt x="2337" y="1814"/>
                  </a:lnTo>
                  <a:lnTo>
                    <a:pt x="2320" y="1831"/>
                  </a:lnTo>
                  <a:lnTo>
                    <a:pt x="2299" y="1844"/>
                  </a:lnTo>
                  <a:lnTo>
                    <a:pt x="2275" y="1853"/>
                  </a:lnTo>
                  <a:lnTo>
                    <a:pt x="2249" y="1856"/>
                  </a:lnTo>
                  <a:lnTo>
                    <a:pt x="113" y="1856"/>
                  </a:lnTo>
                  <a:lnTo>
                    <a:pt x="87" y="1853"/>
                  </a:lnTo>
                  <a:lnTo>
                    <a:pt x="63" y="1844"/>
                  </a:lnTo>
                  <a:lnTo>
                    <a:pt x="42" y="1831"/>
                  </a:lnTo>
                  <a:lnTo>
                    <a:pt x="25" y="1814"/>
                  </a:lnTo>
                  <a:lnTo>
                    <a:pt x="12" y="1793"/>
                  </a:lnTo>
                  <a:lnTo>
                    <a:pt x="3" y="1769"/>
                  </a:lnTo>
                  <a:lnTo>
                    <a:pt x="0" y="1743"/>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04" name="Freeform 7">
              <a:extLst>
                <a:ext uri="{FF2B5EF4-FFF2-40B4-BE49-F238E27FC236}">
                  <a16:creationId xmlns:a16="http://schemas.microsoft.com/office/drawing/2014/main" id="{42D48411-70A5-48BD-8E8C-DDC736CC89EA}"/>
                </a:ext>
              </a:extLst>
            </p:cNvPr>
            <p:cNvSpPr>
              <a:spLocks noEditPoints="1"/>
            </p:cNvSpPr>
            <p:nvPr/>
          </p:nvSpPr>
          <p:spPr bwMode="auto">
            <a:xfrm>
              <a:off x="1878013" y="2070101"/>
              <a:ext cx="485775" cy="368300"/>
            </a:xfrm>
            <a:custGeom>
              <a:avLst/>
              <a:gdLst>
                <a:gd name="T0" fmla="*/ 225 w 2136"/>
                <a:gd name="T1" fmla="*/ 562 h 1630"/>
                <a:gd name="T2" fmla="*/ 506 w 2136"/>
                <a:gd name="T3" fmla="*/ 562 h 1630"/>
                <a:gd name="T4" fmla="*/ 506 w 2136"/>
                <a:gd name="T5" fmla="*/ 1405 h 1630"/>
                <a:gd name="T6" fmla="*/ 225 w 2136"/>
                <a:gd name="T7" fmla="*/ 1405 h 1630"/>
                <a:gd name="T8" fmla="*/ 225 w 2136"/>
                <a:gd name="T9" fmla="*/ 562 h 1630"/>
                <a:gd name="T10" fmla="*/ 112 w 2136"/>
                <a:gd name="T11" fmla="*/ 112 h 1630"/>
                <a:gd name="T12" fmla="*/ 112 w 2136"/>
                <a:gd name="T13" fmla="*/ 1518 h 1630"/>
                <a:gd name="T14" fmla="*/ 2024 w 2136"/>
                <a:gd name="T15" fmla="*/ 1518 h 1630"/>
                <a:gd name="T16" fmla="*/ 2024 w 2136"/>
                <a:gd name="T17" fmla="*/ 112 h 1630"/>
                <a:gd name="T18" fmla="*/ 112 w 2136"/>
                <a:gd name="T19" fmla="*/ 112 h 1630"/>
                <a:gd name="T20" fmla="*/ 0 w 2136"/>
                <a:gd name="T21" fmla="*/ 0 h 1630"/>
                <a:gd name="T22" fmla="*/ 2136 w 2136"/>
                <a:gd name="T23" fmla="*/ 0 h 1630"/>
                <a:gd name="T24" fmla="*/ 2136 w 2136"/>
                <a:gd name="T25" fmla="*/ 1630 h 1630"/>
                <a:gd name="T26" fmla="*/ 0 w 2136"/>
                <a:gd name="T27" fmla="*/ 1630 h 1630"/>
                <a:gd name="T28" fmla="*/ 0 w 2136"/>
                <a:gd name="T29"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36" h="1630">
                  <a:moveTo>
                    <a:pt x="225" y="562"/>
                  </a:moveTo>
                  <a:lnTo>
                    <a:pt x="506" y="562"/>
                  </a:lnTo>
                  <a:lnTo>
                    <a:pt x="506" y="1405"/>
                  </a:lnTo>
                  <a:lnTo>
                    <a:pt x="225" y="1405"/>
                  </a:lnTo>
                  <a:lnTo>
                    <a:pt x="225" y="562"/>
                  </a:lnTo>
                  <a:close/>
                  <a:moveTo>
                    <a:pt x="112" y="112"/>
                  </a:moveTo>
                  <a:lnTo>
                    <a:pt x="112" y="1518"/>
                  </a:lnTo>
                  <a:lnTo>
                    <a:pt x="2024" y="1518"/>
                  </a:lnTo>
                  <a:lnTo>
                    <a:pt x="2024" y="112"/>
                  </a:lnTo>
                  <a:lnTo>
                    <a:pt x="112" y="112"/>
                  </a:lnTo>
                  <a:close/>
                  <a:moveTo>
                    <a:pt x="0" y="0"/>
                  </a:moveTo>
                  <a:lnTo>
                    <a:pt x="2136" y="0"/>
                  </a:lnTo>
                  <a:lnTo>
                    <a:pt x="2136" y="1630"/>
                  </a:lnTo>
                  <a:lnTo>
                    <a:pt x="0" y="163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05" name="Rectangle 8">
              <a:extLst>
                <a:ext uri="{FF2B5EF4-FFF2-40B4-BE49-F238E27FC236}">
                  <a16:creationId xmlns:a16="http://schemas.microsoft.com/office/drawing/2014/main" id="{94D49B6E-AD9E-4A33-9C12-ECC8C98AC47A}"/>
                </a:ext>
              </a:extLst>
            </p:cNvPr>
            <p:cNvSpPr>
              <a:spLocks noChangeArrowheads="1"/>
            </p:cNvSpPr>
            <p:nvPr/>
          </p:nvSpPr>
          <p:spPr bwMode="auto">
            <a:xfrm>
              <a:off x="1930401" y="2120901"/>
              <a:ext cx="381000" cy="50800"/>
            </a:xfrm>
            <a:prstGeom prst="rect">
              <a:avLst/>
            </a:prstGeom>
            <a:solidFill>
              <a:srgbClr val="7DD2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06" name="Rectangle 9">
              <a:extLst>
                <a:ext uri="{FF2B5EF4-FFF2-40B4-BE49-F238E27FC236}">
                  <a16:creationId xmlns:a16="http://schemas.microsoft.com/office/drawing/2014/main" id="{D50ACB63-70E2-45BB-AE60-4BE4E54EAA11}"/>
                </a:ext>
              </a:extLst>
            </p:cNvPr>
            <p:cNvSpPr>
              <a:spLocks noChangeArrowheads="1"/>
            </p:cNvSpPr>
            <p:nvPr/>
          </p:nvSpPr>
          <p:spPr bwMode="auto">
            <a:xfrm>
              <a:off x="2019301" y="2197101"/>
              <a:ext cx="292100" cy="190500"/>
            </a:xfrm>
            <a:prstGeom prst="rect">
              <a:avLst/>
            </a:prstGeom>
            <a:solidFill>
              <a:srgbClr val="007AC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07" name="Freeform 10">
              <a:extLst>
                <a:ext uri="{FF2B5EF4-FFF2-40B4-BE49-F238E27FC236}">
                  <a16:creationId xmlns:a16="http://schemas.microsoft.com/office/drawing/2014/main" id="{E90E98F0-395F-4423-9FB8-02DC23EAF0C5}"/>
                </a:ext>
              </a:extLst>
            </p:cNvPr>
            <p:cNvSpPr>
              <a:spLocks/>
            </p:cNvSpPr>
            <p:nvPr/>
          </p:nvSpPr>
          <p:spPr bwMode="auto">
            <a:xfrm>
              <a:off x="2109788" y="2387601"/>
              <a:ext cx="1588" cy="0"/>
            </a:xfrm>
            <a:custGeom>
              <a:avLst/>
              <a:gdLst>
                <a:gd name="T0" fmla="*/ 0 w 1"/>
                <a:gd name="T1" fmla="*/ 1 w 1"/>
                <a:gd name="T2" fmla="*/ 0 w 1"/>
                <a:gd name="T3" fmla="*/ 0 w 1"/>
              </a:gdLst>
              <a:ahLst/>
              <a:cxnLst>
                <a:cxn ang="0">
                  <a:pos x="T0" y="0"/>
                </a:cxn>
                <a:cxn ang="0">
                  <a:pos x="T1" y="0"/>
                </a:cxn>
                <a:cxn ang="0">
                  <a:pos x="T2" y="0"/>
                </a:cxn>
                <a:cxn ang="0">
                  <a:pos x="T3" y="0"/>
                </a:cxn>
              </a:cxnLst>
              <a:rect l="0" t="0" r="r" b="b"/>
              <a:pathLst>
                <a:path w="1">
                  <a:moveTo>
                    <a:pt x="0" y="0"/>
                  </a:moveTo>
                  <a:lnTo>
                    <a:pt x="1" y="0"/>
                  </a:lnTo>
                  <a:lnTo>
                    <a:pt x="0" y="0"/>
                  </a:lnTo>
                  <a:lnTo>
                    <a:pt x="0" y="0"/>
                  </a:lnTo>
                  <a:close/>
                </a:path>
              </a:pathLst>
            </a:custGeom>
            <a:solidFill>
              <a:srgbClr val="2689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08" name="Freeform 11">
              <a:extLst>
                <a:ext uri="{FF2B5EF4-FFF2-40B4-BE49-F238E27FC236}">
                  <a16:creationId xmlns:a16="http://schemas.microsoft.com/office/drawing/2014/main" id="{C27C32F5-9CEE-4038-881B-44F437ADAA1C}"/>
                </a:ext>
              </a:extLst>
            </p:cNvPr>
            <p:cNvSpPr>
              <a:spLocks/>
            </p:cNvSpPr>
            <p:nvPr/>
          </p:nvSpPr>
          <p:spPr bwMode="auto">
            <a:xfrm>
              <a:off x="2028826" y="2235201"/>
              <a:ext cx="258763" cy="123825"/>
            </a:xfrm>
            <a:custGeom>
              <a:avLst/>
              <a:gdLst>
                <a:gd name="T0" fmla="*/ 1105 w 1144"/>
                <a:gd name="T1" fmla="*/ 1 h 545"/>
                <a:gd name="T2" fmla="*/ 1133 w 1144"/>
                <a:gd name="T3" fmla="*/ 13 h 545"/>
                <a:gd name="T4" fmla="*/ 1117 w 1144"/>
                <a:gd name="T5" fmla="*/ 39 h 545"/>
                <a:gd name="T6" fmla="*/ 1115 w 1144"/>
                <a:gd name="T7" fmla="*/ 46 h 545"/>
                <a:gd name="T8" fmla="*/ 1110 w 1144"/>
                <a:gd name="T9" fmla="*/ 53 h 545"/>
                <a:gd name="T10" fmla="*/ 1107 w 1144"/>
                <a:gd name="T11" fmla="*/ 60 h 545"/>
                <a:gd name="T12" fmla="*/ 1101 w 1144"/>
                <a:gd name="T13" fmla="*/ 74 h 545"/>
                <a:gd name="T14" fmla="*/ 1081 w 1144"/>
                <a:gd name="T15" fmla="*/ 102 h 545"/>
                <a:gd name="T16" fmla="*/ 1072 w 1144"/>
                <a:gd name="T17" fmla="*/ 133 h 545"/>
                <a:gd name="T18" fmla="*/ 1064 w 1144"/>
                <a:gd name="T19" fmla="*/ 164 h 545"/>
                <a:gd name="T20" fmla="*/ 1046 w 1144"/>
                <a:gd name="T21" fmla="*/ 186 h 545"/>
                <a:gd name="T22" fmla="*/ 1022 w 1144"/>
                <a:gd name="T23" fmla="*/ 204 h 545"/>
                <a:gd name="T24" fmla="*/ 984 w 1144"/>
                <a:gd name="T25" fmla="*/ 238 h 545"/>
                <a:gd name="T26" fmla="*/ 956 w 1144"/>
                <a:gd name="T27" fmla="*/ 279 h 545"/>
                <a:gd name="T28" fmla="*/ 940 w 1144"/>
                <a:gd name="T29" fmla="*/ 325 h 545"/>
                <a:gd name="T30" fmla="*/ 350 w 1144"/>
                <a:gd name="T31" fmla="*/ 542 h 545"/>
                <a:gd name="T32" fmla="*/ 349 w 1144"/>
                <a:gd name="T33" fmla="*/ 545 h 545"/>
                <a:gd name="T34" fmla="*/ 348 w 1144"/>
                <a:gd name="T35" fmla="*/ 541 h 545"/>
                <a:gd name="T36" fmla="*/ 343 w 1144"/>
                <a:gd name="T37" fmla="*/ 531 h 545"/>
                <a:gd name="T38" fmla="*/ 328 w 1144"/>
                <a:gd name="T39" fmla="*/ 520 h 545"/>
                <a:gd name="T40" fmla="*/ 300 w 1144"/>
                <a:gd name="T41" fmla="*/ 509 h 545"/>
                <a:gd name="T42" fmla="*/ 255 w 1144"/>
                <a:gd name="T43" fmla="*/ 505 h 545"/>
                <a:gd name="T44" fmla="*/ 218 w 1144"/>
                <a:gd name="T45" fmla="*/ 510 h 545"/>
                <a:gd name="T46" fmla="*/ 187 w 1144"/>
                <a:gd name="T47" fmla="*/ 517 h 545"/>
                <a:gd name="T48" fmla="*/ 158 w 1144"/>
                <a:gd name="T49" fmla="*/ 514 h 545"/>
                <a:gd name="T50" fmla="*/ 124 w 1144"/>
                <a:gd name="T51" fmla="*/ 496 h 545"/>
                <a:gd name="T52" fmla="*/ 86 w 1144"/>
                <a:gd name="T53" fmla="*/ 481 h 545"/>
                <a:gd name="T54" fmla="*/ 64 w 1144"/>
                <a:gd name="T55" fmla="*/ 476 h 545"/>
                <a:gd name="T56" fmla="*/ 35 w 1144"/>
                <a:gd name="T57" fmla="*/ 469 h 545"/>
                <a:gd name="T58" fmla="*/ 10 w 1144"/>
                <a:gd name="T59" fmla="*/ 463 h 545"/>
                <a:gd name="T60" fmla="*/ 0 w 1144"/>
                <a:gd name="T61" fmla="*/ 461 h 545"/>
                <a:gd name="T62" fmla="*/ 63 w 1144"/>
                <a:gd name="T63" fmla="*/ 392 h 545"/>
                <a:gd name="T64" fmla="*/ 75 w 1144"/>
                <a:gd name="T65" fmla="*/ 370 h 545"/>
                <a:gd name="T66" fmla="*/ 93 w 1144"/>
                <a:gd name="T67" fmla="*/ 340 h 545"/>
                <a:gd name="T68" fmla="*/ 108 w 1144"/>
                <a:gd name="T69" fmla="*/ 311 h 545"/>
                <a:gd name="T70" fmla="*/ 125 w 1144"/>
                <a:gd name="T71" fmla="*/ 273 h 545"/>
                <a:gd name="T72" fmla="*/ 141 w 1144"/>
                <a:gd name="T73" fmla="*/ 238 h 545"/>
                <a:gd name="T74" fmla="*/ 156 w 1144"/>
                <a:gd name="T75" fmla="*/ 210 h 545"/>
                <a:gd name="T76" fmla="*/ 167 w 1144"/>
                <a:gd name="T77" fmla="*/ 186 h 545"/>
                <a:gd name="T78" fmla="*/ 227 w 1144"/>
                <a:gd name="T79" fmla="*/ 138 h 545"/>
                <a:gd name="T80" fmla="*/ 344 w 1144"/>
                <a:gd name="T81" fmla="*/ 88 h 545"/>
                <a:gd name="T82" fmla="*/ 406 w 1144"/>
                <a:gd name="T83" fmla="*/ 68 h 545"/>
                <a:gd name="T84" fmla="*/ 413 w 1144"/>
                <a:gd name="T85" fmla="*/ 69 h 545"/>
                <a:gd name="T86" fmla="*/ 439 w 1144"/>
                <a:gd name="T87" fmla="*/ 75 h 545"/>
                <a:gd name="T88" fmla="*/ 475 w 1144"/>
                <a:gd name="T89" fmla="*/ 84 h 545"/>
                <a:gd name="T90" fmla="*/ 513 w 1144"/>
                <a:gd name="T91" fmla="*/ 94 h 545"/>
                <a:gd name="T92" fmla="*/ 545 w 1144"/>
                <a:gd name="T93" fmla="*/ 101 h 545"/>
                <a:gd name="T94" fmla="*/ 562 w 1144"/>
                <a:gd name="T95" fmla="*/ 106 h 545"/>
                <a:gd name="T96" fmla="*/ 627 w 1144"/>
                <a:gd name="T97" fmla="*/ 116 h 545"/>
                <a:gd name="T98" fmla="*/ 688 w 1144"/>
                <a:gd name="T99" fmla="*/ 124 h 545"/>
                <a:gd name="T100" fmla="*/ 695 w 1144"/>
                <a:gd name="T101" fmla="*/ 110 h 545"/>
                <a:gd name="T102" fmla="*/ 676 w 1144"/>
                <a:gd name="T103" fmla="*/ 83 h 545"/>
                <a:gd name="T104" fmla="*/ 666 w 1144"/>
                <a:gd name="T105" fmla="*/ 62 h 545"/>
                <a:gd name="T106" fmla="*/ 666 w 1144"/>
                <a:gd name="T107" fmla="*/ 59 h 545"/>
                <a:gd name="T108" fmla="*/ 796 w 1144"/>
                <a:gd name="T109" fmla="*/ 21 h 545"/>
                <a:gd name="T110" fmla="*/ 963 w 1144"/>
                <a:gd name="T111" fmla="*/ 1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44" h="545">
                  <a:moveTo>
                    <a:pt x="1065" y="0"/>
                  </a:moveTo>
                  <a:lnTo>
                    <a:pt x="1105" y="1"/>
                  </a:lnTo>
                  <a:lnTo>
                    <a:pt x="1144" y="2"/>
                  </a:lnTo>
                  <a:lnTo>
                    <a:pt x="1133" y="13"/>
                  </a:lnTo>
                  <a:lnTo>
                    <a:pt x="1123" y="25"/>
                  </a:lnTo>
                  <a:lnTo>
                    <a:pt x="1117" y="39"/>
                  </a:lnTo>
                  <a:lnTo>
                    <a:pt x="1116" y="42"/>
                  </a:lnTo>
                  <a:lnTo>
                    <a:pt x="1115" y="46"/>
                  </a:lnTo>
                  <a:lnTo>
                    <a:pt x="1113" y="50"/>
                  </a:lnTo>
                  <a:lnTo>
                    <a:pt x="1110" y="53"/>
                  </a:lnTo>
                  <a:lnTo>
                    <a:pt x="1109" y="56"/>
                  </a:lnTo>
                  <a:lnTo>
                    <a:pt x="1107" y="60"/>
                  </a:lnTo>
                  <a:lnTo>
                    <a:pt x="1104" y="68"/>
                  </a:lnTo>
                  <a:lnTo>
                    <a:pt x="1101" y="74"/>
                  </a:lnTo>
                  <a:lnTo>
                    <a:pt x="1090" y="89"/>
                  </a:lnTo>
                  <a:lnTo>
                    <a:pt x="1081" y="102"/>
                  </a:lnTo>
                  <a:lnTo>
                    <a:pt x="1076" y="117"/>
                  </a:lnTo>
                  <a:lnTo>
                    <a:pt x="1072" y="133"/>
                  </a:lnTo>
                  <a:lnTo>
                    <a:pt x="1069" y="149"/>
                  </a:lnTo>
                  <a:lnTo>
                    <a:pt x="1064" y="164"/>
                  </a:lnTo>
                  <a:lnTo>
                    <a:pt x="1057" y="176"/>
                  </a:lnTo>
                  <a:lnTo>
                    <a:pt x="1046" y="186"/>
                  </a:lnTo>
                  <a:lnTo>
                    <a:pt x="1034" y="195"/>
                  </a:lnTo>
                  <a:lnTo>
                    <a:pt x="1022" y="204"/>
                  </a:lnTo>
                  <a:lnTo>
                    <a:pt x="1002" y="220"/>
                  </a:lnTo>
                  <a:lnTo>
                    <a:pt x="984" y="238"/>
                  </a:lnTo>
                  <a:lnTo>
                    <a:pt x="968" y="258"/>
                  </a:lnTo>
                  <a:lnTo>
                    <a:pt x="956" y="279"/>
                  </a:lnTo>
                  <a:lnTo>
                    <a:pt x="948" y="302"/>
                  </a:lnTo>
                  <a:lnTo>
                    <a:pt x="940" y="325"/>
                  </a:lnTo>
                  <a:lnTo>
                    <a:pt x="900" y="432"/>
                  </a:lnTo>
                  <a:lnTo>
                    <a:pt x="350" y="542"/>
                  </a:lnTo>
                  <a:lnTo>
                    <a:pt x="349" y="545"/>
                  </a:lnTo>
                  <a:lnTo>
                    <a:pt x="349" y="545"/>
                  </a:lnTo>
                  <a:lnTo>
                    <a:pt x="349" y="544"/>
                  </a:lnTo>
                  <a:lnTo>
                    <a:pt x="348" y="541"/>
                  </a:lnTo>
                  <a:lnTo>
                    <a:pt x="346" y="537"/>
                  </a:lnTo>
                  <a:lnTo>
                    <a:pt x="343" y="531"/>
                  </a:lnTo>
                  <a:lnTo>
                    <a:pt x="336" y="525"/>
                  </a:lnTo>
                  <a:lnTo>
                    <a:pt x="328" y="520"/>
                  </a:lnTo>
                  <a:lnTo>
                    <a:pt x="316" y="514"/>
                  </a:lnTo>
                  <a:lnTo>
                    <a:pt x="300" y="509"/>
                  </a:lnTo>
                  <a:lnTo>
                    <a:pt x="280" y="507"/>
                  </a:lnTo>
                  <a:lnTo>
                    <a:pt x="255" y="505"/>
                  </a:lnTo>
                  <a:lnTo>
                    <a:pt x="236" y="507"/>
                  </a:lnTo>
                  <a:lnTo>
                    <a:pt x="218" y="510"/>
                  </a:lnTo>
                  <a:lnTo>
                    <a:pt x="202" y="513"/>
                  </a:lnTo>
                  <a:lnTo>
                    <a:pt x="187" y="517"/>
                  </a:lnTo>
                  <a:lnTo>
                    <a:pt x="173" y="518"/>
                  </a:lnTo>
                  <a:lnTo>
                    <a:pt x="158" y="514"/>
                  </a:lnTo>
                  <a:lnTo>
                    <a:pt x="142" y="506"/>
                  </a:lnTo>
                  <a:lnTo>
                    <a:pt x="124" y="496"/>
                  </a:lnTo>
                  <a:lnTo>
                    <a:pt x="105" y="487"/>
                  </a:lnTo>
                  <a:lnTo>
                    <a:pt x="86" y="481"/>
                  </a:lnTo>
                  <a:lnTo>
                    <a:pt x="76" y="479"/>
                  </a:lnTo>
                  <a:lnTo>
                    <a:pt x="64" y="476"/>
                  </a:lnTo>
                  <a:lnTo>
                    <a:pt x="49" y="473"/>
                  </a:lnTo>
                  <a:lnTo>
                    <a:pt x="35" y="469"/>
                  </a:lnTo>
                  <a:lnTo>
                    <a:pt x="21" y="466"/>
                  </a:lnTo>
                  <a:lnTo>
                    <a:pt x="10" y="463"/>
                  </a:lnTo>
                  <a:lnTo>
                    <a:pt x="2" y="462"/>
                  </a:lnTo>
                  <a:lnTo>
                    <a:pt x="0" y="461"/>
                  </a:lnTo>
                  <a:lnTo>
                    <a:pt x="59" y="398"/>
                  </a:lnTo>
                  <a:lnTo>
                    <a:pt x="63" y="392"/>
                  </a:lnTo>
                  <a:lnTo>
                    <a:pt x="68" y="382"/>
                  </a:lnTo>
                  <a:lnTo>
                    <a:pt x="75" y="370"/>
                  </a:lnTo>
                  <a:lnTo>
                    <a:pt x="84" y="356"/>
                  </a:lnTo>
                  <a:lnTo>
                    <a:pt x="93" y="340"/>
                  </a:lnTo>
                  <a:lnTo>
                    <a:pt x="101" y="327"/>
                  </a:lnTo>
                  <a:lnTo>
                    <a:pt x="108" y="311"/>
                  </a:lnTo>
                  <a:lnTo>
                    <a:pt x="116" y="293"/>
                  </a:lnTo>
                  <a:lnTo>
                    <a:pt x="125" y="273"/>
                  </a:lnTo>
                  <a:lnTo>
                    <a:pt x="133" y="253"/>
                  </a:lnTo>
                  <a:lnTo>
                    <a:pt x="141" y="238"/>
                  </a:lnTo>
                  <a:lnTo>
                    <a:pt x="149" y="223"/>
                  </a:lnTo>
                  <a:lnTo>
                    <a:pt x="156" y="210"/>
                  </a:lnTo>
                  <a:lnTo>
                    <a:pt x="161" y="199"/>
                  </a:lnTo>
                  <a:lnTo>
                    <a:pt x="167" y="186"/>
                  </a:lnTo>
                  <a:lnTo>
                    <a:pt x="173" y="170"/>
                  </a:lnTo>
                  <a:lnTo>
                    <a:pt x="227" y="138"/>
                  </a:lnTo>
                  <a:lnTo>
                    <a:pt x="284" y="111"/>
                  </a:lnTo>
                  <a:lnTo>
                    <a:pt x="344" y="88"/>
                  </a:lnTo>
                  <a:lnTo>
                    <a:pt x="404" y="68"/>
                  </a:lnTo>
                  <a:lnTo>
                    <a:pt x="406" y="68"/>
                  </a:lnTo>
                  <a:lnTo>
                    <a:pt x="407" y="68"/>
                  </a:lnTo>
                  <a:lnTo>
                    <a:pt x="413" y="69"/>
                  </a:lnTo>
                  <a:lnTo>
                    <a:pt x="424" y="72"/>
                  </a:lnTo>
                  <a:lnTo>
                    <a:pt x="439" y="75"/>
                  </a:lnTo>
                  <a:lnTo>
                    <a:pt x="457" y="79"/>
                  </a:lnTo>
                  <a:lnTo>
                    <a:pt x="475" y="84"/>
                  </a:lnTo>
                  <a:lnTo>
                    <a:pt x="495" y="90"/>
                  </a:lnTo>
                  <a:lnTo>
                    <a:pt x="513" y="94"/>
                  </a:lnTo>
                  <a:lnTo>
                    <a:pt x="531" y="98"/>
                  </a:lnTo>
                  <a:lnTo>
                    <a:pt x="545" y="101"/>
                  </a:lnTo>
                  <a:lnTo>
                    <a:pt x="556" y="105"/>
                  </a:lnTo>
                  <a:lnTo>
                    <a:pt x="562" y="106"/>
                  </a:lnTo>
                  <a:lnTo>
                    <a:pt x="595" y="110"/>
                  </a:lnTo>
                  <a:lnTo>
                    <a:pt x="627" y="116"/>
                  </a:lnTo>
                  <a:lnTo>
                    <a:pt x="658" y="121"/>
                  </a:lnTo>
                  <a:lnTo>
                    <a:pt x="688" y="124"/>
                  </a:lnTo>
                  <a:lnTo>
                    <a:pt x="707" y="125"/>
                  </a:lnTo>
                  <a:lnTo>
                    <a:pt x="695" y="110"/>
                  </a:lnTo>
                  <a:lnTo>
                    <a:pt x="686" y="96"/>
                  </a:lnTo>
                  <a:lnTo>
                    <a:pt x="676" y="83"/>
                  </a:lnTo>
                  <a:lnTo>
                    <a:pt x="670" y="72"/>
                  </a:lnTo>
                  <a:lnTo>
                    <a:pt x="666" y="62"/>
                  </a:lnTo>
                  <a:lnTo>
                    <a:pt x="666" y="61"/>
                  </a:lnTo>
                  <a:lnTo>
                    <a:pt x="666" y="59"/>
                  </a:lnTo>
                  <a:lnTo>
                    <a:pt x="730" y="40"/>
                  </a:lnTo>
                  <a:lnTo>
                    <a:pt x="796" y="21"/>
                  </a:lnTo>
                  <a:lnTo>
                    <a:pt x="862" y="3"/>
                  </a:lnTo>
                  <a:lnTo>
                    <a:pt x="963" y="1"/>
                  </a:lnTo>
                  <a:lnTo>
                    <a:pt x="1065"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09" name="Freeform 12">
              <a:extLst>
                <a:ext uri="{FF2B5EF4-FFF2-40B4-BE49-F238E27FC236}">
                  <a16:creationId xmlns:a16="http://schemas.microsoft.com/office/drawing/2014/main" id="{8463CDF8-6B09-4115-A942-5B5B77A5DAB5}"/>
                </a:ext>
              </a:extLst>
            </p:cNvPr>
            <p:cNvSpPr>
              <a:spLocks/>
            </p:cNvSpPr>
            <p:nvPr/>
          </p:nvSpPr>
          <p:spPr bwMode="auto">
            <a:xfrm>
              <a:off x="2136776" y="2214563"/>
              <a:ext cx="152400" cy="69850"/>
            </a:xfrm>
            <a:custGeom>
              <a:avLst/>
              <a:gdLst>
                <a:gd name="T0" fmla="*/ 179 w 666"/>
                <a:gd name="T1" fmla="*/ 1 h 305"/>
                <a:gd name="T2" fmla="*/ 200 w 666"/>
                <a:gd name="T3" fmla="*/ 10 h 305"/>
                <a:gd name="T4" fmla="*/ 223 w 666"/>
                <a:gd name="T5" fmla="*/ 27 h 305"/>
                <a:gd name="T6" fmla="*/ 243 w 666"/>
                <a:gd name="T7" fmla="*/ 42 h 305"/>
                <a:gd name="T8" fmla="*/ 259 w 666"/>
                <a:gd name="T9" fmla="*/ 50 h 305"/>
                <a:gd name="T10" fmla="*/ 282 w 666"/>
                <a:gd name="T11" fmla="*/ 61 h 305"/>
                <a:gd name="T12" fmla="*/ 312 w 666"/>
                <a:gd name="T13" fmla="*/ 67 h 305"/>
                <a:gd name="T14" fmla="*/ 345 w 666"/>
                <a:gd name="T15" fmla="*/ 80 h 305"/>
                <a:gd name="T16" fmla="*/ 380 w 666"/>
                <a:gd name="T17" fmla="*/ 96 h 305"/>
                <a:gd name="T18" fmla="*/ 412 w 666"/>
                <a:gd name="T19" fmla="*/ 110 h 305"/>
                <a:gd name="T20" fmla="*/ 433 w 666"/>
                <a:gd name="T21" fmla="*/ 121 h 305"/>
                <a:gd name="T22" fmla="*/ 441 w 666"/>
                <a:gd name="T23" fmla="*/ 125 h 305"/>
                <a:gd name="T24" fmla="*/ 663 w 666"/>
                <a:gd name="T25" fmla="*/ 265 h 305"/>
                <a:gd name="T26" fmla="*/ 644 w 666"/>
                <a:gd name="T27" fmla="*/ 270 h 305"/>
                <a:gd name="T28" fmla="*/ 610 w 666"/>
                <a:gd name="T29" fmla="*/ 278 h 305"/>
                <a:gd name="T30" fmla="*/ 568 w 666"/>
                <a:gd name="T31" fmla="*/ 288 h 305"/>
                <a:gd name="T32" fmla="*/ 522 w 666"/>
                <a:gd name="T33" fmla="*/ 299 h 305"/>
                <a:gd name="T34" fmla="*/ 509 w 666"/>
                <a:gd name="T35" fmla="*/ 278 h 305"/>
                <a:gd name="T36" fmla="*/ 498 w 666"/>
                <a:gd name="T37" fmla="*/ 274 h 305"/>
                <a:gd name="T38" fmla="*/ 468 w 666"/>
                <a:gd name="T39" fmla="*/ 263 h 305"/>
                <a:gd name="T40" fmla="*/ 422 w 666"/>
                <a:gd name="T41" fmla="*/ 249 h 305"/>
                <a:gd name="T42" fmla="*/ 366 w 666"/>
                <a:gd name="T43" fmla="*/ 233 h 305"/>
                <a:gd name="T44" fmla="*/ 304 w 666"/>
                <a:gd name="T45" fmla="*/ 220 h 305"/>
                <a:gd name="T46" fmla="*/ 239 w 666"/>
                <a:gd name="T47" fmla="*/ 212 h 305"/>
                <a:gd name="T48" fmla="*/ 177 w 666"/>
                <a:gd name="T49" fmla="*/ 208 h 305"/>
                <a:gd name="T50" fmla="*/ 114 w 666"/>
                <a:gd name="T51" fmla="*/ 197 h 305"/>
                <a:gd name="T52" fmla="*/ 75 w 666"/>
                <a:gd name="T53" fmla="*/ 192 h 305"/>
                <a:gd name="T54" fmla="*/ 52 w 666"/>
                <a:gd name="T55" fmla="*/ 186 h 305"/>
                <a:gd name="T56" fmla="*/ 18 w 666"/>
                <a:gd name="T57" fmla="*/ 178 h 305"/>
                <a:gd name="T58" fmla="*/ 17 w 666"/>
                <a:gd name="T59" fmla="*/ 158 h 305"/>
                <a:gd name="T60" fmla="*/ 43 w 666"/>
                <a:gd name="T61" fmla="*/ 128 h 305"/>
                <a:gd name="T62" fmla="*/ 63 w 666"/>
                <a:gd name="T63" fmla="*/ 108 h 305"/>
                <a:gd name="T64" fmla="*/ 79 w 666"/>
                <a:gd name="T65" fmla="*/ 92 h 305"/>
                <a:gd name="T66" fmla="*/ 96 w 666"/>
                <a:gd name="T67" fmla="*/ 76 h 305"/>
                <a:gd name="T68" fmla="*/ 111 w 666"/>
                <a:gd name="T69" fmla="*/ 69 h 305"/>
                <a:gd name="T70" fmla="*/ 126 w 666"/>
                <a:gd name="T71" fmla="*/ 54 h 305"/>
                <a:gd name="T72" fmla="*/ 140 w 666"/>
                <a:gd name="T73" fmla="*/ 35 h 305"/>
                <a:gd name="T74" fmla="*/ 156 w 666"/>
                <a:gd name="T75" fmla="*/ 11 h 305"/>
                <a:gd name="T76" fmla="*/ 172 w 666"/>
                <a:gd name="T77"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66" h="305">
                  <a:moveTo>
                    <a:pt x="172" y="0"/>
                  </a:moveTo>
                  <a:lnTo>
                    <a:pt x="179" y="1"/>
                  </a:lnTo>
                  <a:lnTo>
                    <a:pt x="189" y="5"/>
                  </a:lnTo>
                  <a:lnTo>
                    <a:pt x="200" y="10"/>
                  </a:lnTo>
                  <a:lnTo>
                    <a:pt x="210" y="17"/>
                  </a:lnTo>
                  <a:lnTo>
                    <a:pt x="223" y="27"/>
                  </a:lnTo>
                  <a:lnTo>
                    <a:pt x="235" y="36"/>
                  </a:lnTo>
                  <a:lnTo>
                    <a:pt x="243" y="42"/>
                  </a:lnTo>
                  <a:lnTo>
                    <a:pt x="250" y="46"/>
                  </a:lnTo>
                  <a:lnTo>
                    <a:pt x="259" y="50"/>
                  </a:lnTo>
                  <a:lnTo>
                    <a:pt x="269" y="55"/>
                  </a:lnTo>
                  <a:lnTo>
                    <a:pt x="282" y="61"/>
                  </a:lnTo>
                  <a:lnTo>
                    <a:pt x="296" y="64"/>
                  </a:lnTo>
                  <a:lnTo>
                    <a:pt x="312" y="67"/>
                  </a:lnTo>
                  <a:lnTo>
                    <a:pt x="327" y="72"/>
                  </a:lnTo>
                  <a:lnTo>
                    <a:pt x="345" y="80"/>
                  </a:lnTo>
                  <a:lnTo>
                    <a:pt x="363" y="88"/>
                  </a:lnTo>
                  <a:lnTo>
                    <a:pt x="380" y="96"/>
                  </a:lnTo>
                  <a:lnTo>
                    <a:pt x="397" y="104"/>
                  </a:lnTo>
                  <a:lnTo>
                    <a:pt x="412" y="110"/>
                  </a:lnTo>
                  <a:lnTo>
                    <a:pt x="423" y="117"/>
                  </a:lnTo>
                  <a:lnTo>
                    <a:pt x="433" y="121"/>
                  </a:lnTo>
                  <a:lnTo>
                    <a:pt x="439" y="124"/>
                  </a:lnTo>
                  <a:lnTo>
                    <a:pt x="441" y="125"/>
                  </a:lnTo>
                  <a:lnTo>
                    <a:pt x="666" y="265"/>
                  </a:lnTo>
                  <a:lnTo>
                    <a:pt x="663" y="265"/>
                  </a:lnTo>
                  <a:lnTo>
                    <a:pt x="656" y="268"/>
                  </a:lnTo>
                  <a:lnTo>
                    <a:pt x="644" y="270"/>
                  </a:lnTo>
                  <a:lnTo>
                    <a:pt x="628" y="274"/>
                  </a:lnTo>
                  <a:lnTo>
                    <a:pt x="610" y="278"/>
                  </a:lnTo>
                  <a:lnTo>
                    <a:pt x="590" y="282"/>
                  </a:lnTo>
                  <a:lnTo>
                    <a:pt x="568" y="288"/>
                  </a:lnTo>
                  <a:lnTo>
                    <a:pt x="545" y="293"/>
                  </a:lnTo>
                  <a:lnTo>
                    <a:pt x="522" y="299"/>
                  </a:lnTo>
                  <a:lnTo>
                    <a:pt x="500" y="305"/>
                  </a:lnTo>
                  <a:lnTo>
                    <a:pt x="509" y="278"/>
                  </a:lnTo>
                  <a:lnTo>
                    <a:pt x="506" y="277"/>
                  </a:lnTo>
                  <a:lnTo>
                    <a:pt x="498" y="274"/>
                  </a:lnTo>
                  <a:lnTo>
                    <a:pt x="485" y="269"/>
                  </a:lnTo>
                  <a:lnTo>
                    <a:pt x="468" y="263"/>
                  </a:lnTo>
                  <a:lnTo>
                    <a:pt x="447" y="256"/>
                  </a:lnTo>
                  <a:lnTo>
                    <a:pt x="422" y="249"/>
                  </a:lnTo>
                  <a:lnTo>
                    <a:pt x="395" y="240"/>
                  </a:lnTo>
                  <a:lnTo>
                    <a:pt x="366" y="233"/>
                  </a:lnTo>
                  <a:lnTo>
                    <a:pt x="336" y="226"/>
                  </a:lnTo>
                  <a:lnTo>
                    <a:pt x="304" y="220"/>
                  </a:lnTo>
                  <a:lnTo>
                    <a:pt x="271" y="215"/>
                  </a:lnTo>
                  <a:lnTo>
                    <a:pt x="239" y="212"/>
                  </a:lnTo>
                  <a:lnTo>
                    <a:pt x="207" y="211"/>
                  </a:lnTo>
                  <a:lnTo>
                    <a:pt x="177" y="208"/>
                  </a:lnTo>
                  <a:lnTo>
                    <a:pt x="146" y="203"/>
                  </a:lnTo>
                  <a:lnTo>
                    <a:pt x="114" y="197"/>
                  </a:lnTo>
                  <a:lnTo>
                    <a:pt x="81" y="193"/>
                  </a:lnTo>
                  <a:lnTo>
                    <a:pt x="75" y="192"/>
                  </a:lnTo>
                  <a:lnTo>
                    <a:pt x="65" y="189"/>
                  </a:lnTo>
                  <a:lnTo>
                    <a:pt x="52" y="186"/>
                  </a:lnTo>
                  <a:lnTo>
                    <a:pt x="36" y="182"/>
                  </a:lnTo>
                  <a:lnTo>
                    <a:pt x="18" y="178"/>
                  </a:lnTo>
                  <a:lnTo>
                    <a:pt x="0" y="173"/>
                  </a:lnTo>
                  <a:lnTo>
                    <a:pt x="17" y="158"/>
                  </a:lnTo>
                  <a:lnTo>
                    <a:pt x="35" y="138"/>
                  </a:lnTo>
                  <a:lnTo>
                    <a:pt x="43" y="128"/>
                  </a:lnTo>
                  <a:lnTo>
                    <a:pt x="54" y="118"/>
                  </a:lnTo>
                  <a:lnTo>
                    <a:pt x="63" y="108"/>
                  </a:lnTo>
                  <a:lnTo>
                    <a:pt x="73" y="99"/>
                  </a:lnTo>
                  <a:lnTo>
                    <a:pt x="79" y="92"/>
                  </a:lnTo>
                  <a:lnTo>
                    <a:pt x="89" y="83"/>
                  </a:lnTo>
                  <a:lnTo>
                    <a:pt x="96" y="76"/>
                  </a:lnTo>
                  <a:lnTo>
                    <a:pt x="104" y="72"/>
                  </a:lnTo>
                  <a:lnTo>
                    <a:pt x="111" y="69"/>
                  </a:lnTo>
                  <a:lnTo>
                    <a:pt x="118" y="63"/>
                  </a:lnTo>
                  <a:lnTo>
                    <a:pt x="126" y="54"/>
                  </a:lnTo>
                  <a:lnTo>
                    <a:pt x="133" y="45"/>
                  </a:lnTo>
                  <a:lnTo>
                    <a:pt x="140" y="35"/>
                  </a:lnTo>
                  <a:lnTo>
                    <a:pt x="148" y="25"/>
                  </a:lnTo>
                  <a:lnTo>
                    <a:pt x="156" y="11"/>
                  </a:lnTo>
                  <a:lnTo>
                    <a:pt x="164" y="4"/>
                  </a:lnTo>
                  <a:lnTo>
                    <a:pt x="172" y="0"/>
                  </a:lnTo>
                  <a:close/>
                </a:path>
              </a:pathLst>
            </a:custGeom>
            <a:solidFill>
              <a:srgbClr val="80AE3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10" name="Freeform 13">
              <a:extLst>
                <a:ext uri="{FF2B5EF4-FFF2-40B4-BE49-F238E27FC236}">
                  <a16:creationId xmlns:a16="http://schemas.microsoft.com/office/drawing/2014/main" id="{A1EC4D27-9A2E-420F-BDA6-99C6BC8C46E8}"/>
                </a:ext>
              </a:extLst>
            </p:cNvPr>
            <p:cNvSpPr>
              <a:spLocks/>
            </p:cNvSpPr>
            <p:nvPr/>
          </p:nvSpPr>
          <p:spPr bwMode="auto">
            <a:xfrm>
              <a:off x="2079626" y="2203451"/>
              <a:ext cx="146050" cy="82550"/>
            </a:xfrm>
            <a:custGeom>
              <a:avLst/>
              <a:gdLst>
                <a:gd name="T0" fmla="*/ 216 w 644"/>
                <a:gd name="T1" fmla="*/ 2 h 364"/>
                <a:gd name="T2" fmla="*/ 242 w 644"/>
                <a:gd name="T3" fmla="*/ 16 h 364"/>
                <a:gd name="T4" fmla="*/ 271 w 644"/>
                <a:gd name="T5" fmla="*/ 33 h 364"/>
                <a:gd name="T6" fmla="*/ 299 w 644"/>
                <a:gd name="T7" fmla="*/ 46 h 364"/>
                <a:gd name="T8" fmla="*/ 337 w 644"/>
                <a:gd name="T9" fmla="*/ 60 h 364"/>
                <a:gd name="T10" fmla="*/ 375 w 644"/>
                <a:gd name="T11" fmla="*/ 78 h 364"/>
                <a:gd name="T12" fmla="*/ 401 w 644"/>
                <a:gd name="T13" fmla="*/ 94 h 364"/>
                <a:gd name="T14" fmla="*/ 415 w 644"/>
                <a:gd name="T15" fmla="*/ 107 h 364"/>
                <a:gd name="T16" fmla="*/ 440 w 644"/>
                <a:gd name="T17" fmla="*/ 129 h 364"/>
                <a:gd name="T18" fmla="*/ 467 w 644"/>
                <a:gd name="T19" fmla="*/ 156 h 364"/>
                <a:gd name="T20" fmla="*/ 494 w 644"/>
                <a:gd name="T21" fmla="*/ 181 h 364"/>
                <a:gd name="T22" fmla="*/ 512 w 644"/>
                <a:gd name="T23" fmla="*/ 199 h 364"/>
                <a:gd name="T24" fmla="*/ 536 w 644"/>
                <a:gd name="T25" fmla="*/ 169 h 364"/>
                <a:gd name="T26" fmla="*/ 544 w 644"/>
                <a:gd name="T27" fmla="*/ 136 h 364"/>
                <a:gd name="T28" fmla="*/ 545 w 644"/>
                <a:gd name="T29" fmla="*/ 117 h 364"/>
                <a:gd name="T30" fmla="*/ 563 w 644"/>
                <a:gd name="T31" fmla="*/ 118 h 364"/>
                <a:gd name="T32" fmla="*/ 609 w 644"/>
                <a:gd name="T33" fmla="*/ 136 h 364"/>
                <a:gd name="T34" fmla="*/ 639 w 644"/>
                <a:gd name="T35" fmla="*/ 172 h 364"/>
                <a:gd name="T36" fmla="*/ 643 w 644"/>
                <a:gd name="T37" fmla="*/ 208 h 364"/>
                <a:gd name="T38" fmla="*/ 632 w 644"/>
                <a:gd name="T39" fmla="*/ 226 h 364"/>
                <a:gd name="T40" fmla="*/ 614 w 644"/>
                <a:gd name="T41" fmla="*/ 235 h 364"/>
                <a:gd name="T42" fmla="*/ 591 w 644"/>
                <a:gd name="T43" fmla="*/ 240 h 364"/>
                <a:gd name="T44" fmla="*/ 569 w 644"/>
                <a:gd name="T45" fmla="*/ 246 h 364"/>
                <a:gd name="T46" fmla="*/ 550 w 644"/>
                <a:gd name="T47" fmla="*/ 254 h 364"/>
                <a:gd name="T48" fmla="*/ 528 w 644"/>
                <a:gd name="T49" fmla="*/ 275 h 364"/>
                <a:gd name="T50" fmla="*/ 378 w 644"/>
                <a:gd name="T51" fmla="*/ 313 h 364"/>
                <a:gd name="T52" fmla="*/ 294 w 644"/>
                <a:gd name="T53" fmla="*/ 364 h 364"/>
                <a:gd name="T54" fmla="*/ 1 w 644"/>
                <a:gd name="T55" fmla="*/ 333 h 364"/>
                <a:gd name="T56" fmla="*/ 12 w 644"/>
                <a:gd name="T57" fmla="*/ 314 h 364"/>
                <a:gd name="T58" fmla="*/ 30 w 644"/>
                <a:gd name="T59" fmla="*/ 279 h 364"/>
                <a:gd name="T60" fmla="*/ 54 w 644"/>
                <a:gd name="T61" fmla="*/ 235 h 364"/>
                <a:gd name="T62" fmla="*/ 82 w 644"/>
                <a:gd name="T63" fmla="*/ 184 h 364"/>
                <a:gd name="T64" fmla="*/ 110 w 644"/>
                <a:gd name="T65" fmla="*/ 133 h 364"/>
                <a:gd name="T66" fmla="*/ 139 w 644"/>
                <a:gd name="T67" fmla="*/ 84 h 364"/>
                <a:gd name="T68" fmla="*/ 163 w 644"/>
                <a:gd name="T69" fmla="*/ 42 h 364"/>
                <a:gd name="T70" fmla="*/ 183 w 644"/>
                <a:gd name="T71" fmla="*/ 13 h 364"/>
                <a:gd name="T72" fmla="*/ 195 w 644"/>
                <a:gd name="T73" fmla="*/ 1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44" h="364">
                  <a:moveTo>
                    <a:pt x="204" y="0"/>
                  </a:moveTo>
                  <a:lnTo>
                    <a:pt x="216" y="2"/>
                  </a:lnTo>
                  <a:lnTo>
                    <a:pt x="228" y="8"/>
                  </a:lnTo>
                  <a:lnTo>
                    <a:pt x="242" y="16"/>
                  </a:lnTo>
                  <a:lnTo>
                    <a:pt x="256" y="25"/>
                  </a:lnTo>
                  <a:lnTo>
                    <a:pt x="271" y="33"/>
                  </a:lnTo>
                  <a:lnTo>
                    <a:pt x="286" y="41"/>
                  </a:lnTo>
                  <a:lnTo>
                    <a:pt x="299" y="46"/>
                  </a:lnTo>
                  <a:lnTo>
                    <a:pt x="318" y="52"/>
                  </a:lnTo>
                  <a:lnTo>
                    <a:pt x="337" y="60"/>
                  </a:lnTo>
                  <a:lnTo>
                    <a:pt x="357" y="69"/>
                  </a:lnTo>
                  <a:lnTo>
                    <a:pt x="375" y="78"/>
                  </a:lnTo>
                  <a:lnTo>
                    <a:pt x="390" y="86"/>
                  </a:lnTo>
                  <a:lnTo>
                    <a:pt x="401" y="94"/>
                  </a:lnTo>
                  <a:lnTo>
                    <a:pt x="407" y="99"/>
                  </a:lnTo>
                  <a:lnTo>
                    <a:pt x="415" y="107"/>
                  </a:lnTo>
                  <a:lnTo>
                    <a:pt x="427" y="118"/>
                  </a:lnTo>
                  <a:lnTo>
                    <a:pt x="440" y="129"/>
                  </a:lnTo>
                  <a:lnTo>
                    <a:pt x="453" y="143"/>
                  </a:lnTo>
                  <a:lnTo>
                    <a:pt x="467" y="156"/>
                  </a:lnTo>
                  <a:lnTo>
                    <a:pt x="481" y="170"/>
                  </a:lnTo>
                  <a:lnTo>
                    <a:pt x="494" y="181"/>
                  </a:lnTo>
                  <a:lnTo>
                    <a:pt x="504" y="192"/>
                  </a:lnTo>
                  <a:lnTo>
                    <a:pt x="512" y="199"/>
                  </a:lnTo>
                  <a:lnTo>
                    <a:pt x="525" y="184"/>
                  </a:lnTo>
                  <a:lnTo>
                    <a:pt x="536" y="169"/>
                  </a:lnTo>
                  <a:lnTo>
                    <a:pt x="541" y="152"/>
                  </a:lnTo>
                  <a:lnTo>
                    <a:pt x="544" y="136"/>
                  </a:lnTo>
                  <a:lnTo>
                    <a:pt x="545" y="120"/>
                  </a:lnTo>
                  <a:lnTo>
                    <a:pt x="545" y="117"/>
                  </a:lnTo>
                  <a:lnTo>
                    <a:pt x="545" y="115"/>
                  </a:lnTo>
                  <a:lnTo>
                    <a:pt x="563" y="118"/>
                  </a:lnTo>
                  <a:lnTo>
                    <a:pt x="582" y="124"/>
                  </a:lnTo>
                  <a:lnTo>
                    <a:pt x="609" y="136"/>
                  </a:lnTo>
                  <a:lnTo>
                    <a:pt x="634" y="147"/>
                  </a:lnTo>
                  <a:lnTo>
                    <a:pt x="639" y="172"/>
                  </a:lnTo>
                  <a:lnTo>
                    <a:pt x="644" y="194"/>
                  </a:lnTo>
                  <a:lnTo>
                    <a:pt x="643" y="208"/>
                  </a:lnTo>
                  <a:lnTo>
                    <a:pt x="638" y="218"/>
                  </a:lnTo>
                  <a:lnTo>
                    <a:pt x="632" y="226"/>
                  </a:lnTo>
                  <a:lnTo>
                    <a:pt x="624" y="231"/>
                  </a:lnTo>
                  <a:lnTo>
                    <a:pt x="614" y="235"/>
                  </a:lnTo>
                  <a:lnTo>
                    <a:pt x="602" y="238"/>
                  </a:lnTo>
                  <a:lnTo>
                    <a:pt x="591" y="240"/>
                  </a:lnTo>
                  <a:lnTo>
                    <a:pt x="579" y="242"/>
                  </a:lnTo>
                  <a:lnTo>
                    <a:pt x="569" y="246"/>
                  </a:lnTo>
                  <a:lnTo>
                    <a:pt x="558" y="249"/>
                  </a:lnTo>
                  <a:lnTo>
                    <a:pt x="550" y="254"/>
                  </a:lnTo>
                  <a:lnTo>
                    <a:pt x="539" y="264"/>
                  </a:lnTo>
                  <a:lnTo>
                    <a:pt x="528" y="275"/>
                  </a:lnTo>
                  <a:lnTo>
                    <a:pt x="517" y="288"/>
                  </a:lnTo>
                  <a:lnTo>
                    <a:pt x="378" y="313"/>
                  </a:lnTo>
                  <a:lnTo>
                    <a:pt x="371" y="310"/>
                  </a:lnTo>
                  <a:lnTo>
                    <a:pt x="294" y="364"/>
                  </a:lnTo>
                  <a:lnTo>
                    <a:pt x="0" y="335"/>
                  </a:lnTo>
                  <a:lnTo>
                    <a:pt x="1" y="333"/>
                  </a:lnTo>
                  <a:lnTo>
                    <a:pt x="6" y="326"/>
                  </a:lnTo>
                  <a:lnTo>
                    <a:pt x="12" y="314"/>
                  </a:lnTo>
                  <a:lnTo>
                    <a:pt x="20" y="298"/>
                  </a:lnTo>
                  <a:lnTo>
                    <a:pt x="30" y="279"/>
                  </a:lnTo>
                  <a:lnTo>
                    <a:pt x="42" y="258"/>
                  </a:lnTo>
                  <a:lnTo>
                    <a:pt x="54" y="235"/>
                  </a:lnTo>
                  <a:lnTo>
                    <a:pt x="68" y="211"/>
                  </a:lnTo>
                  <a:lnTo>
                    <a:pt x="82" y="184"/>
                  </a:lnTo>
                  <a:lnTo>
                    <a:pt x="96" y="158"/>
                  </a:lnTo>
                  <a:lnTo>
                    <a:pt x="110" y="133"/>
                  </a:lnTo>
                  <a:lnTo>
                    <a:pt x="125" y="107"/>
                  </a:lnTo>
                  <a:lnTo>
                    <a:pt x="139" y="84"/>
                  </a:lnTo>
                  <a:lnTo>
                    <a:pt x="151" y="62"/>
                  </a:lnTo>
                  <a:lnTo>
                    <a:pt x="163" y="42"/>
                  </a:lnTo>
                  <a:lnTo>
                    <a:pt x="174" y="26"/>
                  </a:lnTo>
                  <a:lnTo>
                    <a:pt x="183" y="13"/>
                  </a:lnTo>
                  <a:lnTo>
                    <a:pt x="189" y="4"/>
                  </a:lnTo>
                  <a:lnTo>
                    <a:pt x="195" y="1"/>
                  </a:lnTo>
                  <a:lnTo>
                    <a:pt x="204" y="0"/>
                  </a:lnTo>
                  <a:close/>
                </a:path>
              </a:pathLst>
            </a:custGeom>
            <a:solidFill>
              <a:srgbClr val="EFEF4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11" name="Freeform 14">
              <a:extLst>
                <a:ext uri="{FF2B5EF4-FFF2-40B4-BE49-F238E27FC236}">
                  <a16:creationId xmlns:a16="http://schemas.microsoft.com/office/drawing/2014/main" id="{2F398E24-B189-4512-9EA3-EE7058E3F08D}"/>
                </a:ext>
              </a:extLst>
            </p:cNvPr>
            <p:cNvSpPr>
              <a:spLocks/>
            </p:cNvSpPr>
            <p:nvPr/>
          </p:nvSpPr>
          <p:spPr bwMode="auto">
            <a:xfrm>
              <a:off x="2103438" y="2203451"/>
              <a:ext cx="52388" cy="36513"/>
            </a:xfrm>
            <a:custGeom>
              <a:avLst/>
              <a:gdLst>
                <a:gd name="T0" fmla="*/ 100 w 229"/>
                <a:gd name="T1" fmla="*/ 0 h 164"/>
                <a:gd name="T2" fmla="*/ 112 w 229"/>
                <a:gd name="T3" fmla="*/ 2 h 164"/>
                <a:gd name="T4" fmla="*/ 124 w 229"/>
                <a:gd name="T5" fmla="*/ 8 h 164"/>
                <a:gd name="T6" fmla="*/ 138 w 229"/>
                <a:gd name="T7" fmla="*/ 16 h 164"/>
                <a:gd name="T8" fmla="*/ 152 w 229"/>
                <a:gd name="T9" fmla="*/ 25 h 164"/>
                <a:gd name="T10" fmla="*/ 167 w 229"/>
                <a:gd name="T11" fmla="*/ 33 h 164"/>
                <a:gd name="T12" fmla="*/ 182 w 229"/>
                <a:gd name="T13" fmla="*/ 41 h 164"/>
                <a:gd name="T14" fmla="*/ 195 w 229"/>
                <a:gd name="T15" fmla="*/ 46 h 164"/>
                <a:gd name="T16" fmla="*/ 212 w 229"/>
                <a:gd name="T17" fmla="*/ 51 h 164"/>
                <a:gd name="T18" fmla="*/ 229 w 229"/>
                <a:gd name="T19" fmla="*/ 59 h 164"/>
                <a:gd name="T20" fmla="*/ 226 w 229"/>
                <a:gd name="T21" fmla="*/ 64 h 164"/>
                <a:gd name="T22" fmla="*/ 222 w 229"/>
                <a:gd name="T23" fmla="*/ 70 h 164"/>
                <a:gd name="T24" fmla="*/ 216 w 229"/>
                <a:gd name="T25" fmla="*/ 75 h 164"/>
                <a:gd name="T26" fmla="*/ 206 w 229"/>
                <a:gd name="T27" fmla="*/ 83 h 164"/>
                <a:gd name="T28" fmla="*/ 198 w 229"/>
                <a:gd name="T29" fmla="*/ 89 h 164"/>
                <a:gd name="T30" fmla="*/ 193 w 229"/>
                <a:gd name="T31" fmla="*/ 97 h 164"/>
                <a:gd name="T32" fmla="*/ 189 w 229"/>
                <a:gd name="T33" fmla="*/ 105 h 164"/>
                <a:gd name="T34" fmla="*/ 185 w 229"/>
                <a:gd name="T35" fmla="*/ 117 h 164"/>
                <a:gd name="T36" fmla="*/ 179 w 229"/>
                <a:gd name="T37" fmla="*/ 128 h 164"/>
                <a:gd name="T38" fmla="*/ 171 w 229"/>
                <a:gd name="T39" fmla="*/ 138 h 164"/>
                <a:gd name="T40" fmla="*/ 158 w 229"/>
                <a:gd name="T41" fmla="*/ 146 h 164"/>
                <a:gd name="T42" fmla="*/ 139 w 229"/>
                <a:gd name="T43" fmla="*/ 154 h 164"/>
                <a:gd name="T44" fmla="*/ 114 w 229"/>
                <a:gd name="T45" fmla="*/ 160 h 164"/>
                <a:gd name="T46" fmla="*/ 96 w 229"/>
                <a:gd name="T47" fmla="*/ 163 h 164"/>
                <a:gd name="T48" fmla="*/ 77 w 229"/>
                <a:gd name="T49" fmla="*/ 164 h 164"/>
                <a:gd name="T50" fmla="*/ 60 w 229"/>
                <a:gd name="T51" fmla="*/ 162 h 164"/>
                <a:gd name="T52" fmla="*/ 44 w 229"/>
                <a:gd name="T53" fmla="*/ 160 h 164"/>
                <a:gd name="T54" fmla="*/ 29 w 229"/>
                <a:gd name="T55" fmla="*/ 157 h 164"/>
                <a:gd name="T56" fmla="*/ 19 w 229"/>
                <a:gd name="T57" fmla="*/ 155 h 164"/>
                <a:gd name="T58" fmla="*/ 11 w 229"/>
                <a:gd name="T59" fmla="*/ 152 h 164"/>
                <a:gd name="T60" fmla="*/ 8 w 229"/>
                <a:gd name="T61" fmla="*/ 152 h 164"/>
                <a:gd name="T62" fmla="*/ 4 w 229"/>
                <a:gd name="T63" fmla="*/ 147 h 164"/>
                <a:gd name="T64" fmla="*/ 0 w 229"/>
                <a:gd name="T65" fmla="*/ 143 h 164"/>
                <a:gd name="T66" fmla="*/ 14 w 229"/>
                <a:gd name="T67" fmla="*/ 120 h 164"/>
                <a:gd name="T68" fmla="*/ 27 w 229"/>
                <a:gd name="T69" fmla="*/ 97 h 164"/>
                <a:gd name="T70" fmla="*/ 40 w 229"/>
                <a:gd name="T71" fmla="*/ 75 h 164"/>
                <a:gd name="T72" fmla="*/ 52 w 229"/>
                <a:gd name="T73" fmla="*/ 56 h 164"/>
                <a:gd name="T74" fmla="*/ 62 w 229"/>
                <a:gd name="T75" fmla="*/ 38 h 164"/>
                <a:gd name="T76" fmla="*/ 72 w 229"/>
                <a:gd name="T77" fmla="*/ 23 h 164"/>
                <a:gd name="T78" fmla="*/ 80 w 229"/>
                <a:gd name="T79" fmla="*/ 11 h 164"/>
                <a:gd name="T80" fmla="*/ 86 w 229"/>
                <a:gd name="T81" fmla="*/ 4 h 164"/>
                <a:gd name="T82" fmla="*/ 91 w 229"/>
                <a:gd name="T83" fmla="*/ 1 h 164"/>
                <a:gd name="T84" fmla="*/ 100 w 229"/>
                <a:gd name="T85"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29" h="164">
                  <a:moveTo>
                    <a:pt x="100" y="0"/>
                  </a:moveTo>
                  <a:lnTo>
                    <a:pt x="112" y="2"/>
                  </a:lnTo>
                  <a:lnTo>
                    <a:pt x="124" y="8"/>
                  </a:lnTo>
                  <a:lnTo>
                    <a:pt x="138" y="16"/>
                  </a:lnTo>
                  <a:lnTo>
                    <a:pt x="152" y="25"/>
                  </a:lnTo>
                  <a:lnTo>
                    <a:pt x="167" y="33"/>
                  </a:lnTo>
                  <a:lnTo>
                    <a:pt x="182" y="41"/>
                  </a:lnTo>
                  <a:lnTo>
                    <a:pt x="195" y="46"/>
                  </a:lnTo>
                  <a:lnTo>
                    <a:pt x="212" y="51"/>
                  </a:lnTo>
                  <a:lnTo>
                    <a:pt x="229" y="59"/>
                  </a:lnTo>
                  <a:lnTo>
                    <a:pt x="226" y="64"/>
                  </a:lnTo>
                  <a:lnTo>
                    <a:pt x="222" y="70"/>
                  </a:lnTo>
                  <a:lnTo>
                    <a:pt x="216" y="75"/>
                  </a:lnTo>
                  <a:lnTo>
                    <a:pt x="206" y="83"/>
                  </a:lnTo>
                  <a:lnTo>
                    <a:pt x="198" y="89"/>
                  </a:lnTo>
                  <a:lnTo>
                    <a:pt x="193" y="97"/>
                  </a:lnTo>
                  <a:lnTo>
                    <a:pt x="189" y="105"/>
                  </a:lnTo>
                  <a:lnTo>
                    <a:pt x="185" y="117"/>
                  </a:lnTo>
                  <a:lnTo>
                    <a:pt x="179" y="128"/>
                  </a:lnTo>
                  <a:lnTo>
                    <a:pt x="171" y="138"/>
                  </a:lnTo>
                  <a:lnTo>
                    <a:pt x="158" y="146"/>
                  </a:lnTo>
                  <a:lnTo>
                    <a:pt x="139" y="154"/>
                  </a:lnTo>
                  <a:lnTo>
                    <a:pt x="114" y="160"/>
                  </a:lnTo>
                  <a:lnTo>
                    <a:pt x="96" y="163"/>
                  </a:lnTo>
                  <a:lnTo>
                    <a:pt x="77" y="164"/>
                  </a:lnTo>
                  <a:lnTo>
                    <a:pt x="60" y="162"/>
                  </a:lnTo>
                  <a:lnTo>
                    <a:pt x="44" y="160"/>
                  </a:lnTo>
                  <a:lnTo>
                    <a:pt x="29" y="157"/>
                  </a:lnTo>
                  <a:lnTo>
                    <a:pt x="19" y="155"/>
                  </a:lnTo>
                  <a:lnTo>
                    <a:pt x="11" y="152"/>
                  </a:lnTo>
                  <a:lnTo>
                    <a:pt x="8" y="152"/>
                  </a:lnTo>
                  <a:lnTo>
                    <a:pt x="4" y="147"/>
                  </a:lnTo>
                  <a:lnTo>
                    <a:pt x="0" y="143"/>
                  </a:lnTo>
                  <a:lnTo>
                    <a:pt x="14" y="120"/>
                  </a:lnTo>
                  <a:lnTo>
                    <a:pt x="27" y="97"/>
                  </a:lnTo>
                  <a:lnTo>
                    <a:pt x="40" y="75"/>
                  </a:lnTo>
                  <a:lnTo>
                    <a:pt x="52" y="56"/>
                  </a:lnTo>
                  <a:lnTo>
                    <a:pt x="62" y="38"/>
                  </a:lnTo>
                  <a:lnTo>
                    <a:pt x="72" y="23"/>
                  </a:lnTo>
                  <a:lnTo>
                    <a:pt x="80" y="11"/>
                  </a:lnTo>
                  <a:lnTo>
                    <a:pt x="86" y="4"/>
                  </a:lnTo>
                  <a:lnTo>
                    <a:pt x="91" y="1"/>
                  </a:lnTo>
                  <a:lnTo>
                    <a:pt x="100" y="0"/>
                  </a:lnTo>
                  <a:close/>
                </a:path>
              </a:pathLst>
            </a:custGeom>
            <a:solidFill>
              <a:srgbClr val="D76C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12" name="Freeform 15">
              <a:extLst>
                <a:ext uri="{FF2B5EF4-FFF2-40B4-BE49-F238E27FC236}">
                  <a16:creationId xmlns:a16="http://schemas.microsoft.com/office/drawing/2014/main" id="{32BF1DE5-C2A3-4139-94B8-8B2EA5397C42}"/>
                </a:ext>
              </a:extLst>
            </p:cNvPr>
            <p:cNvSpPr>
              <a:spLocks/>
            </p:cNvSpPr>
            <p:nvPr/>
          </p:nvSpPr>
          <p:spPr bwMode="auto">
            <a:xfrm>
              <a:off x="2132013" y="2220913"/>
              <a:ext cx="71438" cy="53975"/>
            </a:xfrm>
            <a:custGeom>
              <a:avLst/>
              <a:gdLst>
                <a:gd name="T0" fmla="*/ 247 w 313"/>
                <a:gd name="T1" fmla="*/ 0 h 233"/>
                <a:gd name="T2" fmla="*/ 258 w 313"/>
                <a:gd name="T3" fmla="*/ 8 h 233"/>
                <a:gd name="T4" fmla="*/ 266 w 313"/>
                <a:gd name="T5" fmla="*/ 14 h 233"/>
                <a:gd name="T6" fmla="*/ 273 w 313"/>
                <a:gd name="T7" fmla="*/ 18 h 233"/>
                <a:gd name="T8" fmla="*/ 282 w 313"/>
                <a:gd name="T9" fmla="*/ 22 h 233"/>
                <a:gd name="T10" fmla="*/ 292 w 313"/>
                <a:gd name="T11" fmla="*/ 27 h 233"/>
                <a:gd name="T12" fmla="*/ 303 w 313"/>
                <a:gd name="T13" fmla="*/ 32 h 233"/>
                <a:gd name="T14" fmla="*/ 313 w 313"/>
                <a:gd name="T15" fmla="*/ 35 h 233"/>
                <a:gd name="T16" fmla="*/ 313 w 313"/>
                <a:gd name="T17" fmla="*/ 37 h 233"/>
                <a:gd name="T18" fmla="*/ 313 w 313"/>
                <a:gd name="T19" fmla="*/ 40 h 233"/>
                <a:gd name="T20" fmla="*/ 312 w 313"/>
                <a:gd name="T21" fmla="*/ 54 h 233"/>
                <a:gd name="T22" fmla="*/ 310 w 313"/>
                <a:gd name="T23" fmla="*/ 67 h 233"/>
                <a:gd name="T24" fmla="*/ 306 w 313"/>
                <a:gd name="T25" fmla="*/ 82 h 233"/>
                <a:gd name="T26" fmla="*/ 299 w 313"/>
                <a:gd name="T27" fmla="*/ 96 h 233"/>
                <a:gd name="T28" fmla="*/ 289 w 313"/>
                <a:gd name="T29" fmla="*/ 111 h 233"/>
                <a:gd name="T30" fmla="*/ 275 w 313"/>
                <a:gd name="T31" fmla="*/ 123 h 233"/>
                <a:gd name="T32" fmla="*/ 258 w 313"/>
                <a:gd name="T33" fmla="*/ 135 h 233"/>
                <a:gd name="T34" fmla="*/ 236 w 313"/>
                <a:gd name="T35" fmla="*/ 146 h 233"/>
                <a:gd name="T36" fmla="*/ 211 w 313"/>
                <a:gd name="T37" fmla="*/ 154 h 233"/>
                <a:gd name="T38" fmla="*/ 199 w 313"/>
                <a:gd name="T39" fmla="*/ 158 h 233"/>
                <a:gd name="T40" fmla="*/ 192 w 313"/>
                <a:gd name="T41" fmla="*/ 165 h 233"/>
                <a:gd name="T42" fmla="*/ 186 w 313"/>
                <a:gd name="T43" fmla="*/ 173 h 233"/>
                <a:gd name="T44" fmla="*/ 180 w 313"/>
                <a:gd name="T45" fmla="*/ 183 h 233"/>
                <a:gd name="T46" fmla="*/ 175 w 313"/>
                <a:gd name="T47" fmla="*/ 192 h 233"/>
                <a:gd name="T48" fmla="*/ 170 w 313"/>
                <a:gd name="T49" fmla="*/ 202 h 233"/>
                <a:gd name="T50" fmla="*/ 162 w 313"/>
                <a:gd name="T51" fmla="*/ 210 h 233"/>
                <a:gd name="T52" fmla="*/ 153 w 313"/>
                <a:gd name="T53" fmla="*/ 217 h 233"/>
                <a:gd name="T54" fmla="*/ 139 w 313"/>
                <a:gd name="T55" fmla="*/ 224 h 233"/>
                <a:gd name="T56" fmla="*/ 131 w 313"/>
                <a:gd name="T57" fmla="*/ 226 h 233"/>
                <a:gd name="T58" fmla="*/ 146 w 313"/>
                <a:gd name="T59" fmla="*/ 233 h 233"/>
                <a:gd name="T60" fmla="*/ 0 w 313"/>
                <a:gd name="T61" fmla="*/ 165 h 233"/>
                <a:gd name="T62" fmla="*/ 24 w 313"/>
                <a:gd name="T63" fmla="*/ 162 h 233"/>
                <a:gd name="T64" fmla="*/ 46 w 313"/>
                <a:gd name="T65" fmla="*/ 161 h 233"/>
                <a:gd name="T66" fmla="*/ 65 w 313"/>
                <a:gd name="T67" fmla="*/ 160 h 233"/>
                <a:gd name="T68" fmla="*/ 81 w 313"/>
                <a:gd name="T69" fmla="*/ 158 h 233"/>
                <a:gd name="T70" fmla="*/ 95 w 313"/>
                <a:gd name="T71" fmla="*/ 152 h 233"/>
                <a:gd name="T72" fmla="*/ 108 w 313"/>
                <a:gd name="T73" fmla="*/ 140 h 233"/>
                <a:gd name="T74" fmla="*/ 121 w 313"/>
                <a:gd name="T75" fmla="*/ 127 h 233"/>
                <a:gd name="T76" fmla="*/ 134 w 313"/>
                <a:gd name="T77" fmla="*/ 112 h 233"/>
                <a:gd name="T78" fmla="*/ 149 w 313"/>
                <a:gd name="T79" fmla="*/ 98 h 233"/>
                <a:gd name="T80" fmla="*/ 167 w 313"/>
                <a:gd name="T81" fmla="*/ 87 h 233"/>
                <a:gd name="T82" fmla="*/ 183 w 313"/>
                <a:gd name="T83" fmla="*/ 81 h 233"/>
                <a:gd name="T84" fmla="*/ 198 w 313"/>
                <a:gd name="T85" fmla="*/ 77 h 233"/>
                <a:gd name="T86" fmla="*/ 211 w 313"/>
                <a:gd name="T87" fmla="*/ 73 h 233"/>
                <a:gd name="T88" fmla="*/ 221 w 313"/>
                <a:gd name="T89" fmla="*/ 68 h 233"/>
                <a:gd name="T90" fmla="*/ 230 w 313"/>
                <a:gd name="T91" fmla="*/ 63 h 233"/>
                <a:gd name="T92" fmla="*/ 237 w 313"/>
                <a:gd name="T93" fmla="*/ 55 h 233"/>
                <a:gd name="T94" fmla="*/ 243 w 313"/>
                <a:gd name="T95" fmla="*/ 44 h 233"/>
                <a:gd name="T96" fmla="*/ 245 w 313"/>
                <a:gd name="T97" fmla="*/ 30 h 233"/>
                <a:gd name="T98" fmla="*/ 247 w 313"/>
                <a:gd name="T99" fmla="*/ 16 h 233"/>
                <a:gd name="T100" fmla="*/ 247 w 313"/>
                <a:gd name="T101" fmla="*/ 0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13" h="233">
                  <a:moveTo>
                    <a:pt x="247" y="0"/>
                  </a:moveTo>
                  <a:lnTo>
                    <a:pt x="258" y="8"/>
                  </a:lnTo>
                  <a:lnTo>
                    <a:pt x="266" y="14"/>
                  </a:lnTo>
                  <a:lnTo>
                    <a:pt x="273" y="18"/>
                  </a:lnTo>
                  <a:lnTo>
                    <a:pt x="282" y="22"/>
                  </a:lnTo>
                  <a:lnTo>
                    <a:pt x="292" y="27"/>
                  </a:lnTo>
                  <a:lnTo>
                    <a:pt x="303" y="32"/>
                  </a:lnTo>
                  <a:lnTo>
                    <a:pt x="313" y="35"/>
                  </a:lnTo>
                  <a:lnTo>
                    <a:pt x="313" y="37"/>
                  </a:lnTo>
                  <a:lnTo>
                    <a:pt x="313" y="40"/>
                  </a:lnTo>
                  <a:lnTo>
                    <a:pt x="312" y="54"/>
                  </a:lnTo>
                  <a:lnTo>
                    <a:pt x="310" y="67"/>
                  </a:lnTo>
                  <a:lnTo>
                    <a:pt x="306" y="82"/>
                  </a:lnTo>
                  <a:lnTo>
                    <a:pt x="299" y="96"/>
                  </a:lnTo>
                  <a:lnTo>
                    <a:pt x="289" y="111"/>
                  </a:lnTo>
                  <a:lnTo>
                    <a:pt x="275" y="123"/>
                  </a:lnTo>
                  <a:lnTo>
                    <a:pt x="258" y="135"/>
                  </a:lnTo>
                  <a:lnTo>
                    <a:pt x="236" y="146"/>
                  </a:lnTo>
                  <a:lnTo>
                    <a:pt x="211" y="154"/>
                  </a:lnTo>
                  <a:lnTo>
                    <a:pt x="199" y="158"/>
                  </a:lnTo>
                  <a:lnTo>
                    <a:pt x="192" y="165"/>
                  </a:lnTo>
                  <a:lnTo>
                    <a:pt x="186" y="173"/>
                  </a:lnTo>
                  <a:lnTo>
                    <a:pt x="180" y="183"/>
                  </a:lnTo>
                  <a:lnTo>
                    <a:pt x="175" y="192"/>
                  </a:lnTo>
                  <a:lnTo>
                    <a:pt x="170" y="202"/>
                  </a:lnTo>
                  <a:lnTo>
                    <a:pt x="162" y="210"/>
                  </a:lnTo>
                  <a:lnTo>
                    <a:pt x="153" y="217"/>
                  </a:lnTo>
                  <a:lnTo>
                    <a:pt x="139" y="224"/>
                  </a:lnTo>
                  <a:lnTo>
                    <a:pt x="131" y="226"/>
                  </a:lnTo>
                  <a:lnTo>
                    <a:pt x="146" y="233"/>
                  </a:lnTo>
                  <a:lnTo>
                    <a:pt x="0" y="165"/>
                  </a:lnTo>
                  <a:lnTo>
                    <a:pt x="24" y="162"/>
                  </a:lnTo>
                  <a:lnTo>
                    <a:pt x="46" y="161"/>
                  </a:lnTo>
                  <a:lnTo>
                    <a:pt x="65" y="160"/>
                  </a:lnTo>
                  <a:lnTo>
                    <a:pt x="81" y="158"/>
                  </a:lnTo>
                  <a:lnTo>
                    <a:pt x="95" y="152"/>
                  </a:lnTo>
                  <a:lnTo>
                    <a:pt x="108" y="140"/>
                  </a:lnTo>
                  <a:lnTo>
                    <a:pt x="121" y="127"/>
                  </a:lnTo>
                  <a:lnTo>
                    <a:pt x="134" y="112"/>
                  </a:lnTo>
                  <a:lnTo>
                    <a:pt x="149" y="98"/>
                  </a:lnTo>
                  <a:lnTo>
                    <a:pt x="167" y="87"/>
                  </a:lnTo>
                  <a:lnTo>
                    <a:pt x="183" y="81"/>
                  </a:lnTo>
                  <a:lnTo>
                    <a:pt x="198" y="77"/>
                  </a:lnTo>
                  <a:lnTo>
                    <a:pt x="211" y="73"/>
                  </a:lnTo>
                  <a:lnTo>
                    <a:pt x="221" y="68"/>
                  </a:lnTo>
                  <a:lnTo>
                    <a:pt x="230" y="63"/>
                  </a:lnTo>
                  <a:lnTo>
                    <a:pt x="237" y="55"/>
                  </a:lnTo>
                  <a:lnTo>
                    <a:pt x="243" y="44"/>
                  </a:lnTo>
                  <a:lnTo>
                    <a:pt x="245" y="30"/>
                  </a:lnTo>
                  <a:lnTo>
                    <a:pt x="247" y="16"/>
                  </a:lnTo>
                  <a:lnTo>
                    <a:pt x="247" y="0"/>
                  </a:lnTo>
                  <a:close/>
                </a:path>
              </a:pathLst>
            </a:custGeom>
            <a:solidFill>
              <a:srgbClr val="D76C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13" name="Freeform 16">
              <a:extLst>
                <a:ext uri="{FF2B5EF4-FFF2-40B4-BE49-F238E27FC236}">
                  <a16:creationId xmlns:a16="http://schemas.microsoft.com/office/drawing/2014/main" id="{007EDA4C-9D03-4595-87F9-6DF70063869F}"/>
                </a:ext>
              </a:extLst>
            </p:cNvPr>
            <p:cNvSpPr>
              <a:spLocks/>
            </p:cNvSpPr>
            <p:nvPr/>
          </p:nvSpPr>
          <p:spPr bwMode="auto">
            <a:xfrm>
              <a:off x="2054226" y="2262188"/>
              <a:ext cx="149225" cy="52388"/>
            </a:xfrm>
            <a:custGeom>
              <a:avLst/>
              <a:gdLst>
                <a:gd name="T0" fmla="*/ 550 w 654"/>
                <a:gd name="T1" fmla="*/ 3 h 233"/>
                <a:gd name="T2" fmla="*/ 615 w 654"/>
                <a:gd name="T3" fmla="*/ 5 h 233"/>
                <a:gd name="T4" fmla="*/ 639 w 654"/>
                <a:gd name="T5" fmla="*/ 17 h 233"/>
                <a:gd name="T6" fmla="*/ 608 w 654"/>
                <a:gd name="T7" fmla="*/ 56 h 233"/>
                <a:gd name="T8" fmla="*/ 575 w 654"/>
                <a:gd name="T9" fmla="*/ 99 h 233"/>
                <a:gd name="T10" fmla="*/ 548 w 654"/>
                <a:gd name="T11" fmla="*/ 133 h 233"/>
                <a:gd name="T12" fmla="*/ 518 w 654"/>
                <a:gd name="T13" fmla="*/ 151 h 233"/>
                <a:gd name="T14" fmla="*/ 477 w 654"/>
                <a:gd name="T15" fmla="*/ 159 h 233"/>
                <a:gd name="T16" fmla="*/ 427 w 654"/>
                <a:gd name="T17" fmla="*/ 159 h 233"/>
                <a:gd name="T18" fmla="*/ 372 w 654"/>
                <a:gd name="T19" fmla="*/ 151 h 233"/>
                <a:gd name="T20" fmla="*/ 320 w 654"/>
                <a:gd name="T21" fmla="*/ 144 h 233"/>
                <a:gd name="T22" fmla="*/ 277 w 654"/>
                <a:gd name="T23" fmla="*/ 151 h 233"/>
                <a:gd name="T24" fmla="*/ 237 w 654"/>
                <a:gd name="T25" fmla="*/ 170 h 233"/>
                <a:gd name="T26" fmla="*/ 200 w 654"/>
                <a:gd name="T27" fmla="*/ 195 h 233"/>
                <a:gd name="T28" fmla="*/ 164 w 654"/>
                <a:gd name="T29" fmla="*/ 219 h 233"/>
                <a:gd name="T30" fmla="*/ 129 w 654"/>
                <a:gd name="T31" fmla="*/ 233 h 233"/>
                <a:gd name="T32" fmla="*/ 91 w 654"/>
                <a:gd name="T33" fmla="*/ 228 h 233"/>
                <a:gd name="T34" fmla="*/ 51 w 654"/>
                <a:gd name="T35" fmla="*/ 210 h 233"/>
                <a:gd name="T36" fmla="*/ 15 w 654"/>
                <a:gd name="T37" fmla="*/ 187 h 233"/>
                <a:gd name="T38" fmla="*/ 9 w 654"/>
                <a:gd name="T39" fmla="*/ 156 h 233"/>
                <a:gd name="T40" fmla="*/ 26 w 654"/>
                <a:gd name="T41" fmla="*/ 119 h 233"/>
                <a:gd name="T42" fmla="*/ 30 w 654"/>
                <a:gd name="T43" fmla="*/ 110 h 233"/>
                <a:gd name="T44" fmla="*/ 69 w 654"/>
                <a:gd name="T45" fmla="*/ 127 h 233"/>
                <a:gd name="T46" fmla="*/ 113 w 654"/>
                <a:gd name="T47" fmla="*/ 134 h 233"/>
                <a:gd name="T48" fmla="*/ 164 w 654"/>
                <a:gd name="T49" fmla="*/ 129 h 233"/>
                <a:gd name="T50" fmla="*/ 204 w 654"/>
                <a:gd name="T51" fmla="*/ 115 h 233"/>
                <a:gd name="T52" fmla="*/ 238 w 654"/>
                <a:gd name="T53" fmla="*/ 96 h 233"/>
                <a:gd name="T54" fmla="*/ 273 w 654"/>
                <a:gd name="T55" fmla="*/ 77 h 233"/>
                <a:gd name="T56" fmla="*/ 320 w 654"/>
                <a:gd name="T57" fmla="*/ 65 h 233"/>
                <a:gd name="T58" fmla="*/ 379 w 654"/>
                <a:gd name="T59" fmla="*/ 58 h 233"/>
                <a:gd name="T60" fmla="*/ 436 w 654"/>
                <a:gd name="T61" fmla="*/ 54 h 233"/>
                <a:gd name="T62" fmla="*/ 482 w 654"/>
                <a:gd name="T63" fmla="*/ 47 h 233"/>
                <a:gd name="T64" fmla="*/ 504 w 654"/>
                <a:gd name="T65" fmla="*/ 34 h 233"/>
                <a:gd name="T66" fmla="*/ 517 w 654"/>
                <a:gd name="T67" fmla="*/ 18 h 233"/>
                <a:gd name="T68" fmla="*/ 526 w 654"/>
                <a:gd name="T69" fmla="*/ 0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54" h="233">
                  <a:moveTo>
                    <a:pt x="526" y="0"/>
                  </a:moveTo>
                  <a:lnTo>
                    <a:pt x="550" y="3"/>
                  </a:lnTo>
                  <a:lnTo>
                    <a:pt x="573" y="5"/>
                  </a:lnTo>
                  <a:lnTo>
                    <a:pt x="615" y="5"/>
                  </a:lnTo>
                  <a:lnTo>
                    <a:pt x="654" y="2"/>
                  </a:lnTo>
                  <a:lnTo>
                    <a:pt x="639" y="17"/>
                  </a:lnTo>
                  <a:lnTo>
                    <a:pt x="625" y="35"/>
                  </a:lnTo>
                  <a:lnTo>
                    <a:pt x="608" y="56"/>
                  </a:lnTo>
                  <a:lnTo>
                    <a:pt x="591" y="77"/>
                  </a:lnTo>
                  <a:lnTo>
                    <a:pt x="575" y="99"/>
                  </a:lnTo>
                  <a:lnTo>
                    <a:pt x="560" y="118"/>
                  </a:lnTo>
                  <a:lnTo>
                    <a:pt x="548" y="133"/>
                  </a:lnTo>
                  <a:lnTo>
                    <a:pt x="535" y="144"/>
                  </a:lnTo>
                  <a:lnTo>
                    <a:pt x="518" y="151"/>
                  </a:lnTo>
                  <a:lnTo>
                    <a:pt x="499" y="157"/>
                  </a:lnTo>
                  <a:lnTo>
                    <a:pt x="477" y="159"/>
                  </a:lnTo>
                  <a:lnTo>
                    <a:pt x="453" y="160"/>
                  </a:lnTo>
                  <a:lnTo>
                    <a:pt x="427" y="159"/>
                  </a:lnTo>
                  <a:lnTo>
                    <a:pt x="401" y="156"/>
                  </a:lnTo>
                  <a:lnTo>
                    <a:pt x="372" y="151"/>
                  </a:lnTo>
                  <a:lnTo>
                    <a:pt x="345" y="146"/>
                  </a:lnTo>
                  <a:lnTo>
                    <a:pt x="320" y="144"/>
                  </a:lnTo>
                  <a:lnTo>
                    <a:pt x="298" y="146"/>
                  </a:lnTo>
                  <a:lnTo>
                    <a:pt x="277" y="151"/>
                  </a:lnTo>
                  <a:lnTo>
                    <a:pt x="257" y="160"/>
                  </a:lnTo>
                  <a:lnTo>
                    <a:pt x="237" y="170"/>
                  </a:lnTo>
                  <a:lnTo>
                    <a:pt x="219" y="182"/>
                  </a:lnTo>
                  <a:lnTo>
                    <a:pt x="200" y="195"/>
                  </a:lnTo>
                  <a:lnTo>
                    <a:pt x="182" y="207"/>
                  </a:lnTo>
                  <a:lnTo>
                    <a:pt x="164" y="219"/>
                  </a:lnTo>
                  <a:lnTo>
                    <a:pt x="146" y="228"/>
                  </a:lnTo>
                  <a:lnTo>
                    <a:pt x="129" y="233"/>
                  </a:lnTo>
                  <a:lnTo>
                    <a:pt x="110" y="233"/>
                  </a:lnTo>
                  <a:lnTo>
                    <a:pt x="91" y="228"/>
                  </a:lnTo>
                  <a:lnTo>
                    <a:pt x="71" y="220"/>
                  </a:lnTo>
                  <a:lnTo>
                    <a:pt x="51" y="210"/>
                  </a:lnTo>
                  <a:lnTo>
                    <a:pt x="33" y="199"/>
                  </a:lnTo>
                  <a:lnTo>
                    <a:pt x="15" y="187"/>
                  </a:lnTo>
                  <a:lnTo>
                    <a:pt x="0" y="176"/>
                  </a:lnTo>
                  <a:lnTo>
                    <a:pt x="9" y="156"/>
                  </a:lnTo>
                  <a:lnTo>
                    <a:pt x="17" y="135"/>
                  </a:lnTo>
                  <a:lnTo>
                    <a:pt x="26" y="119"/>
                  </a:lnTo>
                  <a:lnTo>
                    <a:pt x="28" y="114"/>
                  </a:lnTo>
                  <a:lnTo>
                    <a:pt x="30" y="110"/>
                  </a:lnTo>
                  <a:lnTo>
                    <a:pt x="49" y="120"/>
                  </a:lnTo>
                  <a:lnTo>
                    <a:pt x="69" y="127"/>
                  </a:lnTo>
                  <a:lnTo>
                    <a:pt x="90" y="132"/>
                  </a:lnTo>
                  <a:lnTo>
                    <a:pt x="113" y="134"/>
                  </a:lnTo>
                  <a:lnTo>
                    <a:pt x="141" y="133"/>
                  </a:lnTo>
                  <a:lnTo>
                    <a:pt x="164" y="129"/>
                  </a:lnTo>
                  <a:lnTo>
                    <a:pt x="185" y="123"/>
                  </a:lnTo>
                  <a:lnTo>
                    <a:pt x="204" y="115"/>
                  </a:lnTo>
                  <a:lnTo>
                    <a:pt x="221" y="106"/>
                  </a:lnTo>
                  <a:lnTo>
                    <a:pt x="238" y="96"/>
                  </a:lnTo>
                  <a:lnTo>
                    <a:pt x="255" y="86"/>
                  </a:lnTo>
                  <a:lnTo>
                    <a:pt x="273" y="77"/>
                  </a:lnTo>
                  <a:lnTo>
                    <a:pt x="295" y="70"/>
                  </a:lnTo>
                  <a:lnTo>
                    <a:pt x="320" y="65"/>
                  </a:lnTo>
                  <a:lnTo>
                    <a:pt x="349" y="62"/>
                  </a:lnTo>
                  <a:lnTo>
                    <a:pt x="379" y="58"/>
                  </a:lnTo>
                  <a:lnTo>
                    <a:pt x="408" y="56"/>
                  </a:lnTo>
                  <a:lnTo>
                    <a:pt x="436" y="54"/>
                  </a:lnTo>
                  <a:lnTo>
                    <a:pt x="461" y="51"/>
                  </a:lnTo>
                  <a:lnTo>
                    <a:pt x="482" y="47"/>
                  </a:lnTo>
                  <a:lnTo>
                    <a:pt x="495" y="41"/>
                  </a:lnTo>
                  <a:lnTo>
                    <a:pt x="504" y="34"/>
                  </a:lnTo>
                  <a:lnTo>
                    <a:pt x="512" y="27"/>
                  </a:lnTo>
                  <a:lnTo>
                    <a:pt x="517" y="18"/>
                  </a:lnTo>
                  <a:lnTo>
                    <a:pt x="521" y="9"/>
                  </a:lnTo>
                  <a:lnTo>
                    <a:pt x="526"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14" name="Freeform 17">
              <a:extLst>
                <a:ext uri="{FF2B5EF4-FFF2-40B4-BE49-F238E27FC236}">
                  <a16:creationId xmlns:a16="http://schemas.microsoft.com/office/drawing/2014/main" id="{6C3B7203-8469-4346-8AC9-2753A9A790C2}"/>
                </a:ext>
              </a:extLst>
            </p:cNvPr>
            <p:cNvSpPr>
              <a:spLocks noEditPoints="1"/>
            </p:cNvSpPr>
            <p:nvPr/>
          </p:nvSpPr>
          <p:spPr bwMode="auto">
            <a:xfrm>
              <a:off x="2062163" y="2203451"/>
              <a:ext cx="131763" cy="82550"/>
            </a:xfrm>
            <a:custGeom>
              <a:avLst/>
              <a:gdLst>
                <a:gd name="T0" fmla="*/ 522 w 582"/>
                <a:gd name="T1" fmla="*/ 57 h 367"/>
                <a:gd name="T2" fmla="*/ 556 w 582"/>
                <a:gd name="T3" fmla="*/ 79 h 367"/>
                <a:gd name="T4" fmla="*/ 577 w 582"/>
                <a:gd name="T5" fmla="*/ 94 h 367"/>
                <a:gd name="T6" fmla="*/ 580 w 582"/>
                <a:gd name="T7" fmla="*/ 129 h 367"/>
                <a:gd name="T8" fmla="*/ 545 w 582"/>
                <a:gd name="T9" fmla="*/ 177 h 367"/>
                <a:gd name="T10" fmla="*/ 485 w 582"/>
                <a:gd name="T11" fmla="*/ 222 h 367"/>
                <a:gd name="T12" fmla="*/ 445 w 582"/>
                <a:gd name="T13" fmla="*/ 248 h 367"/>
                <a:gd name="T14" fmla="*/ 417 w 582"/>
                <a:gd name="T15" fmla="*/ 263 h 367"/>
                <a:gd name="T16" fmla="*/ 403 w 582"/>
                <a:gd name="T17" fmla="*/ 267 h 367"/>
                <a:gd name="T18" fmla="*/ 387 w 582"/>
                <a:gd name="T19" fmla="*/ 268 h 367"/>
                <a:gd name="T20" fmla="*/ 374 w 582"/>
                <a:gd name="T21" fmla="*/ 266 h 367"/>
                <a:gd name="T22" fmla="*/ 349 w 582"/>
                <a:gd name="T23" fmla="*/ 262 h 367"/>
                <a:gd name="T24" fmla="*/ 308 w 582"/>
                <a:gd name="T25" fmla="*/ 268 h 367"/>
                <a:gd name="T26" fmla="*/ 208 w 582"/>
                <a:gd name="T27" fmla="*/ 309 h 367"/>
                <a:gd name="T28" fmla="*/ 116 w 582"/>
                <a:gd name="T29" fmla="*/ 356 h 367"/>
                <a:gd name="T30" fmla="*/ 60 w 582"/>
                <a:gd name="T31" fmla="*/ 367 h 367"/>
                <a:gd name="T32" fmla="*/ 0 w 582"/>
                <a:gd name="T33" fmla="*/ 362 h 367"/>
                <a:gd name="T34" fmla="*/ 15 w 582"/>
                <a:gd name="T35" fmla="*/ 332 h 367"/>
                <a:gd name="T36" fmla="*/ 33 w 582"/>
                <a:gd name="T37" fmla="*/ 292 h 367"/>
                <a:gd name="T38" fmla="*/ 60 w 582"/>
                <a:gd name="T39" fmla="*/ 230 h 367"/>
                <a:gd name="T40" fmla="*/ 80 w 582"/>
                <a:gd name="T41" fmla="*/ 191 h 367"/>
                <a:gd name="T42" fmla="*/ 104 w 582"/>
                <a:gd name="T43" fmla="*/ 180 h 367"/>
                <a:gd name="T44" fmla="*/ 129 w 582"/>
                <a:gd name="T45" fmla="*/ 185 h 367"/>
                <a:gd name="T46" fmla="*/ 175 w 582"/>
                <a:gd name="T47" fmla="*/ 202 h 367"/>
                <a:gd name="T48" fmla="*/ 210 w 582"/>
                <a:gd name="T49" fmla="*/ 212 h 367"/>
                <a:gd name="T50" fmla="*/ 225 w 582"/>
                <a:gd name="T51" fmla="*/ 207 h 367"/>
                <a:gd name="T52" fmla="*/ 259 w 582"/>
                <a:gd name="T53" fmla="*/ 206 h 367"/>
                <a:gd name="T54" fmla="*/ 294 w 582"/>
                <a:gd name="T55" fmla="*/ 214 h 367"/>
                <a:gd name="T56" fmla="*/ 350 w 582"/>
                <a:gd name="T57" fmla="*/ 210 h 367"/>
                <a:gd name="T58" fmla="*/ 387 w 582"/>
                <a:gd name="T59" fmla="*/ 170 h 367"/>
                <a:gd name="T60" fmla="*/ 412 w 582"/>
                <a:gd name="T61" fmla="*/ 144 h 367"/>
                <a:gd name="T62" fmla="*/ 437 w 582"/>
                <a:gd name="T63" fmla="*/ 124 h 367"/>
                <a:gd name="T64" fmla="*/ 459 w 582"/>
                <a:gd name="T65" fmla="*/ 106 h 367"/>
                <a:gd name="T66" fmla="*/ 481 w 582"/>
                <a:gd name="T67" fmla="*/ 77 h 367"/>
                <a:gd name="T68" fmla="*/ 505 w 582"/>
                <a:gd name="T69" fmla="*/ 52 h 367"/>
                <a:gd name="T70" fmla="*/ 306 w 582"/>
                <a:gd name="T71" fmla="*/ 8 h 367"/>
                <a:gd name="T72" fmla="*/ 349 w 582"/>
                <a:gd name="T73" fmla="*/ 33 h 367"/>
                <a:gd name="T74" fmla="*/ 356 w 582"/>
                <a:gd name="T75" fmla="*/ 62 h 367"/>
                <a:gd name="T76" fmla="*/ 345 w 582"/>
                <a:gd name="T77" fmla="*/ 75 h 367"/>
                <a:gd name="T78" fmla="*/ 317 w 582"/>
                <a:gd name="T79" fmla="*/ 85 h 367"/>
                <a:gd name="T80" fmla="*/ 282 w 582"/>
                <a:gd name="T81" fmla="*/ 83 h 367"/>
                <a:gd name="T82" fmla="*/ 233 w 582"/>
                <a:gd name="T83" fmla="*/ 96 h 367"/>
                <a:gd name="T84" fmla="*/ 212 w 582"/>
                <a:gd name="T85" fmla="*/ 89 h 367"/>
                <a:gd name="T86" fmla="*/ 250 w 582"/>
                <a:gd name="T87" fmla="*/ 28 h 367"/>
                <a:gd name="T88" fmla="*/ 273 w 582"/>
                <a:gd name="T89" fmla="*/ 1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82" h="367">
                  <a:moveTo>
                    <a:pt x="505" y="52"/>
                  </a:moveTo>
                  <a:lnTo>
                    <a:pt x="512" y="53"/>
                  </a:lnTo>
                  <a:lnTo>
                    <a:pt x="522" y="57"/>
                  </a:lnTo>
                  <a:lnTo>
                    <a:pt x="533" y="62"/>
                  </a:lnTo>
                  <a:lnTo>
                    <a:pt x="543" y="69"/>
                  </a:lnTo>
                  <a:lnTo>
                    <a:pt x="556" y="79"/>
                  </a:lnTo>
                  <a:lnTo>
                    <a:pt x="568" y="88"/>
                  </a:lnTo>
                  <a:lnTo>
                    <a:pt x="573" y="91"/>
                  </a:lnTo>
                  <a:lnTo>
                    <a:pt x="577" y="94"/>
                  </a:lnTo>
                  <a:lnTo>
                    <a:pt x="581" y="97"/>
                  </a:lnTo>
                  <a:lnTo>
                    <a:pt x="582" y="116"/>
                  </a:lnTo>
                  <a:lnTo>
                    <a:pt x="580" y="129"/>
                  </a:lnTo>
                  <a:lnTo>
                    <a:pt x="573" y="145"/>
                  </a:lnTo>
                  <a:lnTo>
                    <a:pt x="561" y="161"/>
                  </a:lnTo>
                  <a:lnTo>
                    <a:pt x="545" y="177"/>
                  </a:lnTo>
                  <a:lnTo>
                    <a:pt x="526" y="193"/>
                  </a:lnTo>
                  <a:lnTo>
                    <a:pt x="506" y="208"/>
                  </a:lnTo>
                  <a:lnTo>
                    <a:pt x="485" y="222"/>
                  </a:lnTo>
                  <a:lnTo>
                    <a:pt x="464" y="236"/>
                  </a:lnTo>
                  <a:lnTo>
                    <a:pt x="445" y="248"/>
                  </a:lnTo>
                  <a:lnTo>
                    <a:pt x="445" y="248"/>
                  </a:lnTo>
                  <a:lnTo>
                    <a:pt x="434" y="254"/>
                  </a:lnTo>
                  <a:lnTo>
                    <a:pt x="425" y="259"/>
                  </a:lnTo>
                  <a:lnTo>
                    <a:pt x="417" y="263"/>
                  </a:lnTo>
                  <a:lnTo>
                    <a:pt x="412" y="264"/>
                  </a:lnTo>
                  <a:lnTo>
                    <a:pt x="407" y="266"/>
                  </a:lnTo>
                  <a:lnTo>
                    <a:pt x="403" y="267"/>
                  </a:lnTo>
                  <a:lnTo>
                    <a:pt x="398" y="267"/>
                  </a:lnTo>
                  <a:lnTo>
                    <a:pt x="392" y="268"/>
                  </a:lnTo>
                  <a:lnTo>
                    <a:pt x="387" y="268"/>
                  </a:lnTo>
                  <a:lnTo>
                    <a:pt x="386" y="268"/>
                  </a:lnTo>
                  <a:lnTo>
                    <a:pt x="380" y="267"/>
                  </a:lnTo>
                  <a:lnTo>
                    <a:pt x="374" y="266"/>
                  </a:lnTo>
                  <a:lnTo>
                    <a:pt x="367" y="265"/>
                  </a:lnTo>
                  <a:lnTo>
                    <a:pt x="359" y="263"/>
                  </a:lnTo>
                  <a:lnTo>
                    <a:pt x="349" y="262"/>
                  </a:lnTo>
                  <a:lnTo>
                    <a:pt x="337" y="262"/>
                  </a:lnTo>
                  <a:lnTo>
                    <a:pt x="323" y="264"/>
                  </a:lnTo>
                  <a:lnTo>
                    <a:pt x="308" y="268"/>
                  </a:lnTo>
                  <a:lnTo>
                    <a:pt x="276" y="279"/>
                  </a:lnTo>
                  <a:lnTo>
                    <a:pt x="242" y="293"/>
                  </a:lnTo>
                  <a:lnTo>
                    <a:pt x="208" y="309"/>
                  </a:lnTo>
                  <a:lnTo>
                    <a:pt x="175" y="326"/>
                  </a:lnTo>
                  <a:lnTo>
                    <a:pt x="145" y="342"/>
                  </a:lnTo>
                  <a:lnTo>
                    <a:pt x="116" y="356"/>
                  </a:lnTo>
                  <a:lnTo>
                    <a:pt x="99" y="362"/>
                  </a:lnTo>
                  <a:lnTo>
                    <a:pt x="80" y="365"/>
                  </a:lnTo>
                  <a:lnTo>
                    <a:pt x="60" y="367"/>
                  </a:lnTo>
                  <a:lnTo>
                    <a:pt x="39" y="366"/>
                  </a:lnTo>
                  <a:lnTo>
                    <a:pt x="19" y="365"/>
                  </a:lnTo>
                  <a:lnTo>
                    <a:pt x="0" y="362"/>
                  </a:lnTo>
                  <a:lnTo>
                    <a:pt x="5" y="351"/>
                  </a:lnTo>
                  <a:lnTo>
                    <a:pt x="11" y="342"/>
                  </a:lnTo>
                  <a:lnTo>
                    <a:pt x="15" y="332"/>
                  </a:lnTo>
                  <a:lnTo>
                    <a:pt x="20" y="321"/>
                  </a:lnTo>
                  <a:lnTo>
                    <a:pt x="25" y="308"/>
                  </a:lnTo>
                  <a:lnTo>
                    <a:pt x="33" y="292"/>
                  </a:lnTo>
                  <a:lnTo>
                    <a:pt x="41" y="274"/>
                  </a:lnTo>
                  <a:lnTo>
                    <a:pt x="52" y="250"/>
                  </a:lnTo>
                  <a:lnTo>
                    <a:pt x="60" y="230"/>
                  </a:lnTo>
                  <a:lnTo>
                    <a:pt x="68" y="213"/>
                  </a:lnTo>
                  <a:lnTo>
                    <a:pt x="74" y="200"/>
                  </a:lnTo>
                  <a:lnTo>
                    <a:pt x="80" y="191"/>
                  </a:lnTo>
                  <a:lnTo>
                    <a:pt x="87" y="184"/>
                  </a:lnTo>
                  <a:lnTo>
                    <a:pt x="95" y="181"/>
                  </a:lnTo>
                  <a:lnTo>
                    <a:pt x="104" y="180"/>
                  </a:lnTo>
                  <a:lnTo>
                    <a:pt x="111" y="181"/>
                  </a:lnTo>
                  <a:lnTo>
                    <a:pt x="120" y="182"/>
                  </a:lnTo>
                  <a:lnTo>
                    <a:pt x="129" y="185"/>
                  </a:lnTo>
                  <a:lnTo>
                    <a:pt x="141" y="190"/>
                  </a:lnTo>
                  <a:lnTo>
                    <a:pt x="156" y="195"/>
                  </a:lnTo>
                  <a:lnTo>
                    <a:pt x="175" y="202"/>
                  </a:lnTo>
                  <a:lnTo>
                    <a:pt x="201" y="212"/>
                  </a:lnTo>
                  <a:lnTo>
                    <a:pt x="206" y="213"/>
                  </a:lnTo>
                  <a:lnTo>
                    <a:pt x="210" y="212"/>
                  </a:lnTo>
                  <a:lnTo>
                    <a:pt x="215" y="211"/>
                  </a:lnTo>
                  <a:lnTo>
                    <a:pt x="219" y="209"/>
                  </a:lnTo>
                  <a:lnTo>
                    <a:pt x="225" y="207"/>
                  </a:lnTo>
                  <a:lnTo>
                    <a:pt x="234" y="204"/>
                  </a:lnTo>
                  <a:lnTo>
                    <a:pt x="244" y="204"/>
                  </a:lnTo>
                  <a:lnTo>
                    <a:pt x="259" y="206"/>
                  </a:lnTo>
                  <a:lnTo>
                    <a:pt x="265" y="208"/>
                  </a:lnTo>
                  <a:lnTo>
                    <a:pt x="278" y="210"/>
                  </a:lnTo>
                  <a:lnTo>
                    <a:pt x="294" y="214"/>
                  </a:lnTo>
                  <a:lnTo>
                    <a:pt x="313" y="219"/>
                  </a:lnTo>
                  <a:lnTo>
                    <a:pt x="333" y="225"/>
                  </a:lnTo>
                  <a:lnTo>
                    <a:pt x="350" y="210"/>
                  </a:lnTo>
                  <a:lnTo>
                    <a:pt x="368" y="190"/>
                  </a:lnTo>
                  <a:lnTo>
                    <a:pt x="376" y="180"/>
                  </a:lnTo>
                  <a:lnTo>
                    <a:pt x="387" y="170"/>
                  </a:lnTo>
                  <a:lnTo>
                    <a:pt x="396" y="160"/>
                  </a:lnTo>
                  <a:lnTo>
                    <a:pt x="406" y="151"/>
                  </a:lnTo>
                  <a:lnTo>
                    <a:pt x="412" y="144"/>
                  </a:lnTo>
                  <a:lnTo>
                    <a:pt x="422" y="135"/>
                  </a:lnTo>
                  <a:lnTo>
                    <a:pt x="429" y="128"/>
                  </a:lnTo>
                  <a:lnTo>
                    <a:pt x="437" y="124"/>
                  </a:lnTo>
                  <a:lnTo>
                    <a:pt x="444" y="121"/>
                  </a:lnTo>
                  <a:lnTo>
                    <a:pt x="451" y="115"/>
                  </a:lnTo>
                  <a:lnTo>
                    <a:pt x="459" y="106"/>
                  </a:lnTo>
                  <a:lnTo>
                    <a:pt x="466" y="97"/>
                  </a:lnTo>
                  <a:lnTo>
                    <a:pt x="473" y="87"/>
                  </a:lnTo>
                  <a:lnTo>
                    <a:pt x="481" y="77"/>
                  </a:lnTo>
                  <a:lnTo>
                    <a:pt x="489" y="63"/>
                  </a:lnTo>
                  <a:lnTo>
                    <a:pt x="497" y="56"/>
                  </a:lnTo>
                  <a:lnTo>
                    <a:pt x="505" y="52"/>
                  </a:lnTo>
                  <a:close/>
                  <a:moveTo>
                    <a:pt x="282" y="0"/>
                  </a:moveTo>
                  <a:lnTo>
                    <a:pt x="294" y="2"/>
                  </a:lnTo>
                  <a:lnTo>
                    <a:pt x="306" y="8"/>
                  </a:lnTo>
                  <a:lnTo>
                    <a:pt x="320" y="16"/>
                  </a:lnTo>
                  <a:lnTo>
                    <a:pt x="335" y="25"/>
                  </a:lnTo>
                  <a:lnTo>
                    <a:pt x="349" y="33"/>
                  </a:lnTo>
                  <a:lnTo>
                    <a:pt x="364" y="41"/>
                  </a:lnTo>
                  <a:lnTo>
                    <a:pt x="359" y="53"/>
                  </a:lnTo>
                  <a:lnTo>
                    <a:pt x="356" y="62"/>
                  </a:lnTo>
                  <a:lnTo>
                    <a:pt x="353" y="67"/>
                  </a:lnTo>
                  <a:lnTo>
                    <a:pt x="350" y="71"/>
                  </a:lnTo>
                  <a:lnTo>
                    <a:pt x="345" y="75"/>
                  </a:lnTo>
                  <a:lnTo>
                    <a:pt x="337" y="78"/>
                  </a:lnTo>
                  <a:lnTo>
                    <a:pt x="327" y="83"/>
                  </a:lnTo>
                  <a:lnTo>
                    <a:pt x="317" y="85"/>
                  </a:lnTo>
                  <a:lnTo>
                    <a:pt x="306" y="85"/>
                  </a:lnTo>
                  <a:lnTo>
                    <a:pt x="295" y="84"/>
                  </a:lnTo>
                  <a:lnTo>
                    <a:pt x="282" y="83"/>
                  </a:lnTo>
                  <a:lnTo>
                    <a:pt x="267" y="84"/>
                  </a:lnTo>
                  <a:lnTo>
                    <a:pt x="250" y="87"/>
                  </a:lnTo>
                  <a:lnTo>
                    <a:pt x="233" y="96"/>
                  </a:lnTo>
                  <a:lnTo>
                    <a:pt x="226" y="96"/>
                  </a:lnTo>
                  <a:lnTo>
                    <a:pt x="219" y="92"/>
                  </a:lnTo>
                  <a:lnTo>
                    <a:pt x="212" y="89"/>
                  </a:lnTo>
                  <a:lnTo>
                    <a:pt x="226" y="66"/>
                  </a:lnTo>
                  <a:lnTo>
                    <a:pt x="239" y="45"/>
                  </a:lnTo>
                  <a:lnTo>
                    <a:pt x="250" y="28"/>
                  </a:lnTo>
                  <a:lnTo>
                    <a:pt x="259" y="14"/>
                  </a:lnTo>
                  <a:lnTo>
                    <a:pt x="267" y="5"/>
                  </a:lnTo>
                  <a:lnTo>
                    <a:pt x="273" y="1"/>
                  </a:lnTo>
                  <a:lnTo>
                    <a:pt x="282" y="0"/>
                  </a:lnTo>
                  <a:close/>
                </a:path>
              </a:pathLst>
            </a:custGeom>
            <a:solidFill>
              <a:srgbClr val="CCCCC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15" name="Freeform 18">
              <a:extLst>
                <a:ext uri="{FF2B5EF4-FFF2-40B4-BE49-F238E27FC236}">
                  <a16:creationId xmlns:a16="http://schemas.microsoft.com/office/drawing/2014/main" id="{7782A99A-99B9-44FE-B771-2C57DE13A0F3}"/>
                </a:ext>
              </a:extLst>
            </p:cNvPr>
            <p:cNvSpPr>
              <a:spLocks/>
            </p:cNvSpPr>
            <p:nvPr/>
          </p:nvSpPr>
          <p:spPr bwMode="auto">
            <a:xfrm>
              <a:off x="2058988" y="2257426"/>
              <a:ext cx="130175" cy="42863"/>
            </a:xfrm>
            <a:custGeom>
              <a:avLst/>
              <a:gdLst>
                <a:gd name="T0" fmla="*/ 415 w 573"/>
                <a:gd name="T1" fmla="*/ 2 h 190"/>
                <a:gd name="T2" fmla="*/ 429 w 573"/>
                <a:gd name="T3" fmla="*/ 6 h 190"/>
                <a:gd name="T4" fmla="*/ 494 w 573"/>
                <a:gd name="T5" fmla="*/ 16 h 190"/>
                <a:gd name="T6" fmla="*/ 555 w 573"/>
                <a:gd name="T7" fmla="*/ 24 h 190"/>
                <a:gd name="T8" fmla="*/ 548 w 573"/>
                <a:gd name="T9" fmla="*/ 48 h 190"/>
                <a:gd name="T10" fmla="*/ 503 w 573"/>
                <a:gd name="T11" fmla="*/ 84 h 190"/>
                <a:gd name="T12" fmla="*/ 449 w 573"/>
                <a:gd name="T13" fmla="*/ 110 h 190"/>
                <a:gd name="T14" fmla="*/ 387 w 573"/>
                <a:gd name="T15" fmla="*/ 130 h 190"/>
                <a:gd name="T16" fmla="*/ 326 w 573"/>
                <a:gd name="T17" fmla="*/ 145 h 190"/>
                <a:gd name="T18" fmla="*/ 290 w 573"/>
                <a:gd name="T19" fmla="*/ 156 h 190"/>
                <a:gd name="T20" fmla="*/ 259 w 573"/>
                <a:gd name="T21" fmla="*/ 169 h 190"/>
                <a:gd name="T22" fmla="*/ 226 w 573"/>
                <a:gd name="T23" fmla="*/ 181 h 190"/>
                <a:gd name="T24" fmla="*/ 188 w 573"/>
                <a:gd name="T25" fmla="*/ 189 h 190"/>
                <a:gd name="T26" fmla="*/ 137 w 573"/>
                <a:gd name="T27" fmla="*/ 188 h 190"/>
                <a:gd name="T28" fmla="*/ 84 w 573"/>
                <a:gd name="T29" fmla="*/ 184 h 190"/>
                <a:gd name="T30" fmla="*/ 50 w 573"/>
                <a:gd name="T31" fmla="*/ 181 h 190"/>
                <a:gd name="T32" fmla="*/ 31 w 573"/>
                <a:gd name="T33" fmla="*/ 178 h 190"/>
                <a:gd name="T34" fmla="*/ 20 w 573"/>
                <a:gd name="T35" fmla="*/ 174 h 190"/>
                <a:gd name="T36" fmla="*/ 12 w 573"/>
                <a:gd name="T37" fmla="*/ 166 h 190"/>
                <a:gd name="T38" fmla="*/ 5 w 573"/>
                <a:gd name="T39" fmla="*/ 158 h 190"/>
                <a:gd name="T40" fmla="*/ 4 w 573"/>
                <a:gd name="T41" fmla="*/ 145 h 190"/>
                <a:gd name="T42" fmla="*/ 16 w 573"/>
                <a:gd name="T43" fmla="*/ 122 h 190"/>
                <a:gd name="T44" fmla="*/ 30 w 573"/>
                <a:gd name="T45" fmla="*/ 94 h 190"/>
                <a:gd name="T46" fmla="*/ 39 w 573"/>
                <a:gd name="T47" fmla="*/ 81 h 190"/>
                <a:gd name="T48" fmla="*/ 44 w 573"/>
                <a:gd name="T49" fmla="*/ 82 h 190"/>
                <a:gd name="T50" fmla="*/ 47 w 573"/>
                <a:gd name="T51" fmla="*/ 83 h 190"/>
                <a:gd name="T52" fmla="*/ 63 w 573"/>
                <a:gd name="T53" fmla="*/ 91 h 190"/>
                <a:gd name="T54" fmla="*/ 91 w 573"/>
                <a:gd name="T55" fmla="*/ 96 h 190"/>
                <a:gd name="T56" fmla="*/ 127 w 573"/>
                <a:gd name="T57" fmla="*/ 87 h 190"/>
                <a:gd name="T58" fmla="*/ 183 w 573"/>
                <a:gd name="T59" fmla="*/ 52 h 190"/>
                <a:gd name="T60" fmla="*/ 241 w 573"/>
                <a:gd name="T61" fmla="*/ 21 h 190"/>
                <a:gd name="T62" fmla="*/ 300 w 573"/>
                <a:gd name="T63" fmla="*/ 8 h 190"/>
                <a:gd name="T64" fmla="*/ 358 w 573"/>
                <a:gd name="T65" fmla="*/ 4 h 190"/>
                <a:gd name="T66" fmla="*/ 404 w 573"/>
                <a:gd name="T67" fmla="*/ 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3" h="190">
                  <a:moveTo>
                    <a:pt x="404" y="0"/>
                  </a:moveTo>
                  <a:lnTo>
                    <a:pt x="415" y="2"/>
                  </a:lnTo>
                  <a:lnTo>
                    <a:pt x="424" y="4"/>
                  </a:lnTo>
                  <a:lnTo>
                    <a:pt x="429" y="6"/>
                  </a:lnTo>
                  <a:lnTo>
                    <a:pt x="462" y="11"/>
                  </a:lnTo>
                  <a:lnTo>
                    <a:pt x="494" y="16"/>
                  </a:lnTo>
                  <a:lnTo>
                    <a:pt x="525" y="21"/>
                  </a:lnTo>
                  <a:lnTo>
                    <a:pt x="555" y="24"/>
                  </a:lnTo>
                  <a:lnTo>
                    <a:pt x="573" y="24"/>
                  </a:lnTo>
                  <a:lnTo>
                    <a:pt x="548" y="48"/>
                  </a:lnTo>
                  <a:lnTo>
                    <a:pt x="524" y="69"/>
                  </a:lnTo>
                  <a:lnTo>
                    <a:pt x="503" y="84"/>
                  </a:lnTo>
                  <a:lnTo>
                    <a:pt x="478" y="97"/>
                  </a:lnTo>
                  <a:lnTo>
                    <a:pt x="449" y="110"/>
                  </a:lnTo>
                  <a:lnTo>
                    <a:pt x="419" y="121"/>
                  </a:lnTo>
                  <a:lnTo>
                    <a:pt x="387" y="130"/>
                  </a:lnTo>
                  <a:lnTo>
                    <a:pt x="355" y="138"/>
                  </a:lnTo>
                  <a:lnTo>
                    <a:pt x="326" y="145"/>
                  </a:lnTo>
                  <a:lnTo>
                    <a:pt x="307" y="149"/>
                  </a:lnTo>
                  <a:lnTo>
                    <a:pt x="290" y="156"/>
                  </a:lnTo>
                  <a:lnTo>
                    <a:pt x="274" y="162"/>
                  </a:lnTo>
                  <a:lnTo>
                    <a:pt x="259" y="169"/>
                  </a:lnTo>
                  <a:lnTo>
                    <a:pt x="243" y="176"/>
                  </a:lnTo>
                  <a:lnTo>
                    <a:pt x="226" y="181"/>
                  </a:lnTo>
                  <a:lnTo>
                    <a:pt x="208" y="186"/>
                  </a:lnTo>
                  <a:lnTo>
                    <a:pt x="188" y="189"/>
                  </a:lnTo>
                  <a:lnTo>
                    <a:pt x="164" y="190"/>
                  </a:lnTo>
                  <a:lnTo>
                    <a:pt x="137" y="188"/>
                  </a:lnTo>
                  <a:lnTo>
                    <a:pt x="107" y="186"/>
                  </a:lnTo>
                  <a:lnTo>
                    <a:pt x="84" y="184"/>
                  </a:lnTo>
                  <a:lnTo>
                    <a:pt x="65" y="182"/>
                  </a:lnTo>
                  <a:lnTo>
                    <a:pt x="50" y="181"/>
                  </a:lnTo>
                  <a:lnTo>
                    <a:pt x="39" y="180"/>
                  </a:lnTo>
                  <a:lnTo>
                    <a:pt x="31" y="178"/>
                  </a:lnTo>
                  <a:lnTo>
                    <a:pt x="25" y="176"/>
                  </a:lnTo>
                  <a:lnTo>
                    <a:pt x="20" y="174"/>
                  </a:lnTo>
                  <a:lnTo>
                    <a:pt x="16" y="169"/>
                  </a:lnTo>
                  <a:lnTo>
                    <a:pt x="12" y="166"/>
                  </a:lnTo>
                  <a:lnTo>
                    <a:pt x="9" y="162"/>
                  </a:lnTo>
                  <a:lnTo>
                    <a:pt x="5" y="158"/>
                  </a:lnTo>
                  <a:lnTo>
                    <a:pt x="0" y="153"/>
                  </a:lnTo>
                  <a:lnTo>
                    <a:pt x="4" y="145"/>
                  </a:lnTo>
                  <a:lnTo>
                    <a:pt x="8" y="138"/>
                  </a:lnTo>
                  <a:lnTo>
                    <a:pt x="16" y="122"/>
                  </a:lnTo>
                  <a:lnTo>
                    <a:pt x="24" y="108"/>
                  </a:lnTo>
                  <a:lnTo>
                    <a:pt x="30" y="94"/>
                  </a:lnTo>
                  <a:lnTo>
                    <a:pt x="36" y="79"/>
                  </a:lnTo>
                  <a:lnTo>
                    <a:pt x="39" y="81"/>
                  </a:lnTo>
                  <a:lnTo>
                    <a:pt x="43" y="81"/>
                  </a:lnTo>
                  <a:lnTo>
                    <a:pt x="44" y="82"/>
                  </a:lnTo>
                  <a:lnTo>
                    <a:pt x="45" y="82"/>
                  </a:lnTo>
                  <a:lnTo>
                    <a:pt x="47" y="83"/>
                  </a:lnTo>
                  <a:lnTo>
                    <a:pt x="53" y="87"/>
                  </a:lnTo>
                  <a:lnTo>
                    <a:pt x="63" y="91"/>
                  </a:lnTo>
                  <a:lnTo>
                    <a:pt x="75" y="94"/>
                  </a:lnTo>
                  <a:lnTo>
                    <a:pt x="91" y="96"/>
                  </a:lnTo>
                  <a:lnTo>
                    <a:pt x="108" y="93"/>
                  </a:lnTo>
                  <a:lnTo>
                    <a:pt x="127" y="87"/>
                  </a:lnTo>
                  <a:lnTo>
                    <a:pt x="155" y="70"/>
                  </a:lnTo>
                  <a:lnTo>
                    <a:pt x="183" y="52"/>
                  </a:lnTo>
                  <a:lnTo>
                    <a:pt x="212" y="35"/>
                  </a:lnTo>
                  <a:lnTo>
                    <a:pt x="241" y="21"/>
                  </a:lnTo>
                  <a:lnTo>
                    <a:pt x="271" y="12"/>
                  </a:lnTo>
                  <a:lnTo>
                    <a:pt x="300" y="8"/>
                  </a:lnTo>
                  <a:lnTo>
                    <a:pt x="330" y="6"/>
                  </a:lnTo>
                  <a:lnTo>
                    <a:pt x="358" y="4"/>
                  </a:lnTo>
                  <a:lnTo>
                    <a:pt x="384" y="2"/>
                  </a:lnTo>
                  <a:lnTo>
                    <a:pt x="404" y="0"/>
                  </a:lnTo>
                  <a:close/>
                </a:path>
              </a:pathLst>
            </a:custGeom>
            <a:solidFill>
              <a:srgbClr val="FF7C1D"/>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16" name="Freeform 19">
              <a:extLst>
                <a:ext uri="{FF2B5EF4-FFF2-40B4-BE49-F238E27FC236}">
                  <a16:creationId xmlns:a16="http://schemas.microsoft.com/office/drawing/2014/main" id="{7BC3C258-EBE7-4C1D-82B5-8AFB05C831BA}"/>
                </a:ext>
              </a:extLst>
            </p:cNvPr>
            <p:cNvSpPr>
              <a:spLocks noEditPoints="1"/>
            </p:cNvSpPr>
            <p:nvPr/>
          </p:nvSpPr>
          <p:spPr bwMode="auto">
            <a:xfrm>
              <a:off x="2025651" y="2203451"/>
              <a:ext cx="149225" cy="133350"/>
            </a:xfrm>
            <a:custGeom>
              <a:avLst/>
              <a:gdLst>
                <a:gd name="T0" fmla="*/ 270 w 659"/>
                <a:gd name="T1" fmla="*/ 196 h 587"/>
                <a:gd name="T2" fmla="*/ 270 w 659"/>
                <a:gd name="T3" fmla="*/ 217 h 587"/>
                <a:gd name="T4" fmla="*/ 261 w 659"/>
                <a:gd name="T5" fmla="*/ 233 h 587"/>
                <a:gd name="T6" fmla="*/ 256 w 659"/>
                <a:gd name="T7" fmla="*/ 257 h 587"/>
                <a:gd name="T8" fmla="*/ 243 w 659"/>
                <a:gd name="T9" fmla="*/ 277 h 587"/>
                <a:gd name="T10" fmla="*/ 227 w 659"/>
                <a:gd name="T11" fmla="*/ 288 h 587"/>
                <a:gd name="T12" fmla="*/ 224 w 659"/>
                <a:gd name="T13" fmla="*/ 297 h 587"/>
                <a:gd name="T14" fmla="*/ 210 w 659"/>
                <a:gd name="T15" fmla="*/ 346 h 587"/>
                <a:gd name="T16" fmla="*/ 176 w 659"/>
                <a:gd name="T17" fmla="*/ 413 h 587"/>
                <a:gd name="T18" fmla="*/ 164 w 659"/>
                <a:gd name="T19" fmla="*/ 438 h 587"/>
                <a:gd name="T20" fmla="*/ 142 w 659"/>
                <a:gd name="T21" fmla="*/ 465 h 587"/>
                <a:gd name="T22" fmla="*/ 117 w 659"/>
                <a:gd name="T23" fmla="*/ 517 h 587"/>
                <a:gd name="T24" fmla="*/ 89 w 659"/>
                <a:gd name="T25" fmla="*/ 549 h 587"/>
                <a:gd name="T26" fmla="*/ 49 w 659"/>
                <a:gd name="T27" fmla="*/ 568 h 587"/>
                <a:gd name="T28" fmla="*/ 8 w 659"/>
                <a:gd name="T29" fmla="*/ 584 h 587"/>
                <a:gd name="T30" fmla="*/ 8 w 659"/>
                <a:gd name="T31" fmla="*/ 581 h 587"/>
                <a:gd name="T32" fmla="*/ 41 w 659"/>
                <a:gd name="T33" fmla="*/ 552 h 587"/>
                <a:gd name="T34" fmla="*/ 81 w 659"/>
                <a:gd name="T35" fmla="*/ 510 h 587"/>
                <a:gd name="T36" fmla="*/ 110 w 659"/>
                <a:gd name="T37" fmla="*/ 465 h 587"/>
                <a:gd name="T38" fmla="*/ 134 w 659"/>
                <a:gd name="T39" fmla="*/ 410 h 587"/>
                <a:gd name="T40" fmla="*/ 157 w 659"/>
                <a:gd name="T41" fmla="*/ 363 h 587"/>
                <a:gd name="T42" fmla="*/ 173 w 659"/>
                <a:gd name="T43" fmla="*/ 332 h 587"/>
                <a:gd name="T44" fmla="*/ 191 w 659"/>
                <a:gd name="T45" fmla="*/ 293 h 587"/>
                <a:gd name="T46" fmla="*/ 226 w 659"/>
                <a:gd name="T47" fmla="*/ 214 h 587"/>
                <a:gd name="T48" fmla="*/ 238 w 659"/>
                <a:gd name="T49" fmla="*/ 189 h 587"/>
                <a:gd name="T50" fmla="*/ 659 w 659"/>
                <a:gd name="T51" fmla="*/ 54 h 587"/>
                <a:gd name="T52" fmla="*/ 644 w 659"/>
                <a:gd name="T53" fmla="*/ 79 h 587"/>
                <a:gd name="T54" fmla="*/ 627 w 659"/>
                <a:gd name="T55" fmla="*/ 124 h 587"/>
                <a:gd name="T56" fmla="*/ 601 w 659"/>
                <a:gd name="T57" fmla="*/ 161 h 587"/>
                <a:gd name="T58" fmla="*/ 561 w 659"/>
                <a:gd name="T59" fmla="*/ 197 h 587"/>
                <a:gd name="T60" fmla="*/ 539 w 659"/>
                <a:gd name="T61" fmla="*/ 227 h 587"/>
                <a:gd name="T62" fmla="*/ 491 w 659"/>
                <a:gd name="T63" fmla="*/ 225 h 587"/>
                <a:gd name="T64" fmla="*/ 534 w 659"/>
                <a:gd name="T65" fmla="*/ 180 h 587"/>
                <a:gd name="T66" fmla="*/ 564 w 659"/>
                <a:gd name="T67" fmla="*/ 151 h 587"/>
                <a:gd name="T68" fmla="*/ 587 w 659"/>
                <a:gd name="T69" fmla="*/ 128 h 587"/>
                <a:gd name="T70" fmla="*/ 609 w 659"/>
                <a:gd name="T71" fmla="*/ 115 h 587"/>
                <a:gd name="T72" fmla="*/ 631 w 659"/>
                <a:gd name="T73" fmla="*/ 87 h 587"/>
                <a:gd name="T74" fmla="*/ 653 w 659"/>
                <a:gd name="T75" fmla="*/ 58 h 587"/>
                <a:gd name="T76" fmla="*/ 434 w 659"/>
                <a:gd name="T77" fmla="*/ 7 h 587"/>
                <a:gd name="T78" fmla="*/ 422 w 659"/>
                <a:gd name="T79" fmla="*/ 41 h 587"/>
                <a:gd name="T80" fmla="*/ 407 w 659"/>
                <a:gd name="T81" fmla="*/ 64 h 587"/>
                <a:gd name="T82" fmla="*/ 403 w 659"/>
                <a:gd name="T83" fmla="*/ 104 h 587"/>
                <a:gd name="T84" fmla="*/ 396 w 659"/>
                <a:gd name="T85" fmla="*/ 131 h 587"/>
                <a:gd name="T86" fmla="*/ 376 w 659"/>
                <a:gd name="T87" fmla="*/ 167 h 587"/>
                <a:gd name="T88" fmla="*/ 357 w 659"/>
                <a:gd name="T89" fmla="*/ 191 h 587"/>
                <a:gd name="T90" fmla="*/ 330 w 659"/>
                <a:gd name="T91" fmla="*/ 201 h 587"/>
                <a:gd name="T92" fmla="*/ 342 w 659"/>
                <a:gd name="T93" fmla="*/ 140 h 587"/>
                <a:gd name="T94" fmla="*/ 385 w 659"/>
                <a:gd name="T95" fmla="*/ 66 h 587"/>
                <a:gd name="T96" fmla="*/ 418 w 659"/>
                <a:gd name="T97" fmla="*/ 13 h 587"/>
                <a:gd name="T98" fmla="*/ 435 w 659"/>
                <a:gd name="T99" fmla="*/ 0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59" h="587">
                  <a:moveTo>
                    <a:pt x="253" y="182"/>
                  </a:moveTo>
                  <a:lnTo>
                    <a:pt x="263" y="187"/>
                  </a:lnTo>
                  <a:lnTo>
                    <a:pt x="270" y="196"/>
                  </a:lnTo>
                  <a:lnTo>
                    <a:pt x="273" y="207"/>
                  </a:lnTo>
                  <a:lnTo>
                    <a:pt x="272" y="212"/>
                  </a:lnTo>
                  <a:lnTo>
                    <a:pt x="270" y="217"/>
                  </a:lnTo>
                  <a:lnTo>
                    <a:pt x="267" y="222"/>
                  </a:lnTo>
                  <a:lnTo>
                    <a:pt x="264" y="228"/>
                  </a:lnTo>
                  <a:lnTo>
                    <a:pt x="261" y="233"/>
                  </a:lnTo>
                  <a:lnTo>
                    <a:pt x="258" y="238"/>
                  </a:lnTo>
                  <a:lnTo>
                    <a:pt x="257" y="248"/>
                  </a:lnTo>
                  <a:lnTo>
                    <a:pt x="256" y="257"/>
                  </a:lnTo>
                  <a:lnTo>
                    <a:pt x="254" y="267"/>
                  </a:lnTo>
                  <a:lnTo>
                    <a:pt x="249" y="274"/>
                  </a:lnTo>
                  <a:lnTo>
                    <a:pt x="243" y="277"/>
                  </a:lnTo>
                  <a:lnTo>
                    <a:pt x="237" y="281"/>
                  </a:lnTo>
                  <a:lnTo>
                    <a:pt x="231" y="283"/>
                  </a:lnTo>
                  <a:lnTo>
                    <a:pt x="227" y="288"/>
                  </a:lnTo>
                  <a:lnTo>
                    <a:pt x="225" y="290"/>
                  </a:lnTo>
                  <a:lnTo>
                    <a:pt x="224" y="294"/>
                  </a:lnTo>
                  <a:lnTo>
                    <a:pt x="224" y="297"/>
                  </a:lnTo>
                  <a:lnTo>
                    <a:pt x="224" y="302"/>
                  </a:lnTo>
                  <a:lnTo>
                    <a:pt x="218" y="324"/>
                  </a:lnTo>
                  <a:lnTo>
                    <a:pt x="210" y="346"/>
                  </a:lnTo>
                  <a:lnTo>
                    <a:pt x="204" y="358"/>
                  </a:lnTo>
                  <a:lnTo>
                    <a:pt x="189" y="385"/>
                  </a:lnTo>
                  <a:lnTo>
                    <a:pt x="176" y="413"/>
                  </a:lnTo>
                  <a:lnTo>
                    <a:pt x="172" y="423"/>
                  </a:lnTo>
                  <a:lnTo>
                    <a:pt x="168" y="433"/>
                  </a:lnTo>
                  <a:lnTo>
                    <a:pt x="164" y="438"/>
                  </a:lnTo>
                  <a:lnTo>
                    <a:pt x="160" y="443"/>
                  </a:lnTo>
                  <a:lnTo>
                    <a:pt x="156" y="448"/>
                  </a:lnTo>
                  <a:lnTo>
                    <a:pt x="142" y="465"/>
                  </a:lnTo>
                  <a:lnTo>
                    <a:pt x="132" y="484"/>
                  </a:lnTo>
                  <a:lnTo>
                    <a:pt x="124" y="500"/>
                  </a:lnTo>
                  <a:lnTo>
                    <a:pt x="117" y="517"/>
                  </a:lnTo>
                  <a:lnTo>
                    <a:pt x="107" y="533"/>
                  </a:lnTo>
                  <a:lnTo>
                    <a:pt x="96" y="545"/>
                  </a:lnTo>
                  <a:lnTo>
                    <a:pt x="89" y="549"/>
                  </a:lnTo>
                  <a:lnTo>
                    <a:pt x="79" y="554"/>
                  </a:lnTo>
                  <a:lnTo>
                    <a:pt x="64" y="560"/>
                  </a:lnTo>
                  <a:lnTo>
                    <a:pt x="49" y="568"/>
                  </a:lnTo>
                  <a:lnTo>
                    <a:pt x="33" y="574"/>
                  </a:lnTo>
                  <a:lnTo>
                    <a:pt x="20" y="579"/>
                  </a:lnTo>
                  <a:lnTo>
                    <a:pt x="8" y="584"/>
                  </a:lnTo>
                  <a:lnTo>
                    <a:pt x="0" y="587"/>
                  </a:lnTo>
                  <a:lnTo>
                    <a:pt x="2" y="585"/>
                  </a:lnTo>
                  <a:lnTo>
                    <a:pt x="8" y="581"/>
                  </a:lnTo>
                  <a:lnTo>
                    <a:pt x="17" y="573"/>
                  </a:lnTo>
                  <a:lnTo>
                    <a:pt x="28" y="564"/>
                  </a:lnTo>
                  <a:lnTo>
                    <a:pt x="41" y="552"/>
                  </a:lnTo>
                  <a:lnTo>
                    <a:pt x="55" y="539"/>
                  </a:lnTo>
                  <a:lnTo>
                    <a:pt x="68" y="526"/>
                  </a:lnTo>
                  <a:lnTo>
                    <a:pt x="81" y="510"/>
                  </a:lnTo>
                  <a:lnTo>
                    <a:pt x="94" y="494"/>
                  </a:lnTo>
                  <a:lnTo>
                    <a:pt x="103" y="478"/>
                  </a:lnTo>
                  <a:lnTo>
                    <a:pt x="110" y="465"/>
                  </a:lnTo>
                  <a:lnTo>
                    <a:pt x="117" y="448"/>
                  </a:lnTo>
                  <a:lnTo>
                    <a:pt x="125" y="429"/>
                  </a:lnTo>
                  <a:lnTo>
                    <a:pt x="134" y="410"/>
                  </a:lnTo>
                  <a:lnTo>
                    <a:pt x="142" y="391"/>
                  </a:lnTo>
                  <a:lnTo>
                    <a:pt x="151" y="376"/>
                  </a:lnTo>
                  <a:lnTo>
                    <a:pt x="157" y="363"/>
                  </a:lnTo>
                  <a:lnTo>
                    <a:pt x="163" y="352"/>
                  </a:lnTo>
                  <a:lnTo>
                    <a:pt x="168" y="343"/>
                  </a:lnTo>
                  <a:lnTo>
                    <a:pt x="173" y="332"/>
                  </a:lnTo>
                  <a:lnTo>
                    <a:pt x="177" y="322"/>
                  </a:lnTo>
                  <a:lnTo>
                    <a:pt x="183" y="308"/>
                  </a:lnTo>
                  <a:lnTo>
                    <a:pt x="191" y="293"/>
                  </a:lnTo>
                  <a:lnTo>
                    <a:pt x="199" y="274"/>
                  </a:lnTo>
                  <a:lnTo>
                    <a:pt x="213" y="244"/>
                  </a:lnTo>
                  <a:lnTo>
                    <a:pt x="226" y="214"/>
                  </a:lnTo>
                  <a:lnTo>
                    <a:pt x="229" y="207"/>
                  </a:lnTo>
                  <a:lnTo>
                    <a:pt x="233" y="197"/>
                  </a:lnTo>
                  <a:lnTo>
                    <a:pt x="238" y="189"/>
                  </a:lnTo>
                  <a:lnTo>
                    <a:pt x="245" y="183"/>
                  </a:lnTo>
                  <a:lnTo>
                    <a:pt x="253" y="182"/>
                  </a:lnTo>
                  <a:close/>
                  <a:moveTo>
                    <a:pt x="659" y="54"/>
                  </a:moveTo>
                  <a:lnTo>
                    <a:pt x="656" y="59"/>
                  </a:lnTo>
                  <a:lnTo>
                    <a:pt x="649" y="67"/>
                  </a:lnTo>
                  <a:lnTo>
                    <a:pt x="644" y="79"/>
                  </a:lnTo>
                  <a:lnTo>
                    <a:pt x="637" y="94"/>
                  </a:lnTo>
                  <a:lnTo>
                    <a:pt x="631" y="110"/>
                  </a:lnTo>
                  <a:lnTo>
                    <a:pt x="627" y="124"/>
                  </a:lnTo>
                  <a:lnTo>
                    <a:pt x="621" y="138"/>
                  </a:lnTo>
                  <a:lnTo>
                    <a:pt x="613" y="150"/>
                  </a:lnTo>
                  <a:lnTo>
                    <a:pt x="601" y="161"/>
                  </a:lnTo>
                  <a:lnTo>
                    <a:pt x="584" y="175"/>
                  </a:lnTo>
                  <a:lnTo>
                    <a:pt x="570" y="187"/>
                  </a:lnTo>
                  <a:lnTo>
                    <a:pt x="561" y="197"/>
                  </a:lnTo>
                  <a:lnTo>
                    <a:pt x="554" y="207"/>
                  </a:lnTo>
                  <a:lnTo>
                    <a:pt x="548" y="217"/>
                  </a:lnTo>
                  <a:lnTo>
                    <a:pt x="539" y="227"/>
                  </a:lnTo>
                  <a:lnTo>
                    <a:pt x="533" y="235"/>
                  </a:lnTo>
                  <a:lnTo>
                    <a:pt x="513" y="230"/>
                  </a:lnTo>
                  <a:lnTo>
                    <a:pt x="491" y="225"/>
                  </a:lnTo>
                  <a:lnTo>
                    <a:pt x="508" y="210"/>
                  </a:lnTo>
                  <a:lnTo>
                    <a:pt x="526" y="190"/>
                  </a:lnTo>
                  <a:lnTo>
                    <a:pt x="534" y="180"/>
                  </a:lnTo>
                  <a:lnTo>
                    <a:pt x="545" y="170"/>
                  </a:lnTo>
                  <a:lnTo>
                    <a:pt x="554" y="160"/>
                  </a:lnTo>
                  <a:lnTo>
                    <a:pt x="564" y="151"/>
                  </a:lnTo>
                  <a:lnTo>
                    <a:pt x="570" y="144"/>
                  </a:lnTo>
                  <a:lnTo>
                    <a:pt x="580" y="135"/>
                  </a:lnTo>
                  <a:lnTo>
                    <a:pt x="587" y="128"/>
                  </a:lnTo>
                  <a:lnTo>
                    <a:pt x="595" y="124"/>
                  </a:lnTo>
                  <a:lnTo>
                    <a:pt x="602" y="121"/>
                  </a:lnTo>
                  <a:lnTo>
                    <a:pt x="609" y="115"/>
                  </a:lnTo>
                  <a:lnTo>
                    <a:pt x="617" y="106"/>
                  </a:lnTo>
                  <a:lnTo>
                    <a:pt x="624" y="97"/>
                  </a:lnTo>
                  <a:lnTo>
                    <a:pt x="631" y="87"/>
                  </a:lnTo>
                  <a:lnTo>
                    <a:pt x="639" y="77"/>
                  </a:lnTo>
                  <a:lnTo>
                    <a:pt x="646" y="65"/>
                  </a:lnTo>
                  <a:lnTo>
                    <a:pt x="653" y="58"/>
                  </a:lnTo>
                  <a:lnTo>
                    <a:pt x="659" y="54"/>
                  </a:lnTo>
                  <a:close/>
                  <a:moveTo>
                    <a:pt x="435" y="0"/>
                  </a:moveTo>
                  <a:lnTo>
                    <a:pt x="434" y="7"/>
                  </a:lnTo>
                  <a:lnTo>
                    <a:pt x="432" y="16"/>
                  </a:lnTo>
                  <a:lnTo>
                    <a:pt x="429" y="29"/>
                  </a:lnTo>
                  <a:lnTo>
                    <a:pt x="422" y="41"/>
                  </a:lnTo>
                  <a:lnTo>
                    <a:pt x="417" y="50"/>
                  </a:lnTo>
                  <a:lnTo>
                    <a:pt x="412" y="57"/>
                  </a:lnTo>
                  <a:lnTo>
                    <a:pt x="407" y="64"/>
                  </a:lnTo>
                  <a:lnTo>
                    <a:pt x="405" y="75"/>
                  </a:lnTo>
                  <a:lnTo>
                    <a:pt x="404" y="89"/>
                  </a:lnTo>
                  <a:lnTo>
                    <a:pt x="403" y="104"/>
                  </a:lnTo>
                  <a:lnTo>
                    <a:pt x="402" y="114"/>
                  </a:lnTo>
                  <a:lnTo>
                    <a:pt x="399" y="122"/>
                  </a:lnTo>
                  <a:lnTo>
                    <a:pt x="396" y="131"/>
                  </a:lnTo>
                  <a:lnTo>
                    <a:pt x="392" y="142"/>
                  </a:lnTo>
                  <a:lnTo>
                    <a:pt x="384" y="156"/>
                  </a:lnTo>
                  <a:lnTo>
                    <a:pt x="376" y="167"/>
                  </a:lnTo>
                  <a:lnTo>
                    <a:pt x="367" y="177"/>
                  </a:lnTo>
                  <a:lnTo>
                    <a:pt x="360" y="184"/>
                  </a:lnTo>
                  <a:lnTo>
                    <a:pt x="357" y="191"/>
                  </a:lnTo>
                  <a:lnTo>
                    <a:pt x="355" y="199"/>
                  </a:lnTo>
                  <a:lnTo>
                    <a:pt x="354" y="210"/>
                  </a:lnTo>
                  <a:lnTo>
                    <a:pt x="330" y="201"/>
                  </a:lnTo>
                  <a:lnTo>
                    <a:pt x="312" y="195"/>
                  </a:lnTo>
                  <a:lnTo>
                    <a:pt x="327" y="167"/>
                  </a:lnTo>
                  <a:lnTo>
                    <a:pt x="342" y="140"/>
                  </a:lnTo>
                  <a:lnTo>
                    <a:pt x="357" y="114"/>
                  </a:lnTo>
                  <a:lnTo>
                    <a:pt x="372" y="89"/>
                  </a:lnTo>
                  <a:lnTo>
                    <a:pt x="385" y="66"/>
                  </a:lnTo>
                  <a:lnTo>
                    <a:pt x="398" y="45"/>
                  </a:lnTo>
                  <a:lnTo>
                    <a:pt x="408" y="27"/>
                  </a:lnTo>
                  <a:lnTo>
                    <a:pt x="418" y="13"/>
                  </a:lnTo>
                  <a:lnTo>
                    <a:pt x="425" y="5"/>
                  </a:lnTo>
                  <a:lnTo>
                    <a:pt x="431" y="1"/>
                  </a:lnTo>
                  <a:lnTo>
                    <a:pt x="43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17" name="Freeform 20">
              <a:extLst>
                <a:ext uri="{FF2B5EF4-FFF2-40B4-BE49-F238E27FC236}">
                  <a16:creationId xmlns:a16="http://schemas.microsoft.com/office/drawing/2014/main" id="{E9CD220F-87EF-4DDC-826A-03C3A78BD028}"/>
                </a:ext>
              </a:extLst>
            </p:cNvPr>
            <p:cNvSpPr>
              <a:spLocks/>
            </p:cNvSpPr>
            <p:nvPr/>
          </p:nvSpPr>
          <p:spPr bwMode="auto">
            <a:xfrm>
              <a:off x="2019301" y="2235201"/>
              <a:ext cx="292100" cy="152400"/>
            </a:xfrm>
            <a:custGeom>
              <a:avLst/>
              <a:gdLst>
                <a:gd name="T0" fmla="*/ 1220 w 1293"/>
                <a:gd name="T1" fmla="*/ 3 h 673"/>
                <a:gd name="T2" fmla="*/ 1293 w 1293"/>
                <a:gd name="T3" fmla="*/ 10 h 673"/>
                <a:gd name="T4" fmla="*/ 1293 w 1293"/>
                <a:gd name="T5" fmla="*/ 25 h 673"/>
                <a:gd name="T6" fmla="*/ 1293 w 1293"/>
                <a:gd name="T7" fmla="*/ 338 h 673"/>
                <a:gd name="T8" fmla="*/ 1293 w 1293"/>
                <a:gd name="T9" fmla="*/ 427 h 673"/>
                <a:gd name="T10" fmla="*/ 1293 w 1293"/>
                <a:gd name="T11" fmla="*/ 612 h 673"/>
                <a:gd name="T12" fmla="*/ 1293 w 1293"/>
                <a:gd name="T13" fmla="*/ 655 h 673"/>
                <a:gd name="T14" fmla="*/ 1293 w 1293"/>
                <a:gd name="T15" fmla="*/ 673 h 673"/>
                <a:gd name="T16" fmla="*/ 0 w 1293"/>
                <a:gd name="T17" fmla="*/ 471 h 673"/>
                <a:gd name="T18" fmla="*/ 71 w 1293"/>
                <a:gd name="T19" fmla="*/ 417 h 673"/>
                <a:gd name="T20" fmla="*/ 88 w 1293"/>
                <a:gd name="T21" fmla="*/ 427 h 673"/>
                <a:gd name="T22" fmla="*/ 119 w 1293"/>
                <a:gd name="T23" fmla="*/ 443 h 673"/>
                <a:gd name="T24" fmla="*/ 161 w 1293"/>
                <a:gd name="T25" fmla="*/ 461 h 673"/>
                <a:gd name="T26" fmla="*/ 209 w 1293"/>
                <a:gd name="T27" fmla="*/ 478 h 673"/>
                <a:gd name="T28" fmla="*/ 260 w 1293"/>
                <a:gd name="T29" fmla="*/ 490 h 673"/>
                <a:gd name="T30" fmla="*/ 311 w 1293"/>
                <a:gd name="T31" fmla="*/ 496 h 673"/>
                <a:gd name="T32" fmla="*/ 357 w 1293"/>
                <a:gd name="T33" fmla="*/ 489 h 673"/>
                <a:gd name="T34" fmla="*/ 396 w 1293"/>
                <a:gd name="T35" fmla="*/ 467 h 673"/>
                <a:gd name="T36" fmla="*/ 455 w 1293"/>
                <a:gd name="T37" fmla="*/ 427 h 673"/>
                <a:gd name="T38" fmla="*/ 518 w 1293"/>
                <a:gd name="T39" fmla="*/ 405 h 673"/>
                <a:gd name="T40" fmla="*/ 581 w 1293"/>
                <a:gd name="T41" fmla="*/ 395 h 673"/>
                <a:gd name="T42" fmla="*/ 641 w 1293"/>
                <a:gd name="T43" fmla="*/ 394 h 673"/>
                <a:gd name="T44" fmla="*/ 695 w 1293"/>
                <a:gd name="T45" fmla="*/ 394 h 673"/>
                <a:gd name="T46" fmla="*/ 736 w 1293"/>
                <a:gd name="T47" fmla="*/ 391 h 673"/>
                <a:gd name="T48" fmla="*/ 758 w 1293"/>
                <a:gd name="T49" fmla="*/ 379 h 673"/>
                <a:gd name="T50" fmla="*/ 770 w 1293"/>
                <a:gd name="T51" fmla="*/ 361 h 673"/>
                <a:gd name="T52" fmla="*/ 779 w 1293"/>
                <a:gd name="T53" fmla="*/ 339 h 673"/>
                <a:gd name="T54" fmla="*/ 790 w 1293"/>
                <a:gd name="T55" fmla="*/ 317 h 673"/>
                <a:gd name="T56" fmla="*/ 811 w 1293"/>
                <a:gd name="T57" fmla="*/ 296 h 673"/>
                <a:gd name="T58" fmla="*/ 849 w 1293"/>
                <a:gd name="T59" fmla="*/ 279 h 673"/>
                <a:gd name="T60" fmla="*/ 869 w 1293"/>
                <a:gd name="T61" fmla="*/ 267 h 673"/>
                <a:gd name="T62" fmla="*/ 891 w 1293"/>
                <a:gd name="T63" fmla="*/ 247 h 673"/>
                <a:gd name="T64" fmla="*/ 915 w 1293"/>
                <a:gd name="T65" fmla="*/ 225 h 673"/>
                <a:gd name="T66" fmla="*/ 943 w 1293"/>
                <a:gd name="T67" fmla="*/ 204 h 673"/>
                <a:gd name="T68" fmla="*/ 978 w 1293"/>
                <a:gd name="T69" fmla="*/ 189 h 673"/>
                <a:gd name="T70" fmla="*/ 1021 w 1293"/>
                <a:gd name="T71" fmla="*/ 186 h 673"/>
                <a:gd name="T72" fmla="*/ 1050 w 1293"/>
                <a:gd name="T73" fmla="*/ 189 h 673"/>
                <a:gd name="T74" fmla="*/ 1052 w 1293"/>
                <a:gd name="T75" fmla="*/ 179 h 673"/>
                <a:gd name="T76" fmla="*/ 1049 w 1293"/>
                <a:gd name="T77" fmla="*/ 161 h 673"/>
                <a:gd name="T78" fmla="*/ 1046 w 1293"/>
                <a:gd name="T79" fmla="*/ 141 h 673"/>
                <a:gd name="T80" fmla="*/ 1049 w 1293"/>
                <a:gd name="T81" fmla="*/ 124 h 673"/>
                <a:gd name="T82" fmla="*/ 1066 w 1293"/>
                <a:gd name="T83" fmla="*/ 111 h 673"/>
                <a:gd name="T84" fmla="*/ 997 w 1293"/>
                <a:gd name="T85" fmla="*/ 57 h 673"/>
                <a:gd name="T86" fmla="*/ 1034 w 1293"/>
                <a:gd name="T87" fmla="*/ 53 h 673"/>
                <a:gd name="T88" fmla="*/ 1071 w 1293"/>
                <a:gd name="T89" fmla="*/ 59 h 673"/>
                <a:gd name="T90" fmla="*/ 1109 w 1293"/>
                <a:gd name="T91" fmla="*/ 63 h 673"/>
                <a:gd name="T92" fmla="*/ 1149 w 1293"/>
                <a:gd name="T93" fmla="*/ 54 h 673"/>
                <a:gd name="T94" fmla="*/ 1157 w 1293"/>
                <a:gd name="T95" fmla="*/ 46 h 673"/>
                <a:gd name="T96" fmla="*/ 1160 w 1293"/>
                <a:gd name="T97" fmla="*/ 31 h 673"/>
                <a:gd name="T98" fmla="*/ 1171 w 1293"/>
                <a:gd name="T99" fmla="*/ 12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93" h="673">
                  <a:moveTo>
                    <a:pt x="1184" y="0"/>
                  </a:moveTo>
                  <a:lnTo>
                    <a:pt x="1220" y="3"/>
                  </a:lnTo>
                  <a:lnTo>
                    <a:pt x="1258" y="6"/>
                  </a:lnTo>
                  <a:lnTo>
                    <a:pt x="1293" y="10"/>
                  </a:lnTo>
                  <a:lnTo>
                    <a:pt x="1293" y="14"/>
                  </a:lnTo>
                  <a:lnTo>
                    <a:pt x="1293" y="25"/>
                  </a:lnTo>
                  <a:lnTo>
                    <a:pt x="1293" y="43"/>
                  </a:lnTo>
                  <a:lnTo>
                    <a:pt x="1293" y="338"/>
                  </a:lnTo>
                  <a:lnTo>
                    <a:pt x="1293" y="382"/>
                  </a:lnTo>
                  <a:lnTo>
                    <a:pt x="1293" y="427"/>
                  </a:lnTo>
                  <a:lnTo>
                    <a:pt x="1293" y="469"/>
                  </a:lnTo>
                  <a:lnTo>
                    <a:pt x="1293" y="612"/>
                  </a:lnTo>
                  <a:lnTo>
                    <a:pt x="1293" y="636"/>
                  </a:lnTo>
                  <a:lnTo>
                    <a:pt x="1293" y="655"/>
                  </a:lnTo>
                  <a:lnTo>
                    <a:pt x="1293" y="668"/>
                  </a:lnTo>
                  <a:lnTo>
                    <a:pt x="1293" y="673"/>
                  </a:lnTo>
                  <a:lnTo>
                    <a:pt x="0" y="673"/>
                  </a:lnTo>
                  <a:lnTo>
                    <a:pt x="0" y="471"/>
                  </a:lnTo>
                  <a:lnTo>
                    <a:pt x="69" y="416"/>
                  </a:lnTo>
                  <a:lnTo>
                    <a:pt x="71" y="417"/>
                  </a:lnTo>
                  <a:lnTo>
                    <a:pt x="77" y="422"/>
                  </a:lnTo>
                  <a:lnTo>
                    <a:pt x="88" y="427"/>
                  </a:lnTo>
                  <a:lnTo>
                    <a:pt x="102" y="434"/>
                  </a:lnTo>
                  <a:lnTo>
                    <a:pt x="119" y="443"/>
                  </a:lnTo>
                  <a:lnTo>
                    <a:pt x="138" y="451"/>
                  </a:lnTo>
                  <a:lnTo>
                    <a:pt x="161" y="461"/>
                  </a:lnTo>
                  <a:lnTo>
                    <a:pt x="184" y="470"/>
                  </a:lnTo>
                  <a:lnTo>
                    <a:pt x="209" y="478"/>
                  </a:lnTo>
                  <a:lnTo>
                    <a:pt x="235" y="485"/>
                  </a:lnTo>
                  <a:lnTo>
                    <a:pt x="260" y="490"/>
                  </a:lnTo>
                  <a:lnTo>
                    <a:pt x="285" y="494"/>
                  </a:lnTo>
                  <a:lnTo>
                    <a:pt x="311" y="496"/>
                  </a:lnTo>
                  <a:lnTo>
                    <a:pt x="335" y="493"/>
                  </a:lnTo>
                  <a:lnTo>
                    <a:pt x="357" y="489"/>
                  </a:lnTo>
                  <a:lnTo>
                    <a:pt x="377" y="480"/>
                  </a:lnTo>
                  <a:lnTo>
                    <a:pt x="396" y="467"/>
                  </a:lnTo>
                  <a:lnTo>
                    <a:pt x="425" y="444"/>
                  </a:lnTo>
                  <a:lnTo>
                    <a:pt x="455" y="427"/>
                  </a:lnTo>
                  <a:lnTo>
                    <a:pt x="486" y="413"/>
                  </a:lnTo>
                  <a:lnTo>
                    <a:pt x="518" y="405"/>
                  </a:lnTo>
                  <a:lnTo>
                    <a:pt x="549" y="398"/>
                  </a:lnTo>
                  <a:lnTo>
                    <a:pt x="581" y="395"/>
                  </a:lnTo>
                  <a:lnTo>
                    <a:pt x="612" y="394"/>
                  </a:lnTo>
                  <a:lnTo>
                    <a:pt x="641" y="394"/>
                  </a:lnTo>
                  <a:lnTo>
                    <a:pt x="669" y="394"/>
                  </a:lnTo>
                  <a:lnTo>
                    <a:pt x="695" y="394"/>
                  </a:lnTo>
                  <a:lnTo>
                    <a:pt x="719" y="393"/>
                  </a:lnTo>
                  <a:lnTo>
                    <a:pt x="736" y="391"/>
                  </a:lnTo>
                  <a:lnTo>
                    <a:pt x="749" y="386"/>
                  </a:lnTo>
                  <a:lnTo>
                    <a:pt x="758" y="379"/>
                  </a:lnTo>
                  <a:lnTo>
                    <a:pt x="765" y="371"/>
                  </a:lnTo>
                  <a:lnTo>
                    <a:pt x="770" y="361"/>
                  </a:lnTo>
                  <a:lnTo>
                    <a:pt x="774" y="351"/>
                  </a:lnTo>
                  <a:lnTo>
                    <a:pt x="779" y="339"/>
                  </a:lnTo>
                  <a:lnTo>
                    <a:pt x="783" y="329"/>
                  </a:lnTo>
                  <a:lnTo>
                    <a:pt x="790" y="317"/>
                  </a:lnTo>
                  <a:lnTo>
                    <a:pt x="799" y="306"/>
                  </a:lnTo>
                  <a:lnTo>
                    <a:pt x="811" y="296"/>
                  </a:lnTo>
                  <a:lnTo>
                    <a:pt x="828" y="286"/>
                  </a:lnTo>
                  <a:lnTo>
                    <a:pt x="849" y="279"/>
                  </a:lnTo>
                  <a:lnTo>
                    <a:pt x="859" y="275"/>
                  </a:lnTo>
                  <a:lnTo>
                    <a:pt x="869" y="267"/>
                  </a:lnTo>
                  <a:lnTo>
                    <a:pt x="879" y="258"/>
                  </a:lnTo>
                  <a:lnTo>
                    <a:pt x="891" y="247"/>
                  </a:lnTo>
                  <a:lnTo>
                    <a:pt x="902" y="237"/>
                  </a:lnTo>
                  <a:lnTo>
                    <a:pt x="915" y="225"/>
                  </a:lnTo>
                  <a:lnTo>
                    <a:pt x="927" y="213"/>
                  </a:lnTo>
                  <a:lnTo>
                    <a:pt x="943" y="204"/>
                  </a:lnTo>
                  <a:lnTo>
                    <a:pt x="960" y="196"/>
                  </a:lnTo>
                  <a:lnTo>
                    <a:pt x="978" y="189"/>
                  </a:lnTo>
                  <a:lnTo>
                    <a:pt x="999" y="185"/>
                  </a:lnTo>
                  <a:lnTo>
                    <a:pt x="1021" y="186"/>
                  </a:lnTo>
                  <a:lnTo>
                    <a:pt x="1047" y="190"/>
                  </a:lnTo>
                  <a:lnTo>
                    <a:pt x="1050" y="189"/>
                  </a:lnTo>
                  <a:lnTo>
                    <a:pt x="1052" y="185"/>
                  </a:lnTo>
                  <a:lnTo>
                    <a:pt x="1052" y="179"/>
                  </a:lnTo>
                  <a:lnTo>
                    <a:pt x="1050" y="170"/>
                  </a:lnTo>
                  <a:lnTo>
                    <a:pt x="1049" y="161"/>
                  </a:lnTo>
                  <a:lnTo>
                    <a:pt x="1047" y="150"/>
                  </a:lnTo>
                  <a:lnTo>
                    <a:pt x="1046" y="141"/>
                  </a:lnTo>
                  <a:lnTo>
                    <a:pt x="1047" y="131"/>
                  </a:lnTo>
                  <a:lnTo>
                    <a:pt x="1049" y="124"/>
                  </a:lnTo>
                  <a:lnTo>
                    <a:pt x="1054" y="117"/>
                  </a:lnTo>
                  <a:lnTo>
                    <a:pt x="1066" y="111"/>
                  </a:lnTo>
                  <a:lnTo>
                    <a:pt x="1077" y="107"/>
                  </a:lnTo>
                  <a:lnTo>
                    <a:pt x="997" y="57"/>
                  </a:lnTo>
                  <a:lnTo>
                    <a:pt x="1015" y="53"/>
                  </a:lnTo>
                  <a:lnTo>
                    <a:pt x="1034" y="53"/>
                  </a:lnTo>
                  <a:lnTo>
                    <a:pt x="1052" y="55"/>
                  </a:lnTo>
                  <a:lnTo>
                    <a:pt x="1071" y="59"/>
                  </a:lnTo>
                  <a:lnTo>
                    <a:pt x="1090" y="62"/>
                  </a:lnTo>
                  <a:lnTo>
                    <a:pt x="1109" y="63"/>
                  </a:lnTo>
                  <a:lnTo>
                    <a:pt x="1129" y="61"/>
                  </a:lnTo>
                  <a:lnTo>
                    <a:pt x="1149" y="54"/>
                  </a:lnTo>
                  <a:lnTo>
                    <a:pt x="1154" y="50"/>
                  </a:lnTo>
                  <a:lnTo>
                    <a:pt x="1157" y="46"/>
                  </a:lnTo>
                  <a:lnTo>
                    <a:pt x="1158" y="39"/>
                  </a:lnTo>
                  <a:lnTo>
                    <a:pt x="1160" y="31"/>
                  </a:lnTo>
                  <a:lnTo>
                    <a:pt x="1164" y="22"/>
                  </a:lnTo>
                  <a:lnTo>
                    <a:pt x="1171" y="12"/>
                  </a:lnTo>
                  <a:lnTo>
                    <a:pt x="1184" y="0"/>
                  </a:lnTo>
                  <a:close/>
                </a:path>
              </a:pathLst>
            </a:custGeom>
            <a:solidFill>
              <a:srgbClr val="2B945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418" name="Group 417">
            <a:extLst>
              <a:ext uri="{FF2B5EF4-FFF2-40B4-BE49-F238E27FC236}">
                <a16:creationId xmlns:a16="http://schemas.microsoft.com/office/drawing/2014/main" id="{A89005B8-F35C-4CA1-8340-62ABFE032CF6}"/>
              </a:ext>
            </a:extLst>
          </p:cNvPr>
          <p:cNvGrpSpPr>
            <a:grpSpLocks noChangeAspect="1"/>
          </p:cNvGrpSpPr>
          <p:nvPr/>
        </p:nvGrpSpPr>
        <p:grpSpPr>
          <a:xfrm>
            <a:off x="2781358" y="4501057"/>
            <a:ext cx="580953" cy="457200"/>
            <a:chOff x="2957513" y="2043113"/>
            <a:chExt cx="536575" cy="422275"/>
          </a:xfrm>
        </p:grpSpPr>
        <p:sp useBgFill="1">
          <p:nvSpPr>
            <p:cNvPr id="419" name="Freeform 25">
              <a:extLst>
                <a:ext uri="{FF2B5EF4-FFF2-40B4-BE49-F238E27FC236}">
                  <a16:creationId xmlns:a16="http://schemas.microsoft.com/office/drawing/2014/main" id="{65839440-7C06-44AA-B732-91847E741B75}"/>
                </a:ext>
              </a:extLst>
            </p:cNvPr>
            <p:cNvSpPr>
              <a:spLocks/>
            </p:cNvSpPr>
            <p:nvPr/>
          </p:nvSpPr>
          <p:spPr bwMode="auto">
            <a:xfrm>
              <a:off x="2957513" y="2043113"/>
              <a:ext cx="536575" cy="422275"/>
            </a:xfrm>
            <a:custGeom>
              <a:avLst/>
              <a:gdLst>
                <a:gd name="T0" fmla="*/ 113 w 2362"/>
                <a:gd name="T1" fmla="*/ 0 h 1856"/>
                <a:gd name="T2" fmla="*/ 2249 w 2362"/>
                <a:gd name="T3" fmla="*/ 0 h 1856"/>
                <a:gd name="T4" fmla="*/ 2275 w 2362"/>
                <a:gd name="T5" fmla="*/ 3 h 1856"/>
                <a:gd name="T6" fmla="*/ 2299 w 2362"/>
                <a:gd name="T7" fmla="*/ 12 h 1856"/>
                <a:gd name="T8" fmla="*/ 2320 w 2362"/>
                <a:gd name="T9" fmla="*/ 25 h 1856"/>
                <a:gd name="T10" fmla="*/ 2337 w 2362"/>
                <a:gd name="T11" fmla="*/ 42 h 1856"/>
                <a:gd name="T12" fmla="*/ 2350 w 2362"/>
                <a:gd name="T13" fmla="*/ 63 h 1856"/>
                <a:gd name="T14" fmla="*/ 2359 w 2362"/>
                <a:gd name="T15" fmla="*/ 87 h 1856"/>
                <a:gd name="T16" fmla="*/ 2362 w 2362"/>
                <a:gd name="T17" fmla="*/ 113 h 1856"/>
                <a:gd name="T18" fmla="*/ 2362 w 2362"/>
                <a:gd name="T19" fmla="*/ 1743 h 1856"/>
                <a:gd name="T20" fmla="*/ 2359 w 2362"/>
                <a:gd name="T21" fmla="*/ 1769 h 1856"/>
                <a:gd name="T22" fmla="*/ 2350 w 2362"/>
                <a:gd name="T23" fmla="*/ 1793 h 1856"/>
                <a:gd name="T24" fmla="*/ 2337 w 2362"/>
                <a:gd name="T25" fmla="*/ 1814 h 1856"/>
                <a:gd name="T26" fmla="*/ 2320 w 2362"/>
                <a:gd name="T27" fmla="*/ 1831 h 1856"/>
                <a:gd name="T28" fmla="*/ 2299 w 2362"/>
                <a:gd name="T29" fmla="*/ 1844 h 1856"/>
                <a:gd name="T30" fmla="*/ 2275 w 2362"/>
                <a:gd name="T31" fmla="*/ 1853 h 1856"/>
                <a:gd name="T32" fmla="*/ 2249 w 2362"/>
                <a:gd name="T33" fmla="*/ 1856 h 1856"/>
                <a:gd name="T34" fmla="*/ 113 w 2362"/>
                <a:gd name="T35" fmla="*/ 1856 h 1856"/>
                <a:gd name="T36" fmla="*/ 87 w 2362"/>
                <a:gd name="T37" fmla="*/ 1853 h 1856"/>
                <a:gd name="T38" fmla="*/ 63 w 2362"/>
                <a:gd name="T39" fmla="*/ 1844 h 1856"/>
                <a:gd name="T40" fmla="*/ 42 w 2362"/>
                <a:gd name="T41" fmla="*/ 1831 h 1856"/>
                <a:gd name="T42" fmla="*/ 25 w 2362"/>
                <a:gd name="T43" fmla="*/ 1814 h 1856"/>
                <a:gd name="T44" fmla="*/ 12 w 2362"/>
                <a:gd name="T45" fmla="*/ 1793 h 1856"/>
                <a:gd name="T46" fmla="*/ 3 w 2362"/>
                <a:gd name="T47" fmla="*/ 1769 h 1856"/>
                <a:gd name="T48" fmla="*/ 0 w 2362"/>
                <a:gd name="T49" fmla="*/ 1743 h 1856"/>
                <a:gd name="T50" fmla="*/ 0 w 2362"/>
                <a:gd name="T51" fmla="*/ 113 h 1856"/>
                <a:gd name="T52" fmla="*/ 3 w 2362"/>
                <a:gd name="T53" fmla="*/ 87 h 1856"/>
                <a:gd name="T54" fmla="*/ 12 w 2362"/>
                <a:gd name="T55" fmla="*/ 63 h 1856"/>
                <a:gd name="T56" fmla="*/ 25 w 2362"/>
                <a:gd name="T57" fmla="*/ 42 h 1856"/>
                <a:gd name="T58" fmla="*/ 42 w 2362"/>
                <a:gd name="T59" fmla="*/ 25 h 1856"/>
                <a:gd name="T60" fmla="*/ 63 w 2362"/>
                <a:gd name="T61" fmla="*/ 12 h 1856"/>
                <a:gd name="T62" fmla="*/ 87 w 2362"/>
                <a:gd name="T63" fmla="*/ 3 h 1856"/>
                <a:gd name="T64" fmla="*/ 113 w 2362"/>
                <a:gd name="T65" fmla="*/ 0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56">
                  <a:moveTo>
                    <a:pt x="113" y="0"/>
                  </a:moveTo>
                  <a:lnTo>
                    <a:pt x="2249" y="0"/>
                  </a:lnTo>
                  <a:lnTo>
                    <a:pt x="2275" y="3"/>
                  </a:lnTo>
                  <a:lnTo>
                    <a:pt x="2299" y="12"/>
                  </a:lnTo>
                  <a:lnTo>
                    <a:pt x="2320" y="25"/>
                  </a:lnTo>
                  <a:lnTo>
                    <a:pt x="2337" y="42"/>
                  </a:lnTo>
                  <a:lnTo>
                    <a:pt x="2350" y="63"/>
                  </a:lnTo>
                  <a:lnTo>
                    <a:pt x="2359" y="87"/>
                  </a:lnTo>
                  <a:lnTo>
                    <a:pt x="2362" y="113"/>
                  </a:lnTo>
                  <a:lnTo>
                    <a:pt x="2362" y="1743"/>
                  </a:lnTo>
                  <a:lnTo>
                    <a:pt x="2359" y="1769"/>
                  </a:lnTo>
                  <a:lnTo>
                    <a:pt x="2350" y="1793"/>
                  </a:lnTo>
                  <a:lnTo>
                    <a:pt x="2337" y="1814"/>
                  </a:lnTo>
                  <a:lnTo>
                    <a:pt x="2320" y="1831"/>
                  </a:lnTo>
                  <a:lnTo>
                    <a:pt x="2299" y="1844"/>
                  </a:lnTo>
                  <a:lnTo>
                    <a:pt x="2275" y="1853"/>
                  </a:lnTo>
                  <a:lnTo>
                    <a:pt x="2249" y="1856"/>
                  </a:lnTo>
                  <a:lnTo>
                    <a:pt x="113" y="1856"/>
                  </a:lnTo>
                  <a:lnTo>
                    <a:pt x="87" y="1853"/>
                  </a:lnTo>
                  <a:lnTo>
                    <a:pt x="63" y="1844"/>
                  </a:lnTo>
                  <a:lnTo>
                    <a:pt x="42" y="1831"/>
                  </a:lnTo>
                  <a:lnTo>
                    <a:pt x="25" y="1814"/>
                  </a:lnTo>
                  <a:lnTo>
                    <a:pt x="12" y="1793"/>
                  </a:lnTo>
                  <a:lnTo>
                    <a:pt x="3" y="1769"/>
                  </a:lnTo>
                  <a:lnTo>
                    <a:pt x="0" y="1743"/>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20" name="Freeform 26">
              <a:extLst>
                <a:ext uri="{FF2B5EF4-FFF2-40B4-BE49-F238E27FC236}">
                  <a16:creationId xmlns:a16="http://schemas.microsoft.com/office/drawing/2014/main" id="{926C7D3D-C9C6-414B-AC7A-52A3D66967B6}"/>
                </a:ext>
              </a:extLst>
            </p:cNvPr>
            <p:cNvSpPr>
              <a:spLocks noEditPoints="1"/>
            </p:cNvSpPr>
            <p:nvPr/>
          </p:nvSpPr>
          <p:spPr bwMode="auto">
            <a:xfrm>
              <a:off x="2982913" y="2070101"/>
              <a:ext cx="485775" cy="368300"/>
            </a:xfrm>
            <a:custGeom>
              <a:avLst/>
              <a:gdLst>
                <a:gd name="T0" fmla="*/ 225 w 2136"/>
                <a:gd name="T1" fmla="*/ 562 h 1630"/>
                <a:gd name="T2" fmla="*/ 506 w 2136"/>
                <a:gd name="T3" fmla="*/ 562 h 1630"/>
                <a:gd name="T4" fmla="*/ 506 w 2136"/>
                <a:gd name="T5" fmla="*/ 1405 h 1630"/>
                <a:gd name="T6" fmla="*/ 225 w 2136"/>
                <a:gd name="T7" fmla="*/ 1405 h 1630"/>
                <a:gd name="T8" fmla="*/ 225 w 2136"/>
                <a:gd name="T9" fmla="*/ 562 h 1630"/>
                <a:gd name="T10" fmla="*/ 112 w 2136"/>
                <a:gd name="T11" fmla="*/ 112 h 1630"/>
                <a:gd name="T12" fmla="*/ 112 w 2136"/>
                <a:gd name="T13" fmla="*/ 1518 h 1630"/>
                <a:gd name="T14" fmla="*/ 2024 w 2136"/>
                <a:gd name="T15" fmla="*/ 1518 h 1630"/>
                <a:gd name="T16" fmla="*/ 2024 w 2136"/>
                <a:gd name="T17" fmla="*/ 112 h 1630"/>
                <a:gd name="T18" fmla="*/ 112 w 2136"/>
                <a:gd name="T19" fmla="*/ 112 h 1630"/>
                <a:gd name="T20" fmla="*/ 0 w 2136"/>
                <a:gd name="T21" fmla="*/ 0 h 1630"/>
                <a:gd name="T22" fmla="*/ 2136 w 2136"/>
                <a:gd name="T23" fmla="*/ 0 h 1630"/>
                <a:gd name="T24" fmla="*/ 2136 w 2136"/>
                <a:gd name="T25" fmla="*/ 1630 h 1630"/>
                <a:gd name="T26" fmla="*/ 0 w 2136"/>
                <a:gd name="T27" fmla="*/ 1630 h 1630"/>
                <a:gd name="T28" fmla="*/ 0 w 2136"/>
                <a:gd name="T29"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36" h="1630">
                  <a:moveTo>
                    <a:pt x="225" y="562"/>
                  </a:moveTo>
                  <a:lnTo>
                    <a:pt x="506" y="562"/>
                  </a:lnTo>
                  <a:lnTo>
                    <a:pt x="506" y="1405"/>
                  </a:lnTo>
                  <a:lnTo>
                    <a:pt x="225" y="1405"/>
                  </a:lnTo>
                  <a:lnTo>
                    <a:pt x="225" y="562"/>
                  </a:lnTo>
                  <a:close/>
                  <a:moveTo>
                    <a:pt x="112" y="112"/>
                  </a:moveTo>
                  <a:lnTo>
                    <a:pt x="112" y="1518"/>
                  </a:lnTo>
                  <a:lnTo>
                    <a:pt x="2024" y="1518"/>
                  </a:lnTo>
                  <a:lnTo>
                    <a:pt x="2024" y="112"/>
                  </a:lnTo>
                  <a:lnTo>
                    <a:pt x="112" y="112"/>
                  </a:lnTo>
                  <a:close/>
                  <a:moveTo>
                    <a:pt x="0" y="0"/>
                  </a:moveTo>
                  <a:lnTo>
                    <a:pt x="2136" y="0"/>
                  </a:lnTo>
                  <a:lnTo>
                    <a:pt x="2136" y="1630"/>
                  </a:lnTo>
                  <a:lnTo>
                    <a:pt x="0" y="163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21" name="Rectangle 27">
              <a:extLst>
                <a:ext uri="{FF2B5EF4-FFF2-40B4-BE49-F238E27FC236}">
                  <a16:creationId xmlns:a16="http://schemas.microsoft.com/office/drawing/2014/main" id="{E68203CE-AB49-4297-9D1C-D6216E1F5881}"/>
                </a:ext>
              </a:extLst>
            </p:cNvPr>
            <p:cNvSpPr>
              <a:spLocks noChangeArrowheads="1"/>
            </p:cNvSpPr>
            <p:nvPr/>
          </p:nvSpPr>
          <p:spPr bwMode="auto">
            <a:xfrm>
              <a:off x="3035301" y="2120901"/>
              <a:ext cx="381000" cy="50800"/>
            </a:xfrm>
            <a:prstGeom prst="rect">
              <a:avLst/>
            </a:prstGeom>
            <a:solidFill>
              <a:srgbClr val="7DD2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22" name="Rectangle 28">
              <a:extLst>
                <a:ext uri="{FF2B5EF4-FFF2-40B4-BE49-F238E27FC236}">
                  <a16:creationId xmlns:a16="http://schemas.microsoft.com/office/drawing/2014/main" id="{28EA0BE9-E8BC-477A-A815-C521DE6535DE}"/>
                </a:ext>
              </a:extLst>
            </p:cNvPr>
            <p:cNvSpPr>
              <a:spLocks noChangeArrowheads="1"/>
            </p:cNvSpPr>
            <p:nvPr/>
          </p:nvSpPr>
          <p:spPr bwMode="auto">
            <a:xfrm>
              <a:off x="3124201" y="2197101"/>
              <a:ext cx="292100" cy="190500"/>
            </a:xfrm>
            <a:prstGeom prst="rect">
              <a:avLst/>
            </a:prstGeom>
            <a:solidFill>
              <a:srgbClr val="007AC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23" name="Freeform 29">
              <a:extLst>
                <a:ext uri="{FF2B5EF4-FFF2-40B4-BE49-F238E27FC236}">
                  <a16:creationId xmlns:a16="http://schemas.microsoft.com/office/drawing/2014/main" id="{89A511BB-3BCF-48BB-BF9E-73A83EFCD27B}"/>
                </a:ext>
              </a:extLst>
            </p:cNvPr>
            <p:cNvSpPr>
              <a:spLocks/>
            </p:cNvSpPr>
            <p:nvPr/>
          </p:nvSpPr>
          <p:spPr bwMode="auto">
            <a:xfrm>
              <a:off x="3124201" y="2235201"/>
              <a:ext cx="292100" cy="152400"/>
            </a:xfrm>
            <a:custGeom>
              <a:avLst/>
              <a:gdLst>
                <a:gd name="T0" fmla="*/ 1112 w 1293"/>
                <a:gd name="T1" fmla="*/ 0 h 675"/>
                <a:gd name="T2" fmla="*/ 1204 w 1293"/>
                <a:gd name="T3" fmla="*/ 3 h 675"/>
                <a:gd name="T4" fmla="*/ 1293 w 1293"/>
                <a:gd name="T5" fmla="*/ 13 h 675"/>
                <a:gd name="T6" fmla="*/ 1293 w 1293"/>
                <a:gd name="T7" fmla="*/ 675 h 675"/>
                <a:gd name="T8" fmla="*/ 0 w 1293"/>
                <a:gd name="T9" fmla="*/ 675 h 675"/>
                <a:gd name="T10" fmla="*/ 0 w 1293"/>
                <a:gd name="T11" fmla="*/ 569 h 675"/>
                <a:gd name="T12" fmla="*/ 52 w 1293"/>
                <a:gd name="T13" fmla="*/ 502 h 675"/>
                <a:gd name="T14" fmla="*/ 108 w 1293"/>
                <a:gd name="T15" fmla="*/ 438 h 675"/>
                <a:gd name="T16" fmla="*/ 167 w 1293"/>
                <a:gd name="T17" fmla="*/ 378 h 675"/>
                <a:gd name="T18" fmla="*/ 230 w 1293"/>
                <a:gd name="T19" fmla="*/ 321 h 675"/>
                <a:gd name="T20" fmla="*/ 297 w 1293"/>
                <a:gd name="T21" fmla="*/ 268 h 675"/>
                <a:gd name="T22" fmla="*/ 368 w 1293"/>
                <a:gd name="T23" fmla="*/ 220 h 675"/>
                <a:gd name="T24" fmla="*/ 440 w 1293"/>
                <a:gd name="T25" fmla="*/ 176 h 675"/>
                <a:gd name="T26" fmla="*/ 517 w 1293"/>
                <a:gd name="T27" fmla="*/ 136 h 675"/>
                <a:gd name="T28" fmla="*/ 595 w 1293"/>
                <a:gd name="T29" fmla="*/ 101 h 675"/>
                <a:gd name="T30" fmla="*/ 676 w 1293"/>
                <a:gd name="T31" fmla="*/ 71 h 675"/>
                <a:gd name="T32" fmla="*/ 760 w 1293"/>
                <a:gd name="T33" fmla="*/ 46 h 675"/>
                <a:gd name="T34" fmla="*/ 845 w 1293"/>
                <a:gd name="T35" fmla="*/ 26 h 675"/>
                <a:gd name="T36" fmla="*/ 933 w 1293"/>
                <a:gd name="T37" fmla="*/ 12 h 675"/>
                <a:gd name="T38" fmla="*/ 1021 w 1293"/>
                <a:gd name="T39" fmla="*/ 3 h 675"/>
                <a:gd name="T40" fmla="*/ 1112 w 1293"/>
                <a:gd name="T41" fmla="*/ 0 h 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93" h="675">
                  <a:moveTo>
                    <a:pt x="1112" y="0"/>
                  </a:moveTo>
                  <a:lnTo>
                    <a:pt x="1204" y="3"/>
                  </a:lnTo>
                  <a:lnTo>
                    <a:pt x="1293" y="13"/>
                  </a:lnTo>
                  <a:lnTo>
                    <a:pt x="1293" y="675"/>
                  </a:lnTo>
                  <a:lnTo>
                    <a:pt x="0" y="675"/>
                  </a:lnTo>
                  <a:lnTo>
                    <a:pt x="0" y="569"/>
                  </a:lnTo>
                  <a:lnTo>
                    <a:pt x="52" y="502"/>
                  </a:lnTo>
                  <a:lnTo>
                    <a:pt x="108" y="438"/>
                  </a:lnTo>
                  <a:lnTo>
                    <a:pt x="167" y="378"/>
                  </a:lnTo>
                  <a:lnTo>
                    <a:pt x="230" y="321"/>
                  </a:lnTo>
                  <a:lnTo>
                    <a:pt x="297" y="268"/>
                  </a:lnTo>
                  <a:lnTo>
                    <a:pt x="368" y="220"/>
                  </a:lnTo>
                  <a:lnTo>
                    <a:pt x="440" y="176"/>
                  </a:lnTo>
                  <a:lnTo>
                    <a:pt x="517" y="136"/>
                  </a:lnTo>
                  <a:lnTo>
                    <a:pt x="595" y="101"/>
                  </a:lnTo>
                  <a:lnTo>
                    <a:pt x="676" y="71"/>
                  </a:lnTo>
                  <a:lnTo>
                    <a:pt x="760" y="46"/>
                  </a:lnTo>
                  <a:lnTo>
                    <a:pt x="845" y="26"/>
                  </a:lnTo>
                  <a:lnTo>
                    <a:pt x="933" y="12"/>
                  </a:lnTo>
                  <a:lnTo>
                    <a:pt x="1021" y="3"/>
                  </a:lnTo>
                  <a:lnTo>
                    <a:pt x="1112" y="0"/>
                  </a:lnTo>
                  <a:close/>
                </a:path>
              </a:pathLst>
            </a:custGeom>
            <a:solidFill>
              <a:srgbClr val="94E6E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24" name="Freeform 30">
              <a:extLst>
                <a:ext uri="{FF2B5EF4-FFF2-40B4-BE49-F238E27FC236}">
                  <a16:creationId xmlns:a16="http://schemas.microsoft.com/office/drawing/2014/main" id="{481AF5C5-1197-4F90-B1B8-2C573009EAC1}"/>
                </a:ext>
              </a:extLst>
            </p:cNvPr>
            <p:cNvSpPr>
              <a:spLocks/>
            </p:cNvSpPr>
            <p:nvPr/>
          </p:nvSpPr>
          <p:spPr bwMode="auto">
            <a:xfrm>
              <a:off x="3138488" y="2222501"/>
              <a:ext cx="277813" cy="165100"/>
            </a:xfrm>
            <a:custGeom>
              <a:avLst/>
              <a:gdLst>
                <a:gd name="T0" fmla="*/ 855 w 1225"/>
                <a:gd name="T1" fmla="*/ 2 h 730"/>
                <a:gd name="T2" fmla="*/ 880 w 1225"/>
                <a:gd name="T3" fmla="*/ 13 h 730"/>
                <a:gd name="T4" fmla="*/ 904 w 1225"/>
                <a:gd name="T5" fmla="*/ 29 h 730"/>
                <a:gd name="T6" fmla="*/ 931 w 1225"/>
                <a:gd name="T7" fmla="*/ 49 h 730"/>
                <a:gd name="T8" fmla="*/ 953 w 1225"/>
                <a:gd name="T9" fmla="*/ 60 h 730"/>
                <a:gd name="T10" fmla="*/ 980 w 1225"/>
                <a:gd name="T11" fmla="*/ 74 h 730"/>
                <a:gd name="T12" fmla="*/ 1009 w 1225"/>
                <a:gd name="T13" fmla="*/ 82 h 730"/>
                <a:gd name="T14" fmla="*/ 1044 w 1225"/>
                <a:gd name="T15" fmla="*/ 89 h 730"/>
                <a:gd name="T16" fmla="*/ 1084 w 1225"/>
                <a:gd name="T17" fmla="*/ 104 h 730"/>
                <a:gd name="T18" fmla="*/ 1131 w 1225"/>
                <a:gd name="T19" fmla="*/ 123 h 730"/>
                <a:gd name="T20" fmla="*/ 1172 w 1225"/>
                <a:gd name="T21" fmla="*/ 139 h 730"/>
                <a:gd name="T22" fmla="*/ 1205 w 1225"/>
                <a:gd name="T23" fmla="*/ 154 h 730"/>
                <a:gd name="T24" fmla="*/ 1223 w 1225"/>
                <a:gd name="T25" fmla="*/ 162 h 730"/>
                <a:gd name="T26" fmla="*/ 1225 w 1225"/>
                <a:gd name="T27" fmla="*/ 274 h 730"/>
                <a:gd name="T28" fmla="*/ 1225 w 1225"/>
                <a:gd name="T29" fmla="*/ 730 h 730"/>
                <a:gd name="T30" fmla="*/ 1 w 1225"/>
                <a:gd name="T31" fmla="*/ 728 h 730"/>
                <a:gd name="T32" fmla="*/ 11 w 1225"/>
                <a:gd name="T33" fmla="*/ 711 h 730"/>
                <a:gd name="T34" fmla="*/ 31 w 1225"/>
                <a:gd name="T35" fmla="*/ 681 h 730"/>
                <a:gd name="T36" fmla="*/ 58 w 1225"/>
                <a:gd name="T37" fmla="*/ 643 h 730"/>
                <a:gd name="T38" fmla="*/ 82 w 1225"/>
                <a:gd name="T39" fmla="*/ 603 h 730"/>
                <a:gd name="T40" fmla="*/ 103 w 1225"/>
                <a:gd name="T41" fmla="*/ 554 h 730"/>
                <a:gd name="T42" fmla="*/ 124 w 1225"/>
                <a:gd name="T43" fmla="*/ 499 h 730"/>
                <a:gd name="T44" fmla="*/ 143 w 1225"/>
                <a:gd name="T45" fmla="*/ 460 h 730"/>
                <a:gd name="T46" fmla="*/ 155 w 1225"/>
                <a:gd name="T47" fmla="*/ 433 h 730"/>
                <a:gd name="T48" fmla="*/ 167 w 1225"/>
                <a:gd name="T49" fmla="*/ 408 h 730"/>
                <a:gd name="T50" fmla="*/ 179 w 1225"/>
                <a:gd name="T51" fmla="*/ 375 h 730"/>
                <a:gd name="T52" fmla="*/ 198 w 1225"/>
                <a:gd name="T53" fmla="*/ 331 h 730"/>
                <a:gd name="T54" fmla="*/ 221 w 1225"/>
                <a:gd name="T55" fmla="*/ 275 h 730"/>
                <a:gd name="T56" fmla="*/ 237 w 1225"/>
                <a:gd name="T57" fmla="*/ 235 h 730"/>
                <a:gd name="T58" fmla="*/ 251 w 1225"/>
                <a:gd name="T59" fmla="*/ 209 h 730"/>
                <a:gd name="T60" fmla="*/ 271 w 1225"/>
                <a:gd name="T61" fmla="*/ 199 h 730"/>
                <a:gd name="T62" fmla="*/ 289 w 1225"/>
                <a:gd name="T63" fmla="*/ 198 h 730"/>
                <a:gd name="T64" fmla="*/ 307 w 1225"/>
                <a:gd name="T65" fmla="*/ 200 h 730"/>
                <a:gd name="T66" fmla="*/ 331 w 1225"/>
                <a:gd name="T67" fmla="*/ 207 h 730"/>
                <a:gd name="T68" fmla="*/ 367 w 1225"/>
                <a:gd name="T69" fmla="*/ 219 h 730"/>
                <a:gd name="T70" fmla="*/ 420 w 1225"/>
                <a:gd name="T71" fmla="*/ 237 h 730"/>
                <a:gd name="T72" fmla="*/ 433 w 1225"/>
                <a:gd name="T73" fmla="*/ 238 h 730"/>
                <a:gd name="T74" fmla="*/ 442 w 1225"/>
                <a:gd name="T75" fmla="*/ 233 h 730"/>
                <a:gd name="T76" fmla="*/ 457 w 1225"/>
                <a:gd name="T77" fmla="*/ 227 h 730"/>
                <a:gd name="T78" fmla="*/ 482 w 1225"/>
                <a:gd name="T79" fmla="*/ 225 h 730"/>
                <a:gd name="T80" fmla="*/ 509 w 1225"/>
                <a:gd name="T81" fmla="*/ 227 h 730"/>
                <a:gd name="T82" fmla="*/ 539 w 1225"/>
                <a:gd name="T83" fmla="*/ 233 h 730"/>
                <a:gd name="T84" fmla="*/ 583 w 1225"/>
                <a:gd name="T85" fmla="*/ 243 h 730"/>
                <a:gd name="T86" fmla="*/ 623 w 1225"/>
                <a:gd name="T87" fmla="*/ 236 h 730"/>
                <a:gd name="T88" fmla="*/ 655 w 1225"/>
                <a:gd name="T89" fmla="*/ 199 h 730"/>
                <a:gd name="T90" fmla="*/ 675 w 1225"/>
                <a:gd name="T91" fmla="*/ 174 h 730"/>
                <a:gd name="T92" fmla="*/ 697 w 1225"/>
                <a:gd name="T93" fmla="*/ 151 h 730"/>
                <a:gd name="T94" fmla="*/ 714 w 1225"/>
                <a:gd name="T95" fmla="*/ 133 h 730"/>
                <a:gd name="T96" fmla="*/ 735 w 1225"/>
                <a:gd name="T97" fmla="*/ 113 h 730"/>
                <a:gd name="T98" fmla="*/ 753 w 1225"/>
                <a:gd name="T99" fmla="*/ 103 h 730"/>
                <a:gd name="T100" fmla="*/ 770 w 1225"/>
                <a:gd name="T101" fmla="*/ 89 h 730"/>
                <a:gd name="T102" fmla="*/ 789 w 1225"/>
                <a:gd name="T103" fmla="*/ 63 h 730"/>
                <a:gd name="T104" fmla="*/ 808 w 1225"/>
                <a:gd name="T105" fmla="*/ 35 h 730"/>
                <a:gd name="T106" fmla="*/ 827 w 1225"/>
                <a:gd name="T107" fmla="*/ 7 h 730"/>
                <a:gd name="T108" fmla="*/ 845 w 1225"/>
                <a:gd name="T109" fmla="*/ 0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25" h="730">
                  <a:moveTo>
                    <a:pt x="845" y="0"/>
                  </a:moveTo>
                  <a:lnTo>
                    <a:pt x="855" y="2"/>
                  </a:lnTo>
                  <a:lnTo>
                    <a:pt x="867" y="6"/>
                  </a:lnTo>
                  <a:lnTo>
                    <a:pt x="880" y="13"/>
                  </a:lnTo>
                  <a:lnTo>
                    <a:pt x="891" y="19"/>
                  </a:lnTo>
                  <a:lnTo>
                    <a:pt x="904" y="29"/>
                  </a:lnTo>
                  <a:lnTo>
                    <a:pt x="918" y="38"/>
                  </a:lnTo>
                  <a:lnTo>
                    <a:pt x="931" y="49"/>
                  </a:lnTo>
                  <a:lnTo>
                    <a:pt x="943" y="55"/>
                  </a:lnTo>
                  <a:lnTo>
                    <a:pt x="953" y="60"/>
                  </a:lnTo>
                  <a:lnTo>
                    <a:pt x="965" y="67"/>
                  </a:lnTo>
                  <a:lnTo>
                    <a:pt x="980" y="74"/>
                  </a:lnTo>
                  <a:lnTo>
                    <a:pt x="994" y="79"/>
                  </a:lnTo>
                  <a:lnTo>
                    <a:pt x="1009" y="82"/>
                  </a:lnTo>
                  <a:lnTo>
                    <a:pt x="1026" y="85"/>
                  </a:lnTo>
                  <a:lnTo>
                    <a:pt x="1044" y="89"/>
                  </a:lnTo>
                  <a:lnTo>
                    <a:pt x="1061" y="94"/>
                  </a:lnTo>
                  <a:lnTo>
                    <a:pt x="1084" y="104"/>
                  </a:lnTo>
                  <a:lnTo>
                    <a:pt x="1108" y="113"/>
                  </a:lnTo>
                  <a:lnTo>
                    <a:pt x="1131" y="123"/>
                  </a:lnTo>
                  <a:lnTo>
                    <a:pt x="1152" y="131"/>
                  </a:lnTo>
                  <a:lnTo>
                    <a:pt x="1172" y="139"/>
                  </a:lnTo>
                  <a:lnTo>
                    <a:pt x="1190" y="148"/>
                  </a:lnTo>
                  <a:lnTo>
                    <a:pt x="1205" y="154"/>
                  </a:lnTo>
                  <a:lnTo>
                    <a:pt x="1215" y="158"/>
                  </a:lnTo>
                  <a:lnTo>
                    <a:pt x="1223" y="162"/>
                  </a:lnTo>
                  <a:lnTo>
                    <a:pt x="1225" y="163"/>
                  </a:lnTo>
                  <a:lnTo>
                    <a:pt x="1225" y="274"/>
                  </a:lnTo>
                  <a:lnTo>
                    <a:pt x="1225" y="274"/>
                  </a:lnTo>
                  <a:lnTo>
                    <a:pt x="1225" y="730"/>
                  </a:lnTo>
                  <a:lnTo>
                    <a:pt x="0" y="730"/>
                  </a:lnTo>
                  <a:lnTo>
                    <a:pt x="1" y="728"/>
                  </a:lnTo>
                  <a:lnTo>
                    <a:pt x="5" y="722"/>
                  </a:lnTo>
                  <a:lnTo>
                    <a:pt x="11" y="711"/>
                  </a:lnTo>
                  <a:lnTo>
                    <a:pt x="21" y="697"/>
                  </a:lnTo>
                  <a:lnTo>
                    <a:pt x="31" y="681"/>
                  </a:lnTo>
                  <a:lnTo>
                    <a:pt x="44" y="663"/>
                  </a:lnTo>
                  <a:lnTo>
                    <a:pt x="58" y="643"/>
                  </a:lnTo>
                  <a:lnTo>
                    <a:pt x="72" y="621"/>
                  </a:lnTo>
                  <a:lnTo>
                    <a:pt x="82" y="603"/>
                  </a:lnTo>
                  <a:lnTo>
                    <a:pt x="93" y="580"/>
                  </a:lnTo>
                  <a:lnTo>
                    <a:pt x="103" y="554"/>
                  </a:lnTo>
                  <a:lnTo>
                    <a:pt x="114" y="526"/>
                  </a:lnTo>
                  <a:lnTo>
                    <a:pt x="124" y="499"/>
                  </a:lnTo>
                  <a:lnTo>
                    <a:pt x="135" y="475"/>
                  </a:lnTo>
                  <a:lnTo>
                    <a:pt x="143" y="460"/>
                  </a:lnTo>
                  <a:lnTo>
                    <a:pt x="150" y="446"/>
                  </a:lnTo>
                  <a:lnTo>
                    <a:pt x="155" y="433"/>
                  </a:lnTo>
                  <a:lnTo>
                    <a:pt x="160" y="420"/>
                  </a:lnTo>
                  <a:lnTo>
                    <a:pt x="167" y="408"/>
                  </a:lnTo>
                  <a:lnTo>
                    <a:pt x="172" y="393"/>
                  </a:lnTo>
                  <a:lnTo>
                    <a:pt x="179" y="375"/>
                  </a:lnTo>
                  <a:lnTo>
                    <a:pt x="188" y="355"/>
                  </a:lnTo>
                  <a:lnTo>
                    <a:pt x="198" y="331"/>
                  </a:lnTo>
                  <a:lnTo>
                    <a:pt x="211" y="301"/>
                  </a:lnTo>
                  <a:lnTo>
                    <a:pt x="221" y="275"/>
                  </a:lnTo>
                  <a:lnTo>
                    <a:pt x="230" y="253"/>
                  </a:lnTo>
                  <a:lnTo>
                    <a:pt x="237" y="235"/>
                  </a:lnTo>
                  <a:lnTo>
                    <a:pt x="244" y="221"/>
                  </a:lnTo>
                  <a:lnTo>
                    <a:pt x="251" y="209"/>
                  </a:lnTo>
                  <a:lnTo>
                    <a:pt x="261" y="203"/>
                  </a:lnTo>
                  <a:lnTo>
                    <a:pt x="271" y="199"/>
                  </a:lnTo>
                  <a:lnTo>
                    <a:pt x="281" y="198"/>
                  </a:lnTo>
                  <a:lnTo>
                    <a:pt x="289" y="198"/>
                  </a:lnTo>
                  <a:lnTo>
                    <a:pt x="297" y="199"/>
                  </a:lnTo>
                  <a:lnTo>
                    <a:pt x="307" y="200"/>
                  </a:lnTo>
                  <a:lnTo>
                    <a:pt x="318" y="203"/>
                  </a:lnTo>
                  <a:lnTo>
                    <a:pt x="331" y="207"/>
                  </a:lnTo>
                  <a:lnTo>
                    <a:pt x="347" y="212"/>
                  </a:lnTo>
                  <a:lnTo>
                    <a:pt x="367" y="219"/>
                  </a:lnTo>
                  <a:lnTo>
                    <a:pt x="390" y="227"/>
                  </a:lnTo>
                  <a:lnTo>
                    <a:pt x="420" y="237"/>
                  </a:lnTo>
                  <a:lnTo>
                    <a:pt x="426" y="238"/>
                  </a:lnTo>
                  <a:lnTo>
                    <a:pt x="433" y="238"/>
                  </a:lnTo>
                  <a:lnTo>
                    <a:pt x="437" y="236"/>
                  </a:lnTo>
                  <a:lnTo>
                    <a:pt x="442" y="233"/>
                  </a:lnTo>
                  <a:lnTo>
                    <a:pt x="449" y="230"/>
                  </a:lnTo>
                  <a:lnTo>
                    <a:pt x="457" y="227"/>
                  </a:lnTo>
                  <a:lnTo>
                    <a:pt x="469" y="226"/>
                  </a:lnTo>
                  <a:lnTo>
                    <a:pt x="482" y="225"/>
                  </a:lnTo>
                  <a:lnTo>
                    <a:pt x="501" y="226"/>
                  </a:lnTo>
                  <a:lnTo>
                    <a:pt x="509" y="227"/>
                  </a:lnTo>
                  <a:lnTo>
                    <a:pt x="521" y="230"/>
                  </a:lnTo>
                  <a:lnTo>
                    <a:pt x="539" y="233"/>
                  </a:lnTo>
                  <a:lnTo>
                    <a:pt x="561" y="239"/>
                  </a:lnTo>
                  <a:lnTo>
                    <a:pt x="583" y="243"/>
                  </a:lnTo>
                  <a:lnTo>
                    <a:pt x="607" y="248"/>
                  </a:lnTo>
                  <a:lnTo>
                    <a:pt x="623" y="236"/>
                  </a:lnTo>
                  <a:lnTo>
                    <a:pt x="639" y="219"/>
                  </a:lnTo>
                  <a:lnTo>
                    <a:pt x="655" y="199"/>
                  </a:lnTo>
                  <a:lnTo>
                    <a:pt x="663" y="187"/>
                  </a:lnTo>
                  <a:lnTo>
                    <a:pt x="675" y="174"/>
                  </a:lnTo>
                  <a:lnTo>
                    <a:pt x="686" y="163"/>
                  </a:lnTo>
                  <a:lnTo>
                    <a:pt x="697" y="151"/>
                  </a:lnTo>
                  <a:lnTo>
                    <a:pt x="707" y="141"/>
                  </a:lnTo>
                  <a:lnTo>
                    <a:pt x="714" y="133"/>
                  </a:lnTo>
                  <a:lnTo>
                    <a:pt x="724" y="120"/>
                  </a:lnTo>
                  <a:lnTo>
                    <a:pt x="735" y="113"/>
                  </a:lnTo>
                  <a:lnTo>
                    <a:pt x="744" y="107"/>
                  </a:lnTo>
                  <a:lnTo>
                    <a:pt x="753" y="103"/>
                  </a:lnTo>
                  <a:lnTo>
                    <a:pt x="761" y="96"/>
                  </a:lnTo>
                  <a:lnTo>
                    <a:pt x="770" y="89"/>
                  </a:lnTo>
                  <a:lnTo>
                    <a:pt x="778" y="78"/>
                  </a:lnTo>
                  <a:lnTo>
                    <a:pt x="789" y="63"/>
                  </a:lnTo>
                  <a:lnTo>
                    <a:pt x="798" y="51"/>
                  </a:lnTo>
                  <a:lnTo>
                    <a:pt x="808" y="35"/>
                  </a:lnTo>
                  <a:lnTo>
                    <a:pt x="817" y="19"/>
                  </a:lnTo>
                  <a:lnTo>
                    <a:pt x="827" y="7"/>
                  </a:lnTo>
                  <a:lnTo>
                    <a:pt x="836" y="2"/>
                  </a:lnTo>
                  <a:lnTo>
                    <a:pt x="845"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25" name="Freeform 31">
              <a:extLst>
                <a:ext uri="{FF2B5EF4-FFF2-40B4-BE49-F238E27FC236}">
                  <a16:creationId xmlns:a16="http://schemas.microsoft.com/office/drawing/2014/main" id="{056F5387-DEB3-4DDD-B521-D53508042DC6}"/>
                </a:ext>
              </a:extLst>
            </p:cNvPr>
            <p:cNvSpPr>
              <a:spLocks/>
            </p:cNvSpPr>
            <p:nvPr/>
          </p:nvSpPr>
          <p:spPr bwMode="auto">
            <a:xfrm>
              <a:off x="3248026" y="2338388"/>
              <a:ext cx="168275" cy="49213"/>
            </a:xfrm>
            <a:custGeom>
              <a:avLst/>
              <a:gdLst>
                <a:gd name="T0" fmla="*/ 742 w 742"/>
                <a:gd name="T1" fmla="*/ 0 h 220"/>
                <a:gd name="T2" fmla="*/ 742 w 742"/>
                <a:gd name="T3" fmla="*/ 220 h 220"/>
                <a:gd name="T4" fmla="*/ 0 w 742"/>
                <a:gd name="T5" fmla="*/ 220 h 220"/>
                <a:gd name="T6" fmla="*/ 3 w 742"/>
                <a:gd name="T7" fmla="*/ 219 h 220"/>
                <a:gd name="T8" fmla="*/ 9 w 742"/>
                <a:gd name="T9" fmla="*/ 214 h 220"/>
                <a:gd name="T10" fmla="*/ 18 w 742"/>
                <a:gd name="T11" fmla="*/ 207 h 220"/>
                <a:gd name="T12" fmla="*/ 31 w 742"/>
                <a:gd name="T13" fmla="*/ 198 h 220"/>
                <a:gd name="T14" fmla="*/ 46 w 742"/>
                <a:gd name="T15" fmla="*/ 187 h 220"/>
                <a:gd name="T16" fmla="*/ 64 w 742"/>
                <a:gd name="T17" fmla="*/ 175 h 220"/>
                <a:gd name="T18" fmla="*/ 84 w 742"/>
                <a:gd name="T19" fmla="*/ 161 h 220"/>
                <a:gd name="T20" fmla="*/ 106 w 742"/>
                <a:gd name="T21" fmla="*/ 147 h 220"/>
                <a:gd name="T22" fmla="*/ 128 w 742"/>
                <a:gd name="T23" fmla="*/ 133 h 220"/>
                <a:gd name="T24" fmla="*/ 151 w 742"/>
                <a:gd name="T25" fmla="*/ 120 h 220"/>
                <a:gd name="T26" fmla="*/ 176 w 742"/>
                <a:gd name="T27" fmla="*/ 106 h 220"/>
                <a:gd name="T28" fmla="*/ 200 w 742"/>
                <a:gd name="T29" fmla="*/ 93 h 220"/>
                <a:gd name="T30" fmla="*/ 223 w 742"/>
                <a:gd name="T31" fmla="*/ 83 h 220"/>
                <a:gd name="T32" fmla="*/ 247 w 742"/>
                <a:gd name="T33" fmla="*/ 73 h 220"/>
                <a:gd name="T34" fmla="*/ 269 w 742"/>
                <a:gd name="T35" fmla="*/ 66 h 220"/>
                <a:gd name="T36" fmla="*/ 289 w 742"/>
                <a:gd name="T37" fmla="*/ 62 h 220"/>
                <a:gd name="T38" fmla="*/ 330 w 742"/>
                <a:gd name="T39" fmla="*/ 57 h 220"/>
                <a:gd name="T40" fmla="*/ 371 w 742"/>
                <a:gd name="T41" fmla="*/ 56 h 220"/>
                <a:gd name="T42" fmla="*/ 408 w 742"/>
                <a:gd name="T43" fmla="*/ 58 h 220"/>
                <a:gd name="T44" fmla="*/ 441 w 742"/>
                <a:gd name="T45" fmla="*/ 63 h 220"/>
                <a:gd name="T46" fmla="*/ 458 w 742"/>
                <a:gd name="T47" fmla="*/ 58 h 220"/>
                <a:gd name="T48" fmla="*/ 474 w 742"/>
                <a:gd name="T49" fmla="*/ 57 h 220"/>
                <a:gd name="T50" fmla="*/ 491 w 742"/>
                <a:gd name="T51" fmla="*/ 58 h 220"/>
                <a:gd name="T52" fmla="*/ 505 w 742"/>
                <a:gd name="T53" fmla="*/ 59 h 220"/>
                <a:gd name="T54" fmla="*/ 520 w 742"/>
                <a:gd name="T55" fmla="*/ 62 h 220"/>
                <a:gd name="T56" fmla="*/ 533 w 742"/>
                <a:gd name="T57" fmla="*/ 64 h 220"/>
                <a:gd name="T58" fmla="*/ 547 w 742"/>
                <a:gd name="T59" fmla="*/ 65 h 220"/>
                <a:gd name="T60" fmla="*/ 560 w 742"/>
                <a:gd name="T61" fmla="*/ 65 h 220"/>
                <a:gd name="T62" fmla="*/ 574 w 742"/>
                <a:gd name="T63" fmla="*/ 64 h 220"/>
                <a:gd name="T64" fmla="*/ 590 w 742"/>
                <a:gd name="T65" fmla="*/ 59 h 220"/>
                <a:gd name="T66" fmla="*/ 607 w 742"/>
                <a:gd name="T67" fmla="*/ 54 h 220"/>
                <a:gd name="T68" fmla="*/ 626 w 742"/>
                <a:gd name="T69" fmla="*/ 45 h 220"/>
                <a:gd name="T70" fmla="*/ 647 w 742"/>
                <a:gd name="T71" fmla="*/ 32 h 220"/>
                <a:gd name="T72" fmla="*/ 671 w 742"/>
                <a:gd name="T73" fmla="*/ 15 h 220"/>
                <a:gd name="T74" fmla="*/ 684 w 742"/>
                <a:gd name="T75" fmla="*/ 9 h 220"/>
                <a:gd name="T76" fmla="*/ 700 w 742"/>
                <a:gd name="T77" fmla="*/ 4 h 220"/>
                <a:gd name="T78" fmla="*/ 715 w 742"/>
                <a:gd name="T79" fmla="*/ 1 h 220"/>
                <a:gd name="T80" fmla="*/ 728 w 742"/>
                <a:gd name="T81" fmla="*/ 0 h 220"/>
                <a:gd name="T82" fmla="*/ 739 w 742"/>
                <a:gd name="T83" fmla="*/ 0 h 220"/>
                <a:gd name="T84" fmla="*/ 742 w 742"/>
                <a:gd name="T85" fmla="*/ 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42" h="220">
                  <a:moveTo>
                    <a:pt x="742" y="0"/>
                  </a:moveTo>
                  <a:lnTo>
                    <a:pt x="742" y="220"/>
                  </a:lnTo>
                  <a:lnTo>
                    <a:pt x="0" y="220"/>
                  </a:lnTo>
                  <a:lnTo>
                    <a:pt x="3" y="219"/>
                  </a:lnTo>
                  <a:lnTo>
                    <a:pt x="9" y="214"/>
                  </a:lnTo>
                  <a:lnTo>
                    <a:pt x="18" y="207"/>
                  </a:lnTo>
                  <a:lnTo>
                    <a:pt x="31" y="198"/>
                  </a:lnTo>
                  <a:lnTo>
                    <a:pt x="46" y="187"/>
                  </a:lnTo>
                  <a:lnTo>
                    <a:pt x="64" y="175"/>
                  </a:lnTo>
                  <a:lnTo>
                    <a:pt x="84" y="161"/>
                  </a:lnTo>
                  <a:lnTo>
                    <a:pt x="106" y="147"/>
                  </a:lnTo>
                  <a:lnTo>
                    <a:pt x="128" y="133"/>
                  </a:lnTo>
                  <a:lnTo>
                    <a:pt x="151" y="120"/>
                  </a:lnTo>
                  <a:lnTo>
                    <a:pt x="176" y="106"/>
                  </a:lnTo>
                  <a:lnTo>
                    <a:pt x="200" y="93"/>
                  </a:lnTo>
                  <a:lnTo>
                    <a:pt x="223" y="83"/>
                  </a:lnTo>
                  <a:lnTo>
                    <a:pt x="247" y="73"/>
                  </a:lnTo>
                  <a:lnTo>
                    <a:pt x="269" y="66"/>
                  </a:lnTo>
                  <a:lnTo>
                    <a:pt x="289" y="62"/>
                  </a:lnTo>
                  <a:lnTo>
                    <a:pt x="330" y="57"/>
                  </a:lnTo>
                  <a:lnTo>
                    <a:pt x="371" y="56"/>
                  </a:lnTo>
                  <a:lnTo>
                    <a:pt x="408" y="58"/>
                  </a:lnTo>
                  <a:lnTo>
                    <a:pt x="441" y="63"/>
                  </a:lnTo>
                  <a:lnTo>
                    <a:pt x="458" y="58"/>
                  </a:lnTo>
                  <a:lnTo>
                    <a:pt x="474" y="57"/>
                  </a:lnTo>
                  <a:lnTo>
                    <a:pt x="491" y="58"/>
                  </a:lnTo>
                  <a:lnTo>
                    <a:pt x="505" y="59"/>
                  </a:lnTo>
                  <a:lnTo>
                    <a:pt x="520" y="62"/>
                  </a:lnTo>
                  <a:lnTo>
                    <a:pt x="533" y="64"/>
                  </a:lnTo>
                  <a:lnTo>
                    <a:pt x="547" y="65"/>
                  </a:lnTo>
                  <a:lnTo>
                    <a:pt x="560" y="65"/>
                  </a:lnTo>
                  <a:lnTo>
                    <a:pt x="574" y="64"/>
                  </a:lnTo>
                  <a:lnTo>
                    <a:pt x="590" y="59"/>
                  </a:lnTo>
                  <a:lnTo>
                    <a:pt x="607" y="54"/>
                  </a:lnTo>
                  <a:lnTo>
                    <a:pt x="626" y="45"/>
                  </a:lnTo>
                  <a:lnTo>
                    <a:pt x="647" y="32"/>
                  </a:lnTo>
                  <a:lnTo>
                    <a:pt x="671" y="15"/>
                  </a:lnTo>
                  <a:lnTo>
                    <a:pt x="684" y="9"/>
                  </a:lnTo>
                  <a:lnTo>
                    <a:pt x="700" y="4"/>
                  </a:lnTo>
                  <a:lnTo>
                    <a:pt x="715" y="1"/>
                  </a:lnTo>
                  <a:lnTo>
                    <a:pt x="728" y="0"/>
                  </a:lnTo>
                  <a:lnTo>
                    <a:pt x="739" y="0"/>
                  </a:lnTo>
                  <a:lnTo>
                    <a:pt x="742"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26" name="Freeform 32">
              <a:extLst>
                <a:ext uri="{FF2B5EF4-FFF2-40B4-BE49-F238E27FC236}">
                  <a16:creationId xmlns:a16="http://schemas.microsoft.com/office/drawing/2014/main" id="{F796A0DE-6A19-49C1-93E9-F029D8D6917C}"/>
                </a:ext>
              </a:extLst>
            </p:cNvPr>
            <p:cNvSpPr>
              <a:spLocks/>
            </p:cNvSpPr>
            <p:nvPr/>
          </p:nvSpPr>
          <p:spPr bwMode="auto">
            <a:xfrm>
              <a:off x="3154363" y="2290763"/>
              <a:ext cx="261938" cy="96838"/>
            </a:xfrm>
            <a:custGeom>
              <a:avLst/>
              <a:gdLst>
                <a:gd name="T0" fmla="*/ 1121 w 1155"/>
                <a:gd name="T1" fmla="*/ 0 h 426"/>
                <a:gd name="T2" fmla="*/ 1155 w 1155"/>
                <a:gd name="T3" fmla="*/ 2 h 426"/>
                <a:gd name="T4" fmla="*/ 1153 w 1155"/>
                <a:gd name="T5" fmla="*/ 290 h 426"/>
                <a:gd name="T6" fmla="*/ 1137 w 1155"/>
                <a:gd name="T7" fmla="*/ 295 h 426"/>
                <a:gd name="T8" fmla="*/ 1108 w 1155"/>
                <a:gd name="T9" fmla="*/ 299 h 426"/>
                <a:gd name="T10" fmla="*/ 1074 w 1155"/>
                <a:gd name="T11" fmla="*/ 292 h 426"/>
                <a:gd name="T12" fmla="*/ 1036 w 1155"/>
                <a:gd name="T13" fmla="*/ 281 h 426"/>
                <a:gd name="T14" fmla="*/ 989 w 1155"/>
                <a:gd name="T15" fmla="*/ 270 h 426"/>
                <a:gd name="T16" fmla="*/ 980 w 1155"/>
                <a:gd name="T17" fmla="*/ 278 h 426"/>
                <a:gd name="T18" fmla="*/ 962 w 1155"/>
                <a:gd name="T19" fmla="*/ 271 h 426"/>
                <a:gd name="T20" fmla="*/ 928 w 1155"/>
                <a:gd name="T21" fmla="*/ 262 h 426"/>
                <a:gd name="T22" fmla="*/ 887 w 1155"/>
                <a:gd name="T23" fmla="*/ 254 h 426"/>
                <a:gd name="T24" fmla="*/ 849 w 1155"/>
                <a:gd name="T25" fmla="*/ 247 h 426"/>
                <a:gd name="T26" fmla="*/ 822 w 1155"/>
                <a:gd name="T27" fmla="*/ 244 h 426"/>
                <a:gd name="T28" fmla="*/ 814 w 1155"/>
                <a:gd name="T29" fmla="*/ 244 h 426"/>
                <a:gd name="T30" fmla="*/ 788 w 1155"/>
                <a:gd name="T31" fmla="*/ 247 h 426"/>
                <a:gd name="T32" fmla="*/ 749 w 1155"/>
                <a:gd name="T33" fmla="*/ 254 h 426"/>
                <a:gd name="T34" fmla="*/ 706 w 1155"/>
                <a:gd name="T35" fmla="*/ 260 h 426"/>
                <a:gd name="T36" fmla="*/ 667 w 1155"/>
                <a:gd name="T37" fmla="*/ 266 h 426"/>
                <a:gd name="T38" fmla="*/ 641 w 1155"/>
                <a:gd name="T39" fmla="*/ 272 h 426"/>
                <a:gd name="T40" fmla="*/ 633 w 1155"/>
                <a:gd name="T41" fmla="*/ 275 h 426"/>
                <a:gd name="T42" fmla="*/ 614 w 1155"/>
                <a:gd name="T43" fmla="*/ 287 h 426"/>
                <a:gd name="T44" fmla="*/ 582 w 1155"/>
                <a:gd name="T45" fmla="*/ 307 h 426"/>
                <a:gd name="T46" fmla="*/ 543 w 1155"/>
                <a:gd name="T47" fmla="*/ 331 h 426"/>
                <a:gd name="T48" fmla="*/ 501 w 1155"/>
                <a:gd name="T49" fmla="*/ 357 h 426"/>
                <a:gd name="T50" fmla="*/ 461 w 1155"/>
                <a:gd name="T51" fmla="*/ 383 h 426"/>
                <a:gd name="T52" fmla="*/ 426 w 1155"/>
                <a:gd name="T53" fmla="*/ 405 h 426"/>
                <a:gd name="T54" fmla="*/ 402 w 1155"/>
                <a:gd name="T55" fmla="*/ 421 h 426"/>
                <a:gd name="T56" fmla="*/ 392 w 1155"/>
                <a:gd name="T57" fmla="*/ 426 h 426"/>
                <a:gd name="T58" fmla="*/ 2 w 1155"/>
                <a:gd name="T59" fmla="*/ 425 h 426"/>
                <a:gd name="T60" fmla="*/ 23 w 1155"/>
                <a:gd name="T61" fmla="*/ 416 h 426"/>
                <a:gd name="T62" fmla="*/ 57 w 1155"/>
                <a:gd name="T63" fmla="*/ 401 h 426"/>
                <a:gd name="T64" fmla="*/ 103 w 1155"/>
                <a:gd name="T65" fmla="*/ 376 h 426"/>
                <a:gd name="T66" fmla="*/ 157 w 1155"/>
                <a:gd name="T67" fmla="*/ 347 h 426"/>
                <a:gd name="T68" fmla="*/ 215 w 1155"/>
                <a:gd name="T69" fmla="*/ 311 h 426"/>
                <a:gd name="T70" fmla="*/ 271 w 1155"/>
                <a:gd name="T71" fmla="*/ 271 h 426"/>
                <a:gd name="T72" fmla="*/ 323 w 1155"/>
                <a:gd name="T73" fmla="*/ 225 h 426"/>
                <a:gd name="T74" fmla="*/ 384 w 1155"/>
                <a:gd name="T75" fmla="*/ 181 h 426"/>
                <a:gd name="T76" fmla="*/ 451 w 1155"/>
                <a:gd name="T77" fmla="*/ 152 h 426"/>
                <a:gd name="T78" fmla="*/ 522 w 1155"/>
                <a:gd name="T79" fmla="*/ 138 h 426"/>
                <a:gd name="T80" fmla="*/ 593 w 1155"/>
                <a:gd name="T81" fmla="*/ 131 h 426"/>
                <a:gd name="T82" fmla="*/ 662 w 1155"/>
                <a:gd name="T83" fmla="*/ 130 h 426"/>
                <a:gd name="T84" fmla="*/ 723 w 1155"/>
                <a:gd name="T85" fmla="*/ 130 h 426"/>
                <a:gd name="T86" fmla="*/ 776 w 1155"/>
                <a:gd name="T87" fmla="*/ 128 h 426"/>
                <a:gd name="T88" fmla="*/ 837 w 1155"/>
                <a:gd name="T89" fmla="*/ 116 h 426"/>
                <a:gd name="T90" fmla="*/ 882 w 1155"/>
                <a:gd name="T91" fmla="*/ 99 h 426"/>
                <a:gd name="T92" fmla="*/ 917 w 1155"/>
                <a:gd name="T93" fmla="*/ 75 h 426"/>
                <a:gd name="T94" fmla="*/ 950 w 1155"/>
                <a:gd name="T95" fmla="*/ 47 h 426"/>
                <a:gd name="T96" fmla="*/ 984 w 1155"/>
                <a:gd name="T97" fmla="*/ 20 h 426"/>
                <a:gd name="T98" fmla="*/ 1027 w 1155"/>
                <a:gd name="T99" fmla="*/ 7 h 426"/>
                <a:gd name="T100" fmla="*/ 1076 w 1155"/>
                <a:gd name="T101" fmla="*/ 1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55" h="426">
                  <a:moveTo>
                    <a:pt x="1099" y="0"/>
                  </a:moveTo>
                  <a:lnTo>
                    <a:pt x="1121" y="0"/>
                  </a:lnTo>
                  <a:lnTo>
                    <a:pt x="1140" y="1"/>
                  </a:lnTo>
                  <a:lnTo>
                    <a:pt x="1155" y="2"/>
                  </a:lnTo>
                  <a:lnTo>
                    <a:pt x="1155" y="289"/>
                  </a:lnTo>
                  <a:lnTo>
                    <a:pt x="1153" y="290"/>
                  </a:lnTo>
                  <a:lnTo>
                    <a:pt x="1147" y="292"/>
                  </a:lnTo>
                  <a:lnTo>
                    <a:pt x="1137" y="295"/>
                  </a:lnTo>
                  <a:lnTo>
                    <a:pt x="1124" y="298"/>
                  </a:lnTo>
                  <a:lnTo>
                    <a:pt x="1108" y="299"/>
                  </a:lnTo>
                  <a:lnTo>
                    <a:pt x="1092" y="297"/>
                  </a:lnTo>
                  <a:lnTo>
                    <a:pt x="1074" y="292"/>
                  </a:lnTo>
                  <a:lnTo>
                    <a:pt x="1057" y="287"/>
                  </a:lnTo>
                  <a:lnTo>
                    <a:pt x="1036" y="281"/>
                  </a:lnTo>
                  <a:lnTo>
                    <a:pt x="1012" y="276"/>
                  </a:lnTo>
                  <a:lnTo>
                    <a:pt x="989" y="270"/>
                  </a:lnTo>
                  <a:lnTo>
                    <a:pt x="985" y="276"/>
                  </a:lnTo>
                  <a:lnTo>
                    <a:pt x="980" y="278"/>
                  </a:lnTo>
                  <a:lnTo>
                    <a:pt x="972" y="276"/>
                  </a:lnTo>
                  <a:lnTo>
                    <a:pt x="962" y="271"/>
                  </a:lnTo>
                  <a:lnTo>
                    <a:pt x="947" y="266"/>
                  </a:lnTo>
                  <a:lnTo>
                    <a:pt x="928" y="262"/>
                  </a:lnTo>
                  <a:lnTo>
                    <a:pt x="908" y="258"/>
                  </a:lnTo>
                  <a:lnTo>
                    <a:pt x="887" y="254"/>
                  </a:lnTo>
                  <a:lnTo>
                    <a:pt x="867" y="251"/>
                  </a:lnTo>
                  <a:lnTo>
                    <a:pt x="849" y="247"/>
                  </a:lnTo>
                  <a:lnTo>
                    <a:pt x="834" y="245"/>
                  </a:lnTo>
                  <a:lnTo>
                    <a:pt x="822" y="244"/>
                  </a:lnTo>
                  <a:lnTo>
                    <a:pt x="818" y="243"/>
                  </a:lnTo>
                  <a:lnTo>
                    <a:pt x="814" y="244"/>
                  </a:lnTo>
                  <a:lnTo>
                    <a:pt x="803" y="245"/>
                  </a:lnTo>
                  <a:lnTo>
                    <a:pt x="788" y="247"/>
                  </a:lnTo>
                  <a:lnTo>
                    <a:pt x="770" y="251"/>
                  </a:lnTo>
                  <a:lnTo>
                    <a:pt x="749" y="254"/>
                  </a:lnTo>
                  <a:lnTo>
                    <a:pt x="727" y="257"/>
                  </a:lnTo>
                  <a:lnTo>
                    <a:pt x="706" y="260"/>
                  </a:lnTo>
                  <a:lnTo>
                    <a:pt x="685" y="263"/>
                  </a:lnTo>
                  <a:lnTo>
                    <a:pt x="667" y="266"/>
                  </a:lnTo>
                  <a:lnTo>
                    <a:pt x="651" y="270"/>
                  </a:lnTo>
                  <a:lnTo>
                    <a:pt x="641" y="272"/>
                  </a:lnTo>
                  <a:lnTo>
                    <a:pt x="636" y="273"/>
                  </a:lnTo>
                  <a:lnTo>
                    <a:pt x="633" y="275"/>
                  </a:lnTo>
                  <a:lnTo>
                    <a:pt x="625" y="279"/>
                  </a:lnTo>
                  <a:lnTo>
                    <a:pt x="614" y="287"/>
                  </a:lnTo>
                  <a:lnTo>
                    <a:pt x="599" y="295"/>
                  </a:lnTo>
                  <a:lnTo>
                    <a:pt x="582" y="307"/>
                  </a:lnTo>
                  <a:lnTo>
                    <a:pt x="563" y="318"/>
                  </a:lnTo>
                  <a:lnTo>
                    <a:pt x="543" y="331"/>
                  </a:lnTo>
                  <a:lnTo>
                    <a:pt x="522" y="344"/>
                  </a:lnTo>
                  <a:lnTo>
                    <a:pt x="501" y="357"/>
                  </a:lnTo>
                  <a:lnTo>
                    <a:pt x="481" y="371"/>
                  </a:lnTo>
                  <a:lnTo>
                    <a:pt x="461" y="383"/>
                  </a:lnTo>
                  <a:lnTo>
                    <a:pt x="442" y="394"/>
                  </a:lnTo>
                  <a:lnTo>
                    <a:pt x="426" y="405"/>
                  </a:lnTo>
                  <a:lnTo>
                    <a:pt x="412" y="414"/>
                  </a:lnTo>
                  <a:lnTo>
                    <a:pt x="402" y="421"/>
                  </a:lnTo>
                  <a:lnTo>
                    <a:pt x="395" y="425"/>
                  </a:lnTo>
                  <a:lnTo>
                    <a:pt x="392" y="426"/>
                  </a:lnTo>
                  <a:lnTo>
                    <a:pt x="0" y="426"/>
                  </a:lnTo>
                  <a:lnTo>
                    <a:pt x="2" y="425"/>
                  </a:lnTo>
                  <a:lnTo>
                    <a:pt x="10" y="422"/>
                  </a:lnTo>
                  <a:lnTo>
                    <a:pt x="23" y="416"/>
                  </a:lnTo>
                  <a:lnTo>
                    <a:pt x="37" y="409"/>
                  </a:lnTo>
                  <a:lnTo>
                    <a:pt x="57" y="401"/>
                  </a:lnTo>
                  <a:lnTo>
                    <a:pt x="79" y="389"/>
                  </a:lnTo>
                  <a:lnTo>
                    <a:pt x="103" y="376"/>
                  </a:lnTo>
                  <a:lnTo>
                    <a:pt x="129" y="363"/>
                  </a:lnTo>
                  <a:lnTo>
                    <a:pt x="157" y="347"/>
                  </a:lnTo>
                  <a:lnTo>
                    <a:pt x="185" y="330"/>
                  </a:lnTo>
                  <a:lnTo>
                    <a:pt x="215" y="311"/>
                  </a:lnTo>
                  <a:lnTo>
                    <a:pt x="243" y="292"/>
                  </a:lnTo>
                  <a:lnTo>
                    <a:pt x="271" y="271"/>
                  </a:lnTo>
                  <a:lnTo>
                    <a:pt x="298" y="249"/>
                  </a:lnTo>
                  <a:lnTo>
                    <a:pt x="323" y="225"/>
                  </a:lnTo>
                  <a:lnTo>
                    <a:pt x="352" y="201"/>
                  </a:lnTo>
                  <a:lnTo>
                    <a:pt x="384" y="181"/>
                  </a:lnTo>
                  <a:lnTo>
                    <a:pt x="418" y="165"/>
                  </a:lnTo>
                  <a:lnTo>
                    <a:pt x="451" y="152"/>
                  </a:lnTo>
                  <a:lnTo>
                    <a:pt x="486" y="144"/>
                  </a:lnTo>
                  <a:lnTo>
                    <a:pt x="522" y="138"/>
                  </a:lnTo>
                  <a:lnTo>
                    <a:pt x="558" y="133"/>
                  </a:lnTo>
                  <a:lnTo>
                    <a:pt x="593" y="131"/>
                  </a:lnTo>
                  <a:lnTo>
                    <a:pt x="628" y="130"/>
                  </a:lnTo>
                  <a:lnTo>
                    <a:pt x="662" y="130"/>
                  </a:lnTo>
                  <a:lnTo>
                    <a:pt x="693" y="130"/>
                  </a:lnTo>
                  <a:lnTo>
                    <a:pt x="723" y="130"/>
                  </a:lnTo>
                  <a:lnTo>
                    <a:pt x="750" y="130"/>
                  </a:lnTo>
                  <a:lnTo>
                    <a:pt x="776" y="128"/>
                  </a:lnTo>
                  <a:lnTo>
                    <a:pt x="808" y="124"/>
                  </a:lnTo>
                  <a:lnTo>
                    <a:pt x="837" y="116"/>
                  </a:lnTo>
                  <a:lnTo>
                    <a:pt x="861" y="109"/>
                  </a:lnTo>
                  <a:lnTo>
                    <a:pt x="882" y="99"/>
                  </a:lnTo>
                  <a:lnTo>
                    <a:pt x="900" y="88"/>
                  </a:lnTo>
                  <a:lnTo>
                    <a:pt x="917" y="75"/>
                  </a:lnTo>
                  <a:lnTo>
                    <a:pt x="933" y="62"/>
                  </a:lnTo>
                  <a:lnTo>
                    <a:pt x="950" y="47"/>
                  </a:lnTo>
                  <a:lnTo>
                    <a:pt x="967" y="32"/>
                  </a:lnTo>
                  <a:lnTo>
                    <a:pt x="984" y="20"/>
                  </a:lnTo>
                  <a:lnTo>
                    <a:pt x="1005" y="13"/>
                  </a:lnTo>
                  <a:lnTo>
                    <a:pt x="1027" y="7"/>
                  </a:lnTo>
                  <a:lnTo>
                    <a:pt x="1051" y="3"/>
                  </a:lnTo>
                  <a:lnTo>
                    <a:pt x="1076" y="1"/>
                  </a:lnTo>
                  <a:lnTo>
                    <a:pt x="1099"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27" name="Freeform 33">
              <a:extLst>
                <a:ext uri="{FF2B5EF4-FFF2-40B4-BE49-F238E27FC236}">
                  <a16:creationId xmlns:a16="http://schemas.microsoft.com/office/drawing/2014/main" id="{CFD76E20-54DD-4E00-A684-0552B3F5CA8E}"/>
                </a:ext>
              </a:extLst>
            </p:cNvPr>
            <p:cNvSpPr>
              <a:spLocks/>
            </p:cNvSpPr>
            <p:nvPr/>
          </p:nvSpPr>
          <p:spPr bwMode="auto">
            <a:xfrm>
              <a:off x="3216276" y="2301876"/>
              <a:ext cx="200025" cy="85725"/>
            </a:xfrm>
            <a:custGeom>
              <a:avLst/>
              <a:gdLst>
                <a:gd name="T0" fmla="*/ 884 w 886"/>
                <a:gd name="T1" fmla="*/ 80 h 381"/>
                <a:gd name="T2" fmla="*/ 848 w 886"/>
                <a:gd name="T3" fmla="*/ 88 h 381"/>
                <a:gd name="T4" fmla="*/ 796 w 886"/>
                <a:gd name="T5" fmla="*/ 108 h 381"/>
                <a:gd name="T6" fmla="*/ 764 w 886"/>
                <a:gd name="T7" fmla="*/ 145 h 381"/>
                <a:gd name="T8" fmla="*/ 761 w 886"/>
                <a:gd name="T9" fmla="*/ 182 h 381"/>
                <a:gd name="T10" fmla="*/ 774 w 886"/>
                <a:gd name="T11" fmla="*/ 206 h 381"/>
                <a:gd name="T12" fmla="*/ 812 w 886"/>
                <a:gd name="T13" fmla="*/ 226 h 381"/>
                <a:gd name="T14" fmla="*/ 865 w 886"/>
                <a:gd name="T15" fmla="*/ 225 h 381"/>
                <a:gd name="T16" fmla="*/ 886 w 886"/>
                <a:gd name="T17" fmla="*/ 218 h 381"/>
                <a:gd name="T18" fmla="*/ 874 w 886"/>
                <a:gd name="T19" fmla="*/ 305 h 381"/>
                <a:gd name="T20" fmla="*/ 817 w 886"/>
                <a:gd name="T21" fmla="*/ 308 h 381"/>
                <a:gd name="T22" fmla="*/ 734 w 886"/>
                <a:gd name="T23" fmla="*/ 301 h 381"/>
                <a:gd name="T24" fmla="*/ 627 w 886"/>
                <a:gd name="T25" fmla="*/ 262 h 381"/>
                <a:gd name="T26" fmla="*/ 557 w 886"/>
                <a:gd name="T27" fmla="*/ 229 h 381"/>
                <a:gd name="T28" fmla="*/ 510 w 886"/>
                <a:gd name="T29" fmla="*/ 220 h 381"/>
                <a:gd name="T30" fmla="*/ 452 w 886"/>
                <a:gd name="T31" fmla="*/ 233 h 381"/>
                <a:gd name="T32" fmla="*/ 431 w 886"/>
                <a:gd name="T33" fmla="*/ 256 h 381"/>
                <a:gd name="T34" fmla="*/ 417 w 886"/>
                <a:gd name="T35" fmla="*/ 288 h 381"/>
                <a:gd name="T36" fmla="*/ 386 w 886"/>
                <a:gd name="T37" fmla="*/ 305 h 381"/>
                <a:gd name="T38" fmla="*/ 344 w 886"/>
                <a:gd name="T39" fmla="*/ 307 h 381"/>
                <a:gd name="T40" fmla="*/ 313 w 886"/>
                <a:gd name="T41" fmla="*/ 320 h 381"/>
                <a:gd name="T42" fmla="*/ 302 w 886"/>
                <a:gd name="T43" fmla="*/ 345 h 381"/>
                <a:gd name="T44" fmla="*/ 282 w 886"/>
                <a:gd name="T45" fmla="*/ 367 h 381"/>
                <a:gd name="T46" fmla="*/ 263 w 886"/>
                <a:gd name="T47" fmla="*/ 380 h 381"/>
                <a:gd name="T48" fmla="*/ 7 w 886"/>
                <a:gd name="T49" fmla="*/ 380 h 381"/>
                <a:gd name="T50" fmla="*/ 58 w 886"/>
                <a:gd name="T51" fmla="*/ 368 h 381"/>
                <a:gd name="T52" fmla="*/ 124 w 886"/>
                <a:gd name="T53" fmla="*/ 347 h 381"/>
                <a:gd name="T54" fmla="*/ 167 w 886"/>
                <a:gd name="T55" fmla="*/ 322 h 381"/>
                <a:gd name="T56" fmla="*/ 201 w 886"/>
                <a:gd name="T57" fmla="*/ 279 h 381"/>
                <a:gd name="T58" fmla="*/ 217 w 886"/>
                <a:gd name="T59" fmla="*/ 252 h 381"/>
                <a:gd name="T60" fmla="*/ 258 w 886"/>
                <a:gd name="T61" fmla="*/ 240 h 381"/>
                <a:gd name="T62" fmla="*/ 295 w 886"/>
                <a:gd name="T63" fmla="*/ 239 h 381"/>
                <a:gd name="T64" fmla="*/ 335 w 886"/>
                <a:gd name="T65" fmla="*/ 218 h 381"/>
                <a:gd name="T66" fmla="*/ 357 w 886"/>
                <a:gd name="T67" fmla="*/ 185 h 381"/>
                <a:gd name="T68" fmla="*/ 415 w 886"/>
                <a:gd name="T69" fmla="*/ 152 h 381"/>
                <a:gd name="T70" fmla="*/ 512 w 886"/>
                <a:gd name="T71" fmla="*/ 137 h 381"/>
                <a:gd name="T72" fmla="*/ 590 w 886"/>
                <a:gd name="T73" fmla="*/ 148 h 381"/>
                <a:gd name="T74" fmla="*/ 648 w 886"/>
                <a:gd name="T75" fmla="*/ 164 h 381"/>
                <a:gd name="T76" fmla="*/ 686 w 886"/>
                <a:gd name="T77" fmla="*/ 168 h 381"/>
                <a:gd name="T78" fmla="*/ 704 w 886"/>
                <a:gd name="T79" fmla="*/ 138 h 381"/>
                <a:gd name="T80" fmla="*/ 694 w 886"/>
                <a:gd name="T81" fmla="*/ 101 h 381"/>
                <a:gd name="T82" fmla="*/ 693 w 886"/>
                <a:gd name="T83" fmla="*/ 66 h 381"/>
                <a:gd name="T84" fmla="*/ 729 w 886"/>
                <a:gd name="T85" fmla="*/ 42 h 381"/>
                <a:gd name="T86" fmla="*/ 788 w 886"/>
                <a:gd name="T87" fmla="*/ 23 h 381"/>
                <a:gd name="T88" fmla="*/ 847 w 886"/>
                <a:gd name="T89" fmla="*/ 8 h 381"/>
                <a:gd name="T90" fmla="*/ 884 w 886"/>
                <a:gd name="T91" fmla="*/ 1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86" h="381">
                  <a:moveTo>
                    <a:pt x="886" y="0"/>
                  </a:moveTo>
                  <a:lnTo>
                    <a:pt x="886" y="80"/>
                  </a:lnTo>
                  <a:lnTo>
                    <a:pt x="884" y="80"/>
                  </a:lnTo>
                  <a:lnTo>
                    <a:pt x="875" y="82"/>
                  </a:lnTo>
                  <a:lnTo>
                    <a:pt x="863" y="84"/>
                  </a:lnTo>
                  <a:lnTo>
                    <a:pt x="848" y="88"/>
                  </a:lnTo>
                  <a:lnTo>
                    <a:pt x="831" y="94"/>
                  </a:lnTo>
                  <a:lnTo>
                    <a:pt x="813" y="100"/>
                  </a:lnTo>
                  <a:lnTo>
                    <a:pt x="796" y="108"/>
                  </a:lnTo>
                  <a:lnTo>
                    <a:pt x="781" y="118"/>
                  </a:lnTo>
                  <a:lnTo>
                    <a:pt x="772" y="131"/>
                  </a:lnTo>
                  <a:lnTo>
                    <a:pt x="764" y="145"/>
                  </a:lnTo>
                  <a:lnTo>
                    <a:pt x="760" y="160"/>
                  </a:lnTo>
                  <a:lnTo>
                    <a:pt x="760" y="175"/>
                  </a:lnTo>
                  <a:lnTo>
                    <a:pt x="761" y="182"/>
                  </a:lnTo>
                  <a:lnTo>
                    <a:pt x="763" y="189"/>
                  </a:lnTo>
                  <a:lnTo>
                    <a:pt x="768" y="196"/>
                  </a:lnTo>
                  <a:lnTo>
                    <a:pt x="774" y="206"/>
                  </a:lnTo>
                  <a:lnTo>
                    <a:pt x="784" y="214"/>
                  </a:lnTo>
                  <a:lnTo>
                    <a:pt x="796" y="220"/>
                  </a:lnTo>
                  <a:lnTo>
                    <a:pt x="812" y="226"/>
                  </a:lnTo>
                  <a:lnTo>
                    <a:pt x="832" y="227"/>
                  </a:lnTo>
                  <a:lnTo>
                    <a:pt x="850" y="227"/>
                  </a:lnTo>
                  <a:lnTo>
                    <a:pt x="865" y="225"/>
                  </a:lnTo>
                  <a:lnTo>
                    <a:pt x="876" y="221"/>
                  </a:lnTo>
                  <a:lnTo>
                    <a:pt x="884" y="219"/>
                  </a:lnTo>
                  <a:lnTo>
                    <a:pt x="886" y="218"/>
                  </a:lnTo>
                  <a:lnTo>
                    <a:pt x="886" y="304"/>
                  </a:lnTo>
                  <a:lnTo>
                    <a:pt x="883" y="304"/>
                  </a:lnTo>
                  <a:lnTo>
                    <a:pt x="874" y="305"/>
                  </a:lnTo>
                  <a:lnTo>
                    <a:pt x="860" y="307"/>
                  </a:lnTo>
                  <a:lnTo>
                    <a:pt x="841" y="308"/>
                  </a:lnTo>
                  <a:lnTo>
                    <a:pt x="817" y="308"/>
                  </a:lnTo>
                  <a:lnTo>
                    <a:pt x="792" y="307"/>
                  </a:lnTo>
                  <a:lnTo>
                    <a:pt x="763" y="305"/>
                  </a:lnTo>
                  <a:lnTo>
                    <a:pt x="734" y="301"/>
                  </a:lnTo>
                  <a:lnTo>
                    <a:pt x="698" y="290"/>
                  </a:lnTo>
                  <a:lnTo>
                    <a:pt x="662" y="276"/>
                  </a:lnTo>
                  <a:lnTo>
                    <a:pt x="627" y="262"/>
                  </a:lnTo>
                  <a:lnTo>
                    <a:pt x="594" y="246"/>
                  </a:lnTo>
                  <a:lnTo>
                    <a:pt x="565" y="232"/>
                  </a:lnTo>
                  <a:lnTo>
                    <a:pt x="557" y="229"/>
                  </a:lnTo>
                  <a:lnTo>
                    <a:pt x="551" y="226"/>
                  </a:lnTo>
                  <a:lnTo>
                    <a:pt x="529" y="221"/>
                  </a:lnTo>
                  <a:lnTo>
                    <a:pt x="510" y="220"/>
                  </a:lnTo>
                  <a:lnTo>
                    <a:pt x="492" y="223"/>
                  </a:lnTo>
                  <a:lnTo>
                    <a:pt x="473" y="227"/>
                  </a:lnTo>
                  <a:lnTo>
                    <a:pt x="452" y="233"/>
                  </a:lnTo>
                  <a:lnTo>
                    <a:pt x="442" y="238"/>
                  </a:lnTo>
                  <a:lnTo>
                    <a:pt x="436" y="247"/>
                  </a:lnTo>
                  <a:lnTo>
                    <a:pt x="431" y="256"/>
                  </a:lnTo>
                  <a:lnTo>
                    <a:pt x="426" y="268"/>
                  </a:lnTo>
                  <a:lnTo>
                    <a:pt x="422" y="279"/>
                  </a:lnTo>
                  <a:lnTo>
                    <a:pt x="417" y="288"/>
                  </a:lnTo>
                  <a:lnTo>
                    <a:pt x="410" y="296"/>
                  </a:lnTo>
                  <a:lnTo>
                    <a:pt x="399" y="302"/>
                  </a:lnTo>
                  <a:lnTo>
                    <a:pt x="386" y="305"/>
                  </a:lnTo>
                  <a:lnTo>
                    <a:pt x="372" y="306"/>
                  </a:lnTo>
                  <a:lnTo>
                    <a:pt x="357" y="307"/>
                  </a:lnTo>
                  <a:lnTo>
                    <a:pt x="344" y="307"/>
                  </a:lnTo>
                  <a:lnTo>
                    <a:pt x="331" y="308"/>
                  </a:lnTo>
                  <a:lnTo>
                    <a:pt x="323" y="311"/>
                  </a:lnTo>
                  <a:lnTo>
                    <a:pt x="313" y="320"/>
                  </a:lnTo>
                  <a:lnTo>
                    <a:pt x="308" y="327"/>
                  </a:lnTo>
                  <a:lnTo>
                    <a:pt x="305" y="337"/>
                  </a:lnTo>
                  <a:lnTo>
                    <a:pt x="302" y="345"/>
                  </a:lnTo>
                  <a:lnTo>
                    <a:pt x="295" y="355"/>
                  </a:lnTo>
                  <a:lnTo>
                    <a:pt x="289" y="362"/>
                  </a:lnTo>
                  <a:lnTo>
                    <a:pt x="282" y="367"/>
                  </a:lnTo>
                  <a:lnTo>
                    <a:pt x="274" y="374"/>
                  </a:lnTo>
                  <a:lnTo>
                    <a:pt x="267" y="378"/>
                  </a:lnTo>
                  <a:lnTo>
                    <a:pt x="263" y="380"/>
                  </a:lnTo>
                  <a:lnTo>
                    <a:pt x="261" y="381"/>
                  </a:lnTo>
                  <a:lnTo>
                    <a:pt x="0" y="381"/>
                  </a:lnTo>
                  <a:lnTo>
                    <a:pt x="7" y="380"/>
                  </a:lnTo>
                  <a:lnTo>
                    <a:pt x="20" y="378"/>
                  </a:lnTo>
                  <a:lnTo>
                    <a:pt x="38" y="374"/>
                  </a:lnTo>
                  <a:lnTo>
                    <a:pt x="58" y="368"/>
                  </a:lnTo>
                  <a:lnTo>
                    <a:pt x="80" y="362"/>
                  </a:lnTo>
                  <a:lnTo>
                    <a:pt x="102" y="356"/>
                  </a:lnTo>
                  <a:lnTo>
                    <a:pt x="124" y="347"/>
                  </a:lnTo>
                  <a:lnTo>
                    <a:pt x="143" y="338"/>
                  </a:lnTo>
                  <a:lnTo>
                    <a:pt x="154" y="331"/>
                  </a:lnTo>
                  <a:lnTo>
                    <a:pt x="167" y="322"/>
                  </a:lnTo>
                  <a:lnTo>
                    <a:pt x="180" y="310"/>
                  </a:lnTo>
                  <a:lnTo>
                    <a:pt x="192" y="296"/>
                  </a:lnTo>
                  <a:lnTo>
                    <a:pt x="201" y="279"/>
                  </a:lnTo>
                  <a:lnTo>
                    <a:pt x="206" y="269"/>
                  </a:lnTo>
                  <a:lnTo>
                    <a:pt x="210" y="260"/>
                  </a:lnTo>
                  <a:lnTo>
                    <a:pt x="217" y="252"/>
                  </a:lnTo>
                  <a:lnTo>
                    <a:pt x="228" y="247"/>
                  </a:lnTo>
                  <a:lnTo>
                    <a:pt x="242" y="243"/>
                  </a:lnTo>
                  <a:lnTo>
                    <a:pt x="258" y="240"/>
                  </a:lnTo>
                  <a:lnTo>
                    <a:pt x="269" y="240"/>
                  </a:lnTo>
                  <a:lnTo>
                    <a:pt x="282" y="240"/>
                  </a:lnTo>
                  <a:lnTo>
                    <a:pt x="295" y="239"/>
                  </a:lnTo>
                  <a:lnTo>
                    <a:pt x="311" y="235"/>
                  </a:lnTo>
                  <a:lnTo>
                    <a:pt x="326" y="227"/>
                  </a:lnTo>
                  <a:lnTo>
                    <a:pt x="335" y="218"/>
                  </a:lnTo>
                  <a:lnTo>
                    <a:pt x="342" y="208"/>
                  </a:lnTo>
                  <a:lnTo>
                    <a:pt x="349" y="196"/>
                  </a:lnTo>
                  <a:lnTo>
                    <a:pt x="357" y="185"/>
                  </a:lnTo>
                  <a:lnTo>
                    <a:pt x="366" y="174"/>
                  </a:lnTo>
                  <a:lnTo>
                    <a:pt x="378" y="167"/>
                  </a:lnTo>
                  <a:lnTo>
                    <a:pt x="415" y="152"/>
                  </a:lnTo>
                  <a:lnTo>
                    <a:pt x="450" y="142"/>
                  </a:lnTo>
                  <a:lnTo>
                    <a:pt x="482" y="138"/>
                  </a:lnTo>
                  <a:lnTo>
                    <a:pt x="512" y="137"/>
                  </a:lnTo>
                  <a:lnTo>
                    <a:pt x="541" y="139"/>
                  </a:lnTo>
                  <a:lnTo>
                    <a:pt x="567" y="142"/>
                  </a:lnTo>
                  <a:lnTo>
                    <a:pt x="590" y="148"/>
                  </a:lnTo>
                  <a:lnTo>
                    <a:pt x="611" y="154"/>
                  </a:lnTo>
                  <a:lnTo>
                    <a:pt x="631" y="160"/>
                  </a:lnTo>
                  <a:lnTo>
                    <a:pt x="648" y="164"/>
                  </a:lnTo>
                  <a:lnTo>
                    <a:pt x="663" y="169"/>
                  </a:lnTo>
                  <a:lnTo>
                    <a:pt x="676" y="170"/>
                  </a:lnTo>
                  <a:lnTo>
                    <a:pt x="686" y="168"/>
                  </a:lnTo>
                  <a:lnTo>
                    <a:pt x="694" y="162"/>
                  </a:lnTo>
                  <a:lnTo>
                    <a:pt x="702" y="151"/>
                  </a:lnTo>
                  <a:lnTo>
                    <a:pt x="704" y="138"/>
                  </a:lnTo>
                  <a:lnTo>
                    <a:pt x="702" y="125"/>
                  </a:lnTo>
                  <a:lnTo>
                    <a:pt x="698" y="114"/>
                  </a:lnTo>
                  <a:lnTo>
                    <a:pt x="694" y="101"/>
                  </a:lnTo>
                  <a:lnTo>
                    <a:pt x="689" y="89"/>
                  </a:lnTo>
                  <a:lnTo>
                    <a:pt x="689" y="78"/>
                  </a:lnTo>
                  <a:lnTo>
                    <a:pt x="693" y="66"/>
                  </a:lnTo>
                  <a:lnTo>
                    <a:pt x="702" y="57"/>
                  </a:lnTo>
                  <a:lnTo>
                    <a:pt x="714" y="49"/>
                  </a:lnTo>
                  <a:lnTo>
                    <a:pt x="729" y="42"/>
                  </a:lnTo>
                  <a:lnTo>
                    <a:pt x="747" y="34"/>
                  </a:lnTo>
                  <a:lnTo>
                    <a:pt x="767" y="28"/>
                  </a:lnTo>
                  <a:lnTo>
                    <a:pt x="788" y="23"/>
                  </a:lnTo>
                  <a:lnTo>
                    <a:pt x="809" y="18"/>
                  </a:lnTo>
                  <a:lnTo>
                    <a:pt x="829" y="12"/>
                  </a:lnTo>
                  <a:lnTo>
                    <a:pt x="847" y="8"/>
                  </a:lnTo>
                  <a:lnTo>
                    <a:pt x="863" y="5"/>
                  </a:lnTo>
                  <a:lnTo>
                    <a:pt x="875" y="2"/>
                  </a:lnTo>
                  <a:lnTo>
                    <a:pt x="884" y="1"/>
                  </a:lnTo>
                  <a:lnTo>
                    <a:pt x="886"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28" name="Freeform 34">
              <a:extLst>
                <a:ext uri="{FF2B5EF4-FFF2-40B4-BE49-F238E27FC236}">
                  <a16:creationId xmlns:a16="http://schemas.microsoft.com/office/drawing/2014/main" id="{A63D72CD-AEB8-47B2-BC0E-1CD19CC4344F}"/>
                </a:ext>
              </a:extLst>
            </p:cNvPr>
            <p:cNvSpPr>
              <a:spLocks/>
            </p:cNvSpPr>
            <p:nvPr/>
          </p:nvSpPr>
          <p:spPr bwMode="auto">
            <a:xfrm>
              <a:off x="3205163" y="2274888"/>
              <a:ext cx="138113" cy="34925"/>
            </a:xfrm>
            <a:custGeom>
              <a:avLst/>
              <a:gdLst>
                <a:gd name="T0" fmla="*/ 3 w 613"/>
                <a:gd name="T1" fmla="*/ 1 h 159"/>
                <a:gd name="T2" fmla="*/ 23 w 613"/>
                <a:gd name="T3" fmla="*/ 7 h 159"/>
                <a:gd name="T4" fmla="*/ 57 w 613"/>
                <a:gd name="T5" fmla="*/ 15 h 159"/>
                <a:gd name="T6" fmla="*/ 97 w 613"/>
                <a:gd name="T7" fmla="*/ 24 h 159"/>
                <a:gd name="T8" fmla="*/ 136 w 613"/>
                <a:gd name="T9" fmla="*/ 30 h 159"/>
                <a:gd name="T10" fmla="*/ 168 w 613"/>
                <a:gd name="T11" fmla="*/ 32 h 159"/>
                <a:gd name="T12" fmla="*/ 221 w 613"/>
                <a:gd name="T13" fmla="*/ 31 h 159"/>
                <a:gd name="T14" fmla="*/ 276 w 613"/>
                <a:gd name="T15" fmla="*/ 35 h 159"/>
                <a:gd name="T16" fmla="*/ 321 w 613"/>
                <a:gd name="T17" fmla="*/ 45 h 159"/>
                <a:gd name="T18" fmla="*/ 362 w 613"/>
                <a:gd name="T19" fmla="*/ 53 h 159"/>
                <a:gd name="T20" fmla="*/ 414 w 613"/>
                <a:gd name="T21" fmla="*/ 64 h 159"/>
                <a:gd name="T22" fmla="*/ 469 w 613"/>
                <a:gd name="T23" fmla="*/ 74 h 159"/>
                <a:gd name="T24" fmla="*/ 523 w 613"/>
                <a:gd name="T25" fmla="*/ 84 h 159"/>
                <a:gd name="T26" fmla="*/ 568 w 613"/>
                <a:gd name="T27" fmla="*/ 92 h 159"/>
                <a:gd name="T28" fmla="*/ 601 w 613"/>
                <a:gd name="T29" fmla="*/ 99 h 159"/>
                <a:gd name="T30" fmla="*/ 613 w 613"/>
                <a:gd name="T31" fmla="*/ 101 h 159"/>
                <a:gd name="T32" fmla="*/ 600 w 613"/>
                <a:gd name="T33" fmla="*/ 103 h 159"/>
                <a:gd name="T34" fmla="*/ 566 w 613"/>
                <a:gd name="T35" fmla="*/ 108 h 159"/>
                <a:gd name="T36" fmla="*/ 520 w 613"/>
                <a:gd name="T37" fmla="*/ 116 h 159"/>
                <a:gd name="T38" fmla="*/ 468 w 613"/>
                <a:gd name="T39" fmla="*/ 125 h 159"/>
                <a:gd name="T40" fmla="*/ 418 w 613"/>
                <a:gd name="T41" fmla="*/ 134 h 159"/>
                <a:gd name="T42" fmla="*/ 377 w 613"/>
                <a:gd name="T43" fmla="*/ 142 h 159"/>
                <a:gd name="T44" fmla="*/ 353 w 613"/>
                <a:gd name="T45" fmla="*/ 146 h 159"/>
                <a:gd name="T46" fmla="*/ 321 w 613"/>
                <a:gd name="T47" fmla="*/ 152 h 159"/>
                <a:gd name="T48" fmla="*/ 297 w 613"/>
                <a:gd name="T49" fmla="*/ 157 h 159"/>
                <a:gd name="T50" fmla="*/ 286 w 613"/>
                <a:gd name="T51" fmla="*/ 159 h 159"/>
                <a:gd name="T52" fmla="*/ 277 w 613"/>
                <a:gd name="T53" fmla="*/ 154 h 159"/>
                <a:gd name="T54" fmla="*/ 253 w 613"/>
                <a:gd name="T55" fmla="*/ 145 h 159"/>
                <a:gd name="T56" fmla="*/ 219 w 613"/>
                <a:gd name="T57" fmla="*/ 132 h 159"/>
                <a:gd name="T58" fmla="*/ 184 w 613"/>
                <a:gd name="T59" fmla="*/ 119 h 159"/>
                <a:gd name="T60" fmla="*/ 152 w 613"/>
                <a:gd name="T61" fmla="*/ 106 h 159"/>
                <a:gd name="T62" fmla="*/ 98 w 613"/>
                <a:gd name="T63" fmla="*/ 11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13" h="159">
                  <a:moveTo>
                    <a:pt x="0" y="0"/>
                  </a:moveTo>
                  <a:lnTo>
                    <a:pt x="3" y="1"/>
                  </a:lnTo>
                  <a:lnTo>
                    <a:pt x="11" y="3"/>
                  </a:lnTo>
                  <a:lnTo>
                    <a:pt x="23" y="7"/>
                  </a:lnTo>
                  <a:lnTo>
                    <a:pt x="39" y="11"/>
                  </a:lnTo>
                  <a:lnTo>
                    <a:pt x="57" y="15"/>
                  </a:lnTo>
                  <a:lnTo>
                    <a:pt x="77" y="19"/>
                  </a:lnTo>
                  <a:lnTo>
                    <a:pt x="97" y="24"/>
                  </a:lnTo>
                  <a:lnTo>
                    <a:pt x="117" y="27"/>
                  </a:lnTo>
                  <a:lnTo>
                    <a:pt x="136" y="30"/>
                  </a:lnTo>
                  <a:lnTo>
                    <a:pt x="153" y="32"/>
                  </a:lnTo>
                  <a:lnTo>
                    <a:pt x="168" y="32"/>
                  </a:lnTo>
                  <a:lnTo>
                    <a:pt x="194" y="31"/>
                  </a:lnTo>
                  <a:lnTo>
                    <a:pt x="221" y="31"/>
                  </a:lnTo>
                  <a:lnTo>
                    <a:pt x="247" y="32"/>
                  </a:lnTo>
                  <a:lnTo>
                    <a:pt x="276" y="35"/>
                  </a:lnTo>
                  <a:lnTo>
                    <a:pt x="306" y="41"/>
                  </a:lnTo>
                  <a:lnTo>
                    <a:pt x="321" y="45"/>
                  </a:lnTo>
                  <a:lnTo>
                    <a:pt x="340" y="49"/>
                  </a:lnTo>
                  <a:lnTo>
                    <a:pt x="362" y="53"/>
                  </a:lnTo>
                  <a:lnTo>
                    <a:pt x="387" y="58"/>
                  </a:lnTo>
                  <a:lnTo>
                    <a:pt x="414" y="64"/>
                  </a:lnTo>
                  <a:lnTo>
                    <a:pt x="442" y="69"/>
                  </a:lnTo>
                  <a:lnTo>
                    <a:pt x="469" y="74"/>
                  </a:lnTo>
                  <a:lnTo>
                    <a:pt x="497" y="79"/>
                  </a:lnTo>
                  <a:lnTo>
                    <a:pt x="523" y="84"/>
                  </a:lnTo>
                  <a:lnTo>
                    <a:pt x="547" y="89"/>
                  </a:lnTo>
                  <a:lnTo>
                    <a:pt x="568" y="92"/>
                  </a:lnTo>
                  <a:lnTo>
                    <a:pt x="587" y="95"/>
                  </a:lnTo>
                  <a:lnTo>
                    <a:pt x="601" y="99"/>
                  </a:lnTo>
                  <a:lnTo>
                    <a:pt x="610" y="100"/>
                  </a:lnTo>
                  <a:lnTo>
                    <a:pt x="613" y="101"/>
                  </a:lnTo>
                  <a:lnTo>
                    <a:pt x="610" y="101"/>
                  </a:lnTo>
                  <a:lnTo>
                    <a:pt x="600" y="103"/>
                  </a:lnTo>
                  <a:lnTo>
                    <a:pt x="585" y="105"/>
                  </a:lnTo>
                  <a:lnTo>
                    <a:pt x="566" y="108"/>
                  </a:lnTo>
                  <a:lnTo>
                    <a:pt x="544" y="112"/>
                  </a:lnTo>
                  <a:lnTo>
                    <a:pt x="520" y="116"/>
                  </a:lnTo>
                  <a:lnTo>
                    <a:pt x="494" y="121"/>
                  </a:lnTo>
                  <a:lnTo>
                    <a:pt x="468" y="125"/>
                  </a:lnTo>
                  <a:lnTo>
                    <a:pt x="443" y="130"/>
                  </a:lnTo>
                  <a:lnTo>
                    <a:pt x="418" y="134"/>
                  </a:lnTo>
                  <a:lnTo>
                    <a:pt x="396" y="138"/>
                  </a:lnTo>
                  <a:lnTo>
                    <a:pt x="377" y="142"/>
                  </a:lnTo>
                  <a:lnTo>
                    <a:pt x="362" y="144"/>
                  </a:lnTo>
                  <a:lnTo>
                    <a:pt x="353" y="146"/>
                  </a:lnTo>
                  <a:lnTo>
                    <a:pt x="337" y="149"/>
                  </a:lnTo>
                  <a:lnTo>
                    <a:pt x="321" y="152"/>
                  </a:lnTo>
                  <a:lnTo>
                    <a:pt x="307" y="154"/>
                  </a:lnTo>
                  <a:lnTo>
                    <a:pt x="297" y="157"/>
                  </a:lnTo>
                  <a:lnTo>
                    <a:pt x="289" y="158"/>
                  </a:lnTo>
                  <a:lnTo>
                    <a:pt x="286" y="159"/>
                  </a:lnTo>
                  <a:lnTo>
                    <a:pt x="284" y="158"/>
                  </a:lnTo>
                  <a:lnTo>
                    <a:pt x="277" y="154"/>
                  </a:lnTo>
                  <a:lnTo>
                    <a:pt x="266" y="150"/>
                  </a:lnTo>
                  <a:lnTo>
                    <a:pt x="253" y="145"/>
                  </a:lnTo>
                  <a:lnTo>
                    <a:pt x="237" y="140"/>
                  </a:lnTo>
                  <a:lnTo>
                    <a:pt x="219" y="132"/>
                  </a:lnTo>
                  <a:lnTo>
                    <a:pt x="201" y="126"/>
                  </a:lnTo>
                  <a:lnTo>
                    <a:pt x="184" y="119"/>
                  </a:lnTo>
                  <a:lnTo>
                    <a:pt x="167" y="112"/>
                  </a:lnTo>
                  <a:lnTo>
                    <a:pt x="152" y="106"/>
                  </a:lnTo>
                  <a:lnTo>
                    <a:pt x="139" y="101"/>
                  </a:lnTo>
                  <a:lnTo>
                    <a:pt x="98" y="110"/>
                  </a:lnTo>
                  <a:lnTo>
                    <a:pt x="0"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29" name="Freeform 35">
              <a:extLst>
                <a:ext uri="{FF2B5EF4-FFF2-40B4-BE49-F238E27FC236}">
                  <a16:creationId xmlns:a16="http://schemas.microsoft.com/office/drawing/2014/main" id="{7B61D941-E955-4AF2-9264-AF0AFDD166E8}"/>
                </a:ext>
              </a:extLst>
            </p:cNvPr>
            <p:cNvSpPr>
              <a:spLocks/>
            </p:cNvSpPr>
            <p:nvPr/>
          </p:nvSpPr>
          <p:spPr bwMode="auto">
            <a:xfrm>
              <a:off x="3333751" y="2227263"/>
              <a:ext cx="76200" cy="38100"/>
            </a:xfrm>
            <a:custGeom>
              <a:avLst/>
              <a:gdLst>
                <a:gd name="T0" fmla="*/ 0 w 337"/>
                <a:gd name="T1" fmla="*/ 0 h 168"/>
                <a:gd name="T2" fmla="*/ 3 w 337"/>
                <a:gd name="T3" fmla="*/ 1 h 168"/>
                <a:gd name="T4" fmla="*/ 9 w 337"/>
                <a:gd name="T5" fmla="*/ 5 h 168"/>
                <a:gd name="T6" fmla="*/ 17 w 337"/>
                <a:gd name="T7" fmla="*/ 12 h 168"/>
                <a:gd name="T8" fmla="*/ 28 w 337"/>
                <a:gd name="T9" fmla="*/ 19 h 168"/>
                <a:gd name="T10" fmla="*/ 41 w 337"/>
                <a:gd name="T11" fmla="*/ 29 h 168"/>
                <a:gd name="T12" fmla="*/ 55 w 337"/>
                <a:gd name="T13" fmla="*/ 38 h 168"/>
                <a:gd name="T14" fmla="*/ 70 w 337"/>
                <a:gd name="T15" fmla="*/ 48 h 168"/>
                <a:gd name="T16" fmla="*/ 85 w 337"/>
                <a:gd name="T17" fmla="*/ 57 h 168"/>
                <a:gd name="T18" fmla="*/ 99 w 337"/>
                <a:gd name="T19" fmla="*/ 67 h 168"/>
                <a:gd name="T20" fmla="*/ 112 w 337"/>
                <a:gd name="T21" fmla="*/ 74 h 168"/>
                <a:gd name="T22" fmla="*/ 124 w 337"/>
                <a:gd name="T23" fmla="*/ 79 h 168"/>
                <a:gd name="T24" fmla="*/ 134 w 337"/>
                <a:gd name="T25" fmla="*/ 83 h 168"/>
                <a:gd name="T26" fmla="*/ 143 w 337"/>
                <a:gd name="T27" fmla="*/ 86 h 168"/>
                <a:gd name="T28" fmla="*/ 156 w 337"/>
                <a:gd name="T29" fmla="*/ 91 h 168"/>
                <a:gd name="T30" fmla="*/ 171 w 337"/>
                <a:gd name="T31" fmla="*/ 96 h 168"/>
                <a:gd name="T32" fmla="*/ 189 w 337"/>
                <a:gd name="T33" fmla="*/ 102 h 168"/>
                <a:gd name="T34" fmla="*/ 208 w 337"/>
                <a:gd name="T35" fmla="*/ 110 h 168"/>
                <a:gd name="T36" fmla="*/ 228 w 337"/>
                <a:gd name="T37" fmla="*/ 118 h 168"/>
                <a:gd name="T38" fmla="*/ 248 w 337"/>
                <a:gd name="T39" fmla="*/ 126 h 168"/>
                <a:gd name="T40" fmla="*/ 268 w 337"/>
                <a:gd name="T41" fmla="*/ 134 h 168"/>
                <a:gd name="T42" fmla="*/ 286 w 337"/>
                <a:gd name="T43" fmla="*/ 142 h 168"/>
                <a:gd name="T44" fmla="*/ 303 w 337"/>
                <a:gd name="T45" fmla="*/ 148 h 168"/>
                <a:gd name="T46" fmla="*/ 316 w 337"/>
                <a:gd name="T47" fmla="*/ 153 h 168"/>
                <a:gd name="T48" fmla="*/ 328 w 337"/>
                <a:gd name="T49" fmla="*/ 157 h 168"/>
                <a:gd name="T50" fmla="*/ 334 w 337"/>
                <a:gd name="T51" fmla="*/ 161 h 168"/>
                <a:gd name="T52" fmla="*/ 337 w 337"/>
                <a:gd name="T53" fmla="*/ 162 h 168"/>
                <a:gd name="T54" fmla="*/ 198 w 337"/>
                <a:gd name="T55" fmla="*/ 168 h 168"/>
                <a:gd name="T56" fmla="*/ 163 w 337"/>
                <a:gd name="T57" fmla="*/ 145 h 168"/>
                <a:gd name="T58" fmla="*/ 84 w 337"/>
                <a:gd name="T59" fmla="*/ 143 h 168"/>
                <a:gd name="T60" fmla="*/ 16 w 337"/>
                <a:gd name="T61" fmla="*/ 52 h 168"/>
                <a:gd name="T62" fmla="*/ 0 w 337"/>
                <a:gd name="T63"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7" h="168">
                  <a:moveTo>
                    <a:pt x="0" y="0"/>
                  </a:moveTo>
                  <a:lnTo>
                    <a:pt x="3" y="1"/>
                  </a:lnTo>
                  <a:lnTo>
                    <a:pt x="9" y="5"/>
                  </a:lnTo>
                  <a:lnTo>
                    <a:pt x="17" y="12"/>
                  </a:lnTo>
                  <a:lnTo>
                    <a:pt x="28" y="19"/>
                  </a:lnTo>
                  <a:lnTo>
                    <a:pt x="41" y="29"/>
                  </a:lnTo>
                  <a:lnTo>
                    <a:pt x="55" y="38"/>
                  </a:lnTo>
                  <a:lnTo>
                    <a:pt x="70" y="48"/>
                  </a:lnTo>
                  <a:lnTo>
                    <a:pt x="85" y="57"/>
                  </a:lnTo>
                  <a:lnTo>
                    <a:pt x="99" y="67"/>
                  </a:lnTo>
                  <a:lnTo>
                    <a:pt x="112" y="74"/>
                  </a:lnTo>
                  <a:lnTo>
                    <a:pt x="124" y="79"/>
                  </a:lnTo>
                  <a:lnTo>
                    <a:pt x="134" y="83"/>
                  </a:lnTo>
                  <a:lnTo>
                    <a:pt x="143" y="86"/>
                  </a:lnTo>
                  <a:lnTo>
                    <a:pt x="156" y="91"/>
                  </a:lnTo>
                  <a:lnTo>
                    <a:pt x="171" y="96"/>
                  </a:lnTo>
                  <a:lnTo>
                    <a:pt x="189" y="102"/>
                  </a:lnTo>
                  <a:lnTo>
                    <a:pt x="208" y="110"/>
                  </a:lnTo>
                  <a:lnTo>
                    <a:pt x="228" y="118"/>
                  </a:lnTo>
                  <a:lnTo>
                    <a:pt x="248" y="126"/>
                  </a:lnTo>
                  <a:lnTo>
                    <a:pt x="268" y="134"/>
                  </a:lnTo>
                  <a:lnTo>
                    <a:pt x="286" y="142"/>
                  </a:lnTo>
                  <a:lnTo>
                    <a:pt x="303" y="148"/>
                  </a:lnTo>
                  <a:lnTo>
                    <a:pt x="316" y="153"/>
                  </a:lnTo>
                  <a:lnTo>
                    <a:pt x="328" y="157"/>
                  </a:lnTo>
                  <a:lnTo>
                    <a:pt x="334" y="161"/>
                  </a:lnTo>
                  <a:lnTo>
                    <a:pt x="337" y="162"/>
                  </a:lnTo>
                  <a:lnTo>
                    <a:pt x="198" y="168"/>
                  </a:lnTo>
                  <a:lnTo>
                    <a:pt x="163" y="145"/>
                  </a:lnTo>
                  <a:lnTo>
                    <a:pt x="84" y="143"/>
                  </a:lnTo>
                  <a:lnTo>
                    <a:pt x="16" y="52"/>
                  </a:lnTo>
                  <a:lnTo>
                    <a:pt x="0"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30" name="Freeform 36">
              <a:extLst>
                <a:ext uri="{FF2B5EF4-FFF2-40B4-BE49-F238E27FC236}">
                  <a16:creationId xmlns:a16="http://schemas.microsoft.com/office/drawing/2014/main" id="{A746A433-E674-40AA-A551-4B0A3991D3B0}"/>
                </a:ext>
              </a:extLst>
            </p:cNvPr>
            <p:cNvSpPr>
              <a:spLocks/>
            </p:cNvSpPr>
            <p:nvPr/>
          </p:nvSpPr>
          <p:spPr bwMode="auto">
            <a:xfrm>
              <a:off x="3276601" y="2222501"/>
              <a:ext cx="53975" cy="60325"/>
            </a:xfrm>
            <a:custGeom>
              <a:avLst/>
              <a:gdLst>
                <a:gd name="T0" fmla="*/ 235 w 235"/>
                <a:gd name="T1" fmla="*/ 0 h 262"/>
                <a:gd name="T2" fmla="*/ 235 w 235"/>
                <a:gd name="T3" fmla="*/ 12 h 262"/>
                <a:gd name="T4" fmla="*/ 232 w 235"/>
                <a:gd name="T5" fmla="*/ 23 h 262"/>
                <a:gd name="T6" fmla="*/ 228 w 235"/>
                <a:gd name="T7" fmla="*/ 36 h 262"/>
                <a:gd name="T8" fmla="*/ 221 w 235"/>
                <a:gd name="T9" fmla="*/ 51 h 262"/>
                <a:gd name="T10" fmla="*/ 215 w 235"/>
                <a:gd name="T11" fmla="*/ 58 h 262"/>
                <a:gd name="T12" fmla="*/ 210 w 235"/>
                <a:gd name="T13" fmla="*/ 63 h 262"/>
                <a:gd name="T14" fmla="*/ 206 w 235"/>
                <a:gd name="T15" fmla="*/ 69 h 262"/>
                <a:gd name="T16" fmla="*/ 202 w 235"/>
                <a:gd name="T17" fmla="*/ 74 h 262"/>
                <a:gd name="T18" fmla="*/ 198 w 235"/>
                <a:gd name="T19" fmla="*/ 84 h 262"/>
                <a:gd name="T20" fmla="*/ 194 w 235"/>
                <a:gd name="T21" fmla="*/ 98 h 262"/>
                <a:gd name="T22" fmla="*/ 193 w 235"/>
                <a:gd name="T23" fmla="*/ 108 h 262"/>
                <a:gd name="T24" fmla="*/ 192 w 235"/>
                <a:gd name="T25" fmla="*/ 117 h 262"/>
                <a:gd name="T26" fmla="*/ 191 w 235"/>
                <a:gd name="T27" fmla="*/ 126 h 262"/>
                <a:gd name="T28" fmla="*/ 189 w 235"/>
                <a:gd name="T29" fmla="*/ 135 h 262"/>
                <a:gd name="T30" fmla="*/ 184 w 235"/>
                <a:gd name="T31" fmla="*/ 146 h 262"/>
                <a:gd name="T32" fmla="*/ 176 w 235"/>
                <a:gd name="T33" fmla="*/ 159 h 262"/>
                <a:gd name="T34" fmla="*/ 164 w 235"/>
                <a:gd name="T35" fmla="*/ 172 h 262"/>
                <a:gd name="T36" fmla="*/ 148 w 235"/>
                <a:gd name="T37" fmla="*/ 188 h 262"/>
                <a:gd name="T38" fmla="*/ 134 w 235"/>
                <a:gd name="T39" fmla="*/ 200 h 262"/>
                <a:gd name="T40" fmla="*/ 123 w 235"/>
                <a:gd name="T41" fmla="*/ 207 h 262"/>
                <a:gd name="T42" fmla="*/ 113 w 235"/>
                <a:gd name="T43" fmla="*/ 213 h 262"/>
                <a:gd name="T44" fmla="*/ 107 w 235"/>
                <a:gd name="T45" fmla="*/ 219 h 262"/>
                <a:gd name="T46" fmla="*/ 103 w 235"/>
                <a:gd name="T47" fmla="*/ 224 h 262"/>
                <a:gd name="T48" fmla="*/ 99 w 235"/>
                <a:gd name="T49" fmla="*/ 230 h 262"/>
                <a:gd name="T50" fmla="*/ 95 w 235"/>
                <a:gd name="T51" fmla="*/ 238 h 262"/>
                <a:gd name="T52" fmla="*/ 91 w 235"/>
                <a:gd name="T53" fmla="*/ 246 h 262"/>
                <a:gd name="T54" fmla="*/ 88 w 235"/>
                <a:gd name="T55" fmla="*/ 255 h 262"/>
                <a:gd name="T56" fmla="*/ 86 w 235"/>
                <a:gd name="T57" fmla="*/ 260 h 262"/>
                <a:gd name="T58" fmla="*/ 85 w 235"/>
                <a:gd name="T59" fmla="*/ 262 h 262"/>
                <a:gd name="T60" fmla="*/ 0 w 235"/>
                <a:gd name="T61" fmla="*/ 247 h 262"/>
                <a:gd name="T62" fmla="*/ 15 w 235"/>
                <a:gd name="T63" fmla="*/ 234 h 262"/>
                <a:gd name="T64" fmla="*/ 31 w 235"/>
                <a:gd name="T65" fmla="*/ 218 h 262"/>
                <a:gd name="T66" fmla="*/ 47 w 235"/>
                <a:gd name="T67" fmla="*/ 198 h 262"/>
                <a:gd name="T68" fmla="*/ 55 w 235"/>
                <a:gd name="T69" fmla="*/ 186 h 262"/>
                <a:gd name="T70" fmla="*/ 67 w 235"/>
                <a:gd name="T71" fmla="*/ 173 h 262"/>
                <a:gd name="T72" fmla="*/ 78 w 235"/>
                <a:gd name="T73" fmla="*/ 162 h 262"/>
                <a:gd name="T74" fmla="*/ 89 w 235"/>
                <a:gd name="T75" fmla="*/ 150 h 262"/>
                <a:gd name="T76" fmla="*/ 99 w 235"/>
                <a:gd name="T77" fmla="*/ 140 h 262"/>
                <a:gd name="T78" fmla="*/ 106 w 235"/>
                <a:gd name="T79" fmla="*/ 132 h 262"/>
                <a:gd name="T80" fmla="*/ 116 w 235"/>
                <a:gd name="T81" fmla="*/ 119 h 262"/>
                <a:gd name="T82" fmla="*/ 127 w 235"/>
                <a:gd name="T83" fmla="*/ 112 h 262"/>
                <a:gd name="T84" fmla="*/ 136 w 235"/>
                <a:gd name="T85" fmla="*/ 106 h 262"/>
                <a:gd name="T86" fmla="*/ 145 w 235"/>
                <a:gd name="T87" fmla="*/ 102 h 262"/>
                <a:gd name="T88" fmla="*/ 153 w 235"/>
                <a:gd name="T89" fmla="*/ 95 h 262"/>
                <a:gd name="T90" fmla="*/ 162 w 235"/>
                <a:gd name="T91" fmla="*/ 88 h 262"/>
                <a:gd name="T92" fmla="*/ 170 w 235"/>
                <a:gd name="T93" fmla="*/ 77 h 262"/>
                <a:gd name="T94" fmla="*/ 181 w 235"/>
                <a:gd name="T95" fmla="*/ 62 h 262"/>
                <a:gd name="T96" fmla="*/ 190 w 235"/>
                <a:gd name="T97" fmla="*/ 50 h 262"/>
                <a:gd name="T98" fmla="*/ 200 w 235"/>
                <a:gd name="T99" fmla="*/ 34 h 262"/>
                <a:gd name="T100" fmla="*/ 208 w 235"/>
                <a:gd name="T101" fmla="*/ 18 h 262"/>
                <a:gd name="T102" fmla="*/ 218 w 235"/>
                <a:gd name="T103" fmla="*/ 9 h 262"/>
                <a:gd name="T104" fmla="*/ 226 w 235"/>
                <a:gd name="T105" fmla="*/ 2 h 262"/>
                <a:gd name="T106" fmla="*/ 235 w 235"/>
                <a:gd name="T107" fmla="*/ 0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35" h="262">
                  <a:moveTo>
                    <a:pt x="235" y="0"/>
                  </a:moveTo>
                  <a:lnTo>
                    <a:pt x="235" y="12"/>
                  </a:lnTo>
                  <a:lnTo>
                    <a:pt x="232" y="23"/>
                  </a:lnTo>
                  <a:lnTo>
                    <a:pt x="228" y="36"/>
                  </a:lnTo>
                  <a:lnTo>
                    <a:pt x="221" y="51"/>
                  </a:lnTo>
                  <a:lnTo>
                    <a:pt x="215" y="58"/>
                  </a:lnTo>
                  <a:lnTo>
                    <a:pt x="210" y="63"/>
                  </a:lnTo>
                  <a:lnTo>
                    <a:pt x="206" y="69"/>
                  </a:lnTo>
                  <a:lnTo>
                    <a:pt x="202" y="74"/>
                  </a:lnTo>
                  <a:lnTo>
                    <a:pt x="198" y="84"/>
                  </a:lnTo>
                  <a:lnTo>
                    <a:pt x="194" y="98"/>
                  </a:lnTo>
                  <a:lnTo>
                    <a:pt x="193" y="108"/>
                  </a:lnTo>
                  <a:lnTo>
                    <a:pt x="192" y="117"/>
                  </a:lnTo>
                  <a:lnTo>
                    <a:pt x="191" y="126"/>
                  </a:lnTo>
                  <a:lnTo>
                    <a:pt x="189" y="135"/>
                  </a:lnTo>
                  <a:lnTo>
                    <a:pt x="184" y="146"/>
                  </a:lnTo>
                  <a:lnTo>
                    <a:pt x="176" y="159"/>
                  </a:lnTo>
                  <a:lnTo>
                    <a:pt x="164" y="172"/>
                  </a:lnTo>
                  <a:lnTo>
                    <a:pt x="148" y="188"/>
                  </a:lnTo>
                  <a:lnTo>
                    <a:pt x="134" y="200"/>
                  </a:lnTo>
                  <a:lnTo>
                    <a:pt x="123" y="207"/>
                  </a:lnTo>
                  <a:lnTo>
                    <a:pt x="113" y="213"/>
                  </a:lnTo>
                  <a:lnTo>
                    <a:pt x="107" y="219"/>
                  </a:lnTo>
                  <a:lnTo>
                    <a:pt x="103" y="224"/>
                  </a:lnTo>
                  <a:lnTo>
                    <a:pt x="99" y="230"/>
                  </a:lnTo>
                  <a:lnTo>
                    <a:pt x="95" y="238"/>
                  </a:lnTo>
                  <a:lnTo>
                    <a:pt x="91" y="246"/>
                  </a:lnTo>
                  <a:lnTo>
                    <a:pt x="88" y="255"/>
                  </a:lnTo>
                  <a:lnTo>
                    <a:pt x="86" y="260"/>
                  </a:lnTo>
                  <a:lnTo>
                    <a:pt x="85" y="262"/>
                  </a:lnTo>
                  <a:lnTo>
                    <a:pt x="0" y="247"/>
                  </a:lnTo>
                  <a:lnTo>
                    <a:pt x="15" y="234"/>
                  </a:lnTo>
                  <a:lnTo>
                    <a:pt x="31" y="218"/>
                  </a:lnTo>
                  <a:lnTo>
                    <a:pt x="47" y="198"/>
                  </a:lnTo>
                  <a:lnTo>
                    <a:pt x="55" y="186"/>
                  </a:lnTo>
                  <a:lnTo>
                    <a:pt x="67" y="173"/>
                  </a:lnTo>
                  <a:lnTo>
                    <a:pt x="78" y="162"/>
                  </a:lnTo>
                  <a:lnTo>
                    <a:pt x="89" y="150"/>
                  </a:lnTo>
                  <a:lnTo>
                    <a:pt x="99" y="140"/>
                  </a:lnTo>
                  <a:lnTo>
                    <a:pt x="106" y="132"/>
                  </a:lnTo>
                  <a:lnTo>
                    <a:pt x="116" y="119"/>
                  </a:lnTo>
                  <a:lnTo>
                    <a:pt x="127" y="112"/>
                  </a:lnTo>
                  <a:lnTo>
                    <a:pt x="136" y="106"/>
                  </a:lnTo>
                  <a:lnTo>
                    <a:pt x="145" y="102"/>
                  </a:lnTo>
                  <a:lnTo>
                    <a:pt x="153" y="95"/>
                  </a:lnTo>
                  <a:lnTo>
                    <a:pt x="162" y="88"/>
                  </a:lnTo>
                  <a:lnTo>
                    <a:pt x="170" y="77"/>
                  </a:lnTo>
                  <a:lnTo>
                    <a:pt x="181" y="62"/>
                  </a:lnTo>
                  <a:lnTo>
                    <a:pt x="190" y="50"/>
                  </a:lnTo>
                  <a:lnTo>
                    <a:pt x="200" y="34"/>
                  </a:lnTo>
                  <a:lnTo>
                    <a:pt x="208" y="18"/>
                  </a:lnTo>
                  <a:lnTo>
                    <a:pt x="218" y="9"/>
                  </a:lnTo>
                  <a:lnTo>
                    <a:pt x="226" y="2"/>
                  </a:lnTo>
                  <a:lnTo>
                    <a:pt x="235"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31" name="Freeform 37">
              <a:extLst>
                <a:ext uri="{FF2B5EF4-FFF2-40B4-BE49-F238E27FC236}">
                  <a16:creationId xmlns:a16="http://schemas.microsoft.com/office/drawing/2014/main" id="{72DDD95A-DBA0-448C-9907-D5D99F083D54}"/>
                </a:ext>
              </a:extLst>
            </p:cNvPr>
            <p:cNvSpPr>
              <a:spLocks/>
            </p:cNvSpPr>
            <p:nvPr/>
          </p:nvSpPr>
          <p:spPr bwMode="auto">
            <a:xfrm>
              <a:off x="3138488" y="2268538"/>
              <a:ext cx="60325" cy="119063"/>
            </a:xfrm>
            <a:custGeom>
              <a:avLst/>
              <a:gdLst>
                <a:gd name="T0" fmla="*/ 257 w 262"/>
                <a:gd name="T1" fmla="*/ 15 h 524"/>
                <a:gd name="T2" fmla="*/ 262 w 262"/>
                <a:gd name="T3" fmla="*/ 48 h 524"/>
                <a:gd name="T4" fmla="*/ 259 w 262"/>
                <a:gd name="T5" fmla="*/ 77 h 524"/>
                <a:gd name="T6" fmla="*/ 244 w 262"/>
                <a:gd name="T7" fmla="*/ 108 h 524"/>
                <a:gd name="T8" fmla="*/ 225 w 262"/>
                <a:gd name="T9" fmla="*/ 136 h 524"/>
                <a:gd name="T10" fmla="*/ 218 w 262"/>
                <a:gd name="T11" fmla="*/ 167 h 524"/>
                <a:gd name="T12" fmla="*/ 221 w 262"/>
                <a:gd name="T13" fmla="*/ 202 h 524"/>
                <a:gd name="T14" fmla="*/ 219 w 262"/>
                <a:gd name="T15" fmla="*/ 242 h 524"/>
                <a:gd name="T16" fmla="*/ 196 w 262"/>
                <a:gd name="T17" fmla="*/ 286 h 524"/>
                <a:gd name="T18" fmla="*/ 169 w 262"/>
                <a:gd name="T19" fmla="*/ 328 h 524"/>
                <a:gd name="T20" fmla="*/ 150 w 262"/>
                <a:gd name="T21" fmla="*/ 359 h 524"/>
                <a:gd name="T22" fmla="*/ 145 w 262"/>
                <a:gd name="T23" fmla="*/ 387 h 524"/>
                <a:gd name="T24" fmla="*/ 144 w 262"/>
                <a:gd name="T25" fmla="*/ 413 h 524"/>
                <a:gd name="T26" fmla="*/ 131 w 262"/>
                <a:gd name="T27" fmla="*/ 436 h 524"/>
                <a:gd name="T28" fmla="*/ 104 w 262"/>
                <a:gd name="T29" fmla="*/ 460 h 524"/>
                <a:gd name="T30" fmla="*/ 78 w 262"/>
                <a:gd name="T31" fmla="*/ 482 h 524"/>
                <a:gd name="T32" fmla="*/ 62 w 262"/>
                <a:gd name="T33" fmla="*/ 499 h 524"/>
                <a:gd name="T34" fmla="*/ 47 w 262"/>
                <a:gd name="T35" fmla="*/ 516 h 524"/>
                <a:gd name="T36" fmla="*/ 0 w 262"/>
                <a:gd name="T37" fmla="*/ 524 h 524"/>
                <a:gd name="T38" fmla="*/ 5 w 262"/>
                <a:gd name="T39" fmla="*/ 516 h 524"/>
                <a:gd name="T40" fmla="*/ 21 w 262"/>
                <a:gd name="T41" fmla="*/ 491 h 524"/>
                <a:gd name="T42" fmla="*/ 44 w 262"/>
                <a:gd name="T43" fmla="*/ 457 h 524"/>
                <a:gd name="T44" fmla="*/ 72 w 262"/>
                <a:gd name="T45" fmla="*/ 415 h 524"/>
                <a:gd name="T46" fmla="*/ 93 w 262"/>
                <a:gd name="T47" fmla="*/ 374 h 524"/>
                <a:gd name="T48" fmla="*/ 114 w 262"/>
                <a:gd name="T49" fmla="*/ 320 h 524"/>
                <a:gd name="T50" fmla="*/ 135 w 262"/>
                <a:gd name="T51" fmla="*/ 269 h 524"/>
                <a:gd name="T52" fmla="*/ 150 w 262"/>
                <a:gd name="T53" fmla="*/ 240 h 524"/>
                <a:gd name="T54" fmla="*/ 160 w 262"/>
                <a:gd name="T55" fmla="*/ 214 h 524"/>
                <a:gd name="T56" fmla="*/ 172 w 262"/>
                <a:gd name="T57" fmla="*/ 187 h 524"/>
                <a:gd name="T58" fmla="*/ 188 w 262"/>
                <a:gd name="T59" fmla="*/ 149 h 524"/>
                <a:gd name="T60" fmla="*/ 211 w 262"/>
                <a:gd name="T61" fmla="*/ 97 h 524"/>
                <a:gd name="T62" fmla="*/ 228 w 262"/>
                <a:gd name="T63" fmla="*/ 52 h 524"/>
                <a:gd name="T64" fmla="*/ 242 w 262"/>
                <a:gd name="T65" fmla="*/ 20 h 524"/>
                <a:gd name="T66" fmla="*/ 255 w 262"/>
                <a:gd name="T6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2" h="524">
                  <a:moveTo>
                    <a:pt x="255" y="0"/>
                  </a:moveTo>
                  <a:lnTo>
                    <a:pt x="257" y="15"/>
                  </a:lnTo>
                  <a:lnTo>
                    <a:pt x="261" y="31"/>
                  </a:lnTo>
                  <a:lnTo>
                    <a:pt x="262" y="48"/>
                  </a:lnTo>
                  <a:lnTo>
                    <a:pt x="262" y="64"/>
                  </a:lnTo>
                  <a:lnTo>
                    <a:pt x="259" y="77"/>
                  </a:lnTo>
                  <a:lnTo>
                    <a:pt x="253" y="93"/>
                  </a:lnTo>
                  <a:lnTo>
                    <a:pt x="244" y="108"/>
                  </a:lnTo>
                  <a:lnTo>
                    <a:pt x="233" y="122"/>
                  </a:lnTo>
                  <a:lnTo>
                    <a:pt x="225" y="136"/>
                  </a:lnTo>
                  <a:lnTo>
                    <a:pt x="218" y="152"/>
                  </a:lnTo>
                  <a:lnTo>
                    <a:pt x="218" y="167"/>
                  </a:lnTo>
                  <a:lnTo>
                    <a:pt x="219" y="184"/>
                  </a:lnTo>
                  <a:lnTo>
                    <a:pt x="221" y="202"/>
                  </a:lnTo>
                  <a:lnTo>
                    <a:pt x="222" y="222"/>
                  </a:lnTo>
                  <a:lnTo>
                    <a:pt x="219" y="242"/>
                  </a:lnTo>
                  <a:lnTo>
                    <a:pt x="211" y="262"/>
                  </a:lnTo>
                  <a:lnTo>
                    <a:pt x="196" y="286"/>
                  </a:lnTo>
                  <a:lnTo>
                    <a:pt x="182" y="307"/>
                  </a:lnTo>
                  <a:lnTo>
                    <a:pt x="169" y="328"/>
                  </a:lnTo>
                  <a:lnTo>
                    <a:pt x="157" y="344"/>
                  </a:lnTo>
                  <a:lnTo>
                    <a:pt x="150" y="359"/>
                  </a:lnTo>
                  <a:lnTo>
                    <a:pt x="145" y="373"/>
                  </a:lnTo>
                  <a:lnTo>
                    <a:pt x="145" y="387"/>
                  </a:lnTo>
                  <a:lnTo>
                    <a:pt x="146" y="399"/>
                  </a:lnTo>
                  <a:lnTo>
                    <a:pt x="144" y="413"/>
                  </a:lnTo>
                  <a:lnTo>
                    <a:pt x="139" y="427"/>
                  </a:lnTo>
                  <a:lnTo>
                    <a:pt x="131" y="436"/>
                  </a:lnTo>
                  <a:lnTo>
                    <a:pt x="118" y="448"/>
                  </a:lnTo>
                  <a:lnTo>
                    <a:pt x="104" y="460"/>
                  </a:lnTo>
                  <a:lnTo>
                    <a:pt x="90" y="471"/>
                  </a:lnTo>
                  <a:lnTo>
                    <a:pt x="78" y="482"/>
                  </a:lnTo>
                  <a:lnTo>
                    <a:pt x="67" y="490"/>
                  </a:lnTo>
                  <a:lnTo>
                    <a:pt x="62" y="499"/>
                  </a:lnTo>
                  <a:lnTo>
                    <a:pt x="56" y="506"/>
                  </a:lnTo>
                  <a:lnTo>
                    <a:pt x="47" y="516"/>
                  </a:lnTo>
                  <a:lnTo>
                    <a:pt x="38" y="524"/>
                  </a:lnTo>
                  <a:lnTo>
                    <a:pt x="0" y="524"/>
                  </a:lnTo>
                  <a:lnTo>
                    <a:pt x="1" y="522"/>
                  </a:lnTo>
                  <a:lnTo>
                    <a:pt x="5" y="516"/>
                  </a:lnTo>
                  <a:lnTo>
                    <a:pt x="11" y="505"/>
                  </a:lnTo>
                  <a:lnTo>
                    <a:pt x="21" y="491"/>
                  </a:lnTo>
                  <a:lnTo>
                    <a:pt x="31" y="475"/>
                  </a:lnTo>
                  <a:lnTo>
                    <a:pt x="44" y="457"/>
                  </a:lnTo>
                  <a:lnTo>
                    <a:pt x="58" y="437"/>
                  </a:lnTo>
                  <a:lnTo>
                    <a:pt x="72" y="415"/>
                  </a:lnTo>
                  <a:lnTo>
                    <a:pt x="82" y="397"/>
                  </a:lnTo>
                  <a:lnTo>
                    <a:pt x="93" y="374"/>
                  </a:lnTo>
                  <a:lnTo>
                    <a:pt x="103" y="348"/>
                  </a:lnTo>
                  <a:lnTo>
                    <a:pt x="114" y="320"/>
                  </a:lnTo>
                  <a:lnTo>
                    <a:pt x="124" y="293"/>
                  </a:lnTo>
                  <a:lnTo>
                    <a:pt x="135" y="269"/>
                  </a:lnTo>
                  <a:lnTo>
                    <a:pt x="143" y="254"/>
                  </a:lnTo>
                  <a:lnTo>
                    <a:pt x="150" y="240"/>
                  </a:lnTo>
                  <a:lnTo>
                    <a:pt x="155" y="227"/>
                  </a:lnTo>
                  <a:lnTo>
                    <a:pt x="160" y="214"/>
                  </a:lnTo>
                  <a:lnTo>
                    <a:pt x="167" y="202"/>
                  </a:lnTo>
                  <a:lnTo>
                    <a:pt x="172" y="187"/>
                  </a:lnTo>
                  <a:lnTo>
                    <a:pt x="179" y="169"/>
                  </a:lnTo>
                  <a:lnTo>
                    <a:pt x="188" y="149"/>
                  </a:lnTo>
                  <a:lnTo>
                    <a:pt x="198" y="125"/>
                  </a:lnTo>
                  <a:lnTo>
                    <a:pt x="211" y="97"/>
                  </a:lnTo>
                  <a:lnTo>
                    <a:pt x="220" y="73"/>
                  </a:lnTo>
                  <a:lnTo>
                    <a:pt x="228" y="52"/>
                  </a:lnTo>
                  <a:lnTo>
                    <a:pt x="235" y="35"/>
                  </a:lnTo>
                  <a:lnTo>
                    <a:pt x="242" y="20"/>
                  </a:lnTo>
                  <a:lnTo>
                    <a:pt x="248" y="8"/>
                  </a:lnTo>
                  <a:lnTo>
                    <a:pt x="255"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432" name="Group 431">
            <a:extLst>
              <a:ext uri="{FF2B5EF4-FFF2-40B4-BE49-F238E27FC236}">
                <a16:creationId xmlns:a16="http://schemas.microsoft.com/office/drawing/2014/main" id="{1181896E-0547-4E4A-8EF7-55E9E74B4D3F}"/>
              </a:ext>
            </a:extLst>
          </p:cNvPr>
          <p:cNvGrpSpPr>
            <a:grpSpLocks noChangeAspect="1"/>
          </p:cNvGrpSpPr>
          <p:nvPr/>
        </p:nvGrpSpPr>
        <p:grpSpPr>
          <a:xfrm>
            <a:off x="3787198" y="4501057"/>
            <a:ext cx="580953" cy="457200"/>
            <a:chOff x="3965574" y="2062162"/>
            <a:chExt cx="2323814" cy="1828800"/>
          </a:xfrm>
        </p:grpSpPr>
        <p:sp useBgFill="1">
          <p:nvSpPr>
            <p:cNvPr id="433" name="Freeform 42">
              <a:extLst>
                <a:ext uri="{FF2B5EF4-FFF2-40B4-BE49-F238E27FC236}">
                  <a16:creationId xmlns:a16="http://schemas.microsoft.com/office/drawing/2014/main" id="{86E45AE4-6CFA-4F08-BCF8-9C9EF47FF002}"/>
                </a:ext>
              </a:extLst>
            </p:cNvPr>
            <p:cNvSpPr>
              <a:spLocks/>
            </p:cNvSpPr>
            <p:nvPr/>
          </p:nvSpPr>
          <p:spPr bwMode="auto">
            <a:xfrm>
              <a:off x="3965574" y="2062162"/>
              <a:ext cx="2323814" cy="1828800"/>
            </a:xfrm>
            <a:custGeom>
              <a:avLst/>
              <a:gdLst>
                <a:gd name="T0" fmla="*/ 113 w 2362"/>
                <a:gd name="T1" fmla="*/ 0 h 1856"/>
                <a:gd name="T2" fmla="*/ 2249 w 2362"/>
                <a:gd name="T3" fmla="*/ 0 h 1856"/>
                <a:gd name="T4" fmla="*/ 2275 w 2362"/>
                <a:gd name="T5" fmla="*/ 3 h 1856"/>
                <a:gd name="T6" fmla="*/ 2299 w 2362"/>
                <a:gd name="T7" fmla="*/ 12 h 1856"/>
                <a:gd name="T8" fmla="*/ 2320 w 2362"/>
                <a:gd name="T9" fmla="*/ 25 h 1856"/>
                <a:gd name="T10" fmla="*/ 2337 w 2362"/>
                <a:gd name="T11" fmla="*/ 42 h 1856"/>
                <a:gd name="T12" fmla="*/ 2350 w 2362"/>
                <a:gd name="T13" fmla="*/ 63 h 1856"/>
                <a:gd name="T14" fmla="*/ 2359 w 2362"/>
                <a:gd name="T15" fmla="*/ 87 h 1856"/>
                <a:gd name="T16" fmla="*/ 2362 w 2362"/>
                <a:gd name="T17" fmla="*/ 113 h 1856"/>
                <a:gd name="T18" fmla="*/ 2362 w 2362"/>
                <a:gd name="T19" fmla="*/ 1743 h 1856"/>
                <a:gd name="T20" fmla="*/ 2359 w 2362"/>
                <a:gd name="T21" fmla="*/ 1769 h 1856"/>
                <a:gd name="T22" fmla="*/ 2350 w 2362"/>
                <a:gd name="T23" fmla="*/ 1793 h 1856"/>
                <a:gd name="T24" fmla="*/ 2337 w 2362"/>
                <a:gd name="T25" fmla="*/ 1814 h 1856"/>
                <a:gd name="T26" fmla="*/ 2320 w 2362"/>
                <a:gd name="T27" fmla="*/ 1831 h 1856"/>
                <a:gd name="T28" fmla="*/ 2299 w 2362"/>
                <a:gd name="T29" fmla="*/ 1844 h 1856"/>
                <a:gd name="T30" fmla="*/ 2275 w 2362"/>
                <a:gd name="T31" fmla="*/ 1853 h 1856"/>
                <a:gd name="T32" fmla="*/ 2249 w 2362"/>
                <a:gd name="T33" fmla="*/ 1856 h 1856"/>
                <a:gd name="T34" fmla="*/ 113 w 2362"/>
                <a:gd name="T35" fmla="*/ 1856 h 1856"/>
                <a:gd name="T36" fmla="*/ 87 w 2362"/>
                <a:gd name="T37" fmla="*/ 1853 h 1856"/>
                <a:gd name="T38" fmla="*/ 63 w 2362"/>
                <a:gd name="T39" fmla="*/ 1844 h 1856"/>
                <a:gd name="T40" fmla="*/ 42 w 2362"/>
                <a:gd name="T41" fmla="*/ 1831 h 1856"/>
                <a:gd name="T42" fmla="*/ 25 w 2362"/>
                <a:gd name="T43" fmla="*/ 1814 h 1856"/>
                <a:gd name="T44" fmla="*/ 12 w 2362"/>
                <a:gd name="T45" fmla="*/ 1793 h 1856"/>
                <a:gd name="T46" fmla="*/ 3 w 2362"/>
                <a:gd name="T47" fmla="*/ 1769 h 1856"/>
                <a:gd name="T48" fmla="*/ 0 w 2362"/>
                <a:gd name="T49" fmla="*/ 1743 h 1856"/>
                <a:gd name="T50" fmla="*/ 0 w 2362"/>
                <a:gd name="T51" fmla="*/ 113 h 1856"/>
                <a:gd name="T52" fmla="*/ 3 w 2362"/>
                <a:gd name="T53" fmla="*/ 87 h 1856"/>
                <a:gd name="T54" fmla="*/ 12 w 2362"/>
                <a:gd name="T55" fmla="*/ 63 h 1856"/>
                <a:gd name="T56" fmla="*/ 25 w 2362"/>
                <a:gd name="T57" fmla="*/ 42 h 1856"/>
                <a:gd name="T58" fmla="*/ 42 w 2362"/>
                <a:gd name="T59" fmla="*/ 25 h 1856"/>
                <a:gd name="T60" fmla="*/ 63 w 2362"/>
                <a:gd name="T61" fmla="*/ 12 h 1856"/>
                <a:gd name="T62" fmla="*/ 87 w 2362"/>
                <a:gd name="T63" fmla="*/ 3 h 1856"/>
                <a:gd name="T64" fmla="*/ 113 w 2362"/>
                <a:gd name="T65" fmla="*/ 0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56">
                  <a:moveTo>
                    <a:pt x="113" y="0"/>
                  </a:moveTo>
                  <a:lnTo>
                    <a:pt x="2249" y="0"/>
                  </a:lnTo>
                  <a:lnTo>
                    <a:pt x="2275" y="3"/>
                  </a:lnTo>
                  <a:lnTo>
                    <a:pt x="2299" y="12"/>
                  </a:lnTo>
                  <a:lnTo>
                    <a:pt x="2320" y="25"/>
                  </a:lnTo>
                  <a:lnTo>
                    <a:pt x="2337" y="42"/>
                  </a:lnTo>
                  <a:lnTo>
                    <a:pt x="2350" y="63"/>
                  </a:lnTo>
                  <a:lnTo>
                    <a:pt x="2359" y="87"/>
                  </a:lnTo>
                  <a:lnTo>
                    <a:pt x="2362" y="113"/>
                  </a:lnTo>
                  <a:lnTo>
                    <a:pt x="2362" y="1743"/>
                  </a:lnTo>
                  <a:lnTo>
                    <a:pt x="2359" y="1769"/>
                  </a:lnTo>
                  <a:lnTo>
                    <a:pt x="2350" y="1793"/>
                  </a:lnTo>
                  <a:lnTo>
                    <a:pt x="2337" y="1814"/>
                  </a:lnTo>
                  <a:lnTo>
                    <a:pt x="2320" y="1831"/>
                  </a:lnTo>
                  <a:lnTo>
                    <a:pt x="2299" y="1844"/>
                  </a:lnTo>
                  <a:lnTo>
                    <a:pt x="2275" y="1853"/>
                  </a:lnTo>
                  <a:lnTo>
                    <a:pt x="2249" y="1856"/>
                  </a:lnTo>
                  <a:lnTo>
                    <a:pt x="113" y="1856"/>
                  </a:lnTo>
                  <a:lnTo>
                    <a:pt x="87" y="1853"/>
                  </a:lnTo>
                  <a:lnTo>
                    <a:pt x="63" y="1844"/>
                  </a:lnTo>
                  <a:lnTo>
                    <a:pt x="42" y="1831"/>
                  </a:lnTo>
                  <a:lnTo>
                    <a:pt x="25" y="1814"/>
                  </a:lnTo>
                  <a:lnTo>
                    <a:pt x="12" y="1793"/>
                  </a:lnTo>
                  <a:lnTo>
                    <a:pt x="3" y="1769"/>
                  </a:lnTo>
                  <a:lnTo>
                    <a:pt x="0" y="1743"/>
                  </a:lnTo>
                  <a:lnTo>
                    <a:pt x="0" y="113"/>
                  </a:lnTo>
                  <a:lnTo>
                    <a:pt x="3" y="87"/>
                  </a:lnTo>
                  <a:lnTo>
                    <a:pt x="12" y="63"/>
                  </a:lnTo>
                  <a:lnTo>
                    <a:pt x="25" y="42"/>
                  </a:lnTo>
                  <a:lnTo>
                    <a:pt x="42" y="25"/>
                  </a:lnTo>
                  <a:lnTo>
                    <a:pt x="63" y="12"/>
                  </a:lnTo>
                  <a:lnTo>
                    <a:pt x="87" y="3"/>
                  </a:lnTo>
                  <a:lnTo>
                    <a:pt x="113"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34" name="Freeform 43">
              <a:extLst>
                <a:ext uri="{FF2B5EF4-FFF2-40B4-BE49-F238E27FC236}">
                  <a16:creationId xmlns:a16="http://schemas.microsoft.com/office/drawing/2014/main" id="{6846B3E0-EF97-4AD0-B6BB-F65CA4EE087B}"/>
                </a:ext>
              </a:extLst>
            </p:cNvPr>
            <p:cNvSpPr>
              <a:spLocks noEditPoints="1"/>
            </p:cNvSpPr>
            <p:nvPr/>
          </p:nvSpPr>
          <p:spPr bwMode="auto">
            <a:xfrm>
              <a:off x="4075577" y="2179042"/>
              <a:ext cx="2103808" cy="1591056"/>
            </a:xfrm>
            <a:custGeom>
              <a:avLst/>
              <a:gdLst>
                <a:gd name="T0" fmla="*/ 225 w 2136"/>
                <a:gd name="T1" fmla="*/ 562 h 1630"/>
                <a:gd name="T2" fmla="*/ 506 w 2136"/>
                <a:gd name="T3" fmla="*/ 562 h 1630"/>
                <a:gd name="T4" fmla="*/ 506 w 2136"/>
                <a:gd name="T5" fmla="*/ 1405 h 1630"/>
                <a:gd name="T6" fmla="*/ 225 w 2136"/>
                <a:gd name="T7" fmla="*/ 1405 h 1630"/>
                <a:gd name="T8" fmla="*/ 225 w 2136"/>
                <a:gd name="T9" fmla="*/ 562 h 1630"/>
                <a:gd name="T10" fmla="*/ 112 w 2136"/>
                <a:gd name="T11" fmla="*/ 112 h 1630"/>
                <a:gd name="T12" fmla="*/ 112 w 2136"/>
                <a:gd name="T13" fmla="*/ 1518 h 1630"/>
                <a:gd name="T14" fmla="*/ 2024 w 2136"/>
                <a:gd name="T15" fmla="*/ 1518 h 1630"/>
                <a:gd name="T16" fmla="*/ 2024 w 2136"/>
                <a:gd name="T17" fmla="*/ 112 h 1630"/>
                <a:gd name="T18" fmla="*/ 112 w 2136"/>
                <a:gd name="T19" fmla="*/ 112 h 1630"/>
                <a:gd name="T20" fmla="*/ 0 w 2136"/>
                <a:gd name="T21" fmla="*/ 0 h 1630"/>
                <a:gd name="T22" fmla="*/ 2136 w 2136"/>
                <a:gd name="T23" fmla="*/ 0 h 1630"/>
                <a:gd name="T24" fmla="*/ 2136 w 2136"/>
                <a:gd name="T25" fmla="*/ 1630 h 1630"/>
                <a:gd name="T26" fmla="*/ 0 w 2136"/>
                <a:gd name="T27" fmla="*/ 1630 h 1630"/>
                <a:gd name="T28" fmla="*/ 0 w 2136"/>
                <a:gd name="T29"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36" h="1630">
                  <a:moveTo>
                    <a:pt x="225" y="562"/>
                  </a:moveTo>
                  <a:lnTo>
                    <a:pt x="506" y="562"/>
                  </a:lnTo>
                  <a:lnTo>
                    <a:pt x="506" y="1405"/>
                  </a:lnTo>
                  <a:lnTo>
                    <a:pt x="225" y="1405"/>
                  </a:lnTo>
                  <a:lnTo>
                    <a:pt x="225" y="562"/>
                  </a:lnTo>
                  <a:close/>
                  <a:moveTo>
                    <a:pt x="112" y="112"/>
                  </a:moveTo>
                  <a:lnTo>
                    <a:pt x="112" y="1518"/>
                  </a:lnTo>
                  <a:lnTo>
                    <a:pt x="2024" y="1518"/>
                  </a:lnTo>
                  <a:lnTo>
                    <a:pt x="2024" y="112"/>
                  </a:lnTo>
                  <a:lnTo>
                    <a:pt x="112" y="112"/>
                  </a:lnTo>
                  <a:close/>
                  <a:moveTo>
                    <a:pt x="0" y="0"/>
                  </a:moveTo>
                  <a:lnTo>
                    <a:pt x="2136" y="0"/>
                  </a:lnTo>
                  <a:lnTo>
                    <a:pt x="2136" y="1630"/>
                  </a:lnTo>
                  <a:lnTo>
                    <a:pt x="0" y="163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35" name="Rectangle 44">
              <a:extLst>
                <a:ext uri="{FF2B5EF4-FFF2-40B4-BE49-F238E27FC236}">
                  <a16:creationId xmlns:a16="http://schemas.microsoft.com/office/drawing/2014/main" id="{BCE39BBF-93BE-4337-867E-457F75699F2A}"/>
                </a:ext>
              </a:extLst>
            </p:cNvPr>
            <p:cNvSpPr>
              <a:spLocks noChangeArrowheads="1"/>
            </p:cNvSpPr>
            <p:nvPr/>
          </p:nvSpPr>
          <p:spPr bwMode="auto">
            <a:xfrm>
              <a:off x="4302460" y="2398498"/>
              <a:ext cx="1650045" cy="219456"/>
            </a:xfrm>
            <a:prstGeom prst="rect">
              <a:avLst/>
            </a:prstGeom>
            <a:solidFill>
              <a:srgbClr val="7DD2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36" name="Rectangle 45">
              <a:extLst>
                <a:ext uri="{FF2B5EF4-FFF2-40B4-BE49-F238E27FC236}">
                  <a16:creationId xmlns:a16="http://schemas.microsoft.com/office/drawing/2014/main" id="{D51D5B1E-8A0E-41F0-9AF6-92C72D745E34}"/>
                </a:ext>
              </a:extLst>
            </p:cNvPr>
            <p:cNvSpPr>
              <a:spLocks noChangeArrowheads="1"/>
            </p:cNvSpPr>
            <p:nvPr/>
          </p:nvSpPr>
          <p:spPr bwMode="auto">
            <a:xfrm>
              <a:off x="4687471" y="2727682"/>
              <a:ext cx="1265035" cy="822960"/>
            </a:xfrm>
            <a:prstGeom prst="rect">
              <a:avLst/>
            </a:prstGeom>
            <a:solidFill>
              <a:srgbClr val="007AC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37" name="Freeform 46">
              <a:extLst>
                <a:ext uri="{FF2B5EF4-FFF2-40B4-BE49-F238E27FC236}">
                  <a16:creationId xmlns:a16="http://schemas.microsoft.com/office/drawing/2014/main" id="{9AAE831A-D013-4D24-BA00-6F2DC2982778}"/>
                </a:ext>
              </a:extLst>
            </p:cNvPr>
            <p:cNvSpPr>
              <a:spLocks/>
            </p:cNvSpPr>
            <p:nvPr/>
          </p:nvSpPr>
          <p:spPr bwMode="auto">
            <a:xfrm>
              <a:off x="4687471" y="2892274"/>
              <a:ext cx="1265035" cy="658368"/>
            </a:xfrm>
            <a:custGeom>
              <a:avLst/>
              <a:gdLst>
                <a:gd name="T0" fmla="*/ 1107 w 1287"/>
                <a:gd name="T1" fmla="*/ 0 h 675"/>
                <a:gd name="T2" fmla="*/ 1198 w 1287"/>
                <a:gd name="T3" fmla="*/ 3 h 675"/>
                <a:gd name="T4" fmla="*/ 1287 w 1287"/>
                <a:gd name="T5" fmla="*/ 12 h 675"/>
                <a:gd name="T6" fmla="*/ 1287 w 1287"/>
                <a:gd name="T7" fmla="*/ 674 h 675"/>
                <a:gd name="T8" fmla="*/ 0 w 1287"/>
                <a:gd name="T9" fmla="*/ 675 h 675"/>
                <a:gd name="T10" fmla="*/ 0 w 1287"/>
                <a:gd name="T11" fmla="*/ 568 h 675"/>
                <a:gd name="T12" fmla="*/ 52 w 1287"/>
                <a:gd name="T13" fmla="*/ 501 h 675"/>
                <a:gd name="T14" fmla="*/ 107 w 1287"/>
                <a:gd name="T15" fmla="*/ 437 h 675"/>
                <a:gd name="T16" fmla="*/ 167 w 1287"/>
                <a:gd name="T17" fmla="*/ 377 h 675"/>
                <a:gd name="T18" fmla="*/ 229 w 1287"/>
                <a:gd name="T19" fmla="*/ 320 h 675"/>
                <a:gd name="T20" fmla="*/ 296 w 1287"/>
                <a:gd name="T21" fmla="*/ 268 h 675"/>
                <a:gd name="T22" fmla="*/ 365 w 1287"/>
                <a:gd name="T23" fmla="*/ 220 h 675"/>
                <a:gd name="T24" fmla="*/ 438 w 1287"/>
                <a:gd name="T25" fmla="*/ 175 h 675"/>
                <a:gd name="T26" fmla="*/ 513 w 1287"/>
                <a:gd name="T27" fmla="*/ 136 h 675"/>
                <a:gd name="T28" fmla="*/ 592 w 1287"/>
                <a:gd name="T29" fmla="*/ 100 h 675"/>
                <a:gd name="T30" fmla="*/ 672 w 1287"/>
                <a:gd name="T31" fmla="*/ 71 h 675"/>
                <a:gd name="T32" fmla="*/ 755 w 1287"/>
                <a:gd name="T33" fmla="*/ 45 h 675"/>
                <a:gd name="T34" fmla="*/ 841 w 1287"/>
                <a:gd name="T35" fmla="*/ 26 h 675"/>
                <a:gd name="T36" fmla="*/ 927 w 1287"/>
                <a:gd name="T37" fmla="*/ 12 h 675"/>
                <a:gd name="T38" fmla="*/ 1016 w 1287"/>
                <a:gd name="T39" fmla="*/ 3 h 675"/>
                <a:gd name="T40" fmla="*/ 1107 w 1287"/>
                <a:gd name="T41" fmla="*/ 0 h 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7" h="675">
                  <a:moveTo>
                    <a:pt x="1107" y="0"/>
                  </a:moveTo>
                  <a:lnTo>
                    <a:pt x="1198" y="3"/>
                  </a:lnTo>
                  <a:lnTo>
                    <a:pt x="1287" y="12"/>
                  </a:lnTo>
                  <a:lnTo>
                    <a:pt x="1287" y="674"/>
                  </a:lnTo>
                  <a:lnTo>
                    <a:pt x="0" y="675"/>
                  </a:lnTo>
                  <a:lnTo>
                    <a:pt x="0" y="568"/>
                  </a:lnTo>
                  <a:lnTo>
                    <a:pt x="52" y="501"/>
                  </a:lnTo>
                  <a:lnTo>
                    <a:pt x="107" y="437"/>
                  </a:lnTo>
                  <a:lnTo>
                    <a:pt x="167" y="377"/>
                  </a:lnTo>
                  <a:lnTo>
                    <a:pt x="229" y="320"/>
                  </a:lnTo>
                  <a:lnTo>
                    <a:pt x="296" y="268"/>
                  </a:lnTo>
                  <a:lnTo>
                    <a:pt x="365" y="220"/>
                  </a:lnTo>
                  <a:lnTo>
                    <a:pt x="438" y="175"/>
                  </a:lnTo>
                  <a:lnTo>
                    <a:pt x="513" y="136"/>
                  </a:lnTo>
                  <a:lnTo>
                    <a:pt x="592" y="100"/>
                  </a:lnTo>
                  <a:lnTo>
                    <a:pt x="672" y="71"/>
                  </a:lnTo>
                  <a:lnTo>
                    <a:pt x="755" y="45"/>
                  </a:lnTo>
                  <a:lnTo>
                    <a:pt x="841" y="26"/>
                  </a:lnTo>
                  <a:lnTo>
                    <a:pt x="927" y="12"/>
                  </a:lnTo>
                  <a:lnTo>
                    <a:pt x="1016" y="3"/>
                  </a:lnTo>
                  <a:lnTo>
                    <a:pt x="1107" y="0"/>
                  </a:lnTo>
                  <a:close/>
                </a:path>
              </a:pathLst>
            </a:custGeom>
            <a:solidFill>
              <a:srgbClr val="94E6E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38" name="Freeform 47">
              <a:extLst>
                <a:ext uri="{FF2B5EF4-FFF2-40B4-BE49-F238E27FC236}">
                  <a16:creationId xmlns:a16="http://schemas.microsoft.com/office/drawing/2014/main" id="{D844DF40-1ECD-4675-9D5B-5B11517E54CD}"/>
                </a:ext>
              </a:extLst>
            </p:cNvPr>
            <p:cNvSpPr>
              <a:spLocks/>
            </p:cNvSpPr>
            <p:nvPr/>
          </p:nvSpPr>
          <p:spPr bwMode="auto">
            <a:xfrm>
              <a:off x="4687471" y="2892274"/>
              <a:ext cx="1265035" cy="658368"/>
            </a:xfrm>
            <a:custGeom>
              <a:avLst/>
              <a:gdLst>
                <a:gd name="T0" fmla="*/ 1107 w 1293"/>
                <a:gd name="T1" fmla="*/ 0 h 675"/>
                <a:gd name="T2" fmla="*/ 1169 w 1293"/>
                <a:gd name="T3" fmla="*/ 1 h 675"/>
                <a:gd name="T4" fmla="*/ 1233 w 1293"/>
                <a:gd name="T5" fmla="*/ 6 h 675"/>
                <a:gd name="T6" fmla="*/ 1293 w 1293"/>
                <a:gd name="T7" fmla="*/ 13 h 675"/>
                <a:gd name="T8" fmla="*/ 1293 w 1293"/>
                <a:gd name="T9" fmla="*/ 675 h 675"/>
                <a:gd name="T10" fmla="*/ 0 w 1293"/>
                <a:gd name="T11" fmla="*/ 675 h 675"/>
                <a:gd name="T12" fmla="*/ 0 w 1293"/>
                <a:gd name="T13" fmla="*/ 616 h 675"/>
                <a:gd name="T14" fmla="*/ 22 w 1293"/>
                <a:gd name="T15" fmla="*/ 607 h 675"/>
                <a:gd name="T16" fmla="*/ 44 w 1293"/>
                <a:gd name="T17" fmla="*/ 602 h 675"/>
                <a:gd name="T18" fmla="*/ 68 w 1293"/>
                <a:gd name="T19" fmla="*/ 598 h 675"/>
                <a:gd name="T20" fmla="*/ 92 w 1293"/>
                <a:gd name="T21" fmla="*/ 593 h 675"/>
                <a:gd name="T22" fmla="*/ 116 w 1293"/>
                <a:gd name="T23" fmla="*/ 586 h 675"/>
                <a:gd name="T24" fmla="*/ 140 w 1293"/>
                <a:gd name="T25" fmla="*/ 578 h 675"/>
                <a:gd name="T26" fmla="*/ 166 w 1293"/>
                <a:gd name="T27" fmla="*/ 566 h 675"/>
                <a:gd name="T28" fmla="*/ 192 w 1293"/>
                <a:gd name="T29" fmla="*/ 550 h 675"/>
                <a:gd name="T30" fmla="*/ 219 w 1293"/>
                <a:gd name="T31" fmla="*/ 528 h 675"/>
                <a:gd name="T32" fmla="*/ 248 w 1293"/>
                <a:gd name="T33" fmla="*/ 499 h 675"/>
                <a:gd name="T34" fmla="*/ 276 w 1293"/>
                <a:gd name="T35" fmla="*/ 467 h 675"/>
                <a:gd name="T36" fmla="*/ 302 w 1293"/>
                <a:gd name="T37" fmla="*/ 433 h 675"/>
                <a:gd name="T38" fmla="*/ 329 w 1293"/>
                <a:gd name="T39" fmla="*/ 398 h 675"/>
                <a:gd name="T40" fmla="*/ 355 w 1293"/>
                <a:gd name="T41" fmla="*/ 363 h 675"/>
                <a:gd name="T42" fmla="*/ 383 w 1293"/>
                <a:gd name="T43" fmla="*/ 328 h 675"/>
                <a:gd name="T44" fmla="*/ 415 w 1293"/>
                <a:gd name="T45" fmla="*/ 295 h 675"/>
                <a:gd name="T46" fmla="*/ 449 w 1293"/>
                <a:gd name="T47" fmla="*/ 262 h 675"/>
                <a:gd name="T48" fmla="*/ 488 w 1293"/>
                <a:gd name="T49" fmla="*/ 232 h 675"/>
                <a:gd name="T50" fmla="*/ 512 w 1293"/>
                <a:gd name="T51" fmla="*/ 219 h 675"/>
                <a:gd name="T52" fmla="*/ 539 w 1293"/>
                <a:gd name="T53" fmla="*/ 209 h 675"/>
                <a:gd name="T54" fmla="*/ 567 w 1293"/>
                <a:gd name="T55" fmla="*/ 203 h 675"/>
                <a:gd name="T56" fmla="*/ 596 w 1293"/>
                <a:gd name="T57" fmla="*/ 198 h 675"/>
                <a:gd name="T58" fmla="*/ 624 w 1293"/>
                <a:gd name="T59" fmla="*/ 194 h 675"/>
                <a:gd name="T60" fmla="*/ 654 w 1293"/>
                <a:gd name="T61" fmla="*/ 191 h 675"/>
                <a:gd name="T62" fmla="*/ 682 w 1293"/>
                <a:gd name="T63" fmla="*/ 187 h 675"/>
                <a:gd name="T64" fmla="*/ 710 w 1293"/>
                <a:gd name="T65" fmla="*/ 181 h 675"/>
                <a:gd name="T66" fmla="*/ 736 w 1293"/>
                <a:gd name="T67" fmla="*/ 171 h 675"/>
                <a:gd name="T68" fmla="*/ 760 w 1293"/>
                <a:gd name="T69" fmla="*/ 158 h 675"/>
                <a:gd name="T70" fmla="*/ 784 w 1293"/>
                <a:gd name="T71" fmla="*/ 139 h 675"/>
                <a:gd name="T72" fmla="*/ 806 w 1293"/>
                <a:gd name="T73" fmla="*/ 117 h 675"/>
                <a:gd name="T74" fmla="*/ 828 w 1293"/>
                <a:gd name="T75" fmla="*/ 94 h 675"/>
                <a:gd name="T76" fmla="*/ 848 w 1293"/>
                <a:gd name="T77" fmla="*/ 71 h 675"/>
                <a:gd name="T78" fmla="*/ 868 w 1293"/>
                <a:gd name="T79" fmla="*/ 49 h 675"/>
                <a:gd name="T80" fmla="*/ 889 w 1293"/>
                <a:gd name="T81" fmla="*/ 31 h 675"/>
                <a:gd name="T82" fmla="*/ 910 w 1293"/>
                <a:gd name="T83" fmla="*/ 18 h 675"/>
                <a:gd name="T84" fmla="*/ 921 w 1293"/>
                <a:gd name="T85" fmla="*/ 13 h 675"/>
                <a:gd name="T86" fmla="*/ 982 w 1293"/>
                <a:gd name="T87" fmla="*/ 5 h 675"/>
                <a:gd name="T88" fmla="*/ 1044 w 1293"/>
                <a:gd name="T89" fmla="*/ 1 h 675"/>
                <a:gd name="T90" fmla="*/ 1107 w 1293"/>
                <a:gd name="T91" fmla="*/ 0 h 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93" h="675">
                  <a:moveTo>
                    <a:pt x="1107" y="0"/>
                  </a:moveTo>
                  <a:lnTo>
                    <a:pt x="1169" y="1"/>
                  </a:lnTo>
                  <a:lnTo>
                    <a:pt x="1233" y="6"/>
                  </a:lnTo>
                  <a:lnTo>
                    <a:pt x="1293" y="13"/>
                  </a:lnTo>
                  <a:lnTo>
                    <a:pt x="1293" y="675"/>
                  </a:lnTo>
                  <a:lnTo>
                    <a:pt x="0" y="675"/>
                  </a:lnTo>
                  <a:lnTo>
                    <a:pt x="0" y="616"/>
                  </a:lnTo>
                  <a:lnTo>
                    <a:pt x="22" y="607"/>
                  </a:lnTo>
                  <a:lnTo>
                    <a:pt x="44" y="602"/>
                  </a:lnTo>
                  <a:lnTo>
                    <a:pt x="68" y="598"/>
                  </a:lnTo>
                  <a:lnTo>
                    <a:pt x="92" y="593"/>
                  </a:lnTo>
                  <a:lnTo>
                    <a:pt x="116" y="586"/>
                  </a:lnTo>
                  <a:lnTo>
                    <a:pt x="140" y="578"/>
                  </a:lnTo>
                  <a:lnTo>
                    <a:pt x="166" y="566"/>
                  </a:lnTo>
                  <a:lnTo>
                    <a:pt x="192" y="550"/>
                  </a:lnTo>
                  <a:lnTo>
                    <a:pt x="219" y="528"/>
                  </a:lnTo>
                  <a:lnTo>
                    <a:pt x="248" y="499"/>
                  </a:lnTo>
                  <a:lnTo>
                    <a:pt x="276" y="467"/>
                  </a:lnTo>
                  <a:lnTo>
                    <a:pt x="302" y="433"/>
                  </a:lnTo>
                  <a:lnTo>
                    <a:pt x="329" y="398"/>
                  </a:lnTo>
                  <a:lnTo>
                    <a:pt x="355" y="363"/>
                  </a:lnTo>
                  <a:lnTo>
                    <a:pt x="383" y="328"/>
                  </a:lnTo>
                  <a:lnTo>
                    <a:pt x="415" y="295"/>
                  </a:lnTo>
                  <a:lnTo>
                    <a:pt x="449" y="262"/>
                  </a:lnTo>
                  <a:lnTo>
                    <a:pt x="488" y="232"/>
                  </a:lnTo>
                  <a:lnTo>
                    <a:pt x="512" y="219"/>
                  </a:lnTo>
                  <a:lnTo>
                    <a:pt x="539" y="209"/>
                  </a:lnTo>
                  <a:lnTo>
                    <a:pt x="567" y="203"/>
                  </a:lnTo>
                  <a:lnTo>
                    <a:pt x="596" y="198"/>
                  </a:lnTo>
                  <a:lnTo>
                    <a:pt x="624" y="194"/>
                  </a:lnTo>
                  <a:lnTo>
                    <a:pt x="654" y="191"/>
                  </a:lnTo>
                  <a:lnTo>
                    <a:pt x="682" y="187"/>
                  </a:lnTo>
                  <a:lnTo>
                    <a:pt x="710" y="181"/>
                  </a:lnTo>
                  <a:lnTo>
                    <a:pt x="736" y="171"/>
                  </a:lnTo>
                  <a:lnTo>
                    <a:pt x="760" y="158"/>
                  </a:lnTo>
                  <a:lnTo>
                    <a:pt x="784" y="139"/>
                  </a:lnTo>
                  <a:lnTo>
                    <a:pt x="806" y="117"/>
                  </a:lnTo>
                  <a:lnTo>
                    <a:pt x="828" y="94"/>
                  </a:lnTo>
                  <a:lnTo>
                    <a:pt x="848" y="71"/>
                  </a:lnTo>
                  <a:lnTo>
                    <a:pt x="868" y="49"/>
                  </a:lnTo>
                  <a:lnTo>
                    <a:pt x="889" y="31"/>
                  </a:lnTo>
                  <a:lnTo>
                    <a:pt x="910" y="18"/>
                  </a:lnTo>
                  <a:lnTo>
                    <a:pt x="921" y="13"/>
                  </a:lnTo>
                  <a:lnTo>
                    <a:pt x="982" y="5"/>
                  </a:lnTo>
                  <a:lnTo>
                    <a:pt x="1044" y="1"/>
                  </a:lnTo>
                  <a:lnTo>
                    <a:pt x="1107"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39" name="Freeform 48">
              <a:extLst>
                <a:ext uri="{FF2B5EF4-FFF2-40B4-BE49-F238E27FC236}">
                  <a16:creationId xmlns:a16="http://schemas.microsoft.com/office/drawing/2014/main" id="{7166683D-30AE-4E4D-A682-45398343384A}"/>
                </a:ext>
              </a:extLst>
            </p:cNvPr>
            <p:cNvSpPr>
              <a:spLocks/>
            </p:cNvSpPr>
            <p:nvPr/>
          </p:nvSpPr>
          <p:spPr bwMode="auto">
            <a:xfrm>
              <a:off x="5223736" y="3338042"/>
              <a:ext cx="728770" cy="212600"/>
            </a:xfrm>
            <a:custGeom>
              <a:avLst/>
              <a:gdLst>
                <a:gd name="T0" fmla="*/ 746 w 746"/>
                <a:gd name="T1" fmla="*/ 0 h 222"/>
                <a:gd name="T2" fmla="*/ 746 w 746"/>
                <a:gd name="T3" fmla="*/ 222 h 222"/>
                <a:gd name="T4" fmla="*/ 0 w 746"/>
                <a:gd name="T5" fmla="*/ 222 h 222"/>
                <a:gd name="T6" fmla="*/ 2 w 746"/>
                <a:gd name="T7" fmla="*/ 221 h 222"/>
                <a:gd name="T8" fmla="*/ 8 w 746"/>
                <a:gd name="T9" fmla="*/ 216 h 222"/>
                <a:gd name="T10" fmla="*/ 17 w 746"/>
                <a:gd name="T11" fmla="*/ 209 h 222"/>
                <a:gd name="T12" fmla="*/ 31 w 746"/>
                <a:gd name="T13" fmla="*/ 200 h 222"/>
                <a:gd name="T14" fmla="*/ 46 w 746"/>
                <a:gd name="T15" fmla="*/ 188 h 222"/>
                <a:gd name="T16" fmla="*/ 64 w 746"/>
                <a:gd name="T17" fmla="*/ 177 h 222"/>
                <a:gd name="T18" fmla="*/ 84 w 746"/>
                <a:gd name="T19" fmla="*/ 163 h 222"/>
                <a:gd name="T20" fmla="*/ 105 w 746"/>
                <a:gd name="T21" fmla="*/ 149 h 222"/>
                <a:gd name="T22" fmla="*/ 128 w 746"/>
                <a:gd name="T23" fmla="*/ 134 h 222"/>
                <a:gd name="T24" fmla="*/ 151 w 746"/>
                <a:gd name="T25" fmla="*/ 121 h 222"/>
                <a:gd name="T26" fmla="*/ 176 w 746"/>
                <a:gd name="T27" fmla="*/ 107 h 222"/>
                <a:gd name="T28" fmla="*/ 200 w 746"/>
                <a:gd name="T29" fmla="*/ 94 h 222"/>
                <a:gd name="T30" fmla="*/ 223 w 746"/>
                <a:gd name="T31" fmla="*/ 84 h 222"/>
                <a:gd name="T32" fmla="*/ 246 w 746"/>
                <a:gd name="T33" fmla="*/ 74 h 222"/>
                <a:gd name="T34" fmla="*/ 267 w 746"/>
                <a:gd name="T35" fmla="*/ 67 h 222"/>
                <a:gd name="T36" fmla="*/ 288 w 746"/>
                <a:gd name="T37" fmla="*/ 62 h 222"/>
                <a:gd name="T38" fmla="*/ 330 w 746"/>
                <a:gd name="T39" fmla="*/ 58 h 222"/>
                <a:gd name="T40" fmla="*/ 370 w 746"/>
                <a:gd name="T41" fmla="*/ 57 h 222"/>
                <a:gd name="T42" fmla="*/ 407 w 746"/>
                <a:gd name="T43" fmla="*/ 59 h 222"/>
                <a:gd name="T44" fmla="*/ 440 w 746"/>
                <a:gd name="T45" fmla="*/ 64 h 222"/>
                <a:gd name="T46" fmla="*/ 455 w 746"/>
                <a:gd name="T47" fmla="*/ 59 h 222"/>
                <a:gd name="T48" fmla="*/ 472 w 746"/>
                <a:gd name="T49" fmla="*/ 58 h 222"/>
                <a:gd name="T50" fmla="*/ 489 w 746"/>
                <a:gd name="T51" fmla="*/ 59 h 222"/>
                <a:gd name="T52" fmla="*/ 504 w 746"/>
                <a:gd name="T53" fmla="*/ 60 h 222"/>
                <a:gd name="T54" fmla="*/ 518 w 746"/>
                <a:gd name="T55" fmla="*/ 62 h 222"/>
                <a:gd name="T56" fmla="*/ 532 w 746"/>
                <a:gd name="T57" fmla="*/ 65 h 222"/>
                <a:gd name="T58" fmla="*/ 544 w 746"/>
                <a:gd name="T59" fmla="*/ 66 h 222"/>
                <a:gd name="T60" fmla="*/ 558 w 746"/>
                <a:gd name="T61" fmla="*/ 66 h 222"/>
                <a:gd name="T62" fmla="*/ 572 w 746"/>
                <a:gd name="T63" fmla="*/ 65 h 222"/>
                <a:gd name="T64" fmla="*/ 588 w 746"/>
                <a:gd name="T65" fmla="*/ 60 h 222"/>
                <a:gd name="T66" fmla="*/ 604 w 746"/>
                <a:gd name="T67" fmla="*/ 55 h 222"/>
                <a:gd name="T68" fmla="*/ 623 w 746"/>
                <a:gd name="T69" fmla="*/ 46 h 222"/>
                <a:gd name="T70" fmla="*/ 645 w 746"/>
                <a:gd name="T71" fmla="*/ 33 h 222"/>
                <a:gd name="T72" fmla="*/ 669 w 746"/>
                <a:gd name="T73" fmla="*/ 16 h 222"/>
                <a:gd name="T74" fmla="*/ 679 w 746"/>
                <a:gd name="T75" fmla="*/ 11 h 222"/>
                <a:gd name="T76" fmla="*/ 693 w 746"/>
                <a:gd name="T77" fmla="*/ 6 h 222"/>
                <a:gd name="T78" fmla="*/ 708 w 746"/>
                <a:gd name="T79" fmla="*/ 3 h 222"/>
                <a:gd name="T80" fmla="*/ 723 w 746"/>
                <a:gd name="T81" fmla="*/ 1 h 222"/>
                <a:gd name="T82" fmla="*/ 734 w 746"/>
                <a:gd name="T83" fmla="*/ 0 h 222"/>
                <a:gd name="T84" fmla="*/ 743 w 746"/>
                <a:gd name="T85" fmla="*/ 0 h 222"/>
                <a:gd name="T86" fmla="*/ 746 w 746"/>
                <a:gd name="T87"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46" h="222">
                  <a:moveTo>
                    <a:pt x="746" y="0"/>
                  </a:moveTo>
                  <a:lnTo>
                    <a:pt x="746" y="222"/>
                  </a:lnTo>
                  <a:lnTo>
                    <a:pt x="0" y="222"/>
                  </a:lnTo>
                  <a:lnTo>
                    <a:pt x="2" y="221"/>
                  </a:lnTo>
                  <a:lnTo>
                    <a:pt x="8" y="216"/>
                  </a:lnTo>
                  <a:lnTo>
                    <a:pt x="17" y="209"/>
                  </a:lnTo>
                  <a:lnTo>
                    <a:pt x="31" y="200"/>
                  </a:lnTo>
                  <a:lnTo>
                    <a:pt x="46" y="188"/>
                  </a:lnTo>
                  <a:lnTo>
                    <a:pt x="64" y="177"/>
                  </a:lnTo>
                  <a:lnTo>
                    <a:pt x="84" y="163"/>
                  </a:lnTo>
                  <a:lnTo>
                    <a:pt x="105" y="149"/>
                  </a:lnTo>
                  <a:lnTo>
                    <a:pt x="128" y="134"/>
                  </a:lnTo>
                  <a:lnTo>
                    <a:pt x="151" y="121"/>
                  </a:lnTo>
                  <a:lnTo>
                    <a:pt x="176" y="107"/>
                  </a:lnTo>
                  <a:lnTo>
                    <a:pt x="200" y="94"/>
                  </a:lnTo>
                  <a:lnTo>
                    <a:pt x="223" y="84"/>
                  </a:lnTo>
                  <a:lnTo>
                    <a:pt x="246" y="74"/>
                  </a:lnTo>
                  <a:lnTo>
                    <a:pt x="267" y="67"/>
                  </a:lnTo>
                  <a:lnTo>
                    <a:pt x="288" y="62"/>
                  </a:lnTo>
                  <a:lnTo>
                    <a:pt x="330" y="58"/>
                  </a:lnTo>
                  <a:lnTo>
                    <a:pt x="370" y="57"/>
                  </a:lnTo>
                  <a:lnTo>
                    <a:pt x="407" y="59"/>
                  </a:lnTo>
                  <a:lnTo>
                    <a:pt x="440" y="64"/>
                  </a:lnTo>
                  <a:lnTo>
                    <a:pt x="455" y="59"/>
                  </a:lnTo>
                  <a:lnTo>
                    <a:pt x="472" y="58"/>
                  </a:lnTo>
                  <a:lnTo>
                    <a:pt x="489" y="59"/>
                  </a:lnTo>
                  <a:lnTo>
                    <a:pt x="504" y="60"/>
                  </a:lnTo>
                  <a:lnTo>
                    <a:pt x="518" y="62"/>
                  </a:lnTo>
                  <a:lnTo>
                    <a:pt x="532" y="65"/>
                  </a:lnTo>
                  <a:lnTo>
                    <a:pt x="544" y="66"/>
                  </a:lnTo>
                  <a:lnTo>
                    <a:pt x="558" y="66"/>
                  </a:lnTo>
                  <a:lnTo>
                    <a:pt x="572" y="65"/>
                  </a:lnTo>
                  <a:lnTo>
                    <a:pt x="588" y="60"/>
                  </a:lnTo>
                  <a:lnTo>
                    <a:pt x="604" y="55"/>
                  </a:lnTo>
                  <a:lnTo>
                    <a:pt x="623" y="46"/>
                  </a:lnTo>
                  <a:lnTo>
                    <a:pt x="645" y="33"/>
                  </a:lnTo>
                  <a:lnTo>
                    <a:pt x="669" y="16"/>
                  </a:lnTo>
                  <a:lnTo>
                    <a:pt x="679" y="11"/>
                  </a:lnTo>
                  <a:lnTo>
                    <a:pt x="693" y="6"/>
                  </a:lnTo>
                  <a:lnTo>
                    <a:pt x="708" y="3"/>
                  </a:lnTo>
                  <a:lnTo>
                    <a:pt x="723" y="1"/>
                  </a:lnTo>
                  <a:lnTo>
                    <a:pt x="734" y="0"/>
                  </a:lnTo>
                  <a:lnTo>
                    <a:pt x="743" y="0"/>
                  </a:lnTo>
                  <a:lnTo>
                    <a:pt x="746"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40" name="Freeform 49">
              <a:extLst>
                <a:ext uri="{FF2B5EF4-FFF2-40B4-BE49-F238E27FC236}">
                  <a16:creationId xmlns:a16="http://schemas.microsoft.com/office/drawing/2014/main" id="{C57A6417-2A0A-4E90-A9E1-1D8B78D59646}"/>
                </a:ext>
              </a:extLst>
            </p:cNvPr>
            <p:cNvSpPr>
              <a:spLocks/>
            </p:cNvSpPr>
            <p:nvPr/>
          </p:nvSpPr>
          <p:spPr bwMode="auto">
            <a:xfrm>
              <a:off x="4818097" y="3132302"/>
              <a:ext cx="1134408" cy="418340"/>
            </a:xfrm>
            <a:custGeom>
              <a:avLst/>
              <a:gdLst>
                <a:gd name="T0" fmla="*/ 1062 w 1159"/>
                <a:gd name="T1" fmla="*/ 0 h 431"/>
                <a:gd name="T2" fmla="*/ 1109 w 1159"/>
                <a:gd name="T3" fmla="*/ 3 h 431"/>
                <a:gd name="T4" fmla="*/ 1146 w 1159"/>
                <a:gd name="T5" fmla="*/ 6 h 431"/>
                <a:gd name="T6" fmla="*/ 1159 w 1159"/>
                <a:gd name="T7" fmla="*/ 293 h 431"/>
                <a:gd name="T8" fmla="*/ 1149 w 1159"/>
                <a:gd name="T9" fmla="*/ 296 h 431"/>
                <a:gd name="T10" fmla="*/ 1124 w 1159"/>
                <a:gd name="T11" fmla="*/ 302 h 431"/>
                <a:gd name="T12" fmla="*/ 1090 w 1159"/>
                <a:gd name="T13" fmla="*/ 301 h 431"/>
                <a:gd name="T14" fmla="*/ 1054 w 1159"/>
                <a:gd name="T15" fmla="*/ 290 h 431"/>
                <a:gd name="T16" fmla="*/ 1011 w 1159"/>
                <a:gd name="T17" fmla="*/ 280 h 431"/>
                <a:gd name="T18" fmla="*/ 984 w 1159"/>
                <a:gd name="T19" fmla="*/ 280 h 431"/>
                <a:gd name="T20" fmla="*/ 971 w 1159"/>
                <a:gd name="T21" fmla="*/ 280 h 431"/>
                <a:gd name="T22" fmla="*/ 945 w 1159"/>
                <a:gd name="T23" fmla="*/ 270 h 431"/>
                <a:gd name="T24" fmla="*/ 907 w 1159"/>
                <a:gd name="T25" fmla="*/ 262 h 431"/>
                <a:gd name="T26" fmla="*/ 865 w 1159"/>
                <a:gd name="T27" fmla="*/ 255 h 431"/>
                <a:gd name="T28" fmla="*/ 833 w 1159"/>
                <a:gd name="T29" fmla="*/ 249 h 431"/>
                <a:gd name="T30" fmla="*/ 817 w 1159"/>
                <a:gd name="T31" fmla="*/ 247 h 431"/>
                <a:gd name="T32" fmla="*/ 803 w 1159"/>
                <a:gd name="T33" fmla="*/ 249 h 431"/>
                <a:gd name="T34" fmla="*/ 769 w 1159"/>
                <a:gd name="T35" fmla="*/ 255 h 431"/>
                <a:gd name="T36" fmla="*/ 727 w 1159"/>
                <a:gd name="T37" fmla="*/ 261 h 431"/>
                <a:gd name="T38" fmla="*/ 685 w 1159"/>
                <a:gd name="T39" fmla="*/ 267 h 431"/>
                <a:gd name="T40" fmla="*/ 652 w 1159"/>
                <a:gd name="T41" fmla="*/ 274 h 431"/>
                <a:gd name="T42" fmla="*/ 636 w 1159"/>
                <a:gd name="T43" fmla="*/ 277 h 431"/>
                <a:gd name="T44" fmla="*/ 626 w 1159"/>
                <a:gd name="T45" fmla="*/ 283 h 431"/>
                <a:gd name="T46" fmla="*/ 599 w 1159"/>
                <a:gd name="T47" fmla="*/ 300 h 431"/>
                <a:gd name="T48" fmla="*/ 564 w 1159"/>
                <a:gd name="T49" fmla="*/ 322 h 431"/>
                <a:gd name="T50" fmla="*/ 523 w 1159"/>
                <a:gd name="T51" fmla="*/ 349 h 431"/>
                <a:gd name="T52" fmla="*/ 481 w 1159"/>
                <a:gd name="T53" fmla="*/ 375 h 431"/>
                <a:gd name="T54" fmla="*/ 443 w 1159"/>
                <a:gd name="T55" fmla="*/ 399 h 431"/>
                <a:gd name="T56" fmla="*/ 412 w 1159"/>
                <a:gd name="T57" fmla="*/ 418 h 431"/>
                <a:gd name="T58" fmla="*/ 395 w 1159"/>
                <a:gd name="T59" fmla="*/ 430 h 431"/>
                <a:gd name="T60" fmla="*/ 0 w 1159"/>
                <a:gd name="T61" fmla="*/ 431 h 431"/>
                <a:gd name="T62" fmla="*/ 11 w 1159"/>
                <a:gd name="T63" fmla="*/ 427 h 431"/>
                <a:gd name="T64" fmla="*/ 38 w 1159"/>
                <a:gd name="T65" fmla="*/ 414 h 431"/>
                <a:gd name="T66" fmla="*/ 79 w 1159"/>
                <a:gd name="T67" fmla="*/ 394 h 431"/>
                <a:gd name="T68" fmla="*/ 131 w 1159"/>
                <a:gd name="T69" fmla="*/ 367 h 431"/>
                <a:gd name="T70" fmla="*/ 187 w 1159"/>
                <a:gd name="T71" fmla="*/ 334 h 431"/>
                <a:gd name="T72" fmla="*/ 245 w 1159"/>
                <a:gd name="T73" fmla="*/ 296 h 431"/>
                <a:gd name="T74" fmla="*/ 300 w 1159"/>
                <a:gd name="T75" fmla="*/ 252 h 431"/>
                <a:gd name="T76" fmla="*/ 354 w 1159"/>
                <a:gd name="T77" fmla="*/ 205 h 431"/>
                <a:gd name="T78" fmla="*/ 418 w 1159"/>
                <a:gd name="T79" fmla="*/ 169 h 431"/>
                <a:gd name="T80" fmla="*/ 488 w 1159"/>
                <a:gd name="T81" fmla="*/ 148 h 431"/>
                <a:gd name="T82" fmla="*/ 559 w 1159"/>
                <a:gd name="T83" fmla="*/ 137 h 431"/>
                <a:gd name="T84" fmla="*/ 629 w 1159"/>
                <a:gd name="T85" fmla="*/ 134 h 431"/>
                <a:gd name="T86" fmla="*/ 693 w 1159"/>
                <a:gd name="T87" fmla="*/ 135 h 431"/>
                <a:gd name="T88" fmla="*/ 750 w 1159"/>
                <a:gd name="T89" fmla="*/ 134 h 431"/>
                <a:gd name="T90" fmla="*/ 802 w 1159"/>
                <a:gd name="T91" fmla="*/ 129 h 431"/>
                <a:gd name="T92" fmla="*/ 842 w 1159"/>
                <a:gd name="T93" fmla="*/ 115 h 431"/>
                <a:gd name="T94" fmla="*/ 870 w 1159"/>
                <a:gd name="T95" fmla="*/ 96 h 431"/>
                <a:gd name="T96" fmla="*/ 890 w 1159"/>
                <a:gd name="T97" fmla="*/ 74 h 431"/>
                <a:gd name="T98" fmla="*/ 910 w 1159"/>
                <a:gd name="T99" fmla="*/ 49 h 431"/>
                <a:gd name="T100" fmla="*/ 935 w 1159"/>
                <a:gd name="T101" fmla="*/ 23 h 431"/>
                <a:gd name="T102" fmla="*/ 968 w 1159"/>
                <a:gd name="T103" fmla="*/ 7 h 431"/>
                <a:gd name="T104" fmla="*/ 1012 w 1159"/>
                <a:gd name="T105" fmla="*/ 1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159" h="431">
                  <a:moveTo>
                    <a:pt x="1036" y="0"/>
                  </a:moveTo>
                  <a:lnTo>
                    <a:pt x="1062" y="0"/>
                  </a:lnTo>
                  <a:lnTo>
                    <a:pt x="1086" y="1"/>
                  </a:lnTo>
                  <a:lnTo>
                    <a:pt x="1109" y="3"/>
                  </a:lnTo>
                  <a:lnTo>
                    <a:pt x="1129" y="5"/>
                  </a:lnTo>
                  <a:lnTo>
                    <a:pt x="1146" y="6"/>
                  </a:lnTo>
                  <a:lnTo>
                    <a:pt x="1159" y="7"/>
                  </a:lnTo>
                  <a:lnTo>
                    <a:pt x="1159" y="293"/>
                  </a:lnTo>
                  <a:lnTo>
                    <a:pt x="1157" y="294"/>
                  </a:lnTo>
                  <a:lnTo>
                    <a:pt x="1149" y="296"/>
                  </a:lnTo>
                  <a:lnTo>
                    <a:pt x="1139" y="299"/>
                  </a:lnTo>
                  <a:lnTo>
                    <a:pt x="1124" y="302"/>
                  </a:lnTo>
                  <a:lnTo>
                    <a:pt x="1108" y="303"/>
                  </a:lnTo>
                  <a:lnTo>
                    <a:pt x="1090" y="301"/>
                  </a:lnTo>
                  <a:lnTo>
                    <a:pt x="1071" y="296"/>
                  </a:lnTo>
                  <a:lnTo>
                    <a:pt x="1054" y="290"/>
                  </a:lnTo>
                  <a:lnTo>
                    <a:pt x="1034" y="285"/>
                  </a:lnTo>
                  <a:lnTo>
                    <a:pt x="1011" y="280"/>
                  </a:lnTo>
                  <a:lnTo>
                    <a:pt x="988" y="274"/>
                  </a:lnTo>
                  <a:lnTo>
                    <a:pt x="984" y="280"/>
                  </a:lnTo>
                  <a:lnTo>
                    <a:pt x="977" y="282"/>
                  </a:lnTo>
                  <a:lnTo>
                    <a:pt x="971" y="280"/>
                  </a:lnTo>
                  <a:lnTo>
                    <a:pt x="960" y="275"/>
                  </a:lnTo>
                  <a:lnTo>
                    <a:pt x="945" y="270"/>
                  </a:lnTo>
                  <a:lnTo>
                    <a:pt x="927" y="266"/>
                  </a:lnTo>
                  <a:lnTo>
                    <a:pt x="907" y="262"/>
                  </a:lnTo>
                  <a:lnTo>
                    <a:pt x="886" y="258"/>
                  </a:lnTo>
                  <a:lnTo>
                    <a:pt x="865" y="255"/>
                  </a:lnTo>
                  <a:lnTo>
                    <a:pt x="847" y="251"/>
                  </a:lnTo>
                  <a:lnTo>
                    <a:pt x="833" y="249"/>
                  </a:lnTo>
                  <a:lnTo>
                    <a:pt x="822" y="248"/>
                  </a:lnTo>
                  <a:lnTo>
                    <a:pt x="817" y="247"/>
                  </a:lnTo>
                  <a:lnTo>
                    <a:pt x="812" y="248"/>
                  </a:lnTo>
                  <a:lnTo>
                    <a:pt x="803" y="249"/>
                  </a:lnTo>
                  <a:lnTo>
                    <a:pt x="788" y="251"/>
                  </a:lnTo>
                  <a:lnTo>
                    <a:pt x="769" y="255"/>
                  </a:lnTo>
                  <a:lnTo>
                    <a:pt x="749" y="258"/>
                  </a:lnTo>
                  <a:lnTo>
                    <a:pt x="727" y="261"/>
                  </a:lnTo>
                  <a:lnTo>
                    <a:pt x="706" y="264"/>
                  </a:lnTo>
                  <a:lnTo>
                    <a:pt x="685" y="267"/>
                  </a:lnTo>
                  <a:lnTo>
                    <a:pt x="667" y="270"/>
                  </a:lnTo>
                  <a:lnTo>
                    <a:pt x="652" y="274"/>
                  </a:lnTo>
                  <a:lnTo>
                    <a:pt x="641" y="276"/>
                  </a:lnTo>
                  <a:lnTo>
                    <a:pt x="636" y="277"/>
                  </a:lnTo>
                  <a:lnTo>
                    <a:pt x="633" y="279"/>
                  </a:lnTo>
                  <a:lnTo>
                    <a:pt x="626" y="283"/>
                  </a:lnTo>
                  <a:lnTo>
                    <a:pt x="614" y="290"/>
                  </a:lnTo>
                  <a:lnTo>
                    <a:pt x="599" y="300"/>
                  </a:lnTo>
                  <a:lnTo>
                    <a:pt x="582" y="311"/>
                  </a:lnTo>
                  <a:lnTo>
                    <a:pt x="564" y="322"/>
                  </a:lnTo>
                  <a:lnTo>
                    <a:pt x="544" y="335"/>
                  </a:lnTo>
                  <a:lnTo>
                    <a:pt x="523" y="349"/>
                  </a:lnTo>
                  <a:lnTo>
                    <a:pt x="502" y="362"/>
                  </a:lnTo>
                  <a:lnTo>
                    <a:pt x="481" y="375"/>
                  </a:lnTo>
                  <a:lnTo>
                    <a:pt x="461" y="388"/>
                  </a:lnTo>
                  <a:lnTo>
                    <a:pt x="443" y="399"/>
                  </a:lnTo>
                  <a:lnTo>
                    <a:pt x="426" y="410"/>
                  </a:lnTo>
                  <a:lnTo>
                    <a:pt x="412" y="418"/>
                  </a:lnTo>
                  <a:lnTo>
                    <a:pt x="402" y="426"/>
                  </a:lnTo>
                  <a:lnTo>
                    <a:pt x="395" y="430"/>
                  </a:lnTo>
                  <a:lnTo>
                    <a:pt x="393" y="431"/>
                  </a:lnTo>
                  <a:lnTo>
                    <a:pt x="0" y="431"/>
                  </a:lnTo>
                  <a:lnTo>
                    <a:pt x="3" y="430"/>
                  </a:lnTo>
                  <a:lnTo>
                    <a:pt x="11" y="427"/>
                  </a:lnTo>
                  <a:lnTo>
                    <a:pt x="22" y="421"/>
                  </a:lnTo>
                  <a:lnTo>
                    <a:pt x="38" y="414"/>
                  </a:lnTo>
                  <a:lnTo>
                    <a:pt x="57" y="405"/>
                  </a:lnTo>
                  <a:lnTo>
                    <a:pt x="79" y="394"/>
                  </a:lnTo>
                  <a:lnTo>
                    <a:pt x="105" y="381"/>
                  </a:lnTo>
                  <a:lnTo>
                    <a:pt x="131" y="367"/>
                  </a:lnTo>
                  <a:lnTo>
                    <a:pt x="159" y="351"/>
                  </a:lnTo>
                  <a:lnTo>
                    <a:pt x="187" y="334"/>
                  </a:lnTo>
                  <a:lnTo>
                    <a:pt x="216" y="315"/>
                  </a:lnTo>
                  <a:lnTo>
                    <a:pt x="245" y="296"/>
                  </a:lnTo>
                  <a:lnTo>
                    <a:pt x="273" y="275"/>
                  </a:lnTo>
                  <a:lnTo>
                    <a:pt x="300" y="252"/>
                  </a:lnTo>
                  <a:lnTo>
                    <a:pt x="324" y="230"/>
                  </a:lnTo>
                  <a:lnTo>
                    <a:pt x="354" y="205"/>
                  </a:lnTo>
                  <a:lnTo>
                    <a:pt x="386" y="185"/>
                  </a:lnTo>
                  <a:lnTo>
                    <a:pt x="418" y="169"/>
                  </a:lnTo>
                  <a:lnTo>
                    <a:pt x="452" y="156"/>
                  </a:lnTo>
                  <a:lnTo>
                    <a:pt x="488" y="148"/>
                  </a:lnTo>
                  <a:lnTo>
                    <a:pt x="523" y="142"/>
                  </a:lnTo>
                  <a:lnTo>
                    <a:pt x="559" y="137"/>
                  </a:lnTo>
                  <a:lnTo>
                    <a:pt x="594" y="135"/>
                  </a:lnTo>
                  <a:lnTo>
                    <a:pt x="629" y="134"/>
                  </a:lnTo>
                  <a:lnTo>
                    <a:pt x="661" y="134"/>
                  </a:lnTo>
                  <a:lnTo>
                    <a:pt x="693" y="135"/>
                  </a:lnTo>
                  <a:lnTo>
                    <a:pt x="723" y="135"/>
                  </a:lnTo>
                  <a:lnTo>
                    <a:pt x="750" y="134"/>
                  </a:lnTo>
                  <a:lnTo>
                    <a:pt x="774" y="132"/>
                  </a:lnTo>
                  <a:lnTo>
                    <a:pt x="802" y="129"/>
                  </a:lnTo>
                  <a:lnTo>
                    <a:pt x="824" y="123"/>
                  </a:lnTo>
                  <a:lnTo>
                    <a:pt x="842" y="115"/>
                  </a:lnTo>
                  <a:lnTo>
                    <a:pt x="857" y="107"/>
                  </a:lnTo>
                  <a:lnTo>
                    <a:pt x="870" y="96"/>
                  </a:lnTo>
                  <a:lnTo>
                    <a:pt x="880" y="86"/>
                  </a:lnTo>
                  <a:lnTo>
                    <a:pt x="890" y="74"/>
                  </a:lnTo>
                  <a:lnTo>
                    <a:pt x="899" y="61"/>
                  </a:lnTo>
                  <a:lnTo>
                    <a:pt x="910" y="49"/>
                  </a:lnTo>
                  <a:lnTo>
                    <a:pt x="921" y="36"/>
                  </a:lnTo>
                  <a:lnTo>
                    <a:pt x="935" y="23"/>
                  </a:lnTo>
                  <a:lnTo>
                    <a:pt x="949" y="14"/>
                  </a:lnTo>
                  <a:lnTo>
                    <a:pt x="968" y="7"/>
                  </a:lnTo>
                  <a:lnTo>
                    <a:pt x="989" y="3"/>
                  </a:lnTo>
                  <a:lnTo>
                    <a:pt x="1012" y="1"/>
                  </a:lnTo>
                  <a:lnTo>
                    <a:pt x="1036"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41" name="Freeform 50">
              <a:extLst>
                <a:ext uri="{FF2B5EF4-FFF2-40B4-BE49-F238E27FC236}">
                  <a16:creationId xmlns:a16="http://schemas.microsoft.com/office/drawing/2014/main" id="{BC8027FC-D349-4AB4-B6D3-4B41947BCC73}"/>
                </a:ext>
              </a:extLst>
            </p:cNvPr>
            <p:cNvSpPr>
              <a:spLocks/>
            </p:cNvSpPr>
            <p:nvPr/>
          </p:nvSpPr>
          <p:spPr bwMode="auto">
            <a:xfrm>
              <a:off x="5086232" y="3180310"/>
              <a:ext cx="866274" cy="370332"/>
            </a:xfrm>
            <a:custGeom>
              <a:avLst/>
              <a:gdLst>
                <a:gd name="T0" fmla="*/ 885 w 887"/>
                <a:gd name="T1" fmla="*/ 80 h 382"/>
                <a:gd name="T2" fmla="*/ 849 w 887"/>
                <a:gd name="T3" fmla="*/ 88 h 382"/>
                <a:gd name="T4" fmla="*/ 799 w 887"/>
                <a:gd name="T5" fmla="*/ 108 h 382"/>
                <a:gd name="T6" fmla="*/ 767 w 887"/>
                <a:gd name="T7" fmla="*/ 145 h 382"/>
                <a:gd name="T8" fmla="*/ 764 w 887"/>
                <a:gd name="T9" fmla="*/ 182 h 382"/>
                <a:gd name="T10" fmla="*/ 777 w 887"/>
                <a:gd name="T11" fmla="*/ 204 h 382"/>
                <a:gd name="T12" fmla="*/ 815 w 887"/>
                <a:gd name="T13" fmla="*/ 225 h 382"/>
                <a:gd name="T14" fmla="*/ 867 w 887"/>
                <a:gd name="T15" fmla="*/ 225 h 382"/>
                <a:gd name="T16" fmla="*/ 887 w 887"/>
                <a:gd name="T17" fmla="*/ 219 h 382"/>
                <a:gd name="T18" fmla="*/ 875 w 887"/>
                <a:gd name="T19" fmla="*/ 306 h 382"/>
                <a:gd name="T20" fmla="*/ 819 w 887"/>
                <a:gd name="T21" fmla="*/ 308 h 382"/>
                <a:gd name="T22" fmla="*/ 737 w 887"/>
                <a:gd name="T23" fmla="*/ 300 h 382"/>
                <a:gd name="T24" fmla="*/ 630 w 887"/>
                <a:gd name="T25" fmla="*/ 260 h 382"/>
                <a:gd name="T26" fmla="*/ 561 w 887"/>
                <a:gd name="T27" fmla="*/ 228 h 382"/>
                <a:gd name="T28" fmla="*/ 514 w 887"/>
                <a:gd name="T29" fmla="*/ 220 h 382"/>
                <a:gd name="T30" fmla="*/ 456 w 887"/>
                <a:gd name="T31" fmla="*/ 233 h 382"/>
                <a:gd name="T32" fmla="*/ 435 w 887"/>
                <a:gd name="T33" fmla="*/ 256 h 382"/>
                <a:gd name="T34" fmla="*/ 421 w 887"/>
                <a:gd name="T35" fmla="*/ 288 h 382"/>
                <a:gd name="T36" fmla="*/ 390 w 887"/>
                <a:gd name="T37" fmla="*/ 305 h 382"/>
                <a:gd name="T38" fmla="*/ 348 w 887"/>
                <a:gd name="T39" fmla="*/ 307 h 382"/>
                <a:gd name="T40" fmla="*/ 318 w 887"/>
                <a:gd name="T41" fmla="*/ 319 h 382"/>
                <a:gd name="T42" fmla="*/ 307 w 887"/>
                <a:gd name="T43" fmla="*/ 345 h 382"/>
                <a:gd name="T44" fmla="*/ 287 w 887"/>
                <a:gd name="T45" fmla="*/ 367 h 382"/>
                <a:gd name="T46" fmla="*/ 267 w 887"/>
                <a:gd name="T47" fmla="*/ 381 h 382"/>
                <a:gd name="T48" fmla="*/ 6 w 887"/>
                <a:gd name="T49" fmla="*/ 381 h 382"/>
                <a:gd name="T50" fmla="*/ 50 w 887"/>
                <a:gd name="T51" fmla="*/ 371 h 382"/>
                <a:gd name="T52" fmla="*/ 113 w 887"/>
                <a:gd name="T53" fmla="*/ 353 h 382"/>
                <a:gd name="T54" fmla="*/ 160 w 887"/>
                <a:gd name="T55" fmla="*/ 330 h 382"/>
                <a:gd name="T56" fmla="*/ 198 w 887"/>
                <a:gd name="T57" fmla="*/ 295 h 382"/>
                <a:gd name="T58" fmla="*/ 216 w 887"/>
                <a:gd name="T59" fmla="*/ 259 h 382"/>
                <a:gd name="T60" fmla="*/ 247 w 887"/>
                <a:gd name="T61" fmla="*/ 242 h 382"/>
                <a:gd name="T62" fmla="*/ 286 w 887"/>
                <a:gd name="T63" fmla="*/ 240 h 382"/>
                <a:gd name="T64" fmla="*/ 331 w 887"/>
                <a:gd name="T65" fmla="*/ 227 h 382"/>
                <a:gd name="T66" fmla="*/ 354 w 887"/>
                <a:gd name="T67" fmla="*/ 195 h 382"/>
                <a:gd name="T68" fmla="*/ 383 w 887"/>
                <a:gd name="T69" fmla="*/ 165 h 382"/>
                <a:gd name="T70" fmla="*/ 487 w 887"/>
                <a:gd name="T71" fmla="*/ 138 h 382"/>
                <a:gd name="T72" fmla="*/ 570 w 887"/>
                <a:gd name="T73" fmla="*/ 142 h 382"/>
                <a:gd name="T74" fmla="*/ 635 w 887"/>
                <a:gd name="T75" fmla="*/ 159 h 382"/>
                <a:gd name="T76" fmla="*/ 679 w 887"/>
                <a:gd name="T77" fmla="*/ 170 h 382"/>
                <a:gd name="T78" fmla="*/ 704 w 887"/>
                <a:gd name="T79" fmla="*/ 151 h 382"/>
                <a:gd name="T80" fmla="*/ 701 w 887"/>
                <a:gd name="T81" fmla="*/ 114 h 382"/>
                <a:gd name="T82" fmla="*/ 692 w 887"/>
                <a:gd name="T83" fmla="*/ 78 h 382"/>
                <a:gd name="T84" fmla="*/ 717 w 887"/>
                <a:gd name="T85" fmla="*/ 49 h 382"/>
                <a:gd name="T86" fmla="*/ 769 w 887"/>
                <a:gd name="T87" fmla="*/ 28 h 382"/>
                <a:gd name="T88" fmla="*/ 830 w 887"/>
                <a:gd name="T89" fmla="*/ 12 h 382"/>
                <a:gd name="T90" fmla="*/ 876 w 887"/>
                <a:gd name="T91" fmla="*/ 2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87" h="382">
                  <a:moveTo>
                    <a:pt x="887" y="0"/>
                  </a:moveTo>
                  <a:lnTo>
                    <a:pt x="887" y="80"/>
                  </a:lnTo>
                  <a:lnTo>
                    <a:pt x="885" y="80"/>
                  </a:lnTo>
                  <a:lnTo>
                    <a:pt x="876" y="82"/>
                  </a:lnTo>
                  <a:lnTo>
                    <a:pt x="864" y="84"/>
                  </a:lnTo>
                  <a:lnTo>
                    <a:pt x="849" y="88"/>
                  </a:lnTo>
                  <a:lnTo>
                    <a:pt x="833" y="92"/>
                  </a:lnTo>
                  <a:lnTo>
                    <a:pt x="815" y="100"/>
                  </a:lnTo>
                  <a:lnTo>
                    <a:pt x="799" y="108"/>
                  </a:lnTo>
                  <a:lnTo>
                    <a:pt x="785" y="118"/>
                  </a:lnTo>
                  <a:lnTo>
                    <a:pt x="774" y="131"/>
                  </a:lnTo>
                  <a:lnTo>
                    <a:pt x="767" y="145"/>
                  </a:lnTo>
                  <a:lnTo>
                    <a:pt x="763" y="160"/>
                  </a:lnTo>
                  <a:lnTo>
                    <a:pt x="762" y="175"/>
                  </a:lnTo>
                  <a:lnTo>
                    <a:pt x="764" y="182"/>
                  </a:lnTo>
                  <a:lnTo>
                    <a:pt x="765" y="189"/>
                  </a:lnTo>
                  <a:lnTo>
                    <a:pt x="770" y="196"/>
                  </a:lnTo>
                  <a:lnTo>
                    <a:pt x="777" y="204"/>
                  </a:lnTo>
                  <a:lnTo>
                    <a:pt x="787" y="213"/>
                  </a:lnTo>
                  <a:lnTo>
                    <a:pt x="798" y="220"/>
                  </a:lnTo>
                  <a:lnTo>
                    <a:pt x="815" y="225"/>
                  </a:lnTo>
                  <a:lnTo>
                    <a:pt x="834" y="227"/>
                  </a:lnTo>
                  <a:lnTo>
                    <a:pt x="852" y="227"/>
                  </a:lnTo>
                  <a:lnTo>
                    <a:pt x="867" y="225"/>
                  </a:lnTo>
                  <a:lnTo>
                    <a:pt x="877" y="221"/>
                  </a:lnTo>
                  <a:lnTo>
                    <a:pt x="885" y="219"/>
                  </a:lnTo>
                  <a:lnTo>
                    <a:pt x="887" y="219"/>
                  </a:lnTo>
                  <a:lnTo>
                    <a:pt x="887" y="304"/>
                  </a:lnTo>
                  <a:lnTo>
                    <a:pt x="884" y="304"/>
                  </a:lnTo>
                  <a:lnTo>
                    <a:pt x="875" y="306"/>
                  </a:lnTo>
                  <a:lnTo>
                    <a:pt x="861" y="307"/>
                  </a:lnTo>
                  <a:lnTo>
                    <a:pt x="843" y="308"/>
                  </a:lnTo>
                  <a:lnTo>
                    <a:pt x="819" y="308"/>
                  </a:lnTo>
                  <a:lnTo>
                    <a:pt x="794" y="307"/>
                  </a:lnTo>
                  <a:lnTo>
                    <a:pt x="767" y="305"/>
                  </a:lnTo>
                  <a:lnTo>
                    <a:pt x="737" y="300"/>
                  </a:lnTo>
                  <a:lnTo>
                    <a:pt x="701" y="290"/>
                  </a:lnTo>
                  <a:lnTo>
                    <a:pt x="665" y="276"/>
                  </a:lnTo>
                  <a:lnTo>
                    <a:pt x="630" y="260"/>
                  </a:lnTo>
                  <a:lnTo>
                    <a:pt x="598" y="245"/>
                  </a:lnTo>
                  <a:lnTo>
                    <a:pt x="568" y="231"/>
                  </a:lnTo>
                  <a:lnTo>
                    <a:pt x="561" y="228"/>
                  </a:lnTo>
                  <a:lnTo>
                    <a:pt x="554" y="226"/>
                  </a:lnTo>
                  <a:lnTo>
                    <a:pt x="533" y="221"/>
                  </a:lnTo>
                  <a:lnTo>
                    <a:pt x="514" y="220"/>
                  </a:lnTo>
                  <a:lnTo>
                    <a:pt x="496" y="221"/>
                  </a:lnTo>
                  <a:lnTo>
                    <a:pt x="477" y="226"/>
                  </a:lnTo>
                  <a:lnTo>
                    <a:pt x="456" y="233"/>
                  </a:lnTo>
                  <a:lnTo>
                    <a:pt x="446" y="238"/>
                  </a:lnTo>
                  <a:lnTo>
                    <a:pt x="440" y="247"/>
                  </a:lnTo>
                  <a:lnTo>
                    <a:pt x="435" y="256"/>
                  </a:lnTo>
                  <a:lnTo>
                    <a:pt x="432" y="267"/>
                  </a:lnTo>
                  <a:lnTo>
                    <a:pt x="427" y="277"/>
                  </a:lnTo>
                  <a:lnTo>
                    <a:pt x="421" y="288"/>
                  </a:lnTo>
                  <a:lnTo>
                    <a:pt x="414" y="296"/>
                  </a:lnTo>
                  <a:lnTo>
                    <a:pt x="403" y="302"/>
                  </a:lnTo>
                  <a:lnTo>
                    <a:pt x="390" y="305"/>
                  </a:lnTo>
                  <a:lnTo>
                    <a:pt x="377" y="306"/>
                  </a:lnTo>
                  <a:lnTo>
                    <a:pt x="362" y="306"/>
                  </a:lnTo>
                  <a:lnTo>
                    <a:pt x="348" y="307"/>
                  </a:lnTo>
                  <a:lnTo>
                    <a:pt x="337" y="308"/>
                  </a:lnTo>
                  <a:lnTo>
                    <a:pt x="327" y="311"/>
                  </a:lnTo>
                  <a:lnTo>
                    <a:pt x="318" y="319"/>
                  </a:lnTo>
                  <a:lnTo>
                    <a:pt x="313" y="327"/>
                  </a:lnTo>
                  <a:lnTo>
                    <a:pt x="310" y="335"/>
                  </a:lnTo>
                  <a:lnTo>
                    <a:pt x="307" y="345"/>
                  </a:lnTo>
                  <a:lnTo>
                    <a:pt x="301" y="354"/>
                  </a:lnTo>
                  <a:lnTo>
                    <a:pt x="294" y="361"/>
                  </a:lnTo>
                  <a:lnTo>
                    <a:pt x="287" y="367"/>
                  </a:lnTo>
                  <a:lnTo>
                    <a:pt x="279" y="373"/>
                  </a:lnTo>
                  <a:lnTo>
                    <a:pt x="271" y="378"/>
                  </a:lnTo>
                  <a:lnTo>
                    <a:pt x="267" y="381"/>
                  </a:lnTo>
                  <a:lnTo>
                    <a:pt x="265" y="382"/>
                  </a:lnTo>
                  <a:lnTo>
                    <a:pt x="0" y="382"/>
                  </a:lnTo>
                  <a:lnTo>
                    <a:pt x="6" y="381"/>
                  </a:lnTo>
                  <a:lnTo>
                    <a:pt x="18" y="379"/>
                  </a:lnTo>
                  <a:lnTo>
                    <a:pt x="32" y="376"/>
                  </a:lnTo>
                  <a:lnTo>
                    <a:pt x="50" y="371"/>
                  </a:lnTo>
                  <a:lnTo>
                    <a:pt x="70" y="366"/>
                  </a:lnTo>
                  <a:lnTo>
                    <a:pt x="92" y="360"/>
                  </a:lnTo>
                  <a:lnTo>
                    <a:pt x="113" y="353"/>
                  </a:lnTo>
                  <a:lnTo>
                    <a:pt x="132" y="345"/>
                  </a:lnTo>
                  <a:lnTo>
                    <a:pt x="150" y="337"/>
                  </a:lnTo>
                  <a:lnTo>
                    <a:pt x="160" y="330"/>
                  </a:lnTo>
                  <a:lnTo>
                    <a:pt x="173" y="322"/>
                  </a:lnTo>
                  <a:lnTo>
                    <a:pt x="186" y="310"/>
                  </a:lnTo>
                  <a:lnTo>
                    <a:pt x="198" y="295"/>
                  </a:lnTo>
                  <a:lnTo>
                    <a:pt x="207" y="278"/>
                  </a:lnTo>
                  <a:lnTo>
                    <a:pt x="211" y="269"/>
                  </a:lnTo>
                  <a:lnTo>
                    <a:pt x="216" y="259"/>
                  </a:lnTo>
                  <a:lnTo>
                    <a:pt x="224" y="252"/>
                  </a:lnTo>
                  <a:lnTo>
                    <a:pt x="233" y="247"/>
                  </a:lnTo>
                  <a:lnTo>
                    <a:pt x="247" y="242"/>
                  </a:lnTo>
                  <a:lnTo>
                    <a:pt x="264" y="239"/>
                  </a:lnTo>
                  <a:lnTo>
                    <a:pt x="274" y="240"/>
                  </a:lnTo>
                  <a:lnTo>
                    <a:pt x="286" y="240"/>
                  </a:lnTo>
                  <a:lnTo>
                    <a:pt x="301" y="239"/>
                  </a:lnTo>
                  <a:lnTo>
                    <a:pt x="315" y="235"/>
                  </a:lnTo>
                  <a:lnTo>
                    <a:pt x="331" y="227"/>
                  </a:lnTo>
                  <a:lnTo>
                    <a:pt x="340" y="218"/>
                  </a:lnTo>
                  <a:lnTo>
                    <a:pt x="347" y="207"/>
                  </a:lnTo>
                  <a:lnTo>
                    <a:pt x="354" y="195"/>
                  </a:lnTo>
                  <a:lnTo>
                    <a:pt x="361" y="184"/>
                  </a:lnTo>
                  <a:lnTo>
                    <a:pt x="370" y="174"/>
                  </a:lnTo>
                  <a:lnTo>
                    <a:pt x="383" y="165"/>
                  </a:lnTo>
                  <a:lnTo>
                    <a:pt x="419" y="152"/>
                  </a:lnTo>
                  <a:lnTo>
                    <a:pt x="454" y="142"/>
                  </a:lnTo>
                  <a:lnTo>
                    <a:pt x="487" y="138"/>
                  </a:lnTo>
                  <a:lnTo>
                    <a:pt x="516" y="137"/>
                  </a:lnTo>
                  <a:lnTo>
                    <a:pt x="545" y="138"/>
                  </a:lnTo>
                  <a:lnTo>
                    <a:pt x="570" y="142"/>
                  </a:lnTo>
                  <a:lnTo>
                    <a:pt x="593" y="147"/>
                  </a:lnTo>
                  <a:lnTo>
                    <a:pt x="615" y="154"/>
                  </a:lnTo>
                  <a:lnTo>
                    <a:pt x="635" y="159"/>
                  </a:lnTo>
                  <a:lnTo>
                    <a:pt x="651" y="164"/>
                  </a:lnTo>
                  <a:lnTo>
                    <a:pt x="666" y="169"/>
                  </a:lnTo>
                  <a:lnTo>
                    <a:pt x="679" y="170"/>
                  </a:lnTo>
                  <a:lnTo>
                    <a:pt x="689" y="167"/>
                  </a:lnTo>
                  <a:lnTo>
                    <a:pt x="697" y="162"/>
                  </a:lnTo>
                  <a:lnTo>
                    <a:pt x="704" y="151"/>
                  </a:lnTo>
                  <a:lnTo>
                    <a:pt x="706" y="138"/>
                  </a:lnTo>
                  <a:lnTo>
                    <a:pt x="705" y="125"/>
                  </a:lnTo>
                  <a:lnTo>
                    <a:pt x="701" y="114"/>
                  </a:lnTo>
                  <a:lnTo>
                    <a:pt x="697" y="101"/>
                  </a:lnTo>
                  <a:lnTo>
                    <a:pt x="693" y="89"/>
                  </a:lnTo>
                  <a:lnTo>
                    <a:pt x="692" y="78"/>
                  </a:lnTo>
                  <a:lnTo>
                    <a:pt x="696" y="66"/>
                  </a:lnTo>
                  <a:lnTo>
                    <a:pt x="705" y="57"/>
                  </a:lnTo>
                  <a:lnTo>
                    <a:pt x="717" y="49"/>
                  </a:lnTo>
                  <a:lnTo>
                    <a:pt x="732" y="42"/>
                  </a:lnTo>
                  <a:lnTo>
                    <a:pt x="750" y="34"/>
                  </a:lnTo>
                  <a:lnTo>
                    <a:pt x="769" y="28"/>
                  </a:lnTo>
                  <a:lnTo>
                    <a:pt x="790" y="23"/>
                  </a:lnTo>
                  <a:lnTo>
                    <a:pt x="811" y="17"/>
                  </a:lnTo>
                  <a:lnTo>
                    <a:pt x="830" y="12"/>
                  </a:lnTo>
                  <a:lnTo>
                    <a:pt x="849" y="8"/>
                  </a:lnTo>
                  <a:lnTo>
                    <a:pt x="865" y="5"/>
                  </a:lnTo>
                  <a:lnTo>
                    <a:pt x="876" y="2"/>
                  </a:lnTo>
                  <a:lnTo>
                    <a:pt x="885" y="1"/>
                  </a:lnTo>
                  <a:lnTo>
                    <a:pt x="887"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42" name="Freeform 51">
              <a:extLst>
                <a:ext uri="{FF2B5EF4-FFF2-40B4-BE49-F238E27FC236}">
                  <a16:creationId xmlns:a16="http://schemas.microsoft.com/office/drawing/2014/main" id="{9CAFCAB9-EC2E-4A35-9F7B-04EA69A7F6AD}"/>
                </a:ext>
              </a:extLst>
            </p:cNvPr>
            <p:cNvSpPr>
              <a:spLocks/>
            </p:cNvSpPr>
            <p:nvPr/>
          </p:nvSpPr>
          <p:spPr bwMode="auto">
            <a:xfrm>
              <a:off x="5478116" y="2974570"/>
              <a:ext cx="192505" cy="164592"/>
            </a:xfrm>
            <a:custGeom>
              <a:avLst/>
              <a:gdLst>
                <a:gd name="T0" fmla="*/ 114 w 196"/>
                <a:gd name="T1" fmla="*/ 0 h 168"/>
                <a:gd name="T2" fmla="*/ 196 w 196"/>
                <a:gd name="T3" fmla="*/ 54 h 168"/>
                <a:gd name="T4" fmla="*/ 39 w 196"/>
                <a:gd name="T5" fmla="*/ 168 h 168"/>
                <a:gd name="T6" fmla="*/ 0 w 196"/>
                <a:gd name="T7" fmla="*/ 40 h 168"/>
                <a:gd name="T8" fmla="*/ 114 w 196"/>
                <a:gd name="T9" fmla="*/ 0 h 168"/>
              </a:gdLst>
              <a:ahLst/>
              <a:cxnLst>
                <a:cxn ang="0">
                  <a:pos x="T0" y="T1"/>
                </a:cxn>
                <a:cxn ang="0">
                  <a:pos x="T2" y="T3"/>
                </a:cxn>
                <a:cxn ang="0">
                  <a:pos x="T4" y="T5"/>
                </a:cxn>
                <a:cxn ang="0">
                  <a:pos x="T6" y="T7"/>
                </a:cxn>
                <a:cxn ang="0">
                  <a:pos x="T8" y="T9"/>
                </a:cxn>
              </a:cxnLst>
              <a:rect l="0" t="0" r="r" b="b"/>
              <a:pathLst>
                <a:path w="196" h="168">
                  <a:moveTo>
                    <a:pt x="114" y="0"/>
                  </a:moveTo>
                  <a:lnTo>
                    <a:pt x="196" y="54"/>
                  </a:lnTo>
                  <a:lnTo>
                    <a:pt x="39" y="168"/>
                  </a:lnTo>
                  <a:lnTo>
                    <a:pt x="0" y="40"/>
                  </a:lnTo>
                  <a:lnTo>
                    <a:pt x="114"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43" name="Freeform 52">
              <a:extLst>
                <a:ext uri="{FF2B5EF4-FFF2-40B4-BE49-F238E27FC236}">
                  <a16:creationId xmlns:a16="http://schemas.microsoft.com/office/drawing/2014/main" id="{CD0505FD-A20D-4D50-B8E9-62DBDAD62C7D}"/>
                </a:ext>
              </a:extLst>
            </p:cNvPr>
            <p:cNvSpPr>
              <a:spLocks/>
            </p:cNvSpPr>
            <p:nvPr/>
          </p:nvSpPr>
          <p:spPr bwMode="auto">
            <a:xfrm>
              <a:off x="5753123" y="3139162"/>
              <a:ext cx="89380" cy="89157"/>
            </a:xfrm>
            <a:custGeom>
              <a:avLst/>
              <a:gdLst>
                <a:gd name="T0" fmla="*/ 56 w 95"/>
                <a:gd name="T1" fmla="*/ 0 h 91"/>
                <a:gd name="T2" fmla="*/ 95 w 95"/>
                <a:gd name="T3" fmla="*/ 29 h 91"/>
                <a:gd name="T4" fmla="*/ 19 w 95"/>
                <a:gd name="T5" fmla="*/ 91 h 91"/>
                <a:gd name="T6" fmla="*/ 0 w 95"/>
                <a:gd name="T7" fmla="*/ 22 h 91"/>
                <a:gd name="T8" fmla="*/ 56 w 95"/>
                <a:gd name="T9" fmla="*/ 0 h 91"/>
              </a:gdLst>
              <a:ahLst/>
              <a:cxnLst>
                <a:cxn ang="0">
                  <a:pos x="T0" y="T1"/>
                </a:cxn>
                <a:cxn ang="0">
                  <a:pos x="T2" y="T3"/>
                </a:cxn>
                <a:cxn ang="0">
                  <a:pos x="T4" y="T5"/>
                </a:cxn>
                <a:cxn ang="0">
                  <a:pos x="T6" y="T7"/>
                </a:cxn>
                <a:cxn ang="0">
                  <a:pos x="T8" y="T9"/>
                </a:cxn>
              </a:cxnLst>
              <a:rect l="0" t="0" r="r" b="b"/>
              <a:pathLst>
                <a:path w="95" h="91">
                  <a:moveTo>
                    <a:pt x="56" y="0"/>
                  </a:moveTo>
                  <a:lnTo>
                    <a:pt x="95" y="29"/>
                  </a:lnTo>
                  <a:lnTo>
                    <a:pt x="19" y="91"/>
                  </a:lnTo>
                  <a:lnTo>
                    <a:pt x="0" y="22"/>
                  </a:lnTo>
                  <a:lnTo>
                    <a:pt x="56"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44" name="Freeform 53">
              <a:extLst>
                <a:ext uri="{FF2B5EF4-FFF2-40B4-BE49-F238E27FC236}">
                  <a16:creationId xmlns:a16="http://schemas.microsoft.com/office/drawing/2014/main" id="{8BFDDFDF-80E6-4D9B-A3A8-2F5D974870DE}"/>
                </a:ext>
              </a:extLst>
            </p:cNvPr>
            <p:cNvSpPr>
              <a:spLocks/>
            </p:cNvSpPr>
            <p:nvPr/>
          </p:nvSpPr>
          <p:spPr bwMode="auto">
            <a:xfrm>
              <a:off x="5113733" y="3139162"/>
              <a:ext cx="123753" cy="116588"/>
            </a:xfrm>
            <a:custGeom>
              <a:avLst/>
              <a:gdLst>
                <a:gd name="T0" fmla="*/ 78 w 131"/>
                <a:gd name="T1" fmla="*/ 0 h 119"/>
                <a:gd name="T2" fmla="*/ 131 w 131"/>
                <a:gd name="T3" fmla="*/ 42 h 119"/>
                <a:gd name="T4" fmla="*/ 56 w 131"/>
                <a:gd name="T5" fmla="*/ 119 h 119"/>
                <a:gd name="T6" fmla="*/ 0 w 131"/>
                <a:gd name="T7" fmla="*/ 31 h 119"/>
                <a:gd name="T8" fmla="*/ 78 w 131"/>
                <a:gd name="T9" fmla="*/ 0 h 119"/>
              </a:gdLst>
              <a:ahLst/>
              <a:cxnLst>
                <a:cxn ang="0">
                  <a:pos x="T0" y="T1"/>
                </a:cxn>
                <a:cxn ang="0">
                  <a:pos x="T2" y="T3"/>
                </a:cxn>
                <a:cxn ang="0">
                  <a:pos x="T4" y="T5"/>
                </a:cxn>
                <a:cxn ang="0">
                  <a:pos x="T6" y="T7"/>
                </a:cxn>
                <a:cxn ang="0">
                  <a:pos x="T8" y="T9"/>
                </a:cxn>
              </a:cxnLst>
              <a:rect l="0" t="0" r="r" b="b"/>
              <a:pathLst>
                <a:path w="131" h="119">
                  <a:moveTo>
                    <a:pt x="78" y="0"/>
                  </a:moveTo>
                  <a:lnTo>
                    <a:pt x="131" y="42"/>
                  </a:lnTo>
                  <a:lnTo>
                    <a:pt x="56" y="119"/>
                  </a:lnTo>
                  <a:lnTo>
                    <a:pt x="0" y="31"/>
                  </a:lnTo>
                  <a:lnTo>
                    <a:pt x="78"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45" name="Freeform 54">
              <a:extLst>
                <a:ext uri="{FF2B5EF4-FFF2-40B4-BE49-F238E27FC236}">
                  <a16:creationId xmlns:a16="http://schemas.microsoft.com/office/drawing/2014/main" id="{EBFA8E80-937A-439D-9148-B53887E2D066}"/>
                </a:ext>
              </a:extLst>
            </p:cNvPr>
            <p:cNvSpPr>
              <a:spLocks/>
            </p:cNvSpPr>
            <p:nvPr/>
          </p:nvSpPr>
          <p:spPr bwMode="auto">
            <a:xfrm>
              <a:off x="5251237" y="2851126"/>
              <a:ext cx="268135" cy="336044"/>
            </a:xfrm>
            <a:custGeom>
              <a:avLst/>
              <a:gdLst>
                <a:gd name="T0" fmla="*/ 190 w 272"/>
                <a:gd name="T1" fmla="*/ 0 h 345"/>
                <a:gd name="T2" fmla="*/ 272 w 272"/>
                <a:gd name="T3" fmla="*/ 291 h 345"/>
                <a:gd name="T4" fmla="*/ 81 w 272"/>
                <a:gd name="T5" fmla="*/ 345 h 345"/>
                <a:gd name="T6" fmla="*/ 0 w 272"/>
                <a:gd name="T7" fmla="*/ 54 h 345"/>
                <a:gd name="T8" fmla="*/ 190 w 272"/>
                <a:gd name="T9" fmla="*/ 0 h 345"/>
              </a:gdLst>
              <a:ahLst/>
              <a:cxnLst>
                <a:cxn ang="0">
                  <a:pos x="T0" y="T1"/>
                </a:cxn>
                <a:cxn ang="0">
                  <a:pos x="T2" y="T3"/>
                </a:cxn>
                <a:cxn ang="0">
                  <a:pos x="T4" y="T5"/>
                </a:cxn>
                <a:cxn ang="0">
                  <a:pos x="T6" y="T7"/>
                </a:cxn>
                <a:cxn ang="0">
                  <a:pos x="T8" y="T9"/>
                </a:cxn>
              </a:cxnLst>
              <a:rect l="0" t="0" r="r" b="b"/>
              <a:pathLst>
                <a:path w="272" h="345">
                  <a:moveTo>
                    <a:pt x="190" y="0"/>
                  </a:moveTo>
                  <a:lnTo>
                    <a:pt x="272" y="291"/>
                  </a:lnTo>
                  <a:lnTo>
                    <a:pt x="81" y="345"/>
                  </a:lnTo>
                  <a:lnTo>
                    <a:pt x="0" y="54"/>
                  </a:lnTo>
                  <a:lnTo>
                    <a:pt x="190"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46" name="Freeform 55">
              <a:extLst>
                <a:ext uri="{FF2B5EF4-FFF2-40B4-BE49-F238E27FC236}">
                  <a16:creationId xmlns:a16="http://schemas.microsoft.com/office/drawing/2014/main" id="{3CDEFE5F-8C51-4E1D-B01F-59FC72D800AD}"/>
                </a:ext>
              </a:extLst>
            </p:cNvPr>
            <p:cNvSpPr>
              <a:spLocks/>
            </p:cNvSpPr>
            <p:nvPr/>
          </p:nvSpPr>
          <p:spPr bwMode="auto">
            <a:xfrm>
              <a:off x="5251237" y="2809979"/>
              <a:ext cx="185632" cy="96012"/>
            </a:xfrm>
            <a:custGeom>
              <a:avLst/>
              <a:gdLst>
                <a:gd name="T0" fmla="*/ 134 w 190"/>
                <a:gd name="T1" fmla="*/ 0 h 99"/>
                <a:gd name="T2" fmla="*/ 190 w 190"/>
                <a:gd name="T3" fmla="*/ 45 h 99"/>
                <a:gd name="T4" fmla="*/ 0 w 190"/>
                <a:gd name="T5" fmla="*/ 99 h 99"/>
                <a:gd name="T6" fmla="*/ 27 w 190"/>
                <a:gd name="T7" fmla="*/ 32 h 99"/>
                <a:gd name="T8" fmla="*/ 134 w 190"/>
                <a:gd name="T9" fmla="*/ 0 h 99"/>
              </a:gdLst>
              <a:ahLst/>
              <a:cxnLst>
                <a:cxn ang="0">
                  <a:pos x="T0" y="T1"/>
                </a:cxn>
                <a:cxn ang="0">
                  <a:pos x="T2" y="T3"/>
                </a:cxn>
                <a:cxn ang="0">
                  <a:pos x="T4" y="T5"/>
                </a:cxn>
                <a:cxn ang="0">
                  <a:pos x="T6" y="T7"/>
                </a:cxn>
                <a:cxn ang="0">
                  <a:pos x="T8" y="T9"/>
                </a:cxn>
              </a:cxnLst>
              <a:rect l="0" t="0" r="r" b="b"/>
              <a:pathLst>
                <a:path w="190" h="99">
                  <a:moveTo>
                    <a:pt x="134" y="0"/>
                  </a:moveTo>
                  <a:lnTo>
                    <a:pt x="190" y="45"/>
                  </a:lnTo>
                  <a:lnTo>
                    <a:pt x="0" y="99"/>
                  </a:lnTo>
                  <a:lnTo>
                    <a:pt x="27" y="32"/>
                  </a:lnTo>
                  <a:lnTo>
                    <a:pt x="134" y="0"/>
                  </a:lnTo>
                  <a:close/>
                </a:path>
              </a:pathLst>
            </a:custGeom>
            <a:solidFill>
              <a:srgbClr val="D76C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47" name="Freeform 56">
              <a:extLst>
                <a:ext uri="{FF2B5EF4-FFF2-40B4-BE49-F238E27FC236}">
                  <a16:creationId xmlns:a16="http://schemas.microsoft.com/office/drawing/2014/main" id="{DC8FF0CE-829D-409D-8145-F5EBD4D8E274}"/>
                </a:ext>
              </a:extLst>
            </p:cNvPr>
            <p:cNvSpPr>
              <a:spLocks/>
            </p:cNvSpPr>
            <p:nvPr/>
          </p:nvSpPr>
          <p:spPr bwMode="auto">
            <a:xfrm>
              <a:off x="4886849" y="3070582"/>
              <a:ext cx="281885" cy="288036"/>
            </a:xfrm>
            <a:custGeom>
              <a:avLst/>
              <a:gdLst>
                <a:gd name="T0" fmla="*/ 168 w 290"/>
                <a:gd name="T1" fmla="*/ 0 h 300"/>
                <a:gd name="T2" fmla="*/ 290 w 290"/>
                <a:gd name="T3" fmla="*/ 194 h 300"/>
                <a:gd name="T4" fmla="*/ 122 w 290"/>
                <a:gd name="T5" fmla="*/ 300 h 300"/>
                <a:gd name="T6" fmla="*/ 0 w 290"/>
                <a:gd name="T7" fmla="*/ 105 h 300"/>
                <a:gd name="T8" fmla="*/ 168 w 290"/>
                <a:gd name="T9" fmla="*/ 0 h 300"/>
              </a:gdLst>
              <a:ahLst/>
              <a:cxnLst>
                <a:cxn ang="0">
                  <a:pos x="T0" y="T1"/>
                </a:cxn>
                <a:cxn ang="0">
                  <a:pos x="T2" y="T3"/>
                </a:cxn>
                <a:cxn ang="0">
                  <a:pos x="T4" y="T5"/>
                </a:cxn>
                <a:cxn ang="0">
                  <a:pos x="T6" y="T7"/>
                </a:cxn>
                <a:cxn ang="0">
                  <a:pos x="T8" y="T9"/>
                </a:cxn>
              </a:cxnLst>
              <a:rect l="0" t="0" r="r" b="b"/>
              <a:pathLst>
                <a:path w="290" h="300">
                  <a:moveTo>
                    <a:pt x="168" y="0"/>
                  </a:moveTo>
                  <a:lnTo>
                    <a:pt x="290" y="194"/>
                  </a:lnTo>
                  <a:lnTo>
                    <a:pt x="122" y="300"/>
                  </a:lnTo>
                  <a:lnTo>
                    <a:pt x="0" y="105"/>
                  </a:lnTo>
                  <a:lnTo>
                    <a:pt x="168"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48" name="Freeform 57">
              <a:extLst>
                <a:ext uri="{FF2B5EF4-FFF2-40B4-BE49-F238E27FC236}">
                  <a16:creationId xmlns:a16="http://schemas.microsoft.com/office/drawing/2014/main" id="{51B07EFB-7A33-4BAA-A3F6-20FF76C0399C}"/>
                </a:ext>
              </a:extLst>
            </p:cNvPr>
            <p:cNvSpPr>
              <a:spLocks/>
            </p:cNvSpPr>
            <p:nvPr/>
          </p:nvSpPr>
          <p:spPr bwMode="auto">
            <a:xfrm>
              <a:off x="4886849" y="3029434"/>
              <a:ext cx="165005" cy="144020"/>
            </a:xfrm>
            <a:custGeom>
              <a:avLst/>
              <a:gdLst>
                <a:gd name="T0" fmla="*/ 118 w 168"/>
                <a:gd name="T1" fmla="*/ 0 h 145"/>
                <a:gd name="T2" fmla="*/ 168 w 168"/>
                <a:gd name="T3" fmla="*/ 40 h 145"/>
                <a:gd name="T4" fmla="*/ 0 w 168"/>
                <a:gd name="T5" fmla="*/ 145 h 145"/>
                <a:gd name="T6" fmla="*/ 25 w 168"/>
                <a:gd name="T7" fmla="*/ 60 h 145"/>
                <a:gd name="T8" fmla="*/ 118 w 168"/>
                <a:gd name="T9" fmla="*/ 0 h 145"/>
              </a:gdLst>
              <a:ahLst/>
              <a:cxnLst>
                <a:cxn ang="0">
                  <a:pos x="T0" y="T1"/>
                </a:cxn>
                <a:cxn ang="0">
                  <a:pos x="T2" y="T3"/>
                </a:cxn>
                <a:cxn ang="0">
                  <a:pos x="T4" y="T5"/>
                </a:cxn>
                <a:cxn ang="0">
                  <a:pos x="T6" y="T7"/>
                </a:cxn>
                <a:cxn ang="0">
                  <a:pos x="T8" y="T9"/>
                </a:cxn>
              </a:cxnLst>
              <a:rect l="0" t="0" r="r" b="b"/>
              <a:pathLst>
                <a:path w="168" h="145">
                  <a:moveTo>
                    <a:pt x="118" y="0"/>
                  </a:moveTo>
                  <a:lnTo>
                    <a:pt x="168" y="40"/>
                  </a:lnTo>
                  <a:lnTo>
                    <a:pt x="0" y="145"/>
                  </a:lnTo>
                  <a:lnTo>
                    <a:pt x="25" y="60"/>
                  </a:lnTo>
                  <a:lnTo>
                    <a:pt x="118" y="0"/>
                  </a:lnTo>
                  <a:close/>
                </a:path>
              </a:pathLst>
            </a:custGeom>
            <a:solidFill>
              <a:srgbClr val="D76C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49" name="Freeform 58">
              <a:extLst>
                <a:ext uri="{FF2B5EF4-FFF2-40B4-BE49-F238E27FC236}">
                  <a16:creationId xmlns:a16="http://schemas.microsoft.com/office/drawing/2014/main" id="{CB403D58-71C0-435B-A3D9-272396628D03}"/>
                </a:ext>
              </a:extLst>
            </p:cNvPr>
            <p:cNvSpPr>
              <a:spLocks/>
            </p:cNvSpPr>
            <p:nvPr/>
          </p:nvSpPr>
          <p:spPr bwMode="auto">
            <a:xfrm>
              <a:off x="5388740" y="2995142"/>
              <a:ext cx="55002" cy="54864"/>
            </a:xfrm>
            <a:custGeom>
              <a:avLst/>
              <a:gdLst>
                <a:gd name="T0" fmla="*/ 40 w 52"/>
                <a:gd name="T1" fmla="*/ 0 h 56"/>
                <a:gd name="T2" fmla="*/ 52 w 52"/>
                <a:gd name="T3" fmla="*/ 45 h 56"/>
                <a:gd name="T4" fmla="*/ 13 w 52"/>
                <a:gd name="T5" fmla="*/ 56 h 56"/>
                <a:gd name="T6" fmla="*/ 0 w 52"/>
                <a:gd name="T7" fmla="*/ 10 h 56"/>
                <a:gd name="T8" fmla="*/ 40 w 52"/>
                <a:gd name="T9" fmla="*/ 0 h 56"/>
              </a:gdLst>
              <a:ahLst/>
              <a:cxnLst>
                <a:cxn ang="0">
                  <a:pos x="T0" y="T1"/>
                </a:cxn>
                <a:cxn ang="0">
                  <a:pos x="T2" y="T3"/>
                </a:cxn>
                <a:cxn ang="0">
                  <a:pos x="T4" y="T5"/>
                </a:cxn>
                <a:cxn ang="0">
                  <a:pos x="T6" y="T7"/>
                </a:cxn>
                <a:cxn ang="0">
                  <a:pos x="T8" y="T9"/>
                </a:cxn>
              </a:cxnLst>
              <a:rect l="0" t="0" r="r" b="b"/>
              <a:pathLst>
                <a:path w="52" h="56">
                  <a:moveTo>
                    <a:pt x="40" y="0"/>
                  </a:moveTo>
                  <a:lnTo>
                    <a:pt x="52" y="45"/>
                  </a:lnTo>
                  <a:lnTo>
                    <a:pt x="13" y="56"/>
                  </a:lnTo>
                  <a:lnTo>
                    <a:pt x="0" y="10"/>
                  </a:lnTo>
                  <a:lnTo>
                    <a:pt x="40"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50" name="Freeform 59">
              <a:extLst>
                <a:ext uri="{FF2B5EF4-FFF2-40B4-BE49-F238E27FC236}">
                  <a16:creationId xmlns:a16="http://schemas.microsoft.com/office/drawing/2014/main" id="{0B2D9E4E-7B78-4815-A0D5-4847F07D8B51}"/>
                </a:ext>
              </a:extLst>
            </p:cNvPr>
            <p:cNvSpPr>
              <a:spLocks/>
            </p:cNvSpPr>
            <p:nvPr/>
          </p:nvSpPr>
          <p:spPr bwMode="auto">
            <a:xfrm>
              <a:off x="5368113" y="2919707"/>
              <a:ext cx="55002" cy="54864"/>
            </a:xfrm>
            <a:custGeom>
              <a:avLst/>
              <a:gdLst>
                <a:gd name="T0" fmla="*/ 40 w 52"/>
                <a:gd name="T1" fmla="*/ 0 h 56"/>
                <a:gd name="T2" fmla="*/ 52 w 52"/>
                <a:gd name="T3" fmla="*/ 46 h 56"/>
                <a:gd name="T4" fmla="*/ 13 w 52"/>
                <a:gd name="T5" fmla="*/ 56 h 56"/>
                <a:gd name="T6" fmla="*/ 0 w 52"/>
                <a:gd name="T7" fmla="*/ 12 h 56"/>
                <a:gd name="T8" fmla="*/ 40 w 52"/>
                <a:gd name="T9" fmla="*/ 0 h 56"/>
              </a:gdLst>
              <a:ahLst/>
              <a:cxnLst>
                <a:cxn ang="0">
                  <a:pos x="T0" y="T1"/>
                </a:cxn>
                <a:cxn ang="0">
                  <a:pos x="T2" y="T3"/>
                </a:cxn>
                <a:cxn ang="0">
                  <a:pos x="T4" y="T5"/>
                </a:cxn>
                <a:cxn ang="0">
                  <a:pos x="T6" y="T7"/>
                </a:cxn>
                <a:cxn ang="0">
                  <a:pos x="T8" y="T9"/>
                </a:cxn>
              </a:cxnLst>
              <a:rect l="0" t="0" r="r" b="b"/>
              <a:pathLst>
                <a:path w="52" h="56">
                  <a:moveTo>
                    <a:pt x="40" y="0"/>
                  </a:moveTo>
                  <a:lnTo>
                    <a:pt x="52" y="46"/>
                  </a:lnTo>
                  <a:lnTo>
                    <a:pt x="13" y="56"/>
                  </a:lnTo>
                  <a:lnTo>
                    <a:pt x="0" y="12"/>
                  </a:lnTo>
                  <a:lnTo>
                    <a:pt x="40"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51" name="Freeform 60">
              <a:extLst>
                <a:ext uri="{FF2B5EF4-FFF2-40B4-BE49-F238E27FC236}">
                  <a16:creationId xmlns:a16="http://schemas.microsoft.com/office/drawing/2014/main" id="{08133E01-A6BC-40FD-A073-BDF01128D1BB}"/>
                </a:ext>
              </a:extLst>
            </p:cNvPr>
            <p:cNvSpPr>
              <a:spLocks/>
            </p:cNvSpPr>
            <p:nvPr/>
          </p:nvSpPr>
          <p:spPr bwMode="auto">
            <a:xfrm>
              <a:off x="5326861" y="3008858"/>
              <a:ext cx="55002" cy="54864"/>
            </a:xfrm>
            <a:custGeom>
              <a:avLst/>
              <a:gdLst>
                <a:gd name="T0" fmla="*/ 40 w 53"/>
                <a:gd name="T1" fmla="*/ 0 h 56"/>
                <a:gd name="T2" fmla="*/ 53 w 53"/>
                <a:gd name="T3" fmla="*/ 46 h 56"/>
                <a:gd name="T4" fmla="*/ 13 w 53"/>
                <a:gd name="T5" fmla="*/ 56 h 56"/>
                <a:gd name="T6" fmla="*/ 0 w 53"/>
                <a:gd name="T7" fmla="*/ 11 h 56"/>
                <a:gd name="T8" fmla="*/ 40 w 53"/>
                <a:gd name="T9" fmla="*/ 0 h 56"/>
              </a:gdLst>
              <a:ahLst/>
              <a:cxnLst>
                <a:cxn ang="0">
                  <a:pos x="T0" y="T1"/>
                </a:cxn>
                <a:cxn ang="0">
                  <a:pos x="T2" y="T3"/>
                </a:cxn>
                <a:cxn ang="0">
                  <a:pos x="T4" y="T5"/>
                </a:cxn>
                <a:cxn ang="0">
                  <a:pos x="T6" y="T7"/>
                </a:cxn>
                <a:cxn ang="0">
                  <a:pos x="T8" y="T9"/>
                </a:cxn>
              </a:cxnLst>
              <a:rect l="0" t="0" r="r" b="b"/>
              <a:pathLst>
                <a:path w="53" h="56">
                  <a:moveTo>
                    <a:pt x="40" y="0"/>
                  </a:moveTo>
                  <a:lnTo>
                    <a:pt x="53" y="46"/>
                  </a:lnTo>
                  <a:lnTo>
                    <a:pt x="13" y="56"/>
                  </a:lnTo>
                  <a:lnTo>
                    <a:pt x="0" y="11"/>
                  </a:lnTo>
                  <a:lnTo>
                    <a:pt x="40"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52" name="Freeform 61">
              <a:extLst>
                <a:ext uri="{FF2B5EF4-FFF2-40B4-BE49-F238E27FC236}">
                  <a16:creationId xmlns:a16="http://schemas.microsoft.com/office/drawing/2014/main" id="{AF8100E5-411B-4994-9BB0-AD62560373D1}"/>
                </a:ext>
              </a:extLst>
            </p:cNvPr>
            <p:cNvSpPr>
              <a:spLocks/>
            </p:cNvSpPr>
            <p:nvPr/>
          </p:nvSpPr>
          <p:spPr bwMode="auto">
            <a:xfrm>
              <a:off x="5306238" y="2933422"/>
              <a:ext cx="55002" cy="54864"/>
            </a:xfrm>
            <a:custGeom>
              <a:avLst/>
              <a:gdLst>
                <a:gd name="T0" fmla="*/ 39 w 52"/>
                <a:gd name="T1" fmla="*/ 0 h 56"/>
                <a:gd name="T2" fmla="*/ 52 w 52"/>
                <a:gd name="T3" fmla="*/ 46 h 56"/>
                <a:gd name="T4" fmla="*/ 11 w 52"/>
                <a:gd name="T5" fmla="*/ 56 h 56"/>
                <a:gd name="T6" fmla="*/ 0 w 52"/>
                <a:gd name="T7" fmla="*/ 12 h 56"/>
                <a:gd name="T8" fmla="*/ 39 w 52"/>
                <a:gd name="T9" fmla="*/ 0 h 56"/>
              </a:gdLst>
              <a:ahLst/>
              <a:cxnLst>
                <a:cxn ang="0">
                  <a:pos x="T0" y="T1"/>
                </a:cxn>
                <a:cxn ang="0">
                  <a:pos x="T2" y="T3"/>
                </a:cxn>
                <a:cxn ang="0">
                  <a:pos x="T4" y="T5"/>
                </a:cxn>
                <a:cxn ang="0">
                  <a:pos x="T6" y="T7"/>
                </a:cxn>
                <a:cxn ang="0">
                  <a:pos x="T8" y="T9"/>
                </a:cxn>
              </a:cxnLst>
              <a:rect l="0" t="0" r="r" b="b"/>
              <a:pathLst>
                <a:path w="52" h="56">
                  <a:moveTo>
                    <a:pt x="39" y="0"/>
                  </a:moveTo>
                  <a:lnTo>
                    <a:pt x="52" y="46"/>
                  </a:lnTo>
                  <a:lnTo>
                    <a:pt x="11" y="56"/>
                  </a:lnTo>
                  <a:lnTo>
                    <a:pt x="0" y="12"/>
                  </a:lnTo>
                  <a:lnTo>
                    <a:pt x="39"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53" name="Freeform 62">
              <a:extLst>
                <a:ext uri="{FF2B5EF4-FFF2-40B4-BE49-F238E27FC236}">
                  <a16:creationId xmlns:a16="http://schemas.microsoft.com/office/drawing/2014/main" id="{CC647D60-694D-4EBE-8781-58350CDC5742}"/>
                </a:ext>
              </a:extLst>
            </p:cNvPr>
            <p:cNvSpPr>
              <a:spLocks/>
            </p:cNvSpPr>
            <p:nvPr/>
          </p:nvSpPr>
          <p:spPr bwMode="auto">
            <a:xfrm>
              <a:off x="5416241" y="3070582"/>
              <a:ext cx="48128" cy="54864"/>
            </a:xfrm>
            <a:custGeom>
              <a:avLst/>
              <a:gdLst>
                <a:gd name="T0" fmla="*/ 39 w 51"/>
                <a:gd name="T1" fmla="*/ 0 h 56"/>
                <a:gd name="T2" fmla="*/ 51 w 51"/>
                <a:gd name="T3" fmla="*/ 45 h 56"/>
                <a:gd name="T4" fmla="*/ 11 w 51"/>
                <a:gd name="T5" fmla="*/ 56 h 56"/>
                <a:gd name="T6" fmla="*/ 0 w 51"/>
                <a:gd name="T7" fmla="*/ 11 h 56"/>
                <a:gd name="T8" fmla="*/ 39 w 51"/>
                <a:gd name="T9" fmla="*/ 0 h 56"/>
              </a:gdLst>
              <a:ahLst/>
              <a:cxnLst>
                <a:cxn ang="0">
                  <a:pos x="T0" y="T1"/>
                </a:cxn>
                <a:cxn ang="0">
                  <a:pos x="T2" y="T3"/>
                </a:cxn>
                <a:cxn ang="0">
                  <a:pos x="T4" y="T5"/>
                </a:cxn>
                <a:cxn ang="0">
                  <a:pos x="T6" y="T7"/>
                </a:cxn>
                <a:cxn ang="0">
                  <a:pos x="T8" y="T9"/>
                </a:cxn>
              </a:cxnLst>
              <a:rect l="0" t="0" r="r" b="b"/>
              <a:pathLst>
                <a:path w="51" h="56">
                  <a:moveTo>
                    <a:pt x="39" y="0"/>
                  </a:moveTo>
                  <a:lnTo>
                    <a:pt x="51" y="45"/>
                  </a:lnTo>
                  <a:lnTo>
                    <a:pt x="11" y="56"/>
                  </a:lnTo>
                  <a:lnTo>
                    <a:pt x="0" y="11"/>
                  </a:lnTo>
                  <a:lnTo>
                    <a:pt x="39"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54" name="Freeform 63">
              <a:extLst>
                <a:ext uri="{FF2B5EF4-FFF2-40B4-BE49-F238E27FC236}">
                  <a16:creationId xmlns:a16="http://schemas.microsoft.com/office/drawing/2014/main" id="{C1F3330F-8579-4808-9745-7597D8C96BD8}"/>
                </a:ext>
              </a:extLst>
            </p:cNvPr>
            <p:cNvSpPr>
              <a:spLocks/>
            </p:cNvSpPr>
            <p:nvPr/>
          </p:nvSpPr>
          <p:spPr bwMode="auto">
            <a:xfrm>
              <a:off x="5354362" y="3084298"/>
              <a:ext cx="48128" cy="54864"/>
            </a:xfrm>
            <a:custGeom>
              <a:avLst/>
              <a:gdLst>
                <a:gd name="T0" fmla="*/ 40 w 52"/>
                <a:gd name="T1" fmla="*/ 0 h 56"/>
                <a:gd name="T2" fmla="*/ 52 w 52"/>
                <a:gd name="T3" fmla="*/ 45 h 56"/>
                <a:gd name="T4" fmla="*/ 13 w 52"/>
                <a:gd name="T5" fmla="*/ 56 h 56"/>
                <a:gd name="T6" fmla="*/ 0 w 52"/>
                <a:gd name="T7" fmla="*/ 11 h 56"/>
                <a:gd name="T8" fmla="*/ 40 w 52"/>
                <a:gd name="T9" fmla="*/ 0 h 56"/>
              </a:gdLst>
              <a:ahLst/>
              <a:cxnLst>
                <a:cxn ang="0">
                  <a:pos x="T0" y="T1"/>
                </a:cxn>
                <a:cxn ang="0">
                  <a:pos x="T2" y="T3"/>
                </a:cxn>
                <a:cxn ang="0">
                  <a:pos x="T4" y="T5"/>
                </a:cxn>
                <a:cxn ang="0">
                  <a:pos x="T6" y="T7"/>
                </a:cxn>
                <a:cxn ang="0">
                  <a:pos x="T8" y="T9"/>
                </a:cxn>
              </a:cxnLst>
              <a:rect l="0" t="0" r="r" b="b"/>
              <a:pathLst>
                <a:path w="52" h="56">
                  <a:moveTo>
                    <a:pt x="40" y="0"/>
                  </a:moveTo>
                  <a:lnTo>
                    <a:pt x="52" y="45"/>
                  </a:lnTo>
                  <a:lnTo>
                    <a:pt x="13" y="56"/>
                  </a:lnTo>
                  <a:lnTo>
                    <a:pt x="0" y="11"/>
                  </a:lnTo>
                  <a:lnTo>
                    <a:pt x="40"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55" name="Freeform 64">
              <a:extLst>
                <a:ext uri="{FF2B5EF4-FFF2-40B4-BE49-F238E27FC236}">
                  <a16:creationId xmlns:a16="http://schemas.microsoft.com/office/drawing/2014/main" id="{2E83CD83-EA7F-4CE5-9920-DD26F58217C7}"/>
                </a:ext>
              </a:extLst>
            </p:cNvPr>
            <p:cNvSpPr>
              <a:spLocks/>
            </p:cNvSpPr>
            <p:nvPr/>
          </p:nvSpPr>
          <p:spPr bwMode="auto">
            <a:xfrm>
              <a:off x="5546868" y="3098015"/>
              <a:ext cx="226883" cy="178308"/>
            </a:xfrm>
            <a:custGeom>
              <a:avLst/>
              <a:gdLst>
                <a:gd name="T0" fmla="*/ 191 w 227"/>
                <a:gd name="T1" fmla="*/ 0 h 184"/>
                <a:gd name="T2" fmla="*/ 227 w 227"/>
                <a:gd name="T3" fmla="*/ 130 h 184"/>
                <a:gd name="T4" fmla="*/ 36 w 227"/>
                <a:gd name="T5" fmla="*/ 184 h 184"/>
                <a:gd name="T6" fmla="*/ 0 w 227"/>
                <a:gd name="T7" fmla="*/ 54 h 184"/>
                <a:gd name="T8" fmla="*/ 191 w 227"/>
                <a:gd name="T9" fmla="*/ 0 h 184"/>
              </a:gdLst>
              <a:ahLst/>
              <a:cxnLst>
                <a:cxn ang="0">
                  <a:pos x="T0" y="T1"/>
                </a:cxn>
                <a:cxn ang="0">
                  <a:pos x="T2" y="T3"/>
                </a:cxn>
                <a:cxn ang="0">
                  <a:pos x="T4" y="T5"/>
                </a:cxn>
                <a:cxn ang="0">
                  <a:pos x="T6" y="T7"/>
                </a:cxn>
                <a:cxn ang="0">
                  <a:pos x="T8" y="T9"/>
                </a:cxn>
              </a:cxnLst>
              <a:rect l="0" t="0" r="r" b="b"/>
              <a:pathLst>
                <a:path w="227" h="184">
                  <a:moveTo>
                    <a:pt x="191" y="0"/>
                  </a:moveTo>
                  <a:lnTo>
                    <a:pt x="227" y="130"/>
                  </a:lnTo>
                  <a:lnTo>
                    <a:pt x="36" y="184"/>
                  </a:lnTo>
                  <a:lnTo>
                    <a:pt x="0" y="54"/>
                  </a:lnTo>
                  <a:lnTo>
                    <a:pt x="191"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56" name="Freeform 65">
              <a:extLst>
                <a:ext uri="{FF2B5EF4-FFF2-40B4-BE49-F238E27FC236}">
                  <a16:creationId xmlns:a16="http://schemas.microsoft.com/office/drawing/2014/main" id="{B21C087F-2178-4193-B06F-8BA1D4A08D69}"/>
                </a:ext>
              </a:extLst>
            </p:cNvPr>
            <p:cNvSpPr>
              <a:spLocks/>
            </p:cNvSpPr>
            <p:nvPr/>
          </p:nvSpPr>
          <p:spPr bwMode="auto">
            <a:xfrm>
              <a:off x="5546868" y="3063722"/>
              <a:ext cx="192505" cy="89157"/>
            </a:xfrm>
            <a:custGeom>
              <a:avLst/>
              <a:gdLst>
                <a:gd name="T0" fmla="*/ 120 w 191"/>
                <a:gd name="T1" fmla="*/ 0 h 89"/>
                <a:gd name="T2" fmla="*/ 191 w 191"/>
                <a:gd name="T3" fmla="*/ 35 h 89"/>
                <a:gd name="T4" fmla="*/ 0 w 191"/>
                <a:gd name="T5" fmla="*/ 89 h 89"/>
                <a:gd name="T6" fmla="*/ 14 w 191"/>
                <a:gd name="T7" fmla="*/ 32 h 89"/>
                <a:gd name="T8" fmla="*/ 120 w 191"/>
                <a:gd name="T9" fmla="*/ 0 h 89"/>
              </a:gdLst>
              <a:ahLst/>
              <a:cxnLst>
                <a:cxn ang="0">
                  <a:pos x="T0" y="T1"/>
                </a:cxn>
                <a:cxn ang="0">
                  <a:pos x="T2" y="T3"/>
                </a:cxn>
                <a:cxn ang="0">
                  <a:pos x="T4" y="T5"/>
                </a:cxn>
                <a:cxn ang="0">
                  <a:pos x="T6" y="T7"/>
                </a:cxn>
                <a:cxn ang="0">
                  <a:pos x="T8" y="T9"/>
                </a:cxn>
              </a:cxnLst>
              <a:rect l="0" t="0" r="r" b="b"/>
              <a:pathLst>
                <a:path w="191" h="89">
                  <a:moveTo>
                    <a:pt x="120" y="0"/>
                  </a:moveTo>
                  <a:lnTo>
                    <a:pt x="191" y="35"/>
                  </a:lnTo>
                  <a:lnTo>
                    <a:pt x="0" y="89"/>
                  </a:lnTo>
                  <a:lnTo>
                    <a:pt x="14" y="32"/>
                  </a:lnTo>
                  <a:lnTo>
                    <a:pt x="120" y="0"/>
                  </a:lnTo>
                  <a:close/>
                </a:path>
              </a:pathLst>
            </a:custGeom>
            <a:solidFill>
              <a:srgbClr val="D76C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57" name="Freeform 66">
              <a:extLst>
                <a:ext uri="{FF2B5EF4-FFF2-40B4-BE49-F238E27FC236}">
                  <a16:creationId xmlns:a16="http://schemas.microsoft.com/office/drawing/2014/main" id="{BE702330-7FD0-484D-99D7-997370E4FABB}"/>
                </a:ext>
              </a:extLst>
            </p:cNvPr>
            <p:cNvSpPr>
              <a:spLocks/>
            </p:cNvSpPr>
            <p:nvPr/>
          </p:nvSpPr>
          <p:spPr bwMode="auto">
            <a:xfrm>
              <a:off x="5038104" y="3194026"/>
              <a:ext cx="61879" cy="61724"/>
            </a:xfrm>
            <a:custGeom>
              <a:avLst/>
              <a:gdLst>
                <a:gd name="T0" fmla="*/ 36 w 63"/>
                <a:gd name="T1" fmla="*/ 0 h 64"/>
                <a:gd name="T2" fmla="*/ 63 w 63"/>
                <a:gd name="T3" fmla="*/ 42 h 64"/>
                <a:gd name="T4" fmla="*/ 27 w 63"/>
                <a:gd name="T5" fmla="*/ 64 h 64"/>
                <a:gd name="T6" fmla="*/ 0 w 63"/>
                <a:gd name="T7" fmla="*/ 23 h 64"/>
                <a:gd name="T8" fmla="*/ 36 w 63"/>
                <a:gd name="T9" fmla="*/ 0 h 64"/>
              </a:gdLst>
              <a:ahLst/>
              <a:cxnLst>
                <a:cxn ang="0">
                  <a:pos x="T0" y="T1"/>
                </a:cxn>
                <a:cxn ang="0">
                  <a:pos x="T2" y="T3"/>
                </a:cxn>
                <a:cxn ang="0">
                  <a:pos x="T4" y="T5"/>
                </a:cxn>
                <a:cxn ang="0">
                  <a:pos x="T6" y="T7"/>
                </a:cxn>
                <a:cxn ang="0">
                  <a:pos x="T8" y="T9"/>
                </a:cxn>
              </a:cxnLst>
              <a:rect l="0" t="0" r="r" b="b"/>
              <a:pathLst>
                <a:path w="63" h="64">
                  <a:moveTo>
                    <a:pt x="36" y="0"/>
                  </a:moveTo>
                  <a:lnTo>
                    <a:pt x="63" y="42"/>
                  </a:lnTo>
                  <a:lnTo>
                    <a:pt x="27" y="64"/>
                  </a:lnTo>
                  <a:lnTo>
                    <a:pt x="0" y="23"/>
                  </a:lnTo>
                  <a:lnTo>
                    <a:pt x="36"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58" name="Freeform 67">
              <a:extLst>
                <a:ext uri="{FF2B5EF4-FFF2-40B4-BE49-F238E27FC236}">
                  <a16:creationId xmlns:a16="http://schemas.microsoft.com/office/drawing/2014/main" id="{5AC8261D-8A16-4274-95DF-0739E129AF29}"/>
                </a:ext>
              </a:extLst>
            </p:cNvPr>
            <p:cNvSpPr>
              <a:spLocks/>
            </p:cNvSpPr>
            <p:nvPr/>
          </p:nvSpPr>
          <p:spPr bwMode="auto">
            <a:xfrm>
              <a:off x="4996852" y="3125446"/>
              <a:ext cx="61879" cy="61724"/>
            </a:xfrm>
            <a:custGeom>
              <a:avLst/>
              <a:gdLst>
                <a:gd name="T0" fmla="*/ 36 w 61"/>
                <a:gd name="T1" fmla="*/ 0 h 63"/>
                <a:gd name="T2" fmla="*/ 61 w 61"/>
                <a:gd name="T3" fmla="*/ 41 h 63"/>
                <a:gd name="T4" fmla="*/ 25 w 61"/>
                <a:gd name="T5" fmla="*/ 63 h 63"/>
                <a:gd name="T6" fmla="*/ 0 w 61"/>
                <a:gd name="T7" fmla="*/ 22 h 63"/>
                <a:gd name="T8" fmla="*/ 36 w 61"/>
                <a:gd name="T9" fmla="*/ 0 h 63"/>
              </a:gdLst>
              <a:ahLst/>
              <a:cxnLst>
                <a:cxn ang="0">
                  <a:pos x="T0" y="T1"/>
                </a:cxn>
                <a:cxn ang="0">
                  <a:pos x="T2" y="T3"/>
                </a:cxn>
                <a:cxn ang="0">
                  <a:pos x="T4" y="T5"/>
                </a:cxn>
                <a:cxn ang="0">
                  <a:pos x="T6" y="T7"/>
                </a:cxn>
                <a:cxn ang="0">
                  <a:pos x="T8" y="T9"/>
                </a:cxn>
              </a:cxnLst>
              <a:rect l="0" t="0" r="r" b="b"/>
              <a:pathLst>
                <a:path w="61" h="63">
                  <a:moveTo>
                    <a:pt x="36" y="0"/>
                  </a:moveTo>
                  <a:lnTo>
                    <a:pt x="61" y="41"/>
                  </a:lnTo>
                  <a:lnTo>
                    <a:pt x="25" y="63"/>
                  </a:lnTo>
                  <a:lnTo>
                    <a:pt x="0" y="22"/>
                  </a:lnTo>
                  <a:lnTo>
                    <a:pt x="36"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59" name="Freeform 68">
              <a:extLst>
                <a:ext uri="{FF2B5EF4-FFF2-40B4-BE49-F238E27FC236}">
                  <a16:creationId xmlns:a16="http://schemas.microsoft.com/office/drawing/2014/main" id="{AA74E199-EE1D-46A9-9C61-93A709F85919}"/>
                </a:ext>
              </a:extLst>
            </p:cNvPr>
            <p:cNvSpPr>
              <a:spLocks/>
            </p:cNvSpPr>
            <p:nvPr/>
          </p:nvSpPr>
          <p:spPr bwMode="auto">
            <a:xfrm>
              <a:off x="4983102" y="3228314"/>
              <a:ext cx="61879" cy="61724"/>
            </a:xfrm>
            <a:custGeom>
              <a:avLst/>
              <a:gdLst>
                <a:gd name="T0" fmla="*/ 36 w 62"/>
                <a:gd name="T1" fmla="*/ 0 h 65"/>
                <a:gd name="T2" fmla="*/ 62 w 62"/>
                <a:gd name="T3" fmla="*/ 41 h 65"/>
                <a:gd name="T4" fmla="*/ 26 w 62"/>
                <a:gd name="T5" fmla="*/ 65 h 65"/>
                <a:gd name="T6" fmla="*/ 0 w 62"/>
                <a:gd name="T7" fmla="*/ 23 h 65"/>
                <a:gd name="T8" fmla="*/ 36 w 62"/>
                <a:gd name="T9" fmla="*/ 0 h 65"/>
              </a:gdLst>
              <a:ahLst/>
              <a:cxnLst>
                <a:cxn ang="0">
                  <a:pos x="T0" y="T1"/>
                </a:cxn>
                <a:cxn ang="0">
                  <a:pos x="T2" y="T3"/>
                </a:cxn>
                <a:cxn ang="0">
                  <a:pos x="T4" y="T5"/>
                </a:cxn>
                <a:cxn ang="0">
                  <a:pos x="T6" y="T7"/>
                </a:cxn>
                <a:cxn ang="0">
                  <a:pos x="T8" y="T9"/>
                </a:cxn>
              </a:cxnLst>
              <a:rect l="0" t="0" r="r" b="b"/>
              <a:pathLst>
                <a:path w="62" h="65">
                  <a:moveTo>
                    <a:pt x="36" y="0"/>
                  </a:moveTo>
                  <a:lnTo>
                    <a:pt x="62" y="41"/>
                  </a:lnTo>
                  <a:lnTo>
                    <a:pt x="26" y="65"/>
                  </a:lnTo>
                  <a:lnTo>
                    <a:pt x="0" y="23"/>
                  </a:lnTo>
                  <a:lnTo>
                    <a:pt x="36"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60" name="Freeform 69">
              <a:extLst>
                <a:ext uri="{FF2B5EF4-FFF2-40B4-BE49-F238E27FC236}">
                  <a16:creationId xmlns:a16="http://schemas.microsoft.com/office/drawing/2014/main" id="{711BF136-CDAF-4C0A-B298-0C9F2457600A}"/>
                </a:ext>
              </a:extLst>
            </p:cNvPr>
            <p:cNvSpPr>
              <a:spLocks/>
            </p:cNvSpPr>
            <p:nvPr/>
          </p:nvSpPr>
          <p:spPr bwMode="auto">
            <a:xfrm>
              <a:off x="4941851" y="3152878"/>
              <a:ext cx="61879" cy="68580"/>
            </a:xfrm>
            <a:custGeom>
              <a:avLst/>
              <a:gdLst>
                <a:gd name="T0" fmla="*/ 36 w 62"/>
                <a:gd name="T1" fmla="*/ 0 h 65"/>
                <a:gd name="T2" fmla="*/ 62 w 62"/>
                <a:gd name="T3" fmla="*/ 42 h 65"/>
                <a:gd name="T4" fmla="*/ 26 w 62"/>
                <a:gd name="T5" fmla="*/ 65 h 65"/>
                <a:gd name="T6" fmla="*/ 0 w 62"/>
                <a:gd name="T7" fmla="*/ 24 h 65"/>
                <a:gd name="T8" fmla="*/ 36 w 62"/>
                <a:gd name="T9" fmla="*/ 0 h 65"/>
              </a:gdLst>
              <a:ahLst/>
              <a:cxnLst>
                <a:cxn ang="0">
                  <a:pos x="T0" y="T1"/>
                </a:cxn>
                <a:cxn ang="0">
                  <a:pos x="T2" y="T3"/>
                </a:cxn>
                <a:cxn ang="0">
                  <a:pos x="T4" y="T5"/>
                </a:cxn>
                <a:cxn ang="0">
                  <a:pos x="T6" y="T7"/>
                </a:cxn>
                <a:cxn ang="0">
                  <a:pos x="T8" y="T9"/>
                </a:cxn>
              </a:cxnLst>
              <a:rect l="0" t="0" r="r" b="b"/>
              <a:pathLst>
                <a:path w="62" h="65">
                  <a:moveTo>
                    <a:pt x="36" y="0"/>
                  </a:moveTo>
                  <a:lnTo>
                    <a:pt x="62" y="42"/>
                  </a:lnTo>
                  <a:lnTo>
                    <a:pt x="26" y="65"/>
                  </a:lnTo>
                  <a:lnTo>
                    <a:pt x="0" y="24"/>
                  </a:lnTo>
                  <a:lnTo>
                    <a:pt x="36"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61" name="Freeform 70">
              <a:extLst>
                <a:ext uri="{FF2B5EF4-FFF2-40B4-BE49-F238E27FC236}">
                  <a16:creationId xmlns:a16="http://schemas.microsoft.com/office/drawing/2014/main" id="{02E72367-CA32-41CA-9CDD-C33D89E0FE69}"/>
                </a:ext>
              </a:extLst>
            </p:cNvPr>
            <p:cNvSpPr>
              <a:spLocks/>
            </p:cNvSpPr>
            <p:nvPr/>
          </p:nvSpPr>
          <p:spPr bwMode="auto">
            <a:xfrm>
              <a:off x="5663748" y="3146018"/>
              <a:ext cx="55002" cy="61724"/>
            </a:xfrm>
            <a:custGeom>
              <a:avLst/>
              <a:gdLst>
                <a:gd name="T0" fmla="*/ 41 w 55"/>
                <a:gd name="T1" fmla="*/ 0 h 59"/>
                <a:gd name="T2" fmla="*/ 55 w 55"/>
                <a:gd name="T3" fmla="*/ 46 h 59"/>
                <a:gd name="T4" fmla="*/ 14 w 55"/>
                <a:gd name="T5" fmla="*/ 59 h 59"/>
                <a:gd name="T6" fmla="*/ 0 w 55"/>
                <a:gd name="T7" fmla="*/ 13 h 59"/>
                <a:gd name="T8" fmla="*/ 41 w 55"/>
                <a:gd name="T9" fmla="*/ 0 h 59"/>
              </a:gdLst>
              <a:ahLst/>
              <a:cxnLst>
                <a:cxn ang="0">
                  <a:pos x="T0" y="T1"/>
                </a:cxn>
                <a:cxn ang="0">
                  <a:pos x="T2" y="T3"/>
                </a:cxn>
                <a:cxn ang="0">
                  <a:pos x="T4" y="T5"/>
                </a:cxn>
                <a:cxn ang="0">
                  <a:pos x="T6" y="T7"/>
                </a:cxn>
                <a:cxn ang="0">
                  <a:pos x="T8" y="T9"/>
                </a:cxn>
              </a:cxnLst>
              <a:rect l="0" t="0" r="r" b="b"/>
              <a:pathLst>
                <a:path w="55" h="59">
                  <a:moveTo>
                    <a:pt x="41" y="0"/>
                  </a:moveTo>
                  <a:lnTo>
                    <a:pt x="55" y="46"/>
                  </a:lnTo>
                  <a:lnTo>
                    <a:pt x="14" y="59"/>
                  </a:lnTo>
                  <a:lnTo>
                    <a:pt x="0" y="13"/>
                  </a:lnTo>
                  <a:lnTo>
                    <a:pt x="41"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62" name="Freeform 71">
              <a:extLst>
                <a:ext uri="{FF2B5EF4-FFF2-40B4-BE49-F238E27FC236}">
                  <a16:creationId xmlns:a16="http://schemas.microsoft.com/office/drawing/2014/main" id="{D24250BC-B480-4169-8F7B-442FED14A620}"/>
                </a:ext>
              </a:extLst>
            </p:cNvPr>
            <p:cNvSpPr>
              <a:spLocks/>
            </p:cNvSpPr>
            <p:nvPr/>
          </p:nvSpPr>
          <p:spPr bwMode="auto">
            <a:xfrm>
              <a:off x="5601869" y="3166594"/>
              <a:ext cx="55002" cy="54864"/>
            </a:xfrm>
            <a:custGeom>
              <a:avLst/>
              <a:gdLst>
                <a:gd name="T0" fmla="*/ 40 w 54"/>
                <a:gd name="T1" fmla="*/ 0 h 59"/>
                <a:gd name="T2" fmla="*/ 54 w 54"/>
                <a:gd name="T3" fmla="*/ 46 h 59"/>
                <a:gd name="T4" fmla="*/ 13 w 54"/>
                <a:gd name="T5" fmla="*/ 59 h 59"/>
                <a:gd name="T6" fmla="*/ 0 w 54"/>
                <a:gd name="T7" fmla="*/ 13 h 59"/>
                <a:gd name="T8" fmla="*/ 40 w 54"/>
                <a:gd name="T9" fmla="*/ 0 h 59"/>
              </a:gdLst>
              <a:ahLst/>
              <a:cxnLst>
                <a:cxn ang="0">
                  <a:pos x="T0" y="T1"/>
                </a:cxn>
                <a:cxn ang="0">
                  <a:pos x="T2" y="T3"/>
                </a:cxn>
                <a:cxn ang="0">
                  <a:pos x="T4" y="T5"/>
                </a:cxn>
                <a:cxn ang="0">
                  <a:pos x="T6" y="T7"/>
                </a:cxn>
                <a:cxn ang="0">
                  <a:pos x="T8" y="T9"/>
                </a:cxn>
              </a:cxnLst>
              <a:rect l="0" t="0" r="r" b="b"/>
              <a:pathLst>
                <a:path w="54" h="59">
                  <a:moveTo>
                    <a:pt x="40" y="0"/>
                  </a:moveTo>
                  <a:lnTo>
                    <a:pt x="54" y="46"/>
                  </a:lnTo>
                  <a:lnTo>
                    <a:pt x="13" y="59"/>
                  </a:lnTo>
                  <a:lnTo>
                    <a:pt x="0" y="13"/>
                  </a:lnTo>
                  <a:lnTo>
                    <a:pt x="40"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463" name="Group 462">
            <a:extLst>
              <a:ext uri="{FF2B5EF4-FFF2-40B4-BE49-F238E27FC236}">
                <a16:creationId xmlns:a16="http://schemas.microsoft.com/office/drawing/2014/main" id="{1E987D8A-0556-4200-957A-3FD539E99578}"/>
              </a:ext>
            </a:extLst>
          </p:cNvPr>
          <p:cNvGrpSpPr>
            <a:grpSpLocks noChangeAspect="1"/>
          </p:cNvGrpSpPr>
          <p:nvPr/>
        </p:nvGrpSpPr>
        <p:grpSpPr>
          <a:xfrm>
            <a:off x="1769673" y="5932321"/>
            <a:ext cx="613480" cy="429768"/>
            <a:chOff x="1837223" y="3971728"/>
            <a:chExt cx="587375" cy="411163"/>
          </a:xfrm>
        </p:grpSpPr>
        <p:sp useBgFill="1">
          <p:nvSpPr>
            <p:cNvPr id="464" name="Freeform 143">
              <a:extLst>
                <a:ext uri="{FF2B5EF4-FFF2-40B4-BE49-F238E27FC236}">
                  <a16:creationId xmlns:a16="http://schemas.microsoft.com/office/drawing/2014/main" id="{CAB49A9C-09AF-4654-8894-26632ED1BFBB}"/>
                </a:ext>
              </a:extLst>
            </p:cNvPr>
            <p:cNvSpPr>
              <a:spLocks/>
            </p:cNvSpPr>
            <p:nvPr/>
          </p:nvSpPr>
          <p:spPr bwMode="auto">
            <a:xfrm>
              <a:off x="1837223" y="3971728"/>
              <a:ext cx="587375" cy="411163"/>
            </a:xfrm>
            <a:custGeom>
              <a:avLst/>
              <a:gdLst>
                <a:gd name="T0" fmla="*/ 1280 w 2586"/>
                <a:gd name="T1" fmla="*/ 0 h 1814"/>
                <a:gd name="T2" fmla="*/ 1307 w 2586"/>
                <a:gd name="T3" fmla="*/ 8 h 1814"/>
                <a:gd name="T4" fmla="*/ 1333 w 2586"/>
                <a:gd name="T5" fmla="*/ 24 h 1814"/>
                <a:gd name="T6" fmla="*/ 1362 w 2586"/>
                <a:gd name="T7" fmla="*/ 47 h 1814"/>
                <a:gd name="T8" fmla="*/ 1393 w 2586"/>
                <a:gd name="T9" fmla="*/ 76 h 1814"/>
                <a:gd name="T10" fmla="*/ 1431 w 2586"/>
                <a:gd name="T11" fmla="*/ 110 h 1814"/>
                <a:gd name="T12" fmla="*/ 1477 w 2586"/>
                <a:gd name="T13" fmla="*/ 147 h 1814"/>
                <a:gd name="T14" fmla="*/ 1532 w 2586"/>
                <a:gd name="T15" fmla="*/ 186 h 1814"/>
                <a:gd name="T16" fmla="*/ 1591 w 2586"/>
                <a:gd name="T17" fmla="*/ 199 h 1814"/>
                <a:gd name="T18" fmla="*/ 1638 w 2586"/>
                <a:gd name="T19" fmla="*/ 199 h 1814"/>
                <a:gd name="T20" fmla="*/ 1676 w 2586"/>
                <a:gd name="T21" fmla="*/ 212 h 1814"/>
                <a:gd name="T22" fmla="*/ 1708 w 2586"/>
                <a:gd name="T23" fmla="*/ 235 h 1814"/>
                <a:gd name="T24" fmla="*/ 1736 w 2586"/>
                <a:gd name="T25" fmla="*/ 263 h 1814"/>
                <a:gd name="T26" fmla="*/ 1760 w 2586"/>
                <a:gd name="T27" fmla="*/ 293 h 1814"/>
                <a:gd name="T28" fmla="*/ 1783 w 2586"/>
                <a:gd name="T29" fmla="*/ 323 h 1814"/>
                <a:gd name="T30" fmla="*/ 2478 w 2586"/>
                <a:gd name="T31" fmla="*/ 749 h 1814"/>
                <a:gd name="T32" fmla="*/ 2529 w 2586"/>
                <a:gd name="T33" fmla="*/ 791 h 1814"/>
                <a:gd name="T34" fmla="*/ 2565 w 2586"/>
                <a:gd name="T35" fmla="*/ 846 h 1814"/>
                <a:gd name="T36" fmla="*/ 2584 w 2586"/>
                <a:gd name="T37" fmla="*/ 908 h 1814"/>
                <a:gd name="T38" fmla="*/ 2584 w 2586"/>
                <a:gd name="T39" fmla="*/ 975 h 1814"/>
                <a:gd name="T40" fmla="*/ 2565 w 2586"/>
                <a:gd name="T41" fmla="*/ 1037 h 1814"/>
                <a:gd name="T42" fmla="*/ 2529 w 2586"/>
                <a:gd name="T43" fmla="*/ 1091 h 1814"/>
                <a:gd name="T44" fmla="*/ 2478 w 2586"/>
                <a:gd name="T45" fmla="*/ 1133 h 1814"/>
                <a:gd name="T46" fmla="*/ 1382 w 2586"/>
                <a:gd name="T47" fmla="*/ 1796 h 1814"/>
                <a:gd name="T48" fmla="*/ 1324 w 2586"/>
                <a:gd name="T49" fmla="*/ 1811 h 1814"/>
                <a:gd name="T50" fmla="*/ 1262 w 2586"/>
                <a:gd name="T51" fmla="*/ 1811 h 1814"/>
                <a:gd name="T52" fmla="*/ 1203 w 2586"/>
                <a:gd name="T53" fmla="*/ 1796 h 1814"/>
                <a:gd name="T54" fmla="*/ 108 w 2586"/>
                <a:gd name="T55" fmla="*/ 1133 h 1814"/>
                <a:gd name="T56" fmla="*/ 57 w 2586"/>
                <a:gd name="T57" fmla="*/ 1091 h 1814"/>
                <a:gd name="T58" fmla="*/ 21 w 2586"/>
                <a:gd name="T59" fmla="*/ 1037 h 1814"/>
                <a:gd name="T60" fmla="*/ 2 w 2586"/>
                <a:gd name="T61" fmla="*/ 975 h 1814"/>
                <a:gd name="T62" fmla="*/ 0 w 2586"/>
                <a:gd name="T63" fmla="*/ 922 h 1814"/>
                <a:gd name="T64" fmla="*/ 5 w 2586"/>
                <a:gd name="T65" fmla="*/ 886 h 1814"/>
                <a:gd name="T66" fmla="*/ 15 w 2586"/>
                <a:gd name="T67" fmla="*/ 853 h 1814"/>
                <a:gd name="T68" fmla="*/ 33 w 2586"/>
                <a:gd name="T69" fmla="*/ 824 h 1814"/>
                <a:gd name="T70" fmla="*/ 58 w 2586"/>
                <a:gd name="T71" fmla="*/ 794 h 1814"/>
                <a:gd name="T72" fmla="*/ 93 w 2586"/>
                <a:gd name="T73" fmla="*/ 764 h 1814"/>
                <a:gd name="T74" fmla="*/ 138 w 2586"/>
                <a:gd name="T75" fmla="*/ 730 h 1814"/>
                <a:gd name="T76" fmla="*/ 195 w 2586"/>
                <a:gd name="T77" fmla="*/ 693 h 1814"/>
                <a:gd name="T78" fmla="*/ 266 w 2586"/>
                <a:gd name="T79" fmla="*/ 649 h 1814"/>
                <a:gd name="T80" fmla="*/ 350 w 2586"/>
                <a:gd name="T81" fmla="*/ 600 h 1814"/>
                <a:gd name="T82" fmla="*/ 450 w 2586"/>
                <a:gd name="T83" fmla="*/ 541 h 1814"/>
                <a:gd name="T84" fmla="*/ 566 w 2586"/>
                <a:gd name="T85" fmla="*/ 471 h 1814"/>
                <a:gd name="T86" fmla="*/ 653 w 2586"/>
                <a:gd name="T87" fmla="*/ 406 h 1814"/>
                <a:gd name="T88" fmla="*/ 677 w 2586"/>
                <a:gd name="T89" fmla="*/ 379 h 1814"/>
                <a:gd name="T90" fmla="*/ 715 w 2586"/>
                <a:gd name="T91" fmla="*/ 334 h 1814"/>
                <a:gd name="T92" fmla="*/ 751 w 2586"/>
                <a:gd name="T93" fmla="*/ 291 h 1814"/>
                <a:gd name="T94" fmla="*/ 787 w 2586"/>
                <a:gd name="T95" fmla="*/ 255 h 1814"/>
                <a:gd name="T96" fmla="*/ 824 w 2586"/>
                <a:gd name="T97" fmla="*/ 228 h 1814"/>
                <a:gd name="T98" fmla="*/ 866 w 2586"/>
                <a:gd name="T99" fmla="*/ 213 h 1814"/>
                <a:gd name="T100" fmla="*/ 914 w 2586"/>
                <a:gd name="T101" fmla="*/ 213 h 1814"/>
                <a:gd name="T102" fmla="*/ 969 w 2586"/>
                <a:gd name="T103" fmla="*/ 230 h 1814"/>
                <a:gd name="T104" fmla="*/ 1045 w 2586"/>
                <a:gd name="T105" fmla="*/ 156 h 1814"/>
                <a:gd name="T106" fmla="*/ 1107 w 2586"/>
                <a:gd name="T107" fmla="*/ 98 h 1814"/>
                <a:gd name="T108" fmla="*/ 1159 w 2586"/>
                <a:gd name="T109" fmla="*/ 54 h 1814"/>
                <a:gd name="T110" fmla="*/ 1201 w 2586"/>
                <a:gd name="T111" fmla="*/ 24 h 1814"/>
                <a:gd name="T112" fmla="*/ 1237 w 2586"/>
                <a:gd name="T113" fmla="*/ 6 h 1814"/>
                <a:gd name="T114" fmla="*/ 1267 w 2586"/>
                <a:gd name="T115" fmla="*/ 0 h 1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586" h="1814">
                  <a:moveTo>
                    <a:pt x="1267" y="0"/>
                  </a:moveTo>
                  <a:lnTo>
                    <a:pt x="1280" y="0"/>
                  </a:lnTo>
                  <a:lnTo>
                    <a:pt x="1294" y="3"/>
                  </a:lnTo>
                  <a:lnTo>
                    <a:pt x="1307" y="8"/>
                  </a:lnTo>
                  <a:lnTo>
                    <a:pt x="1320" y="16"/>
                  </a:lnTo>
                  <a:lnTo>
                    <a:pt x="1333" y="24"/>
                  </a:lnTo>
                  <a:lnTo>
                    <a:pt x="1347" y="35"/>
                  </a:lnTo>
                  <a:lnTo>
                    <a:pt x="1362" y="47"/>
                  </a:lnTo>
                  <a:lnTo>
                    <a:pt x="1376" y="61"/>
                  </a:lnTo>
                  <a:lnTo>
                    <a:pt x="1393" y="76"/>
                  </a:lnTo>
                  <a:lnTo>
                    <a:pt x="1411" y="93"/>
                  </a:lnTo>
                  <a:lnTo>
                    <a:pt x="1431" y="110"/>
                  </a:lnTo>
                  <a:lnTo>
                    <a:pt x="1453" y="128"/>
                  </a:lnTo>
                  <a:lnTo>
                    <a:pt x="1477" y="147"/>
                  </a:lnTo>
                  <a:lnTo>
                    <a:pt x="1503" y="166"/>
                  </a:lnTo>
                  <a:lnTo>
                    <a:pt x="1532" y="186"/>
                  </a:lnTo>
                  <a:lnTo>
                    <a:pt x="1563" y="206"/>
                  </a:lnTo>
                  <a:lnTo>
                    <a:pt x="1591" y="199"/>
                  </a:lnTo>
                  <a:lnTo>
                    <a:pt x="1615" y="197"/>
                  </a:lnTo>
                  <a:lnTo>
                    <a:pt x="1638" y="199"/>
                  </a:lnTo>
                  <a:lnTo>
                    <a:pt x="1659" y="205"/>
                  </a:lnTo>
                  <a:lnTo>
                    <a:pt x="1676" y="212"/>
                  </a:lnTo>
                  <a:lnTo>
                    <a:pt x="1693" y="223"/>
                  </a:lnTo>
                  <a:lnTo>
                    <a:pt x="1708" y="235"/>
                  </a:lnTo>
                  <a:lnTo>
                    <a:pt x="1722" y="249"/>
                  </a:lnTo>
                  <a:lnTo>
                    <a:pt x="1736" y="263"/>
                  </a:lnTo>
                  <a:lnTo>
                    <a:pt x="1747" y="279"/>
                  </a:lnTo>
                  <a:lnTo>
                    <a:pt x="1760" y="293"/>
                  </a:lnTo>
                  <a:lnTo>
                    <a:pt x="1772" y="308"/>
                  </a:lnTo>
                  <a:lnTo>
                    <a:pt x="1783" y="323"/>
                  </a:lnTo>
                  <a:lnTo>
                    <a:pt x="1795" y="336"/>
                  </a:lnTo>
                  <a:lnTo>
                    <a:pt x="2478" y="749"/>
                  </a:lnTo>
                  <a:lnTo>
                    <a:pt x="2505" y="768"/>
                  </a:lnTo>
                  <a:lnTo>
                    <a:pt x="2529" y="791"/>
                  </a:lnTo>
                  <a:lnTo>
                    <a:pt x="2549" y="817"/>
                  </a:lnTo>
                  <a:lnTo>
                    <a:pt x="2565" y="846"/>
                  </a:lnTo>
                  <a:lnTo>
                    <a:pt x="2576" y="877"/>
                  </a:lnTo>
                  <a:lnTo>
                    <a:pt x="2584" y="908"/>
                  </a:lnTo>
                  <a:lnTo>
                    <a:pt x="2586" y="941"/>
                  </a:lnTo>
                  <a:lnTo>
                    <a:pt x="2584" y="975"/>
                  </a:lnTo>
                  <a:lnTo>
                    <a:pt x="2576" y="1006"/>
                  </a:lnTo>
                  <a:lnTo>
                    <a:pt x="2565" y="1037"/>
                  </a:lnTo>
                  <a:lnTo>
                    <a:pt x="2549" y="1066"/>
                  </a:lnTo>
                  <a:lnTo>
                    <a:pt x="2529" y="1091"/>
                  </a:lnTo>
                  <a:lnTo>
                    <a:pt x="2505" y="1114"/>
                  </a:lnTo>
                  <a:lnTo>
                    <a:pt x="2478" y="1133"/>
                  </a:lnTo>
                  <a:lnTo>
                    <a:pt x="1409" y="1781"/>
                  </a:lnTo>
                  <a:lnTo>
                    <a:pt x="1382" y="1796"/>
                  </a:lnTo>
                  <a:lnTo>
                    <a:pt x="1353" y="1805"/>
                  </a:lnTo>
                  <a:lnTo>
                    <a:pt x="1324" y="1811"/>
                  </a:lnTo>
                  <a:lnTo>
                    <a:pt x="1292" y="1814"/>
                  </a:lnTo>
                  <a:lnTo>
                    <a:pt x="1262" y="1811"/>
                  </a:lnTo>
                  <a:lnTo>
                    <a:pt x="1232" y="1805"/>
                  </a:lnTo>
                  <a:lnTo>
                    <a:pt x="1203" y="1796"/>
                  </a:lnTo>
                  <a:lnTo>
                    <a:pt x="1176" y="1781"/>
                  </a:lnTo>
                  <a:lnTo>
                    <a:pt x="108" y="1133"/>
                  </a:lnTo>
                  <a:lnTo>
                    <a:pt x="81" y="1114"/>
                  </a:lnTo>
                  <a:lnTo>
                    <a:pt x="57" y="1091"/>
                  </a:lnTo>
                  <a:lnTo>
                    <a:pt x="37" y="1066"/>
                  </a:lnTo>
                  <a:lnTo>
                    <a:pt x="21" y="1037"/>
                  </a:lnTo>
                  <a:lnTo>
                    <a:pt x="10" y="1006"/>
                  </a:lnTo>
                  <a:lnTo>
                    <a:pt x="2" y="975"/>
                  </a:lnTo>
                  <a:lnTo>
                    <a:pt x="0" y="941"/>
                  </a:lnTo>
                  <a:lnTo>
                    <a:pt x="0" y="922"/>
                  </a:lnTo>
                  <a:lnTo>
                    <a:pt x="2" y="903"/>
                  </a:lnTo>
                  <a:lnTo>
                    <a:pt x="5" y="886"/>
                  </a:lnTo>
                  <a:lnTo>
                    <a:pt x="10" y="869"/>
                  </a:lnTo>
                  <a:lnTo>
                    <a:pt x="15" y="853"/>
                  </a:lnTo>
                  <a:lnTo>
                    <a:pt x="23" y="839"/>
                  </a:lnTo>
                  <a:lnTo>
                    <a:pt x="33" y="824"/>
                  </a:lnTo>
                  <a:lnTo>
                    <a:pt x="44" y="809"/>
                  </a:lnTo>
                  <a:lnTo>
                    <a:pt x="58" y="794"/>
                  </a:lnTo>
                  <a:lnTo>
                    <a:pt x="74" y="778"/>
                  </a:lnTo>
                  <a:lnTo>
                    <a:pt x="93" y="764"/>
                  </a:lnTo>
                  <a:lnTo>
                    <a:pt x="114" y="747"/>
                  </a:lnTo>
                  <a:lnTo>
                    <a:pt x="138" y="730"/>
                  </a:lnTo>
                  <a:lnTo>
                    <a:pt x="166" y="712"/>
                  </a:lnTo>
                  <a:lnTo>
                    <a:pt x="195" y="693"/>
                  </a:lnTo>
                  <a:lnTo>
                    <a:pt x="229" y="673"/>
                  </a:lnTo>
                  <a:lnTo>
                    <a:pt x="266" y="649"/>
                  </a:lnTo>
                  <a:lnTo>
                    <a:pt x="306" y="626"/>
                  </a:lnTo>
                  <a:lnTo>
                    <a:pt x="350" y="600"/>
                  </a:lnTo>
                  <a:lnTo>
                    <a:pt x="398" y="571"/>
                  </a:lnTo>
                  <a:lnTo>
                    <a:pt x="450" y="541"/>
                  </a:lnTo>
                  <a:lnTo>
                    <a:pt x="506" y="508"/>
                  </a:lnTo>
                  <a:lnTo>
                    <a:pt x="566" y="471"/>
                  </a:lnTo>
                  <a:lnTo>
                    <a:pt x="631" y="433"/>
                  </a:lnTo>
                  <a:lnTo>
                    <a:pt x="653" y="406"/>
                  </a:lnTo>
                  <a:lnTo>
                    <a:pt x="657" y="402"/>
                  </a:lnTo>
                  <a:lnTo>
                    <a:pt x="677" y="379"/>
                  </a:lnTo>
                  <a:lnTo>
                    <a:pt x="697" y="356"/>
                  </a:lnTo>
                  <a:lnTo>
                    <a:pt x="715" y="334"/>
                  </a:lnTo>
                  <a:lnTo>
                    <a:pt x="733" y="311"/>
                  </a:lnTo>
                  <a:lnTo>
                    <a:pt x="751" y="291"/>
                  </a:lnTo>
                  <a:lnTo>
                    <a:pt x="769" y="272"/>
                  </a:lnTo>
                  <a:lnTo>
                    <a:pt x="787" y="255"/>
                  </a:lnTo>
                  <a:lnTo>
                    <a:pt x="805" y="241"/>
                  </a:lnTo>
                  <a:lnTo>
                    <a:pt x="824" y="228"/>
                  </a:lnTo>
                  <a:lnTo>
                    <a:pt x="845" y="219"/>
                  </a:lnTo>
                  <a:lnTo>
                    <a:pt x="866" y="213"/>
                  </a:lnTo>
                  <a:lnTo>
                    <a:pt x="888" y="211"/>
                  </a:lnTo>
                  <a:lnTo>
                    <a:pt x="914" y="213"/>
                  </a:lnTo>
                  <a:lnTo>
                    <a:pt x="940" y="219"/>
                  </a:lnTo>
                  <a:lnTo>
                    <a:pt x="969" y="230"/>
                  </a:lnTo>
                  <a:lnTo>
                    <a:pt x="1009" y="191"/>
                  </a:lnTo>
                  <a:lnTo>
                    <a:pt x="1045" y="156"/>
                  </a:lnTo>
                  <a:lnTo>
                    <a:pt x="1078" y="125"/>
                  </a:lnTo>
                  <a:lnTo>
                    <a:pt x="1107" y="98"/>
                  </a:lnTo>
                  <a:lnTo>
                    <a:pt x="1135" y="74"/>
                  </a:lnTo>
                  <a:lnTo>
                    <a:pt x="1159" y="54"/>
                  </a:lnTo>
                  <a:lnTo>
                    <a:pt x="1181" y="37"/>
                  </a:lnTo>
                  <a:lnTo>
                    <a:pt x="1201" y="24"/>
                  </a:lnTo>
                  <a:lnTo>
                    <a:pt x="1220" y="13"/>
                  </a:lnTo>
                  <a:lnTo>
                    <a:pt x="1237" y="6"/>
                  </a:lnTo>
                  <a:lnTo>
                    <a:pt x="1252" y="2"/>
                  </a:lnTo>
                  <a:lnTo>
                    <a:pt x="1267"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65" name="Freeform 144">
              <a:extLst>
                <a:ext uri="{FF2B5EF4-FFF2-40B4-BE49-F238E27FC236}">
                  <a16:creationId xmlns:a16="http://schemas.microsoft.com/office/drawing/2014/main" id="{4B03BF51-58AD-4DC4-BB1E-DF8A796BD332}"/>
                </a:ext>
              </a:extLst>
            </p:cNvPr>
            <p:cNvSpPr>
              <a:spLocks/>
            </p:cNvSpPr>
            <p:nvPr/>
          </p:nvSpPr>
          <p:spPr bwMode="auto">
            <a:xfrm>
              <a:off x="1862623" y="4062216"/>
              <a:ext cx="536575" cy="295275"/>
            </a:xfrm>
            <a:custGeom>
              <a:avLst/>
              <a:gdLst>
                <a:gd name="T0" fmla="*/ 1578 w 2362"/>
                <a:gd name="T1" fmla="*/ 0 h 1299"/>
                <a:gd name="T2" fmla="*/ 2307 w 2362"/>
                <a:gd name="T3" fmla="*/ 442 h 1299"/>
                <a:gd name="T4" fmla="*/ 2326 w 2362"/>
                <a:gd name="T5" fmla="*/ 457 h 1299"/>
                <a:gd name="T6" fmla="*/ 2341 w 2362"/>
                <a:gd name="T7" fmla="*/ 474 h 1299"/>
                <a:gd name="T8" fmla="*/ 2353 w 2362"/>
                <a:gd name="T9" fmla="*/ 494 h 1299"/>
                <a:gd name="T10" fmla="*/ 2359 w 2362"/>
                <a:gd name="T11" fmla="*/ 515 h 1299"/>
                <a:gd name="T12" fmla="*/ 2362 w 2362"/>
                <a:gd name="T13" fmla="*/ 538 h 1299"/>
                <a:gd name="T14" fmla="*/ 2359 w 2362"/>
                <a:gd name="T15" fmla="*/ 561 h 1299"/>
                <a:gd name="T16" fmla="*/ 2353 w 2362"/>
                <a:gd name="T17" fmla="*/ 583 h 1299"/>
                <a:gd name="T18" fmla="*/ 2341 w 2362"/>
                <a:gd name="T19" fmla="*/ 603 h 1299"/>
                <a:gd name="T20" fmla="*/ 2326 w 2362"/>
                <a:gd name="T21" fmla="*/ 620 h 1299"/>
                <a:gd name="T22" fmla="*/ 2307 w 2362"/>
                <a:gd name="T23" fmla="*/ 634 h 1299"/>
                <a:gd name="T24" fmla="*/ 1239 w 2362"/>
                <a:gd name="T25" fmla="*/ 1282 h 1299"/>
                <a:gd name="T26" fmla="*/ 1220 w 2362"/>
                <a:gd name="T27" fmla="*/ 1291 h 1299"/>
                <a:gd name="T28" fmla="*/ 1201 w 2362"/>
                <a:gd name="T29" fmla="*/ 1296 h 1299"/>
                <a:gd name="T30" fmla="*/ 1180 w 2362"/>
                <a:gd name="T31" fmla="*/ 1299 h 1299"/>
                <a:gd name="T32" fmla="*/ 1161 w 2362"/>
                <a:gd name="T33" fmla="*/ 1296 h 1299"/>
                <a:gd name="T34" fmla="*/ 1141 w 2362"/>
                <a:gd name="T35" fmla="*/ 1291 h 1299"/>
                <a:gd name="T36" fmla="*/ 1123 w 2362"/>
                <a:gd name="T37" fmla="*/ 1282 h 1299"/>
                <a:gd name="T38" fmla="*/ 55 w 2362"/>
                <a:gd name="T39" fmla="*/ 634 h 1299"/>
                <a:gd name="T40" fmla="*/ 36 w 2362"/>
                <a:gd name="T41" fmla="*/ 620 h 1299"/>
                <a:gd name="T42" fmla="*/ 21 w 2362"/>
                <a:gd name="T43" fmla="*/ 603 h 1299"/>
                <a:gd name="T44" fmla="*/ 9 w 2362"/>
                <a:gd name="T45" fmla="*/ 583 h 1299"/>
                <a:gd name="T46" fmla="*/ 3 w 2362"/>
                <a:gd name="T47" fmla="*/ 561 h 1299"/>
                <a:gd name="T48" fmla="*/ 0 w 2362"/>
                <a:gd name="T49" fmla="*/ 538 h 1299"/>
                <a:gd name="T50" fmla="*/ 3 w 2362"/>
                <a:gd name="T51" fmla="*/ 515 h 1299"/>
                <a:gd name="T52" fmla="*/ 9 w 2362"/>
                <a:gd name="T53" fmla="*/ 494 h 1299"/>
                <a:gd name="T54" fmla="*/ 21 w 2362"/>
                <a:gd name="T55" fmla="*/ 474 h 1299"/>
                <a:gd name="T56" fmla="*/ 36 w 2362"/>
                <a:gd name="T57" fmla="*/ 457 h 1299"/>
                <a:gd name="T58" fmla="*/ 55 w 2362"/>
                <a:gd name="T59" fmla="*/ 442 h 1299"/>
                <a:gd name="T60" fmla="*/ 717 w 2362"/>
                <a:gd name="T61" fmla="*/ 40 h 1299"/>
                <a:gd name="T62" fmla="*/ 1578 w 2362"/>
                <a:gd name="T63" fmla="*/ 0 h 1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62" h="1299">
                  <a:moveTo>
                    <a:pt x="1578" y="0"/>
                  </a:moveTo>
                  <a:lnTo>
                    <a:pt x="2307" y="442"/>
                  </a:lnTo>
                  <a:lnTo>
                    <a:pt x="2326" y="457"/>
                  </a:lnTo>
                  <a:lnTo>
                    <a:pt x="2341" y="474"/>
                  </a:lnTo>
                  <a:lnTo>
                    <a:pt x="2353" y="494"/>
                  </a:lnTo>
                  <a:lnTo>
                    <a:pt x="2359" y="515"/>
                  </a:lnTo>
                  <a:lnTo>
                    <a:pt x="2362" y="538"/>
                  </a:lnTo>
                  <a:lnTo>
                    <a:pt x="2359" y="561"/>
                  </a:lnTo>
                  <a:lnTo>
                    <a:pt x="2353" y="583"/>
                  </a:lnTo>
                  <a:lnTo>
                    <a:pt x="2341" y="603"/>
                  </a:lnTo>
                  <a:lnTo>
                    <a:pt x="2326" y="620"/>
                  </a:lnTo>
                  <a:lnTo>
                    <a:pt x="2307" y="634"/>
                  </a:lnTo>
                  <a:lnTo>
                    <a:pt x="1239" y="1282"/>
                  </a:lnTo>
                  <a:lnTo>
                    <a:pt x="1220" y="1291"/>
                  </a:lnTo>
                  <a:lnTo>
                    <a:pt x="1201" y="1296"/>
                  </a:lnTo>
                  <a:lnTo>
                    <a:pt x="1180" y="1299"/>
                  </a:lnTo>
                  <a:lnTo>
                    <a:pt x="1161" y="1296"/>
                  </a:lnTo>
                  <a:lnTo>
                    <a:pt x="1141" y="1291"/>
                  </a:lnTo>
                  <a:lnTo>
                    <a:pt x="1123" y="1282"/>
                  </a:lnTo>
                  <a:lnTo>
                    <a:pt x="55" y="634"/>
                  </a:lnTo>
                  <a:lnTo>
                    <a:pt x="36" y="620"/>
                  </a:lnTo>
                  <a:lnTo>
                    <a:pt x="21" y="603"/>
                  </a:lnTo>
                  <a:lnTo>
                    <a:pt x="9" y="583"/>
                  </a:lnTo>
                  <a:lnTo>
                    <a:pt x="3" y="561"/>
                  </a:lnTo>
                  <a:lnTo>
                    <a:pt x="0" y="538"/>
                  </a:lnTo>
                  <a:lnTo>
                    <a:pt x="3" y="515"/>
                  </a:lnTo>
                  <a:lnTo>
                    <a:pt x="9" y="494"/>
                  </a:lnTo>
                  <a:lnTo>
                    <a:pt x="21" y="474"/>
                  </a:lnTo>
                  <a:lnTo>
                    <a:pt x="36" y="457"/>
                  </a:lnTo>
                  <a:lnTo>
                    <a:pt x="55" y="442"/>
                  </a:lnTo>
                  <a:lnTo>
                    <a:pt x="717" y="40"/>
                  </a:lnTo>
                  <a:lnTo>
                    <a:pt x="157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66" name="Freeform 145">
              <a:extLst>
                <a:ext uri="{FF2B5EF4-FFF2-40B4-BE49-F238E27FC236}">
                  <a16:creationId xmlns:a16="http://schemas.microsoft.com/office/drawing/2014/main" id="{DE2164E0-E0BE-491E-873A-309B6053EF90}"/>
                </a:ext>
              </a:extLst>
            </p:cNvPr>
            <p:cNvSpPr>
              <a:spLocks/>
            </p:cNvSpPr>
            <p:nvPr/>
          </p:nvSpPr>
          <p:spPr bwMode="auto">
            <a:xfrm>
              <a:off x="2110273" y="4041578"/>
              <a:ext cx="246063" cy="153988"/>
            </a:xfrm>
            <a:custGeom>
              <a:avLst/>
              <a:gdLst>
                <a:gd name="T0" fmla="*/ 419 w 1081"/>
                <a:gd name="T1" fmla="*/ 3 h 679"/>
                <a:gd name="T2" fmla="*/ 439 w 1081"/>
                <a:gd name="T3" fmla="*/ 17 h 679"/>
                <a:gd name="T4" fmla="*/ 460 w 1081"/>
                <a:gd name="T5" fmla="*/ 39 h 679"/>
                <a:gd name="T6" fmla="*/ 483 w 1081"/>
                <a:gd name="T7" fmla="*/ 71 h 679"/>
                <a:gd name="T8" fmla="*/ 503 w 1081"/>
                <a:gd name="T9" fmla="*/ 98 h 679"/>
                <a:gd name="T10" fmla="*/ 520 w 1081"/>
                <a:gd name="T11" fmla="*/ 114 h 679"/>
                <a:gd name="T12" fmla="*/ 541 w 1081"/>
                <a:gd name="T13" fmla="*/ 134 h 679"/>
                <a:gd name="T14" fmla="*/ 571 w 1081"/>
                <a:gd name="T15" fmla="*/ 156 h 679"/>
                <a:gd name="T16" fmla="*/ 608 w 1081"/>
                <a:gd name="T17" fmla="*/ 175 h 679"/>
                <a:gd name="T18" fmla="*/ 646 w 1081"/>
                <a:gd name="T19" fmla="*/ 205 h 679"/>
                <a:gd name="T20" fmla="*/ 687 w 1081"/>
                <a:gd name="T21" fmla="*/ 240 h 679"/>
                <a:gd name="T22" fmla="*/ 725 w 1081"/>
                <a:gd name="T23" fmla="*/ 273 h 679"/>
                <a:gd name="T24" fmla="*/ 756 w 1081"/>
                <a:gd name="T25" fmla="*/ 300 h 679"/>
                <a:gd name="T26" fmla="*/ 777 w 1081"/>
                <a:gd name="T27" fmla="*/ 319 h 679"/>
                <a:gd name="T28" fmla="*/ 785 w 1081"/>
                <a:gd name="T29" fmla="*/ 327 h 679"/>
                <a:gd name="T30" fmla="*/ 1078 w 1081"/>
                <a:gd name="T31" fmla="*/ 656 h 679"/>
                <a:gd name="T32" fmla="*/ 1051 w 1081"/>
                <a:gd name="T33" fmla="*/ 655 h 679"/>
                <a:gd name="T34" fmla="*/ 1006 w 1081"/>
                <a:gd name="T35" fmla="*/ 653 h 679"/>
                <a:gd name="T36" fmla="*/ 947 w 1081"/>
                <a:gd name="T37" fmla="*/ 650 h 679"/>
                <a:gd name="T38" fmla="*/ 880 w 1081"/>
                <a:gd name="T39" fmla="*/ 646 h 679"/>
                <a:gd name="T40" fmla="*/ 812 w 1081"/>
                <a:gd name="T41" fmla="*/ 643 h 679"/>
                <a:gd name="T42" fmla="*/ 747 w 1081"/>
                <a:gd name="T43" fmla="*/ 640 h 679"/>
                <a:gd name="T44" fmla="*/ 694 w 1081"/>
                <a:gd name="T45" fmla="*/ 638 h 679"/>
                <a:gd name="T46" fmla="*/ 657 w 1081"/>
                <a:gd name="T47" fmla="*/ 638 h 679"/>
                <a:gd name="T48" fmla="*/ 643 w 1081"/>
                <a:gd name="T49" fmla="*/ 639 h 679"/>
                <a:gd name="T50" fmla="*/ 627 w 1081"/>
                <a:gd name="T51" fmla="*/ 671 h 679"/>
                <a:gd name="T52" fmla="*/ 610 w 1081"/>
                <a:gd name="T53" fmla="*/ 679 h 679"/>
                <a:gd name="T54" fmla="*/ 594 w 1081"/>
                <a:gd name="T55" fmla="*/ 668 h 679"/>
                <a:gd name="T56" fmla="*/ 580 w 1081"/>
                <a:gd name="T57" fmla="*/ 644 h 679"/>
                <a:gd name="T58" fmla="*/ 569 w 1081"/>
                <a:gd name="T59" fmla="*/ 611 h 679"/>
                <a:gd name="T60" fmla="*/ 560 w 1081"/>
                <a:gd name="T61" fmla="*/ 576 h 679"/>
                <a:gd name="T62" fmla="*/ 557 w 1081"/>
                <a:gd name="T63" fmla="*/ 543 h 679"/>
                <a:gd name="T64" fmla="*/ 559 w 1081"/>
                <a:gd name="T65" fmla="*/ 518 h 679"/>
                <a:gd name="T66" fmla="*/ 211 w 1081"/>
                <a:gd name="T67" fmla="*/ 396 h 679"/>
                <a:gd name="T68" fmla="*/ 3 w 1081"/>
                <a:gd name="T69" fmla="*/ 211 h 679"/>
                <a:gd name="T70" fmla="*/ 29 w 1081"/>
                <a:gd name="T71" fmla="*/ 205 h 679"/>
                <a:gd name="T72" fmla="*/ 72 w 1081"/>
                <a:gd name="T73" fmla="*/ 188 h 679"/>
                <a:gd name="T74" fmla="*/ 125 w 1081"/>
                <a:gd name="T75" fmla="*/ 157 h 679"/>
                <a:gd name="T76" fmla="*/ 157 w 1081"/>
                <a:gd name="T77" fmla="*/ 137 h 679"/>
                <a:gd name="T78" fmla="*/ 192 w 1081"/>
                <a:gd name="T79" fmla="*/ 119 h 679"/>
                <a:gd name="T80" fmla="*/ 217 w 1081"/>
                <a:gd name="T81" fmla="*/ 104 h 679"/>
                <a:gd name="T82" fmla="*/ 244 w 1081"/>
                <a:gd name="T83" fmla="*/ 90 h 679"/>
                <a:gd name="T84" fmla="*/ 267 w 1081"/>
                <a:gd name="T85" fmla="*/ 85 h 679"/>
                <a:gd name="T86" fmla="*/ 288 w 1081"/>
                <a:gd name="T87" fmla="*/ 78 h 679"/>
                <a:gd name="T88" fmla="*/ 310 w 1081"/>
                <a:gd name="T89" fmla="*/ 66 h 679"/>
                <a:gd name="T90" fmla="*/ 335 w 1081"/>
                <a:gd name="T91" fmla="*/ 47 h 679"/>
                <a:gd name="T92" fmla="*/ 359 w 1081"/>
                <a:gd name="T93" fmla="*/ 27 h 679"/>
                <a:gd name="T94" fmla="*/ 388 w 1081"/>
                <a:gd name="T95" fmla="*/ 5 h 679"/>
                <a:gd name="T96" fmla="*/ 409 w 1081"/>
                <a:gd name="T97" fmla="*/ 0 h 6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81" h="679">
                  <a:moveTo>
                    <a:pt x="409" y="0"/>
                  </a:moveTo>
                  <a:lnTo>
                    <a:pt x="419" y="3"/>
                  </a:lnTo>
                  <a:lnTo>
                    <a:pt x="428" y="10"/>
                  </a:lnTo>
                  <a:lnTo>
                    <a:pt x="439" y="17"/>
                  </a:lnTo>
                  <a:lnTo>
                    <a:pt x="449" y="28"/>
                  </a:lnTo>
                  <a:lnTo>
                    <a:pt x="460" y="39"/>
                  </a:lnTo>
                  <a:lnTo>
                    <a:pt x="471" y="55"/>
                  </a:lnTo>
                  <a:lnTo>
                    <a:pt x="483" y="71"/>
                  </a:lnTo>
                  <a:lnTo>
                    <a:pt x="495" y="88"/>
                  </a:lnTo>
                  <a:lnTo>
                    <a:pt x="503" y="98"/>
                  </a:lnTo>
                  <a:lnTo>
                    <a:pt x="512" y="106"/>
                  </a:lnTo>
                  <a:lnTo>
                    <a:pt x="520" y="114"/>
                  </a:lnTo>
                  <a:lnTo>
                    <a:pt x="530" y="123"/>
                  </a:lnTo>
                  <a:lnTo>
                    <a:pt x="541" y="134"/>
                  </a:lnTo>
                  <a:lnTo>
                    <a:pt x="555" y="146"/>
                  </a:lnTo>
                  <a:lnTo>
                    <a:pt x="571" y="156"/>
                  </a:lnTo>
                  <a:lnTo>
                    <a:pt x="589" y="165"/>
                  </a:lnTo>
                  <a:lnTo>
                    <a:pt x="608" y="175"/>
                  </a:lnTo>
                  <a:lnTo>
                    <a:pt x="626" y="187"/>
                  </a:lnTo>
                  <a:lnTo>
                    <a:pt x="646" y="205"/>
                  </a:lnTo>
                  <a:lnTo>
                    <a:pt x="667" y="222"/>
                  </a:lnTo>
                  <a:lnTo>
                    <a:pt x="687" y="240"/>
                  </a:lnTo>
                  <a:lnTo>
                    <a:pt x="707" y="257"/>
                  </a:lnTo>
                  <a:lnTo>
                    <a:pt x="725" y="273"/>
                  </a:lnTo>
                  <a:lnTo>
                    <a:pt x="742" y="288"/>
                  </a:lnTo>
                  <a:lnTo>
                    <a:pt x="756" y="300"/>
                  </a:lnTo>
                  <a:lnTo>
                    <a:pt x="768" y="311"/>
                  </a:lnTo>
                  <a:lnTo>
                    <a:pt x="777" y="319"/>
                  </a:lnTo>
                  <a:lnTo>
                    <a:pt x="783" y="325"/>
                  </a:lnTo>
                  <a:lnTo>
                    <a:pt x="785" y="327"/>
                  </a:lnTo>
                  <a:lnTo>
                    <a:pt x="1081" y="656"/>
                  </a:lnTo>
                  <a:lnTo>
                    <a:pt x="1078" y="656"/>
                  </a:lnTo>
                  <a:lnTo>
                    <a:pt x="1067" y="656"/>
                  </a:lnTo>
                  <a:lnTo>
                    <a:pt x="1051" y="655"/>
                  </a:lnTo>
                  <a:lnTo>
                    <a:pt x="1031" y="654"/>
                  </a:lnTo>
                  <a:lnTo>
                    <a:pt x="1006" y="653"/>
                  </a:lnTo>
                  <a:lnTo>
                    <a:pt x="979" y="651"/>
                  </a:lnTo>
                  <a:lnTo>
                    <a:pt x="947" y="650"/>
                  </a:lnTo>
                  <a:lnTo>
                    <a:pt x="914" y="648"/>
                  </a:lnTo>
                  <a:lnTo>
                    <a:pt x="880" y="646"/>
                  </a:lnTo>
                  <a:lnTo>
                    <a:pt x="845" y="645"/>
                  </a:lnTo>
                  <a:lnTo>
                    <a:pt x="812" y="643"/>
                  </a:lnTo>
                  <a:lnTo>
                    <a:pt x="779" y="642"/>
                  </a:lnTo>
                  <a:lnTo>
                    <a:pt x="747" y="640"/>
                  </a:lnTo>
                  <a:lnTo>
                    <a:pt x="719" y="639"/>
                  </a:lnTo>
                  <a:lnTo>
                    <a:pt x="694" y="638"/>
                  </a:lnTo>
                  <a:lnTo>
                    <a:pt x="673" y="638"/>
                  </a:lnTo>
                  <a:lnTo>
                    <a:pt x="657" y="638"/>
                  </a:lnTo>
                  <a:lnTo>
                    <a:pt x="647" y="638"/>
                  </a:lnTo>
                  <a:lnTo>
                    <a:pt x="643" y="639"/>
                  </a:lnTo>
                  <a:lnTo>
                    <a:pt x="635" y="658"/>
                  </a:lnTo>
                  <a:lnTo>
                    <a:pt x="627" y="671"/>
                  </a:lnTo>
                  <a:lnTo>
                    <a:pt x="618" y="677"/>
                  </a:lnTo>
                  <a:lnTo>
                    <a:pt x="610" y="679"/>
                  </a:lnTo>
                  <a:lnTo>
                    <a:pt x="601" y="675"/>
                  </a:lnTo>
                  <a:lnTo>
                    <a:pt x="594" y="668"/>
                  </a:lnTo>
                  <a:lnTo>
                    <a:pt x="587" y="657"/>
                  </a:lnTo>
                  <a:lnTo>
                    <a:pt x="580" y="644"/>
                  </a:lnTo>
                  <a:lnTo>
                    <a:pt x="574" y="628"/>
                  </a:lnTo>
                  <a:lnTo>
                    <a:pt x="569" y="611"/>
                  </a:lnTo>
                  <a:lnTo>
                    <a:pt x="564" y="593"/>
                  </a:lnTo>
                  <a:lnTo>
                    <a:pt x="560" y="576"/>
                  </a:lnTo>
                  <a:lnTo>
                    <a:pt x="558" y="559"/>
                  </a:lnTo>
                  <a:lnTo>
                    <a:pt x="557" y="543"/>
                  </a:lnTo>
                  <a:lnTo>
                    <a:pt x="558" y="530"/>
                  </a:lnTo>
                  <a:lnTo>
                    <a:pt x="559" y="518"/>
                  </a:lnTo>
                  <a:lnTo>
                    <a:pt x="563" y="509"/>
                  </a:lnTo>
                  <a:lnTo>
                    <a:pt x="211" y="396"/>
                  </a:lnTo>
                  <a:lnTo>
                    <a:pt x="0" y="212"/>
                  </a:lnTo>
                  <a:lnTo>
                    <a:pt x="3" y="211"/>
                  </a:lnTo>
                  <a:lnTo>
                    <a:pt x="14" y="209"/>
                  </a:lnTo>
                  <a:lnTo>
                    <a:pt x="29" y="205"/>
                  </a:lnTo>
                  <a:lnTo>
                    <a:pt x="49" y="198"/>
                  </a:lnTo>
                  <a:lnTo>
                    <a:pt x="72" y="188"/>
                  </a:lnTo>
                  <a:lnTo>
                    <a:pt x="99" y="175"/>
                  </a:lnTo>
                  <a:lnTo>
                    <a:pt x="125" y="157"/>
                  </a:lnTo>
                  <a:lnTo>
                    <a:pt x="140" y="146"/>
                  </a:lnTo>
                  <a:lnTo>
                    <a:pt x="157" y="137"/>
                  </a:lnTo>
                  <a:lnTo>
                    <a:pt x="175" y="127"/>
                  </a:lnTo>
                  <a:lnTo>
                    <a:pt x="192" y="119"/>
                  </a:lnTo>
                  <a:lnTo>
                    <a:pt x="206" y="110"/>
                  </a:lnTo>
                  <a:lnTo>
                    <a:pt x="217" y="104"/>
                  </a:lnTo>
                  <a:lnTo>
                    <a:pt x="232" y="95"/>
                  </a:lnTo>
                  <a:lnTo>
                    <a:pt x="244" y="90"/>
                  </a:lnTo>
                  <a:lnTo>
                    <a:pt x="256" y="87"/>
                  </a:lnTo>
                  <a:lnTo>
                    <a:pt x="267" y="85"/>
                  </a:lnTo>
                  <a:lnTo>
                    <a:pt x="277" y="82"/>
                  </a:lnTo>
                  <a:lnTo>
                    <a:pt x="288" y="78"/>
                  </a:lnTo>
                  <a:lnTo>
                    <a:pt x="298" y="73"/>
                  </a:lnTo>
                  <a:lnTo>
                    <a:pt x="310" y="66"/>
                  </a:lnTo>
                  <a:lnTo>
                    <a:pt x="324" y="55"/>
                  </a:lnTo>
                  <a:lnTo>
                    <a:pt x="335" y="47"/>
                  </a:lnTo>
                  <a:lnTo>
                    <a:pt x="347" y="38"/>
                  </a:lnTo>
                  <a:lnTo>
                    <a:pt x="359" y="27"/>
                  </a:lnTo>
                  <a:lnTo>
                    <a:pt x="374" y="14"/>
                  </a:lnTo>
                  <a:lnTo>
                    <a:pt x="388" y="5"/>
                  </a:lnTo>
                  <a:lnTo>
                    <a:pt x="400" y="0"/>
                  </a:lnTo>
                  <a:lnTo>
                    <a:pt x="409" y="0"/>
                  </a:lnTo>
                  <a:close/>
                </a:path>
              </a:pathLst>
            </a:custGeom>
            <a:solidFill>
              <a:srgbClr val="80AE3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67" name="Freeform 146">
              <a:extLst>
                <a:ext uri="{FF2B5EF4-FFF2-40B4-BE49-F238E27FC236}">
                  <a16:creationId xmlns:a16="http://schemas.microsoft.com/office/drawing/2014/main" id="{E5CFC344-76AA-4BA7-8AB5-D7DE730749F5}"/>
                </a:ext>
              </a:extLst>
            </p:cNvPr>
            <p:cNvSpPr>
              <a:spLocks noEditPoints="1"/>
            </p:cNvSpPr>
            <p:nvPr/>
          </p:nvSpPr>
          <p:spPr bwMode="auto">
            <a:xfrm>
              <a:off x="2122973" y="4041578"/>
              <a:ext cx="79375" cy="69850"/>
            </a:xfrm>
            <a:custGeom>
              <a:avLst/>
              <a:gdLst>
                <a:gd name="T0" fmla="*/ 86 w 350"/>
                <a:gd name="T1" fmla="*/ 308 h 308"/>
                <a:gd name="T2" fmla="*/ 79 w 350"/>
                <a:gd name="T3" fmla="*/ 305 h 308"/>
                <a:gd name="T4" fmla="*/ 65 w 350"/>
                <a:gd name="T5" fmla="*/ 294 h 308"/>
                <a:gd name="T6" fmla="*/ 54 w 350"/>
                <a:gd name="T7" fmla="*/ 282 h 308"/>
                <a:gd name="T8" fmla="*/ 339 w 350"/>
                <a:gd name="T9" fmla="*/ 11 h 308"/>
                <a:gd name="T10" fmla="*/ 316 w 350"/>
                <a:gd name="T11" fmla="*/ 38 h 308"/>
                <a:gd name="T12" fmla="*/ 298 w 350"/>
                <a:gd name="T13" fmla="*/ 69 h 308"/>
                <a:gd name="T14" fmla="*/ 281 w 350"/>
                <a:gd name="T15" fmla="*/ 90 h 308"/>
                <a:gd name="T16" fmla="*/ 258 w 350"/>
                <a:gd name="T17" fmla="*/ 105 h 308"/>
                <a:gd name="T18" fmla="*/ 228 w 350"/>
                <a:gd name="T19" fmla="*/ 122 h 308"/>
                <a:gd name="T20" fmla="*/ 195 w 350"/>
                <a:gd name="T21" fmla="*/ 148 h 308"/>
                <a:gd name="T22" fmla="*/ 159 w 350"/>
                <a:gd name="T23" fmla="*/ 182 h 308"/>
                <a:gd name="T24" fmla="*/ 123 w 350"/>
                <a:gd name="T25" fmla="*/ 211 h 308"/>
                <a:gd name="T26" fmla="*/ 90 w 350"/>
                <a:gd name="T27" fmla="*/ 234 h 308"/>
                <a:gd name="T28" fmla="*/ 67 w 350"/>
                <a:gd name="T29" fmla="*/ 248 h 308"/>
                <a:gd name="T30" fmla="*/ 53 w 350"/>
                <a:gd name="T31" fmla="*/ 258 h 308"/>
                <a:gd name="T32" fmla="*/ 49 w 350"/>
                <a:gd name="T33" fmla="*/ 273 h 308"/>
                <a:gd name="T34" fmla="*/ 54 w 350"/>
                <a:gd name="T35" fmla="*/ 282 h 308"/>
                <a:gd name="T36" fmla="*/ 2 w 350"/>
                <a:gd name="T37" fmla="*/ 237 h 308"/>
                <a:gd name="T38" fmla="*/ 14 w 350"/>
                <a:gd name="T39" fmla="*/ 223 h 308"/>
                <a:gd name="T40" fmla="*/ 35 w 350"/>
                <a:gd name="T41" fmla="*/ 200 h 308"/>
                <a:gd name="T42" fmla="*/ 63 w 350"/>
                <a:gd name="T43" fmla="*/ 170 h 308"/>
                <a:gd name="T44" fmla="*/ 93 w 350"/>
                <a:gd name="T45" fmla="*/ 145 h 308"/>
                <a:gd name="T46" fmla="*/ 127 w 350"/>
                <a:gd name="T47" fmla="*/ 126 h 308"/>
                <a:gd name="T48" fmla="*/ 157 w 350"/>
                <a:gd name="T49" fmla="*/ 110 h 308"/>
                <a:gd name="T50" fmla="*/ 182 w 350"/>
                <a:gd name="T51" fmla="*/ 95 h 308"/>
                <a:gd name="T52" fmla="*/ 206 w 350"/>
                <a:gd name="T53" fmla="*/ 87 h 308"/>
                <a:gd name="T54" fmla="*/ 227 w 350"/>
                <a:gd name="T55" fmla="*/ 82 h 308"/>
                <a:gd name="T56" fmla="*/ 248 w 350"/>
                <a:gd name="T57" fmla="*/ 73 h 308"/>
                <a:gd name="T58" fmla="*/ 274 w 350"/>
                <a:gd name="T59" fmla="*/ 55 h 308"/>
                <a:gd name="T60" fmla="*/ 297 w 350"/>
                <a:gd name="T61" fmla="*/ 38 h 308"/>
                <a:gd name="T62" fmla="*/ 321 w 350"/>
                <a:gd name="T63" fmla="*/ 16 h 308"/>
                <a:gd name="T64" fmla="*/ 341 w 350"/>
                <a:gd name="T65" fmla="*/ 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0" h="308">
                  <a:moveTo>
                    <a:pt x="54" y="282"/>
                  </a:moveTo>
                  <a:lnTo>
                    <a:pt x="86" y="308"/>
                  </a:lnTo>
                  <a:lnTo>
                    <a:pt x="83" y="307"/>
                  </a:lnTo>
                  <a:lnTo>
                    <a:pt x="79" y="305"/>
                  </a:lnTo>
                  <a:lnTo>
                    <a:pt x="73" y="299"/>
                  </a:lnTo>
                  <a:lnTo>
                    <a:pt x="65" y="294"/>
                  </a:lnTo>
                  <a:lnTo>
                    <a:pt x="58" y="288"/>
                  </a:lnTo>
                  <a:lnTo>
                    <a:pt x="54" y="282"/>
                  </a:lnTo>
                  <a:close/>
                  <a:moveTo>
                    <a:pt x="350" y="0"/>
                  </a:moveTo>
                  <a:lnTo>
                    <a:pt x="339" y="11"/>
                  </a:lnTo>
                  <a:lnTo>
                    <a:pt x="327" y="25"/>
                  </a:lnTo>
                  <a:lnTo>
                    <a:pt x="316" y="38"/>
                  </a:lnTo>
                  <a:lnTo>
                    <a:pt x="305" y="54"/>
                  </a:lnTo>
                  <a:lnTo>
                    <a:pt x="298" y="69"/>
                  </a:lnTo>
                  <a:lnTo>
                    <a:pt x="290" y="81"/>
                  </a:lnTo>
                  <a:lnTo>
                    <a:pt x="281" y="90"/>
                  </a:lnTo>
                  <a:lnTo>
                    <a:pt x="270" y="99"/>
                  </a:lnTo>
                  <a:lnTo>
                    <a:pt x="258" y="105"/>
                  </a:lnTo>
                  <a:lnTo>
                    <a:pt x="243" y="112"/>
                  </a:lnTo>
                  <a:lnTo>
                    <a:pt x="228" y="122"/>
                  </a:lnTo>
                  <a:lnTo>
                    <a:pt x="212" y="133"/>
                  </a:lnTo>
                  <a:lnTo>
                    <a:pt x="195" y="148"/>
                  </a:lnTo>
                  <a:lnTo>
                    <a:pt x="178" y="166"/>
                  </a:lnTo>
                  <a:lnTo>
                    <a:pt x="159" y="182"/>
                  </a:lnTo>
                  <a:lnTo>
                    <a:pt x="140" y="197"/>
                  </a:lnTo>
                  <a:lnTo>
                    <a:pt x="123" y="211"/>
                  </a:lnTo>
                  <a:lnTo>
                    <a:pt x="106" y="223"/>
                  </a:lnTo>
                  <a:lnTo>
                    <a:pt x="90" y="234"/>
                  </a:lnTo>
                  <a:lnTo>
                    <a:pt x="77" y="241"/>
                  </a:lnTo>
                  <a:lnTo>
                    <a:pt x="67" y="248"/>
                  </a:lnTo>
                  <a:lnTo>
                    <a:pt x="61" y="251"/>
                  </a:lnTo>
                  <a:lnTo>
                    <a:pt x="53" y="258"/>
                  </a:lnTo>
                  <a:lnTo>
                    <a:pt x="49" y="265"/>
                  </a:lnTo>
                  <a:lnTo>
                    <a:pt x="49" y="273"/>
                  </a:lnTo>
                  <a:lnTo>
                    <a:pt x="53" y="280"/>
                  </a:lnTo>
                  <a:lnTo>
                    <a:pt x="54" y="282"/>
                  </a:lnTo>
                  <a:lnTo>
                    <a:pt x="0" y="238"/>
                  </a:lnTo>
                  <a:lnTo>
                    <a:pt x="2" y="237"/>
                  </a:lnTo>
                  <a:lnTo>
                    <a:pt x="6" y="232"/>
                  </a:lnTo>
                  <a:lnTo>
                    <a:pt x="14" y="223"/>
                  </a:lnTo>
                  <a:lnTo>
                    <a:pt x="23" y="213"/>
                  </a:lnTo>
                  <a:lnTo>
                    <a:pt x="35" y="200"/>
                  </a:lnTo>
                  <a:lnTo>
                    <a:pt x="49" y="186"/>
                  </a:lnTo>
                  <a:lnTo>
                    <a:pt x="63" y="170"/>
                  </a:lnTo>
                  <a:lnTo>
                    <a:pt x="79" y="155"/>
                  </a:lnTo>
                  <a:lnTo>
                    <a:pt x="93" y="145"/>
                  </a:lnTo>
                  <a:lnTo>
                    <a:pt x="110" y="136"/>
                  </a:lnTo>
                  <a:lnTo>
                    <a:pt x="127" y="126"/>
                  </a:lnTo>
                  <a:lnTo>
                    <a:pt x="143" y="118"/>
                  </a:lnTo>
                  <a:lnTo>
                    <a:pt x="157" y="110"/>
                  </a:lnTo>
                  <a:lnTo>
                    <a:pt x="167" y="104"/>
                  </a:lnTo>
                  <a:lnTo>
                    <a:pt x="182" y="95"/>
                  </a:lnTo>
                  <a:lnTo>
                    <a:pt x="194" y="90"/>
                  </a:lnTo>
                  <a:lnTo>
                    <a:pt x="206" y="87"/>
                  </a:lnTo>
                  <a:lnTo>
                    <a:pt x="217" y="85"/>
                  </a:lnTo>
                  <a:lnTo>
                    <a:pt x="227" y="82"/>
                  </a:lnTo>
                  <a:lnTo>
                    <a:pt x="238" y="78"/>
                  </a:lnTo>
                  <a:lnTo>
                    <a:pt x="248" y="73"/>
                  </a:lnTo>
                  <a:lnTo>
                    <a:pt x="260" y="66"/>
                  </a:lnTo>
                  <a:lnTo>
                    <a:pt x="274" y="55"/>
                  </a:lnTo>
                  <a:lnTo>
                    <a:pt x="285" y="47"/>
                  </a:lnTo>
                  <a:lnTo>
                    <a:pt x="297" y="38"/>
                  </a:lnTo>
                  <a:lnTo>
                    <a:pt x="309" y="27"/>
                  </a:lnTo>
                  <a:lnTo>
                    <a:pt x="321" y="16"/>
                  </a:lnTo>
                  <a:lnTo>
                    <a:pt x="332" y="9"/>
                  </a:lnTo>
                  <a:lnTo>
                    <a:pt x="341" y="3"/>
                  </a:lnTo>
                  <a:lnTo>
                    <a:pt x="35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68" name="Freeform 147">
              <a:extLst>
                <a:ext uri="{FF2B5EF4-FFF2-40B4-BE49-F238E27FC236}">
                  <a16:creationId xmlns:a16="http://schemas.microsoft.com/office/drawing/2014/main" id="{75B185D4-3273-43B0-A706-38C4D76C1514}"/>
                </a:ext>
              </a:extLst>
            </p:cNvPr>
            <p:cNvSpPr>
              <a:spLocks/>
            </p:cNvSpPr>
            <p:nvPr/>
          </p:nvSpPr>
          <p:spPr bwMode="auto">
            <a:xfrm>
              <a:off x="1918186" y="4046341"/>
              <a:ext cx="379413" cy="211138"/>
            </a:xfrm>
            <a:custGeom>
              <a:avLst/>
              <a:gdLst>
                <a:gd name="T0" fmla="*/ 560 w 1672"/>
                <a:gd name="T1" fmla="*/ 4 h 934"/>
                <a:gd name="T2" fmla="*/ 587 w 1672"/>
                <a:gd name="T3" fmla="*/ 18 h 934"/>
                <a:gd name="T4" fmla="*/ 627 w 1672"/>
                <a:gd name="T5" fmla="*/ 48 h 934"/>
                <a:gd name="T6" fmla="*/ 696 w 1672"/>
                <a:gd name="T7" fmla="*/ 97 h 934"/>
                <a:gd name="T8" fmla="*/ 714 w 1672"/>
                <a:gd name="T9" fmla="*/ 104 h 934"/>
                <a:gd name="T10" fmla="*/ 735 w 1672"/>
                <a:gd name="T11" fmla="*/ 102 h 934"/>
                <a:gd name="T12" fmla="*/ 773 w 1672"/>
                <a:gd name="T13" fmla="*/ 108 h 934"/>
                <a:gd name="T14" fmla="*/ 808 w 1672"/>
                <a:gd name="T15" fmla="*/ 125 h 934"/>
                <a:gd name="T16" fmla="*/ 857 w 1672"/>
                <a:gd name="T17" fmla="*/ 152 h 934"/>
                <a:gd name="T18" fmla="*/ 919 w 1672"/>
                <a:gd name="T19" fmla="*/ 189 h 934"/>
                <a:gd name="T20" fmla="*/ 978 w 1672"/>
                <a:gd name="T21" fmla="*/ 224 h 934"/>
                <a:gd name="T22" fmla="*/ 1017 w 1672"/>
                <a:gd name="T23" fmla="*/ 246 h 934"/>
                <a:gd name="T24" fmla="*/ 1104 w 1672"/>
                <a:gd name="T25" fmla="*/ 288 h 934"/>
                <a:gd name="T26" fmla="*/ 1218 w 1672"/>
                <a:gd name="T27" fmla="*/ 338 h 934"/>
                <a:gd name="T28" fmla="*/ 1328 w 1672"/>
                <a:gd name="T29" fmla="*/ 378 h 934"/>
                <a:gd name="T30" fmla="*/ 1432 w 1672"/>
                <a:gd name="T31" fmla="*/ 431 h 934"/>
                <a:gd name="T32" fmla="*/ 1527 w 1672"/>
                <a:gd name="T33" fmla="*/ 486 h 934"/>
                <a:gd name="T34" fmla="*/ 1602 w 1672"/>
                <a:gd name="T35" fmla="*/ 537 h 934"/>
                <a:gd name="T36" fmla="*/ 1653 w 1672"/>
                <a:gd name="T37" fmla="*/ 574 h 934"/>
                <a:gd name="T38" fmla="*/ 1672 w 1672"/>
                <a:gd name="T39" fmla="*/ 588 h 934"/>
                <a:gd name="T40" fmla="*/ 476 w 1672"/>
                <a:gd name="T41" fmla="*/ 856 h 934"/>
                <a:gd name="T42" fmla="*/ 472 w 1672"/>
                <a:gd name="T43" fmla="*/ 860 h 934"/>
                <a:gd name="T44" fmla="*/ 464 w 1672"/>
                <a:gd name="T45" fmla="*/ 850 h 934"/>
                <a:gd name="T46" fmla="*/ 434 w 1672"/>
                <a:gd name="T47" fmla="*/ 827 h 934"/>
                <a:gd name="T48" fmla="*/ 364 w 1672"/>
                <a:gd name="T49" fmla="*/ 797 h 934"/>
                <a:gd name="T50" fmla="*/ 274 w 1672"/>
                <a:gd name="T51" fmla="*/ 767 h 934"/>
                <a:gd name="T52" fmla="*/ 199 w 1672"/>
                <a:gd name="T53" fmla="*/ 739 h 934"/>
                <a:gd name="T54" fmla="*/ 148 w 1672"/>
                <a:gd name="T55" fmla="*/ 711 h 934"/>
                <a:gd name="T56" fmla="*/ 103 w 1672"/>
                <a:gd name="T57" fmla="*/ 664 h 934"/>
                <a:gd name="T58" fmla="*/ 54 w 1672"/>
                <a:gd name="T59" fmla="*/ 630 h 934"/>
                <a:gd name="T60" fmla="*/ 21 w 1672"/>
                <a:gd name="T61" fmla="*/ 600 h 934"/>
                <a:gd name="T62" fmla="*/ 1 w 1672"/>
                <a:gd name="T63" fmla="*/ 578 h 934"/>
                <a:gd name="T64" fmla="*/ 79 w 1672"/>
                <a:gd name="T65" fmla="*/ 485 h 934"/>
                <a:gd name="T66" fmla="*/ 108 w 1672"/>
                <a:gd name="T67" fmla="*/ 456 h 934"/>
                <a:gd name="T68" fmla="*/ 161 w 1672"/>
                <a:gd name="T69" fmla="*/ 407 h 934"/>
                <a:gd name="T70" fmla="*/ 203 w 1672"/>
                <a:gd name="T71" fmla="*/ 360 h 934"/>
                <a:gd name="T72" fmla="*/ 253 w 1672"/>
                <a:gd name="T73" fmla="*/ 300 h 934"/>
                <a:gd name="T74" fmla="*/ 299 w 1672"/>
                <a:gd name="T75" fmla="*/ 251 h 934"/>
                <a:gd name="T76" fmla="*/ 331 w 1672"/>
                <a:gd name="T77" fmla="*/ 217 h 934"/>
                <a:gd name="T78" fmla="*/ 362 w 1672"/>
                <a:gd name="T79" fmla="*/ 179 h 934"/>
                <a:gd name="T80" fmla="*/ 411 w 1672"/>
                <a:gd name="T81" fmla="*/ 124 h 934"/>
                <a:gd name="T82" fmla="*/ 469 w 1672"/>
                <a:gd name="T83" fmla="*/ 53 h 934"/>
                <a:gd name="T84" fmla="*/ 507 w 1672"/>
                <a:gd name="T85" fmla="*/ 11 h 934"/>
                <a:gd name="T86" fmla="*/ 541 w 1672"/>
                <a:gd name="T87" fmla="*/ 0 h 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72" h="934">
                  <a:moveTo>
                    <a:pt x="541" y="0"/>
                  </a:moveTo>
                  <a:lnTo>
                    <a:pt x="551" y="2"/>
                  </a:lnTo>
                  <a:lnTo>
                    <a:pt x="560" y="4"/>
                  </a:lnTo>
                  <a:lnTo>
                    <a:pt x="569" y="8"/>
                  </a:lnTo>
                  <a:lnTo>
                    <a:pt x="578" y="13"/>
                  </a:lnTo>
                  <a:lnTo>
                    <a:pt x="587" y="18"/>
                  </a:lnTo>
                  <a:lnTo>
                    <a:pt x="599" y="27"/>
                  </a:lnTo>
                  <a:lnTo>
                    <a:pt x="612" y="36"/>
                  </a:lnTo>
                  <a:lnTo>
                    <a:pt x="627" y="48"/>
                  </a:lnTo>
                  <a:lnTo>
                    <a:pt x="646" y="61"/>
                  </a:lnTo>
                  <a:lnTo>
                    <a:pt x="669" y="78"/>
                  </a:lnTo>
                  <a:lnTo>
                    <a:pt x="696" y="97"/>
                  </a:lnTo>
                  <a:lnTo>
                    <a:pt x="702" y="102"/>
                  </a:lnTo>
                  <a:lnTo>
                    <a:pt x="709" y="104"/>
                  </a:lnTo>
                  <a:lnTo>
                    <a:pt x="714" y="104"/>
                  </a:lnTo>
                  <a:lnTo>
                    <a:pt x="720" y="103"/>
                  </a:lnTo>
                  <a:lnTo>
                    <a:pt x="727" y="102"/>
                  </a:lnTo>
                  <a:lnTo>
                    <a:pt x="735" y="102"/>
                  </a:lnTo>
                  <a:lnTo>
                    <a:pt x="746" y="102"/>
                  </a:lnTo>
                  <a:lnTo>
                    <a:pt x="757" y="104"/>
                  </a:lnTo>
                  <a:lnTo>
                    <a:pt x="773" y="108"/>
                  </a:lnTo>
                  <a:lnTo>
                    <a:pt x="792" y="116"/>
                  </a:lnTo>
                  <a:lnTo>
                    <a:pt x="799" y="120"/>
                  </a:lnTo>
                  <a:lnTo>
                    <a:pt x="808" y="125"/>
                  </a:lnTo>
                  <a:lnTo>
                    <a:pt x="822" y="132"/>
                  </a:lnTo>
                  <a:lnTo>
                    <a:pt x="839" y="142"/>
                  </a:lnTo>
                  <a:lnTo>
                    <a:pt x="857" y="152"/>
                  </a:lnTo>
                  <a:lnTo>
                    <a:pt x="877" y="165"/>
                  </a:lnTo>
                  <a:lnTo>
                    <a:pt x="898" y="177"/>
                  </a:lnTo>
                  <a:lnTo>
                    <a:pt x="919" y="189"/>
                  </a:lnTo>
                  <a:lnTo>
                    <a:pt x="939" y="201"/>
                  </a:lnTo>
                  <a:lnTo>
                    <a:pt x="959" y="213"/>
                  </a:lnTo>
                  <a:lnTo>
                    <a:pt x="978" y="224"/>
                  </a:lnTo>
                  <a:lnTo>
                    <a:pt x="994" y="233"/>
                  </a:lnTo>
                  <a:lnTo>
                    <a:pt x="1008" y="241"/>
                  </a:lnTo>
                  <a:lnTo>
                    <a:pt x="1017" y="246"/>
                  </a:lnTo>
                  <a:lnTo>
                    <a:pt x="1024" y="250"/>
                  </a:lnTo>
                  <a:lnTo>
                    <a:pt x="1065" y="267"/>
                  </a:lnTo>
                  <a:lnTo>
                    <a:pt x="1104" y="288"/>
                  </a:lnTo>
                  <a:lnTo>
                    <a:pt x="1142" y="307"/>
                  </a:lnTo>
                  <a:lnTo>
                    <a:pt x="1180" y="325"/>
                  </a:lnTo>
                  <a:lnTo>
                    <a:pt x="1218" y="338"/>
                  </a:lnTo>
                  <a:lnTo>
                    <a:pt x="1255" y="350"/>
                  </a:lnTo>
                  <a:lnTo>
                    <a:pt x="1291" y="364"/>
                  </a:lnTo>
                  <a:lnTo>
                    <a:pt x="1328" y="378"/>
                  </a:lnTo>
                  <a:lnTo>
                    <a:pt x="1364" y="395"/>
                  </a:lnTo>
                  <a:lnTo>
                    <a:pt x="1399" y="412"/>
                  </a:lnTo>
                  <a:lnTo>
                    <a:pt x="1432" y="431"/>
                  </a:lnTo>
                  <a:lnTo>
                    <a:pt x="1466" y="449"/>
                  </a:lnTo>
                  <a:lnTo>
                    <a:pt x="1497" y="468"/>
                  </a:lnTo>
                  <a:lnTo>
                    <a:pt x="1527" y="486"/>
                  </a:lnTo>
                  <a:lnTo>
                    <a:pt x="1555" y="504"/>
                  </a:lnTo>
                  <a:lnTo>
                    <a:pt x="1580" y="521"/>
                  </a:lnTo>
                  <a:lnTo>
                    <a:pt x="1602" y="537"/>
                  </a:lnTo>
                  <a:lnTo>
                    <a:pt x="1623" y="552"/>
                  </a:lnTo>
                  <a:lnTo>
                    <a:pt x="1640" y="563"/>
                  </a:lnTo>
                  <a:lnTo>
                    <a:pt x="1653" y="574"/>
                  </a:lnTo>
                  <a:lnTo>
                    <a:pt x="1664" y="581"/>
                  </a:lnTo>
                  <a:lnTo>
                    <a:pt x="1670" y="585"/>
                  </a:lnTo>
                  <a:lnTo>
                    <a:pt x="1672" y="588"/>
                  </a:lnTo>
                  <a:lnTo>
                    <a:pt x="1415" y="934"/>
                  </a:lnTo>
                  <a:lnTo>
                    <a:pt x="480" y="852"/>
                  </a:lnTo>
                  <a:lnTo>
                    <a:pt x="476" y="856"/>
                  </a:lnTo>
                  <a:lnTo>
                    <a:pt x="474" y="859"/>
                  </a:lnTo>
                  <a:lnTo>
                    <a:pt x="473" y="860"/>
                  </a:lnTo>
                  <a:lnTo>
                    <a:pt x="472" y="860"/>
                  </a:lnTo>
                  <a:lnTo>
                    <a:pt x="471" y="858"/>
                  </a:lnTo>
                  <a:lnTo>
                    <a:pt x="468" y="854"/>
                  </a:lnTo>
                  <a:lnTo>
                    <a:pt x="464" y="850"/>
                  </a:lnTo>
                  <a:lnTo>
                    <a:pt x="457" y="843"/>
                  </a:lnTo>
                  <a:lnTo>
                    <a:pt x="448" y="836"/>
                  </a:lnTo>
                  <a:lnTo>
                    <a:pt x="434" y="827"/>
                  </a:lnTo>
                  <a:lnTo>
                    <a:pt x="416" y="818"/>
                  </a:lnTo>
                  <a:lnTo>
                    <a:pt x="393" y="807"/>
                  </a:lnTo>
                  <a:lnTo>
                    <a:pt x="364" y="797"/>
                  </a:lnTo>
                  <a:lnTo>
                    <a:pt x="330" y="786"/>
                  </a:lnTo>
                  <a:lnTo>
                    <a:pt x="301" y="777"/>
                  </a:lnTo>
                  <a:lnTo>
                    <a:pt x="274" y="767"/>
                  </a:lnTo>
                  <a:lnTo>
                    <a:pt x="246" y="757"/>
                  </a:lnTo>
                  <a:lnTo>
                    <a:pt x="222" y="747"/>
                  </a:lnTo>
                  <a:lnTo>
                    <a:pt x="199" y="739"/>
                  </a:lnTo>
                  <a:lnTo>
                    <a:pt x="178" y="731"/>
                  </a:lnTo>
                  <a:lnTo>
                    <a:pt x="163" y="724"/>
                  </a:lnTo>
                  <a:lnTo>
                    <a:pt x="148" y="711"/>
                  </a:lnTo>
                  <a:lnTo>
                    <a:pt x="134" y="696"/>
                  </a:lnTo>
                  <a:lnTo>
                    <a:pt x="119" y="681"/>
                  </a:lnTo>
                  <a:lnTo>
                    <a:pt x="103" y="664"/>
                  </a:lnTo>
                  <a:lnTo>
                    <a:pt x="87" y="649"/>
                  </a:lnTo>
                  <a:lnTo>
                    <a:pt x="65" y="636"/>
                  </a:lnTo>
                  <a:lnTo>
                    <a:pt x="54" y="630"/>
                  </a:lnTo>
                  <a:lnTo>
                    <a:pt x="42" y="620"/>
                  </a:lnTo>
                  <a:lnTo>
                    <a:pt x="31" y="611"/>
                  </a:lnTo>
                  <a:lnTo>
                    <a:pt x="21" y="600"/>
                  </a:lnTo>
                  <a:lnTo>
                    <a:pt x="13" y="591"/>
                  </a:lnTo>
                  <a:lnTo>
                    <a:pt x="6" y="583"/>
                  </a:lnTo>
                  <a:lnTo>
                    <a:pt x="1" y="578"/>
                  </a:lnTo>
                  <a:lnTo>
                    <a:pt x="0" y="576"/>
                  </a:lnTo>
                  <a:lnTo>
                    <a:pt x="78" y="485"/>
                  </a:lnTo>
                  <a:lnTo>
                    <a:pt x="79" y="485"/>
                  </a:lnTo>
                  <a:lnTo>
                    <a:pt x="84" y="479"/>
                  </a:lnTo>
                  <a:lnTo>
                    <a:pt x="95" y="468"/>
                  </a:lnTo>
                  <a:lnTo>
                    <a:pt x="108" y="456"/>
                  </a:lnTo>
                  <a:lnTo>
                    <a:pt x="122" y="441"/>
                  </a:lnTo>
                  <a:lnTo>
                    <a:pt x="140" y="424"/>
                  </a:lnTo>
                  <a:lnTo>
                    <a:pt x="161" y="407"/>
                  </a:lnTo>
                  <a:lnTo>
                    <a:pt x="173" y="395"/>
                  </a:lnTo>
                  <a:lnTo>
                    <a:pt x="188" y="379"/>
                  </a:lnTo>
                  <a:lnTo>
                    <a:pt x="203" y="360"/>
                  </a:lnTo>
                  <a:lnTo>
                    <a:pt x="220" y="340"/>
                  </a:lnTo>
                  <a:lnTo>
                    <a:pt x="237" y="320"/>
                  </a:lnTo>
                  <a:lnTo>
                    <a:pt x="253" y="300"/>
                  </a:lnTo>
                  <a:lnTo>
                    <a:pt x="269" y="281"/>
                  </a:lnTo>
                  <a:lnTo>
                    <a:pt x="285" y="264"/>
                  </a:lnTo>
                  <a:lnTo>
                    <a:pt x="299" y="251"/>
                  </a:lnTo>
                  <a:lnTo>
                    <a:pt x="309" y="239"/>
                  </a:lnTo>
                  <a:lnTo>
                    <a:pt x="320" y="227"/>
                  </a:lnTo>
                  <a:lnTo>
                    <a:pt x="331" y="217"/>
                  </a:lnTo>
                  <a:lnTo>
                    <a:pt x="340" y="205"/>
                  </a:lnTo>
                  <a:lnTo>
                    <a:pt x="351" y="192"/>
                  </a:lnTo>
                  <a:lnTo>
                    <a:pt x="362" y="179"/>
                  </a:lnTo>
                  <a:lnTo>
                    <a:pt x="376" y="163"/>
                  </a:lnTo>
                  <a:lnTo>
                    <a:pt x="392" y="145"/>
                  </a:lnTo>
                  <a:lnTo>
                    <a:pt x="411" y="124"/>
                  </a:lnTo>
                  <a:lnTo>
                    <a:pt x="434" y="97"/>
                  </a:lnTo>
                  <a:lnTo>
                    <a:pt x="453" y="74"/>
                  </a:lnTo>
                  <a:lnTo>
                    <a:pt x="469" y="53"/>
                  </a:lnTo>
                  <a:lnTo>
                    <a:pt x="484" y="36"/>
                  </a:lnTo>
                  <a:lnTo>
                    <a:pt x="495" y="21"/>
                  </a:lnTo>
                  <a:lnTo>
                    <a:pt x="507" y="11"/>
                  </a:lnTo>
                  <a:lnTo>
                    <a:pt x="518" y="3"/>
                  </a:lnTo>
                  <a:lnTo>
                    <a:pt x="529" y="0"/>
                  </a:lnTo>
                  <a:lnTo>
                    <a:pt x="541"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69" name="Freeform 148">
              <a:extLst>
                <a:ext uri="{FF2B5EF4-FFF2-40B4-BE49-F238E27FC236}">
                  <a16:creationId xmlns:a16="http://schemas.microsoft.com/office/drawing/2014/main" id="{AB94D994-50C1-4EF5-95B3-014A1376D357}"/>
                </a:ext>
              </a:extLst>
            </p:cNvPr>
            <p:cNvSpPr>
              <a:spLocks/>
            </p:cNvSpPr>
            <p:nvPr/>
          </p:nvSpPr>
          <p:spPr bwMode="auto">
            <a:xfrm>
              <a:off x="2110273" y="4041578"/>
              <a:ext cx="117475" cy="68263"/>
            </a:xfrm>
            <a:custGeom>
              <a:avLst/>
              <a:gdLst>
                <a:gd name="T0" fmla="*/ 409 w 512"/>
                <a:gd name="T1" fmla="*/ 0 h 297"/>
                <a:gd name="T2" fmla="*/ 419 w 512"/>
                <a:gd name="T3" fmla="*/ 3 h 297"/>
                <a:gd name="T4" fmla="*/ 428 w 512"/>
                <a:gd name="T5" fmla="*/ 10 h 297"/>
                <a:gd name="T6" fmla="*/ 439 w 512"/>
                <a:gd name="T7" fmla="*/ 17 h 297"/>
                <a:gd name="T8" fmla="*/ 449 w 512"/>
                <a:gd name="T9" fmla="*/ 28 h 297"/>
                <a:gd name="T10" fmla="*/ 460 w 512"/>
                <a:gd name="T11" fmla="*/ 39 h 297"/>
                <a:gd name="T12" fmla="*/ 471 w 512"/>
                <a:gd name="T13" fmla="*/ 55 h 297"/>
                <a:gd name="T14" fmla="*/ 483 w 512"/>
                <a:gd name="T15" fmla="*/ 71 h 297"/>
                <a:gd name="T16" fmla="*/ 495 w 512"/>
                <a:gd name="T17" fmla="*/ 88 h 297"/>
                <a:gd name="T18" fmla="*/ 503 w 512"/>
                <a:gd name="T19" fmla="*/ 98 h 297"/>
                <a:gd name="T20" fmla="*/ 512 w 512"/>
                <a:gd name="T21" fmla="*/ 106 h 297"/>
                <a:gd name="T22" fmla="*/ 504 w 512"/>
                <a:gd name="T23" fmla="*/ 137 h 297"/>
                <a:gd name="T24" fmla="*/ 498 w 512"/>
                <a:gd name="T25" fmla="*/ 155 h 297"/>
                <a:gd name="T26" fmla="*/ 484 w 512"/>
                <a:gd name="T27" fmla="*/ 171 h 297"/>
                <a:gd name="T28" fmla="*/ 466 w 512"/>
                <a:gd name="T29" fmla="*/ 188 h 297"/>
                <a:gd name="T30" fmla="*/ 443 w 512"/>
                <a:gd name="T31" fmla="*/ 203 h 297"/>
                <a:gd name="T32" fmla="*/ 417 w 512"/>
                <a:gd name="T33" fmla="*/ 218 h 297"/>
                <a:gd name="T34" fmla="*/ 387 w 512"/>
                <a:gd name="T35" fmla="*/ 232 h 297"/>
                <a:gd name="T36" fmla="*/ 355 w 512"/>
                <a:gd name="T37" fmla="*/ 244 h 297"/>
                <a:gd name="T38" fmla="*/ 324 w 512"/>
                <a:gd name="T39" fmla="*/ 256 h 297"/>
                <a:gd name="T40" fmla="*/ 291 w 512"/>
                <a:gd name="T41" fmla="*/ 267 h 297"/>
                <a:gd name="T42" fmla="*/ 259 w 512"/>
                <a:gd name="T43" fmla="*/ 276 h 297"/>
                <a:gd name="T44" fmla="*/ 230 w 512"/>
                <a:gd name="T45" fmla="*/ 284 h 297"/>
                <a:gd name="T46" fmla="*/ 202 w 512"/>
                <a:gd name="T47" fmla="*/ 292 h 297"/>
                <a:gd name="T48" fmla="*/ 178 w 512"/>
                <a:gd name="T49" fmla="*/ 296 h 297"/>
                <a:gd name="T50" fmla="*/ 158 w 512"/>
                <a:gd name="T51" fmla="*/ 297 h 297"/>
                <a:gd name="T52" fmla="*/ 141 w 512"/>
                <a:gd name="T53" fmla="*/ 296 h 297"/>
                <a:gd name="T54" fmla="*/ 126 w 512"/>
                <a:gd name="T55" fmla="*/ 293 h 297"/>
                <a:gd name="T56" fmla="*/ 112 w 512"/>
                <a:gd name="T57" fmla="*/ 288 h 297"/>
                <a:gd name="T58" fmla="*/ 100 w 512"/>
                <a:gd name="T59" fmla="*/ 281 h 297"/>
                <a:gd name="T60" fmla="*/ 87 w 512"/>
                <a:gd name="T61" fmla="*/ 275 h 297"/>
                <a:gd name="T62" fmla="*/ 73 w 512"/>
                <a:gd name="T63" fmla="*/ 269 h 297"/>
                <a:gd name="T64" fmla="*/ 57 w 512"/>
                <a:gd name="T65" fmla="*/ 262 h 297"/>
                <a:gd name="T66" fmla="*/ 0 w 512"/>
                <a:gd name="T67" fmla="*/ 212 h 297"/>
                <a:gd name="T68" fmla="*/ 3 w 512"/>
                <a:gd name="T69" fmla="*/ 211 h 297"/>
                <a:gd name="T70" fmla="*/ 14 w 512"/>
                <a:gd name="T71" fmla="*/ 209 h 297"/>
                <a:gd name="T72" fmla="*/ 29 w 512"/>
                <a:gd name="T73" fmla="*/ 205 h 297"/>
                <a:gd name="T74" fmla="*/ 49 w 512"/>
                <a:gd name="T75" fmla="*/ 198 h 297"/>
                <a:gd name="T76" fmla="*/ 72 w 512"/>
                <a:gd name="T77" fmla="*/ 188 h 297"/>
                <a:gd name="T78" fmla="*/ 99 w 512"/>
                <a:gd name="T79" fmla="*/ 175 h 297"/>
                <a:gd name="T80" fmla="*/ 125 w 512"/>
                <a:gd name="T81" fmla="*/ 157 h 297"/>
                <a:gd name="T82" fmla="*/ 140 w 512"/>
                <a:gd name="T83" fmla="*/ 146 h 297"/>
                <a:gd name="T84" fmla="*/ 157 w 512"/>
                <a:gd name="T85" fmla="*/ 137 h 297"/>
                <a:gd name="T86" fmla="*/ 175 w 512"/>
                <a:gd name="T87" fmla="*/ 127 h 297"/>
                <a:gd name="T88" fmla="*/ 192 w 512"/>
                <a:gd name="T89" fmla="*/ 119 h 297"/>
                <a:gd name="T90" fmla="*/ 206 w 512"/>
                <a:gd name="T91" fmla="*/ 110 h 297"/>
                <a:gd name="T92" fmla="*/ 217 w 512"/>
                <a:gd name="T93" fmla="*/ 104 h 297"/>
                <a:gd name="T94" fmla="*/ 232 w 512"/>
                <a:gd name="T95" fmla="*/ 95 h 297"/>
                <a:gd name="T96" fmla="*/ 244 w 512"/>
                <a:gd name="T97" fmla="*/ 90 h 297"/>
                <a:gd name="T98" fmla="*/ 256 w 512"/>
                <a:gd name="T99" fmla="*/ 87 h 297"/>
                <a:gd name="T100" fmla="*/ 267 w 512"/>
                <a:gd name="T101" fmla="*/ 85 h 297"/>
                <a:gd name="T102" fmla="*/ 277 w 512"/>
                <a:gd name="T103" fmla="*/ 82 h 297"/>
                <a:gd name="T104" fmla="*/ 288 w 512"/>
                <a:gd name="T105" fmla="*/ 78 h 297"/>
                <a:gd name="T106" fmla="*/ 298 w 512"/>
                <a:gd name="T107" fmla="*/ 73 h 297"/>
                <a:gd name="T108" fmla="*/ 310 w 512"/>
                <a:gd name="T109" fmla="*/ 66 h 297"/>
                <a:gd name="T110" fmla="*/ 324 w 512"/>
                <a:gd name="T111" fmla="*/ 55 h 297"/>
                <a:gd name="T112" fmla="*/ 335 w 512"/>
                <a:gd name="T113" fmla="*/ 47 h 297"/>
                <a:gd name="T114" fmla="*/ 347 w 512"/>
                <a:gd name="T115" fmla="*/ 38 h 297"/>
                <a:gd name="T116" fmla="*/ 359 w 512"/>
                <a:gd name="T117" fmla="*/ 27 h 297"/>
                <a:gd name="T118" fmla="*/ 374 w 512"/>
                <a:gd name="T119" fmla="*/ 14 h 297"/>
                <a:gd name="T120" fmla="*/ 388 w 512"/>
                <a:gd name="T121" fmla="*/ 5 h 297"/>
                <a:gd name="T122" fmla="*/ 400 w 512"/>
                <a:gd name="T123" fmla="*/ 0 h 297"/>
                <a:gd name="T124" fmla="*/ 409 w 512"/>
                <a:gd name="T125" fmla="*/ 0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12" h="297">
                  <a:moveTo>
                    <a:pt x="409" y="0"/>
                  </a:moveTo>
                  <a:lnTo>
                    <a:pt x="419" y="3"/>
                  </a:lnTo>
                  <a:lnTo>
                    <a:pt x="428" y="10"/>
                  </a:lnTo>
                  <a:lnTo>
                    <a:pt x="439" y="17"/>
                  </a:lnTo>
                  <a:lnTo>
                    <a:pt x="449" y="28"/>
                  </a:lnTo>
                  <a:lnTo>
                    <a:pt x="460" y="39"/>
                  </a:lnTo>
                  <a:lnTo>
                    <a:pt x="471" y="55"/>
                  </a:lnTo>
                  <a:lnTo>
                    <a:pt x="483" y="71"/>
                  </a:lnTo>
                  <a:lnTo>
                    <a:pt x="495" y="88"/>
                  </a:lnTo>
                  <a:lnTo>
                    <a:pt x="503" y="98"/>
                  </a:lnTo>
                  <a:lnTo>
                    <a:pt x="512" y="106"/>
                  </a:lnTo>
                  <a:lnTo>
                    <a:pt x="504" y="137"/>
                  </a:lnTo>
                  <a:lnTo>
                    <a:pt x="498" y="155"/>
                  </a:lnTo>
                  <a:lnTo>
                    <a:pt x="484" y="171"/>
                  </a:lnTo>
                  <a:lnTo>
                    <a:pt x="466" y="188"/>
                  </a:lnTo>
                  <a:lnTo>
                    <a:pt x="443" y="203"/>
                  </a:lnTo>
                  <a:lnTo>
                    <a:pt x="417" y="218"/>
                  </a:lnTo>
                  <a:lnTo>
                    <a:pt x="387" y="232"/>
                  </a:lnTo>
                  <a:lnTo>
                    <a:pt x="355" y="244"/>
                  </a:lnTo>
                  <a:lnTo>
                    <a:pt x="324" y="256"/>
                  </a:lnTo>
                  <a:lnTo>
                    <a:pt x="291" y="267"/>
                  </a:lnTo>
                  <a:lnTo>
                    <a:pt x="259" y="276"/>
                  </a:lnTo>
                  <a:lnTo>
                    <a:pt x="230" y="284"/>
                  </a:lnTo>
                  <a:lnTo>
                    <a:pt x="202" y="292"/>
                  </a:lnTo>
                  <a:lnTo>
                    <a:pt x="178" y="296"/>
                  </a:lnTo>
                  <a:lnTo>
                    <a:pt x="158" y="297"/>
                  </a:lnTo>
                  <a:lnTo>
                    <a:pt x="141" y="296"/>
                  </a:lnTo>
                  <a:lnTo>
                    <a:pt x="126" y="293"/>
                  </a:lnTo>
                  <a:lnTo>
                    <a:pt x="112" y="288"/>
                  </a:lnTo>
                  <a:lnTo>
                    <a:pt x="100" y="281"/>
                  </a:lnTo>
                  <a:lnTo>
                    <a:pt x="87" y="275"/>
                  </a:lnTo>
                  <a:lnTo>
                    <a:pt x="73" y="269"/>
                  </a:lnTo>
                  <a:lnTo>
                    <a:pt x="57" y="262"/>
                  </a:lnTo>
                  <a:lnTo>
                    <a:pt x="0" y="212"/>
                  </a:lnTo>
                  <a:lnTo>
                    <a:pt x="3" y="211"/>
                  </a:lnTo>
                  <a:lnTo>
                    <a:pt x="14" y="209"/>
                  </a:lnTo>
                  <a:lnTo>
                    <a:pt x="29" y="205"/>
                  </a:lnTo>
                  <a:lnTo>
                    <a:pt x="49" y="198"/>
                  </a:lnTo>
                  <a:lnTo>
                    <a:pt x="72" y="188"/>
                  </a:lnTo>
                  <a:lnTo>
                    <a:pt x="99" y="175"/>
                  </a:lnTo>
                  <a:lnTo>
                    <a:pt x="125" y="157"/>
                  </a:lnTo>
                  <a:lnTo>
                    <a:pt x="140" y="146"/>
                  </a:lnTo>
                  <a:lnTo>
                    <a:pt x="157" y="137"/>
                  </a:lnTo>
                  <a:lnTo>
                    <a:pt x="175" y="127"/>
                  </a:lnTo>
                  <a:lnTo>
                    <a:pt x="192" y="119"/>
                  </a:lnTo>
                  <a:lnTo>
                    <a:pt x="206" y="110"/>
                  </a:lnTo>
                  <a:lnTo>
                    <a:pt x="217" y="104"/>
                  </a:lnTo>
                  <a:lnTo>
                    <a:pt x="232" y="95"/>
                  </a:lnTo>
                  <a:lnTo>
                    <a:pt x="244" y="90"/>
                  </a:lnTo>
                  <a:lnTo>
                    <a:pt x="256" y="87"/>
                  </a:lnTo>
                  <a:lnTo>
                    <a:pt x="267" y="85"/>
                  </a:lnTo>
                  <a:lnTo>
                    <a:pt x="277" y="82"/>
                  </a:lnTo>
                  <a:lnTo>
                    <a:pt x="288" y="78"/>
                  </a:lnTo>
                  <a:lnTo>
                    <a:pt x="298" y="73"/>
                  </a:lnTo>
                  <a:lnTo>
                    <a:pt x="310" y="66"/>
                  </a:lnTo>
                  <a:lnTo>
                    <a:pt x="324" y="55"/>
                  </a:lnTo>
                  <a:lnTo>
                    <a:pt x="335" y="47"/>
                  </a:lnTo>
                  <a:lnTo>
                    <a:pt x="347" y="38"/>
                  </a:lnTo>
                  <a:lnTo>
                    <a:pt x="359" y="27"/>
                  </a:lnTo>
                  <a:lnTo>
                    <a:pt x="374" y="14"/>
                  </a:lnTo>
                  <a:lnTo>
                    <a:pt x="388" y="5"/>
                  </a:lnTo>
                  <a:lnTo>
                    <a:pt x="400" y="0"/>
                  </a:lnTo>
                  <a:lnTo>
                    <a:pt x="409" y="0"/>
                  </a:lnTo>
                  <a:close/>
                </a:path>
              </a:pathLst>
            </a:custGeom>
            <a:solidFill>
              <a:srgbClr val="CCCCC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70" name="Freeform 149">
              <a:extLst>
                <a:ext uri="{FF2B5EF4-FFF2-40B4-BE49-F238E27FC236}">
                  <a16:creationId xmlns:a16="http://schemas.microsoft.com/office/drawing/2014/main" id="{465C914F-0F84-455F-B4F9-B5ABDE792479}"/>
                </a:ext>
              </a:extLst>
            </p:cNvPr>
            <p:cNvSpPr>
              <a:spLocks/>
            </p:cNvSpPr>
            <p:nvPr/>
          </p:nvSpPr>
          <p:spPr bwMode="auto">
            <a:xfrm>
              <a:off x="2111861" y="4057453"/>
              <a:ext cx="134938" cy="76200"/>
            </a:xfrm>
            <a:custGeom>
              <a:avLst/>
              <a:gdLst>
                <a:gd name="T0" fmla="*/ 474 w 593"/>
                <a:gd name="T1" fmla="*/ 0 h 339"/>
                <a:gd name="T2" fmla="*/ 488 w 593"/>
                <a:gd name="T3" fmla="*/ 20 h 339"/>
                <a:gd name="T4" fmla="*/ 496 w 593"/>
                <a:gd name="T5" fmla="*/ 30 h 339"/>
                <a:gd name="T6" fmla="*/ 505 w 593"/>
                <a:gd name="T7" fmla="*/ 38 h 339"/>
                <a:gd name="T8" fmla="*/ 513 w 593"/>
                <a:gd name="T9" fmla="*/ 46 h 339"/>
                <a:gd name="T10" fmla="*/ 523 w 593"/>
                <a:gd name="T11" fmla="*/ 55 h 339"/>
                <a:gd name="T12" fmla="*/ 534 w 593"/>
                <a:gd name="T13" fmla="*/ 66 h 339"/>
                <a:gd name="T14" fmla="*/ 546 w 593"/>
                <a:gd name="T15" fmla="*/ 77 h 339"/>
                <a:gd name="T16" fmla="*/ 561 w 593"/>
                <a:gd name="T17" fmla="*/ 85 h 339"/>
                <a:gd name="T18" fmla="*/ 576 w 593"/>
                <a:gd name="T19" fmla="*/ 94 h 339"/>
                <a:gd name="T20" fmla="*/ 593 w 593"/>
                <a:gd name="T21" fmla="*/ 102 h 339"/>
                <a:gd name="T22" fmla="*/ 582 w 593"/>
                <a:gd name="T23" fmla="*/ 130 h 339"/>
                <a:gd name="T24" fmla="*/ 567 w 593"/>
                <a:gd name="T25" fmla="*/ 157 h 339"/>
                <a:gd name="T26" fmla="*/ 550 w 593"/>
                <a:gd name="T27" fmla="*/ 183 h 339"/>
                <a:gd name="T28" fmla="*/ 530 w 593"/>
                <a:gd name="T29" fmla="*/ 204 h 339"/>
                <a:gd name="T30" fmla="*/ 504 w 593"/>
                <a:gd name="T31" fmla="*/ 225 h 339"/>
                <a:gd name="T32" fmla="*/ 473 w 593"/>
                <a:gd name="T33" fmla="*/ 246 h 339"/>
                <a:gd name="T34" fmla="*/ 439 w 593"/>
                <a:gd name="T35" fmla="*/ 266 h 339"/>
                <a:gd name="T36" fmla="*/ 403 w 593"/>
                <a:gd name="T37" fmla="*/ 286 h 339"/>
                <a:gd name="T38" fmla="*/ 367 w 593"/>
                <a:gd name="T39" fmla="*/ 305 h 339"/>
                <a:gd name="T40" fmla="*/ 332 w 593"/>
                <a:gd name="T41" fmla="*/ 323 h 339"/>
                <a:gd name="T42" fmla="*/ 300 w 593"/>
                <a:gd name="T43" fmla="*/ 339 h 339"/>
                <a:gd name="T44" fmla="*/ 204 w 593"/>
                <a:gd name="T45" fmla="*/ 328 h 339"/>
                <a:gd name="T46" fmla="*/ 0 w 593"/>
                <a:gd name="T47" fmla="*/ 149 h 339"/>
                <a:gd name="T48" fmla="*/ 30 w 593"/>
                <a:gd name="T49" fmla="*/ 156 h 339"/>
                <a:gd name="T50" fmla="*/ 60 w 593"/>
                <a:gd name="T51" fmla="*/ 164 h 339"/>
                <a:gd name="T52" fmla="*/ 87 w 593"/>
                <a:gd name="T53" fmla="*/ 170 h 339"/>
                <a:gd name="T54" fmla="*/ 113 w 593"/>
                <a:gd name="T55" fmla="*/ 174 h 339"/>
                <a:gd name="T56" fmla="*/ 134 w 593"/>
                <a:gd name="T57" fmla="*/ 176 h 339"/>
                <a:gd name="T58" fmla="*/ 152 w 593"/>
                <a:gd name="T59" fmla="*/ 175 h 339"/>
                <a:gd name="T60" fmla="*/ 171 w 593"/>
                <a:gd name="T61" fmla="*/ 168 h 339"/>
                <a:gd name="T62" fmla="*/ 191 w 593"/>
                <a:gd name="T63" fmla="*/ 157 h 339"/>
                <a:gd name="T64" fmla="*/ 211 w 593"/>
                <a:gd name="T65" fmla="*/ 145 h 339"/>
                <a:gd name="T66" fmla="*/ 232 w 593"/>
                <a:gd name="T67" fmla="*/ 132 h 339"/>
                <a:gd name="T68" fmla="*/ 254 w 593"/>
                <a:gd name="T69" fmla="*/ 119 h 339"/>
                <a:gd name="T70" fmla="*/ 277 w 593"/>
                <a:gd name="T71" fmla="*/ 110 h 339"/>
                <a:gd name="T72" fmla="*/ 303 w 593"/>
                <a:gd name="T73" fmla="*/ 105 h 339"/>
                <a:gd name="T74" fmla="*/ 329 w 593"/>
                <a:gd name="T75" fmla="*/ 101 h 339"/>
                <a:gd name="T76" fmla="*/ 352 w 593"/>
                <a:gd name="T77" fmla="*/ 100 h 339"/>
                <a:gd name="T78" fmla="*/ 373 w 593"/>
                <a:gd name="T79" fmla="*/ 100 h 339"/>
                <a:gd name="T80" fmla="*/ 389 w 593"/>
                <a:gd name="T81" fmla="*/ 100 h 339"/>
                <a:gd name="T82" fmla="*/ 405 w 593"/>
                <a:gd name="T83" fmla="*/ 97 h 339"/>
                <a:gd name="T84" fmla="*/ 420 w 593"/>
                <a:gd name="T85" fmla="*/ 93 h 339"/>
                <a:gd name="T86" fmla="*/ 434 w 593"/>
                <a:gd name="T87" fmla="*/ 83 h 339"/>
                <a:gd name="T88" fmla="*/ 443 w 593"/>
                <a:gd name="T89" fmla="*/ 73 h 339"/>
                <a:gd name="T90" fmla="*/ 452 w 593"/>
                <a:gd name="T91" fmla="*/ 58 h 339"/>
                <a:gd name="T92" fmla="*/ 460 w 593"/>
                <a:gd name="T93" fmla="*/ 40 h 339"/>
                <a:gd name="T94" fmla="*/ 468 w 593"/>
                <a:gd name="T95" fmla="*/ 20 h 339"/>
                <a:gd name="T96" fmla="*/ 474 w 593"/>
                <a:gd name="T97"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93" h="339">
                  <a:moveTo>
                    <a:pt x="474" y="0"/>
                  </a:moveTo>
                  <a:lnTo>
                    <a:pt x="488" y="20"/>
                  </a:lnTo>
                  <a:lnTo>
                    <a:pt x="496" y="30"/>
                  </a:lnTo>
                  <a:lnTo>
                    <a:pt x="505" y="38"/>
                  </a:lnTo>
                  <a:lnTo>
                    <a:pt x="513" y="46"/>
                  </a:lnTo>
                  <a:lnTo>
                    <a:pt x="523" y="55"/>
                  </a:lnTo>
                  <a:lnTo>
                    <a:pt x="534" y="66"/>
                  </a:lnTo>
                  <a:lnTo>
                    <a:pt x="546" y="77"/>
                  </a:lnTo>
                  <a:lnTo>
                    <a:pt x="561" y="85"/>
                  </a:lnTo>
                  <a:lnTo>
                    <a:pt x="576" y="94"/>
                  </a:lnTo>
                  <a:lnTo>
                    <a:pt x="593" y="102"/>
                  </a:lnTo>
                  <a:lnTo>
                    <a:pt x="582" y="130"/>
                  </a:lnTo>
                  <a:lnTo>
                    <a:pt x="567" y="157"/>
                  </a:lnTo>
                  <a:lnTo>
                    <a:pt x="550" y="183"/>
                  </a:lnTo>
                  <a:lnTo>
                    <a:pt x="530" y="204"/>
                  </a:lnTo>
                  <a:lnTo>
                    <a:pt x="504" y="225"/>
                  </a:lnTo>
                  <a:lnTo>
                    <a:pt x="473" y="246"/>
                  </a:lnTo>
                  <a:lnTo>
                    <a:pt x="439" y="266"/>
                  </a:lnTo>
                  <a:lnTo>
                    <a:pt x="403" y="286"/>
                  </a:lnTo>
                  <a:lnTo>
                    <a:pt x="367" y="305"/>
                  </a:lnTo>
                  <a:lnTo>
                    <a:pt x="332" y="323"/>
                  </a:lnTo>
                  <a:lnTo>
                    <a:pt x="300" y="339"/>
                  </a:lnTo>
                  <a:lnTo>
                    <a:pt x="204" y="328"/>
                  </a:lnTo>
                  <a:lnTo>
                    <a:pt x="0" y="149"/>
                  </a:lnTo>
                  <a:lnTo>
                    <a:pt x="30" y="156"/>
                  </a:lnTo>
                  <a:lnTo>
                    <a:pt x="60" y="164"/>
                  </a:lnTo>
                  <a:lnTo>
                    <a:pt x="87" y="170"/>
                  </a:lnTo>
                  <a:lnTo>
                    <a:pt x="113" y="174"/>
                  </a:lnTo>
                  <a:lnTo>
                    <a:pt x="134" y="176"/>
                  </a:lnTo>
                  <a:lnTo>
                    <a:pt x="152" y="175"/>
                  </a:lnTo>
                  <a:lnTo>
                    <a:pt x="171" y="168"/>
                  </a:lnTo>
                  <a:lnTo>
                    <a:pt x="191" y="157"/>
                  </a:lnTo>
                  <a:lnTo>
                    <a:pt x="211" y="145"/>
                  </a:lnTo>
                  <a:lnTo>
                    <a:pt x="232" y="132"/>
                  </a:lnTo>
                  <a:lnTo>
                    <a:pt x="254" y="119"/>
                  </a:lnTo>
                  <a:lnTo>
                    <a:pt x="277" y="110"/>
                  </a:lnTo>
                  <a:lnTo>
                    <a:pt x="303" y="105"/>
                  </a:lnTo>
                  <a:lnTo>
                    <a:pt x="329" y="101"/>
                  </a:lnTo>
                  <a:lnTo>
                    <a:pt x="352" y="100"/>
                  </a:lnTo>
                  <a:lnTo>
                    <a:pt x="373" y="100"/>
                  </a:lnTo>
                  <a:lnTo>
                    <a:pt x="389" y="100"/>
                  </a:lnTo>
                  <a:lnTo>
                    <a:pt x="405" y="97"/>
                  </a:lnTo>
                  <a:lnTo>
                    <a:pt x="420" y="93"/>
                  </a:lnTo>
                  <a:lnTo>
                    <a:pt x="434" y="83"/>
                  </a:lnTo>
                  <a:lnTo>
                    <a:pt x="443" y="73"/>
                  </a:lnTo>
                  <a:lnTo>
                    <a:pt x="452" y="58"/>
                  </a:lnTo>
                  <a:lnTo>
                    <a:pt x="460" y="40"/>
                  </a:lnTo>
                  <a:lnTo>
                    <a:pt x="468" y="20"/>
                  </a:lnTo>
                  <a:lnTo>
                    <a:pt x="474" y="0"/>
                  </a:lnTo>
                  <a:close/>
                </a:path>
              </a:pathLst>
            </a:custGeom>
            <a:solidFill>
              <a:srgbClr val="D76C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71" name="Freeform 150">
              <a:extLst>
                <a:ext uri="{FF2B5EF4-FFF2-40B4-BE49-F238E27FC236}">
                  <a16:creationId xmlns:a16="http://schemas.microsoft.com/office/drawing/2014/main" id="{7684DC9B-D2FA-4AD1-936B-760B7FC3C53C}"/>
                </a:ext>
              </a:extLst>
            </p:cNvPr>
            <p:cNvSpPr>
              <a:spLocks/>
            </p:cNvSpPr>
            <p:nvPr/>
          </p:nvSpPr>
          <p:spPr bwMode="auto">
            <a:xfrm>
              <a:off x="1986448" y="4044753"/>
              <a:ext cx="174625" cy="66675"/>
            </a:xfrm>
            <a:custGeom>
              <a:avLst/>
              <a:gdLst>
                <a:gd name="T0" fmla="*/ 248 w 768"/>
                <a:gd name="T1" fmla="*/ 2 h 293"/>
                <a:gd name="T2" fmla="*/ 266 w 768"/>
                <a:gd name="T3" fmla="*/ 9 h 293"/>
                <a:gd name="T4" fmla="*/ 284 w 768"/>
                <a:gd name="T5" fmla="*/ 19 h 293"/>
                <a:gd name="T6" fmla="*/ 309 w 768"/>
                <a:gd name="T7" fmla="*/ 36 h 293"/>
                <a:gd name="T8" fmla="*/ 343 w 768"/>
                <a:gd name="T9" fmla="*/ 62 h 293"/>
                <a:gd name="T10" fmla="*/ 393 w 768"/>
                <a:gd name="T11" fmla="*/ 98 h 293"/>
                <a:gd name="T12" fmla="*/ 406 w 768"/>
                <a:gd name="T13" fmla="*/ 104 h 293"/>
                <a:gd name="T14" fmla="*/ 417 w 768"/>
                <a:gd name="T15" fmla="*/ 104 h 293"/>
                <a:gd name="T16" fmla="*/ 432 w 768"/>
                <a:gd name="T17" fmla="*/ 102 h 293"/>
                <a:gd name="T18" fmla="*/ 454 w 768"/>
                <a:gd name="T19" fmla="*/ 105 h 293"/>
                <a:gd name="T20" fmla="*/ 489 w 768"/>
                <a:gd name="T21" fmla="*/ 116 h 293"/>
                <a:gd name="T22" fmla="*/ 505 w 768"/>
                <a:gd name="T23" fmla="*/ 126 h 293"/>
                <a:gd name="T24" fmla="*/ 536 w 768"/>
                <a:gd name="T25" fmla="*/ 143 h 293"/>
                <a:gd name="T26" fmla="*/ 574 w 768"/>
                <a:gd name="T27" fmla="*/ 165 h 293"/>
                <a:gd name="T28" fmla="*/ 616 w 768"/>
                <a:gd name="T29" fmla="*/ 190 h 293"/>
                <a:gd name="T30" fmla="*/ 656 w 768"/>
                <a:gd name="T31" fmla="*/ 213 h 293"/>
                <a:gd name="T32" fmla="*/ 691 w 768"/>
                <a:gd name="T33" fmla="*/ 234 h 293"/>
                <a:gd name="T34" fmla="*/ 714 w 768"/>
                <a:gd name="T35" fmla="*/ 246 h 293"/>
                <a:gd name="T36" fmla="*/ 768 w 768"/>
                <a:gd name="T37" fmla="*/ 272 h 293"/>
                <a:gd name="T38" fmla="*/ 726 w 768"/>
                <a:gd name="T39" fmla="*/ 281 h 293"/>
                <a:gd name="T40" fmla="*/ 691 w 768"/>
                <a:gd name="T41" fmla="*/ 282 h 293"/>
                <a:gd name="T42" fmla="*/ 664 w 768"/>
                <a:gd name="T43" fmla="*/ 275 h 293"/>
                <a:gd name="T44" fmla="*/ 640 w 768"/>
                <a:gd name="T45" fmla="*/ 263 h 293"/>
                <a:gd name="T46" fmla="*/ 615 w 768"/>
                <a:gd name="T47" fmla="*/ 252 h 293"/>
                <a:gd name="T48" fmla="*/ 582 w 768"/>
                <a:gd name="T49" fmla="*/ 242 h 293"/>
                <a:gd name="T50" fmla="*/ 539 w 768"/>
                <a:gd name="T51" fmla="*/ 239 h 293"/>
                <a:gd name="T52" fmla="*/ 439 w 768"/>
                <a:gd name="T53" fmla="*/ 247 h 293"/>
                <a:gd name="T54" fmla="*/ 334 w 768"/>
                <a:gd name="T55" fmla="*/ 264 h 293"/>
                <a:gd name="T56" fmla="*/ 234 w 768"/>
                <a:gd name="T57" fmla="*/ 283 h 293"/>
                <a:gd name="T58" fmla="*/ 164 w 768"/>
                <a:gd name="T59" fmla="*/ 293 h 293"/>
                <a:gd name="T60" fmla="*/ 108 w 768"/>
                <a:gd name="T61" fmla="*/ 286 h 293"/>
                <a:gd name="T62" fmla="*/ 52 w 768"/>
                <a:gd name="T63" fmla="*/ 268 h 293"/>
                <a:gd name="T64" fmla="*/ 0 w 768"/>
                <a:gd name="T65" fmla="*/ 246 h 293"/>
                <a:gd name="T66" fmla="*/ 20 w 768"/>
                <a:gd name="T67" fmla="*/ 225 h 293"/>
                <a:gd name="T68" fmla="*/ 39 w 768"/>
                <a:gd name="T69" fmla="*/ 203 h 293"/>
                <a:gd name="T70" fmla="*/ 60 w 768"/>
                <a:gd name="T71" fmla="*/ 178 h 293"/>
                <a:gd name="T72" fmla="*/ 90 w 768"/>
                <a:gd name="T73" fmla="*/ 145 h 293"/>
                <a:gd name="T74" fmla="*/ 131 w 768"/>
                <a:gd name="T75" fmla="*/ 97 h 293"/>
                <a:gd name="T76" fmla="*/ 166 w 768"/>
                <a:gd name="T77" fmla="*/ 54 h 293"/>
                <a:gd name="T78" fmla="*/ 192 w 768"/>
                <a:gd name="T79" fmla="*/ 22 h 293"/>
                <a:gd name="T80" fmla="*/ 215 w 768"/>
                <a:gd name="T81" fmla="*/ 4 h 293"/>
                <a:gd name="T82" fmla="*/ 238 w 768"/>
                <a:gd name="T83"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68" h="293">
                  <a:moveTo>
                    <a:pt x="238" y="0"/>
                  </a:moveTo>
                  <a:lnTo>
                    <a:pt x="248" y="2"/>
                  </a:lnTo>
                  <a:lnTo>
                    <a:pt x="257" y="5"/>
                  </a:lnTo>
                  <a:lnTo>
                    <a:pt x="266" y="9"/>
                  </a:lnTo>
                  <a:lnTo>
                    <a:pt x="275" y="13"/>
                  </a:lnTo>
                  <a:lnTo>
                    <a:pt x="284" y="19"/>
                  </a:lnTo>
                  <a:lnTo>
                    <a:pt x="296" y="27"/>
                  </a:lnTo>
                  <a:lnTo>
                    <a:pt x="309" y="36"/>
                  </a:lnTo>
                  <a:lnTo>
                    <a:pt x="324" y="48"/>
                  </a:lnTo>
                  <a:lnTo>
                    <a:pt x="343" y="62"/>
                  </a:lnTo>
                  <a:lnTo>
                    <a:pt x="366" y="78"/>
                  </a:lnTo>
                  <a:lnTo>
                    <a:pt x="393" y="98"/>
                  </a:lnTo>
                  <a:lnTo>
                    <a:pt x="399" y="103"/>
                  </a:lnTo>
                  <a:lnTo>
                    <a:pt x="406" y="104"/>
                  </a:lnTo>
                  <a:lnTo>
                    <a:pt x="411" y="104"/>
                  </a:lnTo>
                  <a:lnTo>
                    <a:pt x="417" y="104"/>
                  </a:lnTo>
                  <a:lnTo>
                    <a:pt x="424" y="103"/>
                  </a:lnTo>
                  <a:lnTo>
                    <a:pt x="432" y="102"/>
                  </a:lnTo>
                  <a:lnTo>
                    <a:pt x="443" y="103"/>
                  </a:lnTo>
                  <a:lnTo>
                    <a:pt x="454" y="105"/>
                  </a:lnTo>
                  <a:lnTo>
                    <a:pt x="470" y="109"/>
                  </a:lnTo>
                  <a:lnTo>
                    <a:pt x="489" y="116"/>
                  </a:lnTo>
                  <a:lnTo>
                    <a:pt x="496" y="119"/>
                  </a:lnTo>
                  <a:lnTo>
                    <a:pt x="505" y="126"/>
                  </a:lnTo>
                  <a:lnTo>
                    <a:pt x="519" y="133"/>
                  </a:lnTo>
                  <a:lnTo>
                    <a:pt x="536" y="143"/>
                  </a:lnTo>
                  <a:lnTo>
                    <a:pt x="554" y="153"/>
                  </a:lnTo>
                  <a:lnTo>
                    <a:pt x="574" y="165"/>
                  </a:lnTo>
                  <a:lnTo>
                    <a:pt x="595" y="178"/>
                  </a:lnTo>
                  <a:lnTo>
                    <a:pt x="616" y="190"/>
                  </a:lnTo>
                  <a:lnTo>
                    <a:pt x="636" y="202"/>
                  </a:lnTo>
                  <a:lnTo>
                    <a:pt x="656" y="213"/>
                  </a:lnTo>
                  <a:lnTo>
                    <a:pt x="675" y="224"/>
                  </a:lnTo>
                  <a:lnTo>
                    <a:pt x="691" y="234"/>
                  </a:lnTo>
                  <a:lnTo>
                    <a:pt x="705" y="241"/>
                  </a:lnTo>
                  <a:lnTo>
                    <a:pt x="714" y="246"/>
                  </a:lnTo>
                  <a:lnTo>
                    <a:pt x="721" y="249"/>
                  </a:lnTo>
                  <a:lnTo>
                    <a:pt x="768" y="272"/>
                  </a:lnTo>
                  <a:lnTo>
                    <a:pt x="749" y="277"/>
                  </a:lnTo>
                  <a:lnTo>
                    <a:pt x="726" y="281"/>
                  </a:lnTo>
                  <a:lnTo>
                    <a:pt x="707" y="282"/>
                  </a:lnTo>
                  <a:lnTo>
                    <a:pt x="691" y="282"/>
                  </a:lnTo>
                  <a:lnTo>
                    <a:pt x="676" y="279"/>
                  </a:lnTo>
                  <a:lnTo>
                    <a:pt x="664" y="275"/>
                  </a:lnTo>
                  <a:lnTo>
                    <a:pt x="652" y="269"/>
                  </a:lnTo>
                  <a:lnTo>
                    <a:pt x="640" y="263"/>
                  </a:lnTo>
                  <a:lnTo>
                    <a:pt x="628" y="257"/>
                  </a:lnTo>
                  <a:lnTo>
                    <a:pt x="615" y="252"/>
                  </a:lnTo>
                  <a:lnTo>
                    <a:pt x="600" y="246"/>
                  </a:lnTo>
                  <a:lnTo>
                    <a:pt x="582" y="242"/>
                  </a:lnTo>
                  <a:lnTo>
                    <a:pt x="562" y="239"/>
                  </a:lnTo>
                  <a:lnTo>
                    <a:pt x="539" y="239"/>
                  </a:lnTo>
                  <a:lnTo>
                    <a:pt x="490" y="242"/>
                  </a:lnTo>
                  <a:lnTo>
                    <a:pt x="439" y="247"/>
                  </a:lnTo>
                  <a:lnTo>
                    <a:pt x="386" y="255"/>
                  </a:lnTo>
                  <a:lnTo>
                    <a:pt x="334" y="264"/>
                  </a:lnTo>
                  <a:lnTo>
                    <a:pt x="282" y="274"/>
                  </a:lnTo>
                  <a:lnTo>
                    <a:pt x="234" y="283"/>
                  </a:lnTo>
                  <a:lnTo>
                    <a:pt x="189" y="291"/>
                  </a:lnTo>
                  <a:lnTo>
                    <a:pt x="164" y="293"/>
                  </a:lnTo>
                  <a:lnTo>
                    <a:pt x="136" y="292"/>
                  </a:lnTo>
                  <a:lnTo>
                    <a:pt x="108" y="286"/>
                  </a:lnTo>
                  <a:lnTo>
                    <a:pt x="79" y="278"/>
                  </a:lnTo>
                  <a:lnTo>
                    <a:pt x="52" y="268"/>
                  </a:lnTo>
                  <a:lnTo>
                    <a:pt x="25" y="258"/>
                  </a:lnTo>
                  <a:lnTo>
                    <a:pt x="0" y="246"/>
                  </a:lnTo>
                  <a:lnTo>
                    <a:pt x="11" y="236"/>
                  </a:lnTo>
                  <a:lnTo>
                    <a:pt x="20" y="225"/>
                  </a:lnTo>
                  <a:lnTo>
                    <a:pt x="30" y="215"/>
                  </a:lnTo>
                  <a:lnTo>
                    <a:pt x="39" y="203"/>
                  </a:lnTo>
                  <a:lnTo>
                    <a:pt x="50" y="191"/>
                  </a:lnTo>
                  <a:lnTo>
                    <a:pt x="60" y="178"/>
                  </a:lnTo>
                  <a:lnTo>
                    <a:pt x="74" y="163"/>
                  </a:lnTo>
                  <a:lnTo>
                    <a:pt x="90" y="145"/>
                  </a:lnTo>
                  <a:lnTo>
                    <a:pt x="108" y="124"/>
                  </a:lnTo>
                  <a:lnTo>
                    <a:pt x="131" y="97"/>
                  </a:lnTo>
                  <a:lnTo>
                    <a:pt x="150" y="74"/>
                  </a:lnTo>
                  <a:lnTo>
                    <a:pt x="166" y="54"/>
                  </a:lnTo>
                  <a:lnTo>
                    <a:pt x="181" y="36"/>
                  </a:lnTo>
                  <a:lnTo>
                    <a:pt x="192" y="22"/>
                  </a:lnTo>
                  <a:lnTo>
                    <a:pt x="204" y="12"/>
                  </a:lnTo>
                  <a:lnTo>
                    <a:pt x="215" y="4"/>
                  </a:lnTo>
                  <a:lnTo>
                    <a:pt x="226" y="0"/>
                  </a:lnTo>
                  <a:lnTo>
                    <a:pt x="238" y="0"/>
                  </a:lnTo>
                  <a:close/>
                </a:path>
              </a:pathLst>
            </a:custGeom>
            <a:solidFill>
              <a:srgbClr val="CCCCC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72" name="Freeform 151">
              <a:extLst>
                <a:ext uri="{FF2B5EF4-FFF2-40B4-BE49-F238E27FC236}">
                  <a16:creationId xmlns:a16="http://schemas.microsoft.com/office/drawing/2014/main" id="{3FD9ADAB-62C7-472C-AB3B-0D77300D99A1}"/>
                </a:ext>
              </a:extLst>
            </p:cNvPr>
            <p:cNvSpPr>
              <a:spLocks/>
            </p:cNvSpPr>
            <p:nvPr/>
          </p:nvSpPr>
          <p:spPr bwMode="auto">
            <a:xfrm>
              <a:off x="2067411" y="4033641"/>
              <a:ext cx="125413" cy="53975"/>
            </a:xfrm>
            <a:custGeom>
              <a:avLst/>
              <a:gdLst>
                <a:gd name="T0" fmla="*/ 553 w 553"/>
                <a:gd name="T1" fmla="*/ 62 h 236"/>
                <a:gd name="T2" fmla="*/ 529 w 553"/>
                <a:gd name="T3" fmla="*/ 82 h 236"/>
                <a:gd name="T4" fmla="*/ 504 w 553"/>
                <a:gd name="T5" fmla="*/ 101 h 236"/>
                <a:gd name="T6" fmla="*/ 482 w 553"/>
                <a:gd name="T7" fmla="*/ 115 h 236"/>
                <a:gd name="T8" fmla="*/ 464 w 553"/>
                <a:gd name="T9" fmla="*/ 121 h 236"/>
                <a:gd name="T10" fmla="*/ 444 w 553"/>
                <a:gd name="T11" fmla="*/ 127 h 236"/>
                <a:gd name="T12" fmla="*/ 416 w 553"/>
                <a:gd name="T13" fmla="*/ 142 h 236"/>
                <a:gd name="T14" fmla="*/ 392 w 553"/>
                <a:gd name="T15" fmla="*/ 157 h 236"/>
                <a:gd name="T16" fmla="*/ 358 w 553"/>
                <a:gd name="T17" fmla="*/ 177 h 236"/>
                <a:gd name="T18" fmla="*/ 327 w 553"/>
                <a:gd name="T19" fmla="*/ 197 h 236"/>
                <a:gd name="T20" fmla="*/ 279 w 553"/>
                <a:gd name="T21" fmla="*/ 225 h 236"/>
                <a:gd name="T22" fmla="*/ 237 w 553"/>
                <a:gd name="T23" fmla="*/ 224 h 236"/>
                <a:gd name="T24" fmla="*/ 197 w 553"/>
                <a:gd name="T25" fmla="*/ 201 h 236"/>
                <a:gd name="T26" fmla="*/ 165 w 553"/>
                <a:gd name="T27" fmla="*/ 182 h 236"/>
                <a:gd name="T28" fmla="*/ 142 w 553"/>
                <a:gd name="T29" fmla="*/ 169 h 236"/>
                <a:gd name="T30" fmla="*/ 117 w 553"/>
                <a:gd name="T31" fmla="*/ 159 h 236"/>
                <a:gd name="T32" fmla="*/ 90 w 553"/>
                <a:gd name="T33" fmla="*/ 153 h 236"/>
                <a:gd name="T34" fmla="*/ 71 w 553"/>
                <a:gd name="T35" fmla="*/ 153 h 236"/>
                <a:gd name="T36" fmla="*/ 58 w 553"/>
                <a:gd name="T37" fmla="*/ 154 h 236"/>
                <a:gd name="T38" fmla="*/ 46 w 553"/>
                <a:gd name="T39" fmla="*/ 153 h 236"/>
                <a:gd name="T40" fmla="*/ 23 w 553"/>
                <a:gd name="T41" fmla="*/ 137 h 236"/>
                <a:gd name="T42" fmla="*/ 4 w 553"/>
                <a:gd name="T43" fmla="*/ 122 h 236"/>
                <a:gd name="T44" fmla="*/ 3 w 553"/>
                <a:gd name="T45" fmla="*/ 109 h 236"/>
                <a:gd name="T46" fmla="*/ 16 w 553"/>
                <a:gd name="T47" fmla="*/ 93 h 236"/>
                <a:gd name="T48" fmla="*/ 38 w 553"/>
                <a:gd name="T49" fmla="*/ 84 h 236"/>
                <a:gd name="T50" fmla="*/ 79 w 553"/>
                <a:gd name="T51" fmla="*/ 73 h 236"/>
                <a:gd name="T52" fmla="*/ 134 w 553"/>
                <a:gd name="T53" fmla="*/ 61 h 236"/>
                <a:gd name="T54" fmla="*/ 197 w 553"/>
                <a:gd name="T55" fmla="*/ 48 h 236"/>
                <a:gd name="T56" fmla="*/ 263 w 553"/>
                <a:gd name="T57" fmla="*/ 35 h 236"/>
                <a:gd name="T58" fmla="*/ 326 w 553"/>
                <a:gd name="T59" fmla="*/ 23 h 236"/>
                <a:gd name="T60" fmla="*/ 381 w 553"/>
                <a:gd name="T61" fmla="*/ 13 h 236"/>
                <a:gd name="T62" fmla="*/ 424 w 553"/>
                <a:gd name="T63" fmla="*/ 6 h 236"/>
                <a:gd name="T64" fmla="*/ 448 w 553"/>
                <a:gd name="T65" fmla="*/ 2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53" h="236">
                  <a:moveTo>
                    <a:pt x="451" y="0"/>
                  </a:moveTo>
                  <a:lnTo>
                    <a:pt x="553" y="62"/>
                  </a:lnTo>
                  <a:lnTo>
                    <a:pt x="541" y="73"/>
                  </a:lnTo>
                  <a:lnTo>
                    <a:pt x="529" y="82"/>
                  </a:lnTo>
                  <a:lnTo>
                    <a:pt x="518" y="90"/>
                  </a:lnTo>
                  <a:lnTo>
                    <a:pt x="504" y="101"/>
                  </a:lnTo>
                  <a:lnTo>
                    <a:pt x="492" y="109"/>
                  </a:lnTo>
                  <a:lnTo>
                    <a:pt x="482" y="115"/>
                  </a:lnTo>
                  <a:lnTo>
                    <a:pt x="472" y="118"/>
                  </a:lnTo>
                  <a:lnTo>
                    <a:pt x="464" y="121"/>
                  </a:lnTo>
                  <a:lnTo>
                    <a:pt x="454" y="124"/>
                  </a:lnTo>
                  <a:lnTo>
                    <a:pt x="444" y="127"/>
                  </a:lnTo>
                  <a:lnTo>
                    <a:pt x="431" y="134"/>
                  </a:lnTo>
                  <a:lnTo>
                    <a:pt x="416" y="142"/>
                  </a:lnTo>
                  <a:lnTo>
                    <a:pt x="406" y="148"/>
                  </a:lnTo>
                  <a:lnTo>
                    <a:pt x="392" y="157"/>
                  </a:lnTo>
                  <a:lnTo>
                    <a:pt x="376" y="166"/>
                  </a:lnTo>
                  <a:lnTo>
                    <a:pt x="358" y="177"/>
                  </a:lnTo>
                  <a:lnTo>
                    <a:pt x="342" y="186"/>
                  </a:lnTo>
                  <a:lnTo>
                    <a:pt x="327" y="197"/>
                  </a:lnTo>
                  <a:lnTo>
                    <a:pt x="304" y="213"/>
                  </a:lnTo>
                  <a:lnTo>
                    <a:pt x="279" y="225"/>
                  </a:lnTo>
                  <a:lnTo>
                    <a:pt x="257" y="236"/>
                  </a:lnTo>
                  <a:lnTo>
                    <a:pt x="237" y="224"/>
                  </a:lnTo>
                  <a:lnTo>
                    <a:pt x="217" y="213"/>
                  </a:lnTo>
                  <a:lnTo>
                    <a:pt x="197" y="201"/>
                  </a:lnTo>
                  <a:lnTo>
                    <a:pt x="180" y="192"/>
                  </a:lnTo>
                  <a:lnTo>
                    <a:pt x="165" y="182"/>
                  </a:lnTo>
                  <a:lnTo>
                    <a:pt x="152" y="175"/>
                  </a:lnTo>
                  <a:lnTo>
                    <a:pt x="142" y="169"/>
                  </a:lnTo>
                  <a:lnTo>
                    <a:pt x="136" y="166"/>
                  </a:lnTo>
                  <a:lnTo>
                    <a:pt x="117" y="159"/>
                  </a:lnTo>
                  <a:lnTo>
                    <a:pt x="101" y="155"/>
                  </a:lnTo>
                  <a:lnTo>
                    <a:pt x="90" y="153"/>
                  </a:lnTo>
                  <a:lnTo>
                    <a:pt x="79" y="152"/>
                  </a:lnTo>
                  <a:lnTo>
                    <a:pt x="71" y="153"/>
                  </a:lnTo>
                  <a:lnTo>
                    <a:pt x="64" y="154"/>
                  </a:lnTo>
                  <a:lnTo>
                    <a:pt x="58" y="154"/>
                  </a:lnTo>
                  <a:lnTo>
                    <a:pt x="53" y="154"/>
                  </a:lnTo>
                  <a:lnTo>
                    <a:pt x="46" y="153"/>
                  </a:lnTo>
                  <a:lnTo>
                    <a:pt x="40" y="148"/>
                  </a:lnTo>
                  <a:lnTo>
                    <a:pt x="23" y="137"/>
                  </a:lnTo>
                  <a:lnTo>
                    <a:pt x="8" y="125"/>
                  </a:lnTo>
                  <a:lnTo>
                    <a:pt x="4" y="122"/>
                  </a:lnTo>
                  <a:lnTo>
                    <a:pt x="0" y="119"/>
                  </a:lnTo>
                  <a:lnTo>
                    <a:pt x="3" y="109"/>
                  </a:lnTo>
                  <a:lnTo>
                    <a:pt x="7" y="101"/>
                  </a:lnTo>
                  <a:lnTo>
                    <a:pt x="16" y="93"/>
                  </a:lnTo>
                  <a:lnTo>
                    <a:pt x="24" y="89"/>
                  </a:lnTo>
                  <a:lnTo>
                    <a:pt x="38" y="84"/>
                  </a:lnTo>
                  <a:lnTo>
                    <a:pt x="57" y="79"/>
                  </a:lnTo>
                  <a:lnTo>
                    <a:pt x="79" y="73"/>
                  </a:lnTo>
                  <a:lnTo>
                    <a:pt x="106" y="67"/>
                  </a:lnTo>
                  <a:lnTo>
                    <a:pt x="134" y="61"/>
                  </a:lnTo>
                  <a:lnTo>
                    <a:pt x="166" y="54"/>
                  </a:lnTo>
                  <a:lnTo>
                    <a:pt x="197" y="48"/>
                  </a:lnTo>
                  <a:lnTo>
                    <a:pt x="230" y="42"/>
                  </a:lnTo>
                  <a:lnTo>
                    <a:pt x="263" y="35"/>
                  </a:lnTo>
                  <a:lnTo>
                    <a:pt x="296" y="29"/>
                  </a:lnTo>
                  <a:lnTo>
                    <a:pt x="326" y="23"/>
                  </a:lnTo>
                  <a:lnTo>
                    <a:pt x="355" y="17"/>
                  </a:lnTo>
                  <a:lnTo>
                    <a:pt x="381" y="13"/>
                  </a:lnTo>
                  <a:lnTo>
                    <a:pt x="405" y="9"/>
                  </a:lnTo>
                  <a:lnTo>
                    <a:pt x="424" y="6"/>
                  </a:lnTo>
                  <a:lnTo>
                    <a:pt x="438" y="3"/>
                  </a:lnTo>
                  <a:lnTo>
                    <a:pt x="448" y="2"/>
                  </a:lnTo>
                  <a:lnTo>
                    <a:pt x="451" y="0"/>
                  </a:lnTo>
                  <a:close/>
                </a:path>
              </a:pathLst>
            </a:custGeom>
            <a:solidFill>
              <a:srgbClr val="EFEF4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73" name="Freeform 152">
              <a:extLst>
                <a:ext uri="{FF2B5EF4-FFF2-40B4-BE49-F238E27FC236}">
                  <a16:creationId xmlns:a16="http://schemas.microsoft.com/office/drawing/2014/main" id="{93241D95-A81F-4DCA-90A9-6E647D5299D6}"/>
                </a:ext>
              </a:extLst>
            </p:cNvPr>
            <p:cNvSpPr>
              <a:spLocks/>
            </p:cNvSpPr>
            <p:nvPr/>
          </p:nvSpPr>
          <p:spPr bwMode="auto">
            <a:xfrm>
              <a:off x="1978511" y="4087616"/>
              <a:ext cx="222250" cy="57150"/>
            </a:xfrm>
            <a:custGeom>
              <a:avLst/>
              <a:gdLst>
                <a:gd name="T0" fmla="*/ 97 w 983"/>
                <a:gd name="T1" fmla="*/ 2 h 252"/>
                <a:gd name="T2" fmla="*/ 103 w 983"/>
                <a:gd name="T3" fmla="*/ 5 h 252"/>
                <a:gd name="T4" fmla="*/ 105 w 983"/>
                <a:gd name="T5" fmla="*/ 7 h 252"/>
                <a:gd name="T6" fmla="*/ 110 w 983"/>
                <a:gd name="T7" fmla="*/ 14 h 252"/>
                <a:gd name="T8" fmla="*/ 127 w 983"/>
                <a:gd name="T9" fmla="*/ 28 h 252"/>
                <a:gd name="T10" fmla="*/ 153 w 983"/>
                <a:gd name="T11" fmla="*/ 44 h 252"/>
                <a:gd name="T12" fmla="*/ 190 w 983"/>
                <a:gd name="T13" fmla="*/ 56 h 252"/>
                <a:gd name="T14" fmla="*/ 236 w 983"/>
                <a:gd name="T15" fmla="*/ 54 h 252"/>
                <a:gd name="T16" fmla="*/ 311 w 983"/>
                <a:gd name="T17" fmla="*/ 34 h 252"/>
                <a:gd name="T18" fmla="*/ 388 w 983"/>
                <a:gd name="T19" fmla="*/ 13 h 252"/>
                <a:gd name="T20" fmla="*/ 464 w 983"/>
                <a:gd name="T21" fmla="*/ 0 h 252"/>
                <a:gd name="T22" fmla="*/ 537 w 983"/>
                <a:gd name="T23" fmla="*/ 6 h 252"/>
                <a:gd name="T24" fmla="*/ 606 w 983"/>
                <a:gd name="T25" fmla="*/ 20 h 252"/>
                <a:gd name="T26" fmla="*/ 671 w 983"/>
                <a:gd name="T27" fmla="*/ 36 h 252"/>
                <a:gd name="T28" fmla="*/ 722 w 983"/>
                <a:gd name="T29" fmla="*/ 44 h 252"/>
                <a:gd name="T30" fmla="*/ 746 w 983"/>
                <a:gd name="T31" fmla="*/ 58 h 252"/>
                <a:gd name="T32" fmla="*/ 759 w 983"/>
                <a:gd name="T33" fmla="*/ 64 h 252"/>
                <a:gd name="T34" fmla="*/ 839 w 983"/>
                <a:gd name="T35" fmla="*/ 104 h 252"/>
                <a:gd name="T36" fmla="*/ 915 w 983"/>
                <a:gd name="T37" fmla="*/ 139 h 252"/>
                <a:gd name="T38" fmla="*/ 983 w 983"/>
                <a:gd name="T39" fmla="*/ 162 h 252"/>
                <a:gd name="T40" fmla="*/ 914 w 983"/>
                <a:gd name="T41" fmla="*/ 195 h 252"/>
                <a:gd name="T42" fmla="*/ 856 w 983"/>
                <a:gd name="T43" fmla="*/ 222 h 252"/>
                <a:gd name="T44" fmla="*/ 790 w 983"/>
                <a:gd name="T45" fmla="*/ 237 h 252"/>
                <a:gd name="T46" fmla="*/ 716 w 983"/>
                <a:gd name="T47" fmla="*/ 244 h 252"/>
                <a:gd name="T48" fmla="*/ 638 w 983"/>
                <a:gd name="T49" fmla="*/ 245 h 252"/>
                <a:gd name="T50" fmla="*/ 563 w 983"/>
                <a:gd name="T51" fmla="*/ 243 h 252"/>
                <a:gd name="T52" fmla="*/ 502 w 983"/>
                <a:gd name="T53" fmla="*/ 239 h 252"/>
                <a:gd name="T54" fmla="*/ 456 w 983"/>
                <a:gd name="T55" fmla="*/ 242 h 252"/>
                <a:gd name="T56" fmla="*/ 413 w 983"/>
                <a:gd name="T57" fmla="*/ 247 h 252"/>
                <a:gd name="T58" fmla="*/ 370 w 983"/>
                <a:gd name="T59" fmla="*/ 251 h 252"/>
                <a:gd name="T60" fmla="*/ 323 w 983"/>
                <a:gd name="T61" fmla="*/ 251 h 252"/>
                <a:gd name="T62" fmla="*/ 268 w 983"/>
                <a:gd name="T63" fmla="*/ 243 h 252"/>
                <a:gd name="T64" fmla="*/ 204 w 983"/>
                <a:gd name="T65" fmla="*/ 223 h 252"/>
                <a:gd name="T66" fmla="*/ 137 w 983"/>
                <a:gd name="T67" fmla="*/ 196 h 252"/>
                <a:gd name="T68" fmla="*/ 90 w 983"/>
                <a:gd name="T69" fmla="*/ 179 h 252"/>
                <a:gd name="T70" fmla="*/ 58 w 983"/>
                <a:gd name="T71" fmla="*/ 166 h 252"/>
                <a:gd name="T72" fmla="*/ 38 w 983"/>
                <a:gd name="T73" fmla="*/ 156 h 252"/>
                <a:gd name="T74" fmla="*/ 25 w 983"/>
                <a:gd name="T75" fmla="*/ 147 h 252"/>
                <a:gd name="T76" fmla="*/ 18 w 983"/>
                <a:gd name="T77" fmla="*/ 135 h 252"/>
                <a:gd name="T78" fmla="*/ 6 w 983"/>
                <a:gd name="T79" fmla="*/ 114 h 252"/>
                <a:gd name="T80" fmla="*/ 10 w 983"/>
                <a:gd name="T81" fmla="*/ 90 h 252"/>
                <a:gd name="T82" fmla="*/ 37 w 983"/>
                <a:gd name="T83" fmla="*/ 62 h 252"/>
                <a:gd name="T84" fmla="*/ 66 w 983"/>
                <a:gd name="T85" fmla="*/ 33 h 252"/>
                <a:gd name="T86" fmla="*/ 93 w 983"/>
                <a:gd name="T87"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83" h="252">
                  <a:moveTo>
                    <a:pt x="93" y="0"/>
                  </a:moveTo>
                  <a:lnTo>
                    <a:pt x="97" y="2"/>
                  </a:lnTo>
                  <a:lnTo>
                    <a:pt x="100" y="4"/>
                  </a:lnTo>
                  <a:lnTo>
                    <a:pt x="103" y="5"/>
                  </a:lnTo>
                  <a:lnTo>
                    <a:pt x="105" y="6"/>
                  </a:lnTo>
                  <a:lnTo>
                    <a:pt x="105" y="7"/>
                  </a:lnTo>
                  <a:lnTo>
                    <a:pt x="107" y="8"/>
                  </a:lnTo>
                  <a:lnTo>
                    <a:pt x="110" y="14"/>
                  </a:lnTo>
                  <a:lnTo>
                    <a:pt x="117" y="20"/>
                  </a:lnTo>
                  <a:lnTo>
                    <a:pt x="127" y="28"/>
                  </a:lnTo>
                  <a:lnTo>
                    <a:pt x="138" y="37"/>
                  </a:lnTo>
                  <a:lnTo>
                    <a:pt x="153" y="44"/>
                  </a:lnTo>
                  <a:lnTo>
                    <a:pt x="170" y="52"/>
                  </a:lnTo>
                  <a:lnTo>
                    <a:pt x="190" y="56"/>
                  </a:lnTo>
                  <a:lnTo>
                    <a:pt x="211" y="57"/>
                  </a:lnTo>
                  <a:lnTo>
                    <a:pt x="236" y="54"/>
                  </a:lnTo>
                  <a:lnTo>
                    <a:pt x="273" y="44"/>
                  </a:lnTo>
                  <a:lnTo>
                    <a:pt x="311" y="34"/>
                  </a:lnTo>
                  <a:lnTo>
                    <a:pt x="350" y="23"/>
                  </a:lnTo>
                  <a:lnTo>
                    <a:pt x="388" y="13"/>
                  </a:lnTo>
                  <a:lnTo>
                    <a:pt x="427" y="4"/>
                  </a:lnTo>
                  <a:lnTo>
                    <a:pt x="464" y="0"/>
                  </a:lnTo>
                  <a:lnTo>
                    <a:pt x="501" y="1"/>
                  </a:lnTo>
                  <a:lnTo>
                    <a:pt x="537" y="6"/>
                  </a:lnTo>
                  <a:lnTo>
                    <a:pt x="573" y="13"/>
                  </a:lnTo>
                  <a:lnTo>
                    <a:pt x="606" y="20"/>
                  </a:lnTo>
                  <a:lnTo>
                    <a:pt x="639" y="28"/>
                  </a:lnTo>
                  <a:lnTo>
                    <a:pt x="671" y="36"/>
                  </a:lnTo>
                  <a:lnTo>
                    <a:pt x="698" y="41"/>
                  </a:lnTo>
                  <a:lnTo>
                    <a:pt x="722" y="44"/>
                  </a:lnTo>
                  <a:lnTo>
                    <a:pt x="734" y="52"/>
                  </a:lnTo>
                  <a:lnTo>
                    <a:pt x="746" y="58"/>
                  </a:lnTo>
                  <a:lnTo>
                    <a:pt x="753" y="62"/>
                  </a:lnTo>
                  <a:lnTo>
                    <a:pt x="759" y="64"/>
                  </a:lnTo>
                  <a:lnTo>
                    <a:pt x="800" y="83"/>
                  </a:lnTo>
                  <a:lnTo>
                    <a:pt x="839" y="104"/>
                  </a:lnTo>
                  <a:lnTo>
                    <a:pt x="877" y="123"/>
                  </a:lnTo>
                  <a:lnTo>
                    <a:pt x="915" y="139"/>
                  </a:lnTo>
                  <a:lnTo>
                    <a:pt x="953" y="153"/>
                  </a:lnTo>
                  <a:lnTo>
                    <a:pt x="983" y="162"/>
                  </a:lnTo>
                  <a:lnTo>
                    <a:pt x="948" y="180"/>
                  </a:lnTo>
                  <a:lnTo>
                    <a:pt x="914" y="195"/>
                  </a:lnTo>
                  <a:lnTo>
                    <a:pt x="883" y="211"/>
                  </a:lnTo>
                  <a:lnTo>
                    <a:pt x="856" y="222"/>
                  </a:lnTo>
                  <a:lnTo>
                    <a:pt x="824" y="230"/>
                  </a:lnTo>
                  <a:lnTo>
                    <a:pt x="790" y="237"/>
                  </a:lnTo>
                  <a:lnTo>
                    <a:pt x="754" y="241"/>
                  </a:lnTo>
                  <a:lnTo>
                    <a:pt x="716" y="244"/>
                  </a:lnTo>
                  <a:lnTo>
                    <a:pt x="677" y="245"/>
                  </a:lnTo>
                  <a:lnTo>
                    <a:pt x="638" y="245"/>
                  </a:lnTo>
                  <a:lnTo>
                    <a:pt x="600" y="244"/>
                  </a:lnTo>
                  <a:lnTo>
                    <a:pt x="563" y="243"/>
                  </a:lnTo>
                  <a:lnTo>
                    <a:pt x="527" y="240"/>
                  </a:lnTo>
                  <a:lnTo>
                    <a:pt x="502" y="239"/>
                  </a:lnTo>
                  <a:lnTo>
                    <a:pt x="479" y="240"/>
                  </a:lnTo>
                  <a:lnTo>
                    <a:pt x="456" y="242"/>
                  </a:lnTo>
                  <a:lnTo>
                    <a:pt x="434" y="244"/>
                  </a:lnTo>
                  <a:lnTo>
                    <a:pt x="413" y="247"/>
                  </a:lnTo>
                  <a:lnTo>
                    <a:pt x="392" y="250"/>
                  </a:lnTo>
                  <a:lnTo>
                    <a:pt x="370" y="251"/>
                  </a:lnTo>
                  <a:lnTo>
                    <a:pt x="348" y="252"/>
                  </a:lnTo>
                  <a:lnTo>
                    <a:pt x="323" y="251"/>
                  </a:lnTo>
                  <a:lnTo>
                    <a:pt x="297" y="249"/>
                  </a:lnTo>
                  <a:lnTo>
                    <a:pt x="268" y="243"/>
                  </a:lnTo>
                  <a:lnTo>
                    <a:pt x="238" y="234"/>
                  </a:lnTo>
                  <a:lnTo>
                    <a:pt x="204" y="223"/>
                  </a:lnTo>
                  <a:lnTo>
                    <a:pt x="168" y="208"/>
                  </a:lnTo>
                  <a:lnTo>
                    <a:pt x="137" y="196"/>
                  </a:lnTo>
                  <a:lnTo>
                    <a:pt x="112" y="187"/>
                  </a:lnTo>
                  <a:lnTo>
                    <a:pt x="90" y="179"/>
                  </a:lnTo>
                  <a:lnTo>
                    <a:pt x="73" y="171"/>
                  </a:lnTo>
                  <a:lnTo>
                    <a:pt x="58" y="166"/>
                  </a:lnTo>
                  <a:lnTo>
                    <a:pt x="47" y="161"/>
                  </a:lnTo>
                  <a:lnTo>
                    <a:pt x="38" y="156"/>
                  </a:lnTo>
                  <a:lnTo>
                    <a:pt x="31" y="151"/>
                  </a:lnTo>
                  <a:lnTo>
                    <a:pt x="25" y="147"/>
                  </a:lnTo>
                  <a:lnTo>
                    <a:pt x="21" y="142"/>
                  </a:lnTo>
                  <a:lnTo>
                    <a:pt x="18" y="135"/>
                  </a:lnTo>
                  <a:lnTo>
                    <a:pt x="13" y="126"/>
                  </a:lnTo>
                  <a:lnTo>
                    <a:pt x="6" y="114"/>
                  </a:lnTo>
                  <a:lnTo>
                    <a:pt x="0" y="101"/>
                  </a:lnTo>
                  <a:lnTo>
                    <a:pt x="10" y="90"/>
                  </a:lnTo>
                  <a:lnTo>
                    <a:pt x="20" y="80"/>
                  </a:lnTo>
                  <a:lnTo>
                    <a:pt x="37" y="62"/>
                  </a:lnTo>
                  <a:lnTo>
                    <a:pt x="52" y="48"/>
                  </a:lnTo>
                  <a:lnTo>
                    <a:pt x="66" y="33"/>
                  </a:lnTo>
                  <a:lnTo>
                    <a:pt x="78" y="17"/>
                  </a:lnTo>
                  <a:lnTo>
                    <a:pt x="93" y="0"/>
                  </a:lnTo>
                  <a:close/>
                </a:path>
              </a:pathLst>
            </a:custGeom>
            <a:solidFill>
              <a:srgbClr val="FF7C1D"/>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74" name="Freeform 153">
              <a:extLst>
                <a:ext uri="{FF2B5EF4-FFF2-40B4-BE49-F238E27FC236}">
                  <a16:creationId xmlns:a16="http://schemas.microsoft.com/office/drawing/2014/main" id="{5B9AF4F7-2B2D-4EE6-AB2F-7D120AE7C271}"/>
                </a:ext>
              </a:extLst>
            </p:cNvPr>
            <p:cNvSpPr>
              <a:spLocks/>
            </p:cNvSpPr>
            <p:nvPr/>
          </p:nvSpPr>
          <p:spPr bwMode="auto">
            <a:xfrm>
              <a:off x="2153136" y="4076503"/>
              <a:ext cx="115888" cy="60325"/>
            </a:xfrm>
            <a:custGeom>
              <a:avLst/>
              <a:gdLst>
                <a:gd name="T0" fmla="*/ 385 w 512"/>
                <a:gd name="T1" fmla="*/ 0 h 265"/>
                <a:gd name="T2" fmla="*/ 403 w 512"/>
                <a:gd name="T3" fmla="*/ 9 h 265"/>
                <a:gd name="T4" fmla="*/ 421 w 512"/>
                <a:gd name="T5" fmla="*/ 19 h 265"/>
                <a:gd name="T6" fmla="*/ 439 w 512"/>
                <a:gd name="T7" fmla="*/ 31 h 265"/>
                <a:gd name="T8" fmla="*/ 476 w 512"/>
                <a:gd name="T9" fmla="*/ 63 h 265"/>
                <a:gd name="T10" fmla="*/ 512 w 512"/>
                <a:gd name="T11" fmla="*/ 94 h 265"/>
                <a:gd name="T12" fmla="*/ 511 w 512"/>
                <a:gd name="T13" fmla="*/ 121 h 265"/>
                <a:gd name="T14" fmla="*/ 508 w 512"/>
                <a:gd name="T15" fmla="*/ 149 h 265"/>
                <a:gd name="T16" fmla="*/ 504 w 512"/>
                <a:gd name="T17" fmla="*/ 173 h 265"/>
                <a:gd name="T18" fmla="*/ 498 w 512"/>
                <a:gd name="T19" fmla="*/ 192 h 265"/>
                <a:gd name="T20" fmla="*/ 490 w 512"/>
                <a:gd name="T21" fmla="*/ 206 h 265"/>
                <a:gd name="T22" fmla="*/ 480 w 512"/>
                <a:gd name="T23" fmla="*/ 215 h 265"/>
                <a:gd name="T24" fmla="*/ 467 w 512"/>
                <a:gd name="T25" fmla="*/ 220 h 265"/>
                <a:gd name="T26" fmla="*/ 453 w 512"/>
                <a:gd name="T27" fmla="*/ 224 h 265"/>
                <a:gd name="T28" fmla="*/ 438 w 512"/>
                <a:gd name="T29" fmla="*/ 226 h 265"/>
                <a:gd name="T30" fmla="*/ 422 w 512"/>
                <a:gd name="T31" fmla="*/ 225 h 265"/>
                <a:gd name="T32" fmla="*/ 406 w 512"/>
                <a:gd name="T33" fmla="*/ 224 h 265"/>
                <a:gd name="T34" fmla="*/ 389 w 512"/>
                <a:gd name="T35" fmla="*/ 221 h 265"/>
                <a:gd name="T36" fmla="*/ 373 w 512"/>
                <a:gd name="T37" fmla="*/ 220 h 265"/>
                <a:gd name="T38" fmla="*/ 357 w 512"/>
                <a:gd name="T39" fmla="*/ 220 h 265"/>
                <a:gd name="T40" fmla="*/ 343 w 512"/>
                <a:gd name="T41" fmla="*/ 221 h 265"/>
                <a:gd name="T42" fmla="*/ 329 w 512"/>
                <a:gd name="T43" fmla="*/ 225 h 265"/>
                <a:gd name="T44" fmla="*/ 313 w 512"/>
                <a:gd name="T45" fmla="*/ 232 h 265"/>
                <a:gd name="T46" fmla="*/ 296 w 512"/>
                <a:gd name="T47" fmla="*/ 240 h 265"/>
                <a:gd name="T48" fmla="*/ 277 w 512"/>
                <a:gd name="T49" fmla="*/ 252 h 265"/>
                <a:gd name="T50" fmla="*/ 257 w 512"/>
                <a:gd name="T51" fmla="*/ 265 h 265"/>
                <a:gd name="T52" fmla="*/ 24 w 512"/>
                <a:gd name="T53" fmla="*/ 240 h 265"/>
                <a:gd name="T54" fmla="*/ 0 w 512"/>
                <a:gd name="T55" fmla="*/ 220 h 265"/>
                <a:gd name="T56" fmla="*/ 8 w 512"/>
                <a:gd name="T57" fmla="*/ 221 h 265"/>
                <a:gd name="T58" fmla="*/ 15 w 512"/>
                <a:gd name="T59" fmla="*/ 221 h 265"/>
                <a:gd name="T60" fmla="*/ 35 w 512"/>
                <a:gd name="T61" fmla="*/ 219 h 265"/>
                <a:gd name="T62" fmla="*/ 52 w 512"/>
                <a:gd name="T63" fmla="*/ 214 h 265"/>
                <a:gd name="T64" fmla="*/ 67 w 512"/>
                <a:gd name="T65" fmla="*/ 207 h 265"/>
                <a:gd name="T66" fmla="*/ 80 w 512"/>
                <a:gd name="T67" fmla="*/ 197 h 265"/>
                <a:gd name="T68" fmla="*/ 90 w 512"/>
                <a:gd name="T69" fmla="*/ 187 h 265"/>
                <a:gd name="T70" fmla="*/ 100 w 512"/>
                <a:gd name="T71" fmla="*/ 176 h 265"/>
                <a:gd name="T72" fmla="*/ 110 w 512"/>
                <a:gd name="T73" fmla="*/ 165 h 265"/>
                <a:gd name="T74" fmla="*/ 121 w 512"/>
                <a:gd name="T75" fmla="*/ 156 h 265"/>
                <a:gd name="T76" fmla="*/ 132 w 512"/>
                <a:gd name="T77" fmla="*/ 149 h 265"/>
                <a:gd name="T78" fmla="*/ 146 w 512"/>
                <a:gd name="T79" fmla="*/ 144 h 265"/>
                <a:gd name="T80" fmla="*/ 163 w 512"/>
                <a:gd name="T81" fmla="*/ 143 h 265"/>
                <a:gd name="T82" fmla="*/ 198 w 512"/>
                <a:gd name="T83" fmla="*/ 142 h 265"/>
                <a:gd name="T84" fmla="*/ 230 w 512"/>
                <a:gd name="T85" fmla="*/ 139 h 265"/>
                <a:gd name="T86" fmla="*/ 258 w 512"/>
                <a:gd name="T87" fmla="*/ 133 h 265"/>
                <a:gd name="T88" fmla="*/ 282 w 512"/>
                <a:gd name="T89" fmla="*/ 124 h 265"/>
                <a:gd name="T90" fmla="*/ 303 w 512"/>
                <a:gd name="T91" fmla="*/ 114 h 265"/>
                <a:gd name="T92" fmla="*/ 321 w 512"/>
                <a:gd name="T93" fmla="*/ 101 h 265"/>
                <a:gd name="T94" fmla="*/ 337 w 512"/>
                <a:gd name="T95" fmla="*/ 87 h 265"/>
                <a:gd name="T96" fmla="*/ 350 w 512"/>
                <a:gd name="T97" fmla="*/ 72 h 265"/>
                <a:gd name="T98" fmla="*/ 362 w 512"/>
                <a:gd name="T99" fmla="*/ 57 h 265"/>
                <a:gd name="T100" fmla="*/ 370 w 512"/>
                <a:gd name="T101" fmla="*/ 41 h 265"/>
                <a:gd name="T102" fmla="*/ 376 w 512"/>
                <a:gd name="T103" fmla="*/ 24 h 265"/>
                <a:gd name="T104" fmla="*/ 382 w 512"/>
                <a:gd name="T105" fmla="*/ 7 h 265"/>
                <a:gd name="T106" fmla="*/ 383 w 512"/>
                <a:gd name="T107" fmla="*/ 3 h 265"/>
                <a:gd name="T108" fmla="*/ 385 w 512"/>
                <a:gd name="T109" fmla="*/ 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12" h="265">
                  <a:moveTo>
                    <a:pt x="385" y="0"/>
                  </a:moveTo>
                  <a:lnTo>
                    <a:pt x="403" y="9"/>
                  </a:lnTo>
                  <a:lnTo>
                    <a:pt x="421" y="19"/>
                  </a:lnTo>
                  <a:lnTo>
                    <a:pt x="439" y="31"/>
                  </a:lnTo>
                  <a:lnTo>
                    <a:pt x="476" y="63"/>
                  </a:lnTo>
                  <a:lnTo>
                    <a:pt x="512" y="94"/>
                  </a:lnTo>
                  <a:lnTo>
                    <a:pt x="511" y="121"/>
                  </a:lnTo>
                  <a:lnTo>
                    <a:pt x="508" y="149"/>
                  </a:lnTo>
                  <a:lnTo>
                    <a:pt x="504" y="173"/>
                  </a:lnTo>
                  <a:lnTo>
                    <a:pt x="498" y="192"/>
                  </a:lnTo>
                  <a:lnTo>
                    <a:pt x="490" y="206"/>
                  </a:lnTo>
                  <a:lnTo>
                    <a:pt x="480" y="215"/>
                  </a:lnTo>
                  <a:lnTo>
                    <a:pt x="467" y="220"/>
                  </a:lnTo>
                  <a:lnTo>
                    <a:pt x="453" y="224"/>
                  </a:lnTo>
                  <a:lnTo>
                    <a:pt x="438" y="226"/>
                  </a:lnTo>
                  <a:lnTo>
                    <a:pt x="422" y="225"/>
                  </a:lnTo>
                  <a:lnTo>
                    <a:pt x="406" y="224"/>
                  </a:lnTo>
                  <a:lnTo>
                    <a:pt x="389" y="221"/>
                  </a:lnTo>
                  <a:lnTo>
                    <a:pt x="373" y="220"/>
                  </a:lnTo>
                  <a:lnTo>
                    <a:pt x="357" y="220"/>
                  </a:lnTo>
                  <a:lnTo>
                    <a:pt x="343" y="221"/>
                  </a:lnTo>
                  <a:lnTo>
                    <a:pt x="329" y="225"/>
                  </a:lnTo>
                  <a:lnTo>
                    <a:pt x="313" y="232"/>
                  </a:lnTo>
                  <a:lnTo>
                    <a:pt x="296" y="240"/>
                  </a:lnTo>
                  <a:lnTo>
                    <a:pt x="277" y="252"/>
                  </a:lnTo>
                  <a:lnTo>
                    <a:pt x="257" y="265"/>
                  </a:lnTo>
                  <a:lnTo>
                    <a:pt x="24" y="240"/>
                  </a:lnTo>
                  <a:lnTo>
                    <a:pt x="0" y="220"/>
                  </a:lnTo>
                  <a:lnTo>
                    <a:pt x="8" y="221"/>
                  </a:lnTo>
                  <a:lnTo>
                    <a:pt x="15" y="221"/>
                  </a:lnTo>
                  <a:lnTo>
                    <a:pt x="35" y="219"/>
                  </a:lnTo>
                  <a:lnTo>
                    <a:pt x="52" y="214"/>
                  </a:lnTo>
                  <a:lnTo>
                    <a:pt x="67" y="207"/>
                  </a:lnTo>
                  <a:lnTo>
                    <a:pt x="80" y="197"/>
                  </a:lnTo>
                  <a:lnTo>
                    <a:pt x="90" y="187"/>
                  </a:lnTo>
                  <a:lnTo>
                    <a:pt x="100" y="176"/>
                  </a:lnTo>
                  <a:lnTo>
                    <a:pt x="110" y="165"/>
                  </a:lnTo>
                  <a:lnTo>
                    <a:pt x="121" y="156"/>
                  </a:lnTo>
                  <a:lnTo>
                    <a:pt x="132" y="149"/>
                  </a:lnTo>
                  <a:lnTo>
                    <a:pt x="146" y="144"/>
                  </a:lnTo>
                  <a:lnTo>
                    <a:pt x="163" y="143"/>
                  </a:lnTo>
                  <a:lnTo>
                    <a:pt x="198" y="142"/>
                  </a:lnTo>
                  <a:lnTo>
                    <a:pt x="230" y="139"/>
                  </a:lnTo>
                  <a:lnTo>
                    <a:pt x="258" y="133"/>
                  </a:lnTo>
                  <a:lnTo>
                    <a:pt x="282" y="124"/>
                  </a:lnTo>
                  <a:lnTo>
                    <a:pt x="303" y="114"/>
                  </a:lnTo>
                  <a:lnTo>
                    <a:pt x="321" y="101"/>
                  </a:lnTo>
                  <a:lnTo>
                    <a:pt x="337" y="87"/>
                  </a:lnTo>
                  <a:lnTo>
                    <a:pt x="350" y="72"/>
                  </a:lnTo>
                  <a:lnTo>
                    <a:pt x="362" y="57"/>
                  </a:lnTo>
                  <a:lnTo>
                    <a:pt x="370" y="41"/>
                  </a:lnTo>
                  <a:lnTo>
                    <a:pt x="376" y="24"/>
                  </a:lnTo>
                  <a:lnTo>
                    <a:pt x="382" y="7"/>
                  </a:lnTo>
                  <a:lnTo>
                    <a:pt x="383" y="3"/>
                  </a:lnTo>
                  <a:lnTo>
                    <a:pt x="385" y="0"/>
                  </a:lnTo>
                  <a:close/>
                </a:path>
              </a:pathLst>
            </a:custGeom>
            <a:solidFill>
              <a:srgbClr val="80AE3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75" name="Freeform 154">
              <a:extLst>
                <a:ext uri="{FF2B5EF4-FFF2-40B4-BE49-F238E27FC236}">
                  <a16:creationId xmlns:a16="http://schemas.microsoft.com/office/drawing/2014/main" id="{F355A6D6-5DCB-4548-BD3C-EAA5F6EAF80D}"/>
                </a:ext>
              </a:extLst>
            </p:cNvPr>
            <p:cNvSpPr>
              <a:spLocks/>
            </p:cNvSpPr>
            <p:nvPr/>
          </p:nvSpPr>
          <p:spPr bwMode="auto">
            <a:xfrm>
              <a:off x="2076936" y="3998716"/>
              <a:ext cx="92075" cy="60325"/>
            </a:xfrm>
            <a:custGeom>
              <a:avLst/>
              <a:gdLst>
                <a:gd name="T0" fmla="*/ 213 w 409"/>
                <a:gd name="T1" fmla="*/ 0 h 269"/>
                <a:gd name="T2" fmla="*/ 226 w 409"/>
                <a:gd name="T3" fmla="*/ 2 h 269"/>
                <a:gd name="T4" fmla="*/ 241 w 409"/>
                <a:gd name="T5" fmla="*/ 11 h 269"/>
                <a:gd name="T6" fmla="*/ 257 w 409"/>
                <a:gd name="T7" fmla="*/ 23 h 269"/>
                <a:gd name="T8" fmla="*/ 273 w 409"/>
                <a:gd name="T9" fmla="*/ 39 h 269"/>
                <a:gd name="T10" fmla="*/ 290 w 409"/>
                <a:gd name="T11" fmla="*/ 57 h 269"/>
                <a:gd name="T12" fmla="*/ 307 w 409"/>
                <a:gd name="T13" fmla="*/ 76 h 269"/>
                <a:gd name="T14" fmla="*/ 323 w 409"/>
                <a:gd name="T15" fmla="*/ 94 h 269"/>
                <a:gd name="T16" fmla="*/ 341 w 409"/>
                <a:gd name="T17" fmla="*/ 110 h 269"/>
                <a:gd name="T18" fmla="*/ 359 w 409"/>
                <a:gd name="T19" fmla="*/ 123 h 269"/>
                <a:gd name="T20" fmla="*/ 384 w 409"/>
                <a:gd name="T21" fmla="*/ 139 h 269"/>
                <a:gd name="T22" fmla="*/ 409 w 409"/>
                <a:gd name="T23" fmla="*/ 158 h 269"/>
                <a:gd name="T24" fmla="*/ 395 w 409"/>
                <a:gd name="T25" fmla="*/ 170 h 269"/>
                <a:gd name="T26" fmla="*/ 379 w 409"/>
                <a:gd name="T27" fmla="*/ 179 h 269"/>
                <a:gd name="T28" fmla="*/ 361 w 409"/>
                <a:gd name="T29" fmla="*/ 185 h 269"/>
                <a:gd name="T30" fmla="*/ 348 w 409"/>
                <a:gd name="T31" fmla="*/ 191 h 269"/>
                <a:gd name="T32" fmla="*/ 337 w 409"/>
                <a:gd name="T33" fmla="*/ 199 h 269"/>
                <a:gd name="T34" fmla="*/ 328 w 409"/>
                <a:gd name="T35" fmla="*/ 206 h 269"/>
                <a:gd name="T36" fmla="*/ 319 w 409"/>
                <a:gd name="T37" fmla="*/ 217 h 269"/>
                <a:gd name="T38" fmla="*/ 310 w 409"/>
                <a:gd name="T39" fmla="*/ 231 h 269"/>
                <a:gd name="T40" fmla="*/ 300 w 409"/>
                <a:gd name="T41" fmla="*/ 243 h 269"/>
                <a:gd name="T42" fmla="*/ 289 w 409"/>
                <a:gd name="T43" fmla="*/ 254 h 269"/>
                <a:gd name="T44" fmla="*/ 274 w 409"/>
                <a:gd name="T45" fmla="*/ 260 h 269"/>
                <a:gd name="T46" fmla="*/ 257 w 409"/>
                <a:gd name="T47" fmla="*/ 265 h 269"/>
                <a:gd name="T48" fmla="*/ 235 w 409"/>
                <a:gd name="T49" fmla="*/ 268 h 269"/>
                <a:gd name="T50" fmla="*/ 208 w 409"/>
                <a:gd name="T51" fmla="*/ 269 h 269"/>
                <a:gd name="T52" fmla="*/ 176 w 409"/>
                <a:gd name="T53" fmla="*/ 269 h 269"/>
                <a:gd name="T54" fmla="*/ 153 w 409"/>
                <a:gd name="T55" fmla="*/ 267 h 269"/>
                <a:gd name="T56" fmla="*/ 131 w 409"/>
                <a:gd name="T57" fmla="*/ 262 h 269"/>
                <a:gd name="T58" fmla="*/ 110 w 409"/>
                <a:gd name="T59" fmla="*/ 256 h 269"/>
                <a:gd name="T60" fmla="*/ 90 w 409"/>
                <a:gd name="T61" fmla="*/ 248 h 269"/>
                <a:gd name="T62" fmla="*/ 71 w 409"/>
                <a:gd name="T63" fmla="*/ 240 h 269"/>
                <a:gd name="T64" fmla="*/ 54 w 409"/>
                <a:gd name="T65" fmla="*/ 231 h 269"/>
                <a:gd name="T66" fmla="*/ 39 w 409"/>
                <a:gd name="T67" fmla="*/ 223 h 269"/>
                <a:gd name="T68" fmla="*/ 27 w 409"/>
                <a:gd name="T69" fmla="*/ 216 h 269"/>
                <a:gd name="T70" fmla="*/ 18 w 409"/>
                <a:gd name="T71" fmla="*/ 210 h 269"/>
                <a:gd name="T72" fmla="*/ 12 w 409"/>
                <a:gd name="T73" fmla="*/ 206 h 269"/>
                <a:gd name="T74" fmla="*/ 10 w 409"/>
                <a:gd name="T75" fmla="*/ 205 h 269"/>
                <a:gd name="T76" fmla="*/ 4 w 409"/>
                <a:gd name="T77" fmla="*/ 196 h 269"/>
                <a:gd name="T78" fmla="*/ 0 w 409"/>
                <a:gd name="T79" fmla="*/ 188 h 269"/>
                <a:gd name="T80" fmla="*/ 28 w 409"/>
                <a:gd name="T81" fmla="*/ 162 h 269"/>
                <a:gd name="T82" fmla="*/ 54 w 409"/>
                <a:gd name="T83" fmla="*/ 136 h 269"/>
                <a:gd name="T84" fmla="*/ 79 w 409"/>
                <a:gd name="T85" fmla="*/ 112 h 269"/>
                <a:gd name="T86" fmla="*/ 104 w 409"/>
                <a:gd name="T87" fmla="*/ 89 h 269"/>
                <a:gd name="T88" fmla="*/ 126 w 409"/>
                <a:gd name="T89" fmla="*/ 68 h 269"/>
                <a:gd name="T90" fmla="*/ 147 w 409"/>
                <a:gd name="T91" fmla="*/ 49 h 269"/>
                <a:gd name="T92" fmla="*/ 166 w 409"/>
                <a:gd name="T93" fmla="*/ 33 h 269"/>
                <a:gd name="T94" fmla="*/ 182 w 409"/>
                <a:gd name="T95" fmla="*/ 19 h 269"/>
                <a:gd name="T96" fmla="*/ 196 w 409"/>
                <a:gd name="T97" fmla="*/ 10 h 269"/>
                <a:gd name="T98" fmla="*/ 205 w 409"/>
                <a:gd name="T99" fmla="*/ 2 h 269"/>
                <a:gd name="T100" fmla="*/ 213 w 409"/>
                <a:gd name="T101" fmla="*/ 0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09" h="269">
                  <a:moveTo>
                    <a:pt x="213" y="0"/>
                  </a:moveTo>
                  <a:lnTo>
                    <a:pt x="226" y="2"/>
                  </a:lnTo>
                  <a:lnTo>
                    <a:pt x="241" y="11"/>
                  </a:lnTo>
                  <a:lnTo>
                    <a:pt x="257" y="23"/>
                  </a:lnTo>
                  <a:lnTo>
                    <a:pt x="273" y="39"/>
                  </a:lnTo>
                  <a:lnTo>
                    <a:pt x="290" y="57"/>
                  </a:lnTo>
                  <a:lnTo>
                    <a:pt x="307" y="76"/>
                  </a:lnTo>
                  <a:lnTo>
                    <a:pt x="323" y="94"/>
                  </a:lnTo>
                  <a:lnTo>
                    <a:pt x="341" y="110"/>
                  </a:lnTo>
                  <a:lnTo>
                    <a:pt x="359" y="123"/>
                  </a:lnTo>
                  <a:lnTo>
                    <a:pt x="384" y="139"/>
                  </a:lnTo>
                  <a:lnTo>
                    <a:pt x="409" y="158"/>
                  </a:lnTo>
                  <a:lnTo>
                    <a:pt x="395" y="170"/>
                  </a:lnTo>
                  <a:lnTo>
                    <a:pt x="379" y="179"/>
                  </a:lnTo>
                  <a:lnTo>
                    <a:pt x="361" y="185"/>
                  </a:lnTo>
                  <a:lnTo>
                    <a:pt x="348" y="191"/>
                  </a:lnTo>
                  <a:lnTo>
                    <a:pt x="337" y="199"/>
                  </a:lnTo>
                  <a:lnTo>
                    <a:pt x="328" y="206"/>
                  </a:lnTo>
                  <a:lnTo>
                    <a:pt x="319" y="217"/>
                  </a:lnTo>
                  <a:lnTo>
                    <a:pt x="310" y="231"/>
                  </a:lnTo>
                  <a:lnTo>
                    <a:pt x="300" y="243"/>
                  </a:lnTo>
                  <a:lnTo>
                    <a:pt x="289" y="254"/>
                  </a:lnTo>
                  <a:lnTo>
                    <a:pt x="274" y="260"/>
                  </a:lnTo>
                  <a:lnTo>
                    <a:pt x="257" y="265"/>
                  </a:lnTo>
                  <a:lnTo>
                    <a:pt x="235" y="268"/>
                  </a:lnTo>
                  <a:lnTo>
                    <a:pt x="208" y="269"/>
                  </a:lnTo>
                  <a:lnTo>
                    <a:pt x="176" y="269"/>
                  </a:lnTo>
                  <a:lnTo>
                    <a:pt x="153" y="267"/>
                  </a:lnTo>
                  <a:lnTo>
                    <a:pt x="131" y="262"/>
                  </a:lnTo>
                  <a:lnTo>
                    <a:pt x="110" y="256"/>
                  </a:lnTo>
                  <a:lnTo>
                    <a:pt x="90" y="248"/>
                  </a:lnTo>
                  <a:lnTo>
                    <a:pt x="71" y="240"/>
                  </a:lnTo>
                  <a:lnTo>
                    <a:pt x="54" y="231"/>
                  </a:lnTo>
                  <a:lnTo>
                    <a:pt x="39" y="223"/>
                  </a:lnTo>
                  <a:lnTo>
                    <a:pt x="27" y="216"/>
                  </a:lnTo>
                  <a:lnTo>
                    <a:pt x="18" y="210"/>
                  </a:lnTo>
                  <a:lnTo>
                    <a:pt x="12" y="206"/>
                  </a:lnTo>
                  <a:lnTo>
                    <a:pt x="10" y="205"/>
                  </a:lnTo>
                  <a:lnTo>
                    <a:pt x="4" y="196"/>
                  </a:lnTo>
                  <a:lnTo>
                    <a:pt x="0" y="188"/>
                  </a:lnTo>
                  <a:lnTo>
                    <a:pt x="28" y="162"/>
                  </a:lnTo>
                  <a:lnTo>
                    <a:pt x="54" y="136"/>
                  </a:lnTo>
                  <a:lnTo>
                    <a:pt x="79" y="112"/>
                  </a:lnTo>
                  <a:lnTo>
                    <a:pt x="104" y="89"/>
                  </a:lnTo>
                  <a:lnTo>
                    <a:pt x="126" y="68"/>
                  </a:lnTo>
                  <a:lnTo>
                    <a:pt x="147" y="49"/>
                  </a:lnTo>
                  <a:lnTo>
                    <a:pt x="166" y="33"/>
                  </a:lnTo>
                  <a:lnTo>
                    <a:pt x="182" y="19"/>
                  </a:lnTo>
                  <a:lnTo>
                    <a:pt x="196" y="10"/>
                  </a:lnTo>
                  <a:lnTo>
                    <a:pt x="205" y="2"/>
                  </a:lnTo>
                  <a:lnTo>
                    <a:pt x="213" y="0"/>
                  </a:lnTo>
                  <a:close/>
                </a:path>
              </a:pathLst>
            </a:custGeom>
            <a:solidFill>
              <a:srgbClr val="D76C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76" name="Freeform 155">
              <a:extLst>
                <a:ext uri="{FF2B5EF4-FFF2-40B4-BE49-F238E27FC236}">
                  <a16:creationId xmlns:a16="http://schemas.microsoft.com/office/drawing/2014/main" id="{A2F7C370-9EC8-4D4F-AD63-144F56F7344A}"/>
                </a:ext>
              </a:extLst>
            </p:cNvPr>
            <p:cNvSpPr>
              <a:spLocks/>
            </p:cNvSpPr>
            <p:nvPr/>
          </p:nvSpPr>
          <p:spPr bwMode="auto">
            <a:xfrm>
              <a:off x="1967398" y="4103491"/>
              <a:ext cx="257175" cy="66675"/>
            </a:xfrm>
            <a:custGeom>
              <a:avLst/>
              <a:gdLst>
                <a:gd name="T0" fmla="*/ 99 w 1134"/>
                <a:gd name="T1" fmla="*/ 19 h 294"/>
                <a:gd name="T2" fmla="*/ 145 w 1134"/>
                <a:gd name="T3" fmla="*/ 52 h 294"/>
                <a:gd name="T4" fmla="*/ 201 w 1134"/>
                <a:gd name="T5" fmla="*/ 78 h 294"/>
                <a:gd name="T6" fmla="*/ 265 w 1134"/>
                <a:gd name="T7" fmla="*/ 92 h 294"/>
                <a:gd name="T8" fmla="*/ 320 w 1134"/>
                <a:gd name="T9" fmla="*/ 94 h 294"/>
                <a:gd name="T10" fmla="*/ 368 w 1134"/>
                <a:gd name="T11" fmla="*/ 86 h 294"/>
                <a:gd name="T12" fmla="*/ 414 w 1134"/>
                <a:gd name="T13" fmla="*/ 76 h 294"/>
                <a:gd name="T14" fmla="*/ 460 w 1134"/>
                <a:gd name="T15" fmla="*/ 64 h 294"/>
                <a:gd name="T16" fmla="*/ 512 w 1134"/>
                <a:gd name="T17" fmla="*/ 59 h 294"/>
                <a:gd name="T18" fmla="*/ 575 w 1134"/>
                <a:gd name="T19" fmla="*/ 63 h 294"/>
                <a:gd name="T20" fmla="*/ 645 w 1134"/>
                <a:gd name="T21" fmla="*/ 76 h 294"/>
                <a:gd name="T22" fmla="*/ 716 w 1134"/>
                <a:gd name="T23" fmla="*/ 90 h 294"/>
                <a:gd name="T24" fmla="*/ 781 w 1134"/>
                <a:gd name="T25" fmla="*/ 103 h 294"/>
                <a:gd name="T26" fmla="*/ 835 w 1134"/>
                <a:gd name="T27" fmla="*/ 108 h 294"/>
                <a:gd name="T28" fmla="*/ 871 w 1134"/>
                <a:gd name="T29" fmla="*/ 102 h 294"/>
                <a:gd name="T30" fmla="*/ 897 w 1134"/>
                <a:gd name="T31" fmla="*/ 85 h 294"/>
                <a:gd name="T32" fmla="*/ 919 w 1134"/>
                <a:gd name="T33" fmla="*/ 65 h 294"/>
                <a:gd name="T34" fmla="*/ 964 w 1134"/>
                <a:gd name="T35" fmla="*/ 71 h 294"/>
                <a:gd name="T36" fmla="*/ 1070 w 1134"/>
                <a:gd name="T37" fmla="*/ 103 h 294"/>
                <a:gd name="T38" fmla="*/ 1111 w 1134"/>
                <a:gd name="T39" fmla="*/ 131 h 294"/>
                <a:gd name="T40" fmla="*/ 1057 w 1134"/>
                <a:gd name="T41" fmla="*/ 165 h 294"/>
                <a:gd name="T42" fmla="*/ 1001 w 1134"/>
                <a:gd name="T43" fmla="*/ 207 h 294"/>
                <a:gd name="T44" fmla="*/ 946 w 1134"/>
                <a:gd name="T45" fmla="*/ 247 h 294"/>
                <a:gd name="T46" fmla="*/ 901 w 1134"/>
                <a:gd name="T47" fmla="*/ 279 h 294"/>
                <a:gd name="T48" fmla="*/ 856 w 1134"/>
                <a:gd name="T49" fmla="*/ 293 h 294"/>
                <a:gd name="T50" fmla="*/ 801 w 1134"/>
                <a:gd name="T51" fmla="*/ 292 h 294"/>
                <a:gd name="T52" fmla="*/ 739 w 1134"/>
                <a:gd name="T53" fmla="*/ 279 h 294"/>
                <a:gd name="T54" fmla="*/ 672 w 1134"/>
                <a:gd name="T55" fmla="*/ 253 h 294"/>
                <a:gd name="T56" fmla="*/ 603 w 1134"/>
                <a:gd name="T57" fmla="*/ 223 h 294"/>
                <a:gd name="T58" fmla="*/ 534 w 1134"/>
                <a:gd name="T59" fmla="*/ 190 h 294"/>
                <a:gd name="T60" fmla="*/ 466 w 1134"/>
                <a:gd name="T61" fmla="*/ 180 h 294"/>
                <a:gd name="T62" fmla="*/ 400 w 1134"/>
                <a:gd name="T63" fmla="*/ 189 h 294"/>
                <a:gd name="T64" fmla="*/ 335 w 1134"/>
                <a:gd name="T65" fmla="*/ 208 h 294"/>
                <a:gd name="T66" fmla="*/ 272 w 1134"/>
                <a:gd name="T67" fmla="*/ 229 h 294"/>
                <a:gd name="T68" fmla="*/ 210 w 1134"/>
                <a:gd name="T69" fmla="*/ 244 h 294"/>
                <a:gd name="T70" fmla="*/ 162 w 1134"/>
                <a:gd name="T71" fmla="*/ 238 h 294"/>
                <a:gd name="T72" fmla="*/ 116 w 1134"/>
                <a:gd name="T73" fmla="*/ 214 h 294"/>
                <a:gd name="T74" fmla="*/ 71 w 1134"/>
                <a:gd name="T75" fmla="*/ 176 h 294"/>
                <a:gd name="T76" fmla="*/ 32 w 1134"/>
                <a:gd name="T77" fmla="*/ 133 h 294"/>
                <a:gd name="T78" fmla="*/ 0 w 1134"/>
                <a:gd name="T79" fmla="*/ 90 h 294"/>
                <a:gd name="T80" fmla="*/ 34 w 1134"/>
                <a:gd name="T81" fmla="*/ 48 h 294"/>
                <a:gd name="T82" fmla="*/ 68 w 1134"/>
                <a:gd name="T83" fmla="*/ 11 h 294"/>
                <a:gd name="T84" fmla="*/ 79 w 1134"/>
                <a:gd name="T85" fmla="*/ 0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34" h="294">
                  <a:moveTo>
                    <a:pt x="79" y="0"/>
                  </a:moveTo>
                  <a:lnTo>
                    <a:pt x="99" y="19"/>
                  </a:lnTo>
                  <a:lnTo>
                    <a:pt x="121" y="37"/>
                  </a:lnTo>
                  <a:lnTo>
                    <a:pt x="145" y="52"/>
                  </a:lnTo>
                  <a:lnTo>
                    <a:pt x="172" y="66"/>
                  </a:lnTo>
                  <a:lnTo>
                    <a:pt x="201" y="78"/>
                  </a:lnTo>
                  <a:lnTo>
                    <a:pt x="234" y="86"/>
                  </a:lnTo>
                  <a:lnTo>
                    <a:pt x="265" y="92"/>
                  </a:lnTo>
                  <a:lnTo>
                    <a:pt x="293" y="94"/>
                  </a:lnTo>
                  <a:lnTo>
                    <a:pt x="320" y="94"/>
                  </a:lnTo>
                  <a:lnTo>
                    <a:pt x="344" y="90"/>
                  </a:lnTo>
                  <a:lnTo>
                    <a:pt x="368" y="86"/>
                  </a:lnTo>
                  <a:lnTo>
                    <a:pt x="391" y="81"/>
                  </a:lnTo>
                  <a:lnTo>
                    <a:pt x="414" y="76"/>
                  </a:lnTo>
                  <a:lnTo>
                    <a:pt x="437" y="69"/>
                  </a:lnTo>
                  <a:lnTo>
                    <a:pt x="460" y="64"/>
                  </a:lnTo>
                  <a:lnTo>
                    <a:pt x="485" y="60"/>
                  </a:lnTo>
                  <a:lnTo>
                    <a:pt x="512" y="59"/>
                  </a:lnTo>
                  <a:lnTo>
                    <a:pt x="542" y="60"/>
                  </a:lnTo>
                  <a:lnTo>
                    <a:pt x="575" y="63"/>
                  </a:lnTo>
                  <a:lnTo>
                    <a:pt x="610" y="69"/>
                  </a:lnTo>
                  <a:lnTo>
                    <a:pt x="645" y="76"/>
                  </a:lnTo>
                  <a:lnTo>
                    <a:pt x="681" y="83"/>
                  </a:lnTo>
                  <a:lnTo>
                    <a:pt x="716" y="90"/>
                  </a:lnTo>
                  <a:lnTo>
                    <a:pt x="750" y="98"/>
                  </a:lnTo>
                  <a:lnTo>
                    <a:pt x="781" y="103"/>
                  </a:lnTo>
                  <a:lnTo>
                    <a:pt x="810" y="107"/>
                  </a:lnTo>
                  <a:lnTo>
                    <a:pt x="835" y="108"/>
                  </a:lnTo>
                  <a:lnTo>
                    <a:pt x="855" y="106"/>
                  </a:lnTo>
                  <a:lnTo>
                    <a:pt x="871" y="102"/>
                  </a:lnTo>
                  <a:lnTo>
                    <a:pt x="886" y="95"/>
                  </a:lnTo>
                  <a:lnTo>
                    <a:pt x="897" y="85"/>
                  </a:lnTo>
                  <a:lnTo>
                    <a:pt x="908" y="76"/>
                  </a:lnTo>
                  <a:lnTo>
                    <a:pt x="919" y="65"/>
                  </a:lnTo>
                  <a:lnTo>
                    <a:pt x="928" y="55"/>
                  </a:lnTo>
                  <a:lnTo>
                    <a:pt x="964" y="71"/>
                  </a:lnTo>
                  <a:lnTo>
                    <a:pt x="1001" y="84"/>
                  </a:lnTo>
                  <a:lnTo>
                    <a:pt x="1070" y="103"/>
                  </a:lnTo>
                  <a:lnTo>
                    <a:pt x="1134" y="118"/>
                  </a:lnTo>
                  <a:lnTo>
                    <a:pt x="1111" y="131"/>
                  </a:lnTo>
                  <a:lnTo>
                    <a:pt x="1084" y="146"/>
                  </a:lnTo>
                  <a:lnTo>
                    <a:pt x="1057" y="165"/>
                  </a:lnTo>
                  <a:lnTo>
                    <a:pt x="1029" y="186"/>
                  </a:lnTo>
                  <a:lnTo>
                    <a:pt x="1001" y="207"/>
                  </a:lnTo>
                  <a:lnTo>
                    <a:pt x="972" y="228"/>
                  </a:lnTo>
                  <a:lnTo>
                    <a:pt x="946" y="247"/>
                  </a:lnTo>
                  <a:lnTo>
                    <a:pt x="922" y="265"/>
                  </a:lnTo>
                  <a:lnTo>
                    <a:pt x="901" y="279"/>
                  </a:lnTo>
                  <a:lnTo>
                    <a:pt x="879" y="288"/>
                  </a:lnTo>
                  <a:lnTo>
                    <a:pt x="856" y="293"/>
                  </a:lnTo>
                  <a:lnTo>
                    <a:pt x="830" y="294"/>
                  </a:lnTo>
                  <a:lnTo>
                    <a:pt x="801" y="292"/>
                  </a:lnTo>
                  <a:lnTo>
                    <a:pt x="771" y="287"/>
                  </a:lnTo>
                  <a:lnTo>
                    <a:pt x="739" y="279"/>
                  </a:lnTo>
                  <a:lnTo>
                    <a:pt x="706" y="267"/>
                  </a:lnTo>
                  <a:lnTo>
                    <a:pt x="672" y="253"/>
                  </a:lnTo>
                  <a:lnTo>
                    <a:pt x="638" y="238"/>
                  </a:lnTo>
                  <a:lnTo>
                    <a:pt x="603" y="223"/>
                  </a:lnTo>
                  <a:lnTo>
                    <a:pt x="568" y="205"/>
                  </a:lnTo>
                  <a:lnTo>
                    <a:pt x="534" y="190"/>
                  </a:lnTo>
                  <a:lnTo>
                    <a:pt x="500" y="182"/>
                  </a:lnTo>
                  <a:lnTo>
                    <a:pt x="466" y="180"/>
                  </a:lnTo>
                  <a:lnTo>
                    <a:pt x="433" y="183"/>
                  </a:lnTo>
                  <a:lnTo>
                    <a:pt x="400" y="189"/>
                  </a:lnTo>
                  <a:lnTo>
                    <a:pt x="368" y="197"/>
                  </a:lnTo>
                  <a:lnTo>
                    <a:pt x="335" y="208"/>
                  </a:lnTo>
                  <a:lnTo>
                    <a:pt x="304" y="218"/>
                  </a:lnTo>
                  <a:lnTo>
                    <a:pt x="272" y="229"/>
                  </a:lnTo>
                  <a:lnTo>
                    <a:pt x="240" y="237"/>
                  </a:lnTo>
                  <a:lnTo>
                    <a:pt x="210" y="244"/>
                  </a:lnTo>
                  <a:lnTo>
                    <a:pt x="186" y="245"/>
                  </a:lnTo>
                  <a:lnTo>
                    <a:pt x="162" y="238"/>
                  </a:lnTo>
                  <a:lnTo>
                    <a:pt x="139" y="228"/>
                  </a:lnTo>
                  <a:lnTo>
                    <a:pt x="116" y="214"/>
                  </a:lnTo>
                  <a:lnTo>
                    <a:pt x="94" y="196"/>
                  </a:lnTo>
                  <a:lnTo>
                    <a:pt x="71" y="176"/>
                  </a:lnTo>
                  <a:lnTo>
                    <a:pt x="51" y="155"/>
                  </a:lnTo>
                  <a:lnTo>
                    <a:pt x="32" y="133"/>
                  </a:lnTo>
                  <a:lnTo>
                    <a:pt x="14" y="111"/>
                  </a:lnTo>
                  <a:lnTo>
                    <a:pt x="0" y="90"/>
                  </a:lnTo>
                  <a:lnTo>
                    <a:pt x="17" y="69"/>
                  </a:lnTo>
                  <a:lnTo>
                    <a:pt x="34" y="48"/>
                  </a:lnTo>
                  <a:lnTo>
                    <a:pt x="51" y="28"/>
                  </a:lnTo>
                  <a:lnTo>
                    <a:pt x="68" y="11"/>
                  </a:lnTo>
                  <a:lnTo>
                    <a:pt x="73" y="5"/>
                  </a:lnTo>
                  <a:lnTo>
                    <a:pt x="79"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77" name="Freeform 156">
              <a:extLst>
                <a:ext uri="{FF2B5EF4-FFF2-40B4-BE49-F238E27FC236}">
                  <a16:creationId xmlns:a16="http://schemas.microsoft.com/office/drawing/2014/main" id="{6289FDBC-0FC3-44E4-96FC-517822D7B9EA}"/>
                </a:ext>
              </a:extLst>
            </p:cNvPr>
            <p:cNvSpPr>
              <a:spLocks/>
            </p:cNvSpPr>
            <p:nvPr/>
          </p:nvSpPr>
          <p:spPr bwMode="auto">
            <a:xfrm>
              <a:off x="1919773" y="4046341"/>
              <a:ext cx="115888" cy="128588"/>
            </a:xfrm>
            <a:custGeom>
              <a:avLst/>
              <a:gdLst>
                <a:gd name="T0" fmla="*/ 505 w 514"/>
                <a:gd name="T1" fmla="*/ 23 h 568"/>
                <a:gd name="T2" fmla="*/ 488 w 514"/>
                <a:gd name="T3" fmla="*/ 71 h 568"/>
                <a:gd name="T4" fmla="*/ 472 w 514"/>
                <a:gd name="T5" fmla="*/ 103 h 568"/>
                <a:gd name="T6" fmla="*/ 449 w 514"/>
                <a:gd name="T7" fmla="*/ 126 h 568"/>
                <a:gd name="T8" fmla="*/ 421 w 514"/>
                <a:gd name="T9" fmla="*/ 150 h 568"/>
                <a:gd name="T10" fmla="*/ 394 w 514"/>
                <a:gd name="T11" fmla="*/ 180 h 568"/>
                <a:gd name="T12" fmla="*/ 376 w 514"/>
                <a:gd name="T13" fmla="*/ 218 h 568"/>
                <a:gd name="T14" fmla="*/ 359 w 514"/>
                <a:gd name="T15" fmla="*/ 257 h 568"/>
                <a:gd name="T16" fmla="*/ 335 w 514"/>
                <a:gd name="T17" fmla="*/ 298 h 568"/>
                <a:gd name="T18" fmla="*/ 308 w 514"/>
                <a:gd name="T19" fmla="*/ 335 h 568"/>
                <a:gd name="T20" fmla="*/ 284 w 514"/>
                <a:gd name="T21" fmla="*/ 358 h 568"/>
                <a:gd name="T22" fmla="*/ 241 w 514"/>
                <a:gd name="T23" fmla="*/ 389 h 568"/>
                <a:gd name="T24" fmla="*/ 199 w 514"/>
                <a:gd name="T25" fmla="*/ 427 h 568"/>
                <a:gd name="T26" fmla="*/ 167 w 514"/>
                <a:gd name="T27" fmla="*/ 464 h 568"/>
                <a:gd name="T28" fmla="*/ 131 w 514"/>
                <a:gd name="T29" fmla="*/ 497 h 568"/>
                <a:gd name="T30" fmla="*/ 102 w 514"/>
                <a:gd name="T31" fmla="*/ 513 h 568"/>
                <a:gd name="T32" fmla="*/ 69 w 514"/>
                <a:gd name="T33" fmla="*/ 529 h 568"/>
                <a:gd name="T34" fmla="*/ 32 w 514"/>
                <a:gd name="T35" fmla="*/ 549 h 568"/>
                <a:gd name="T36" fmla="*/ 0 w 514"/>
                <a:gd name="T37" fmla="*/ 568 h 568"/>
                <a:gd name="T38" fmla="*/ 74 w 514"/>
                <a:gd name="T39" fmla="*/ 482 h 568"/>
                <a:gd name="T40" fmla="*/ 90 w 514"/>
                <a:gd name="T41" fmla="*/ 465 h 568"/>
                <a:gd name="T42" fmla="*/ 117 w 514"/>
                <a:gd name="T43" fmla="*/ 437 h 568"/>
                <a:gd name="T44" fmla="*/ 156 w 514"/>
                <a:gd name="T45" fmla="*/ 404 h 568"/>
                <a:gd name="T46" fmla="*/ 183 w 514"/>
                <a:gd name="T47" fmla="*/ 375 h 568"/>
                <a:gd name="T48" fmla="*/ 215 w 514"/>
                <a:gd name="T49" fmla="*/ 337 h 568"/>
                <a:gd name="T50" fmla="*/ 248 w 514"/>
                <a:gd name="T51" fmla="*/ 296 h 568"/>
                <a:gd name="T52" fmla="*/ 280 w 514"/>
                <a:gd name="T53" fmla="*/ 261 h 568"/>
                <a:gd name="T54" fmla="*/ 304 w 514"/>
                <a:gd name="T55" fmla="*/ 236 h 568"/>
                <a:gd name="T56" fmla="*/ 326 w 514"/>
                <a:gd name="T57" fmla="*/ 214 h 568"/>
                <a:gd name="T58" fmla="*/ 346 w 514"/>
                <a:gd name="T59" fmla="*/ 189 h 568"/>
                <a:gd name="T60" fmla="*/ 371 w 514"/>
                <a:gd name="T61" fmla="*/ 160 h 568"/>
                <a:gd name="T62" fmla="*/ 406 w 514"/>
                <a:gd name="T63" fmla="*/ 120 h 568"/>
                <a:gd name="T64" fmla="*/ 448 w 514"/>
                <a:gd name="T65" fmla="*/ 70 h 568"/>
                <a:gd name="T66" fmla="*/ 479 w 514"/>
                <a:gd name="T67" fmla="*/ 32 h 568"/>
                <a:gd name="T68" fmla="*/ 503 w 514"/>
                <a:gd name="T69" fmla="*/ 8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4" h="568">
                  <a:moveTo>
                    <a:pt x="514" y="0"/>
                  </a:moveTo>
                  <a:lnTo>
                    <a:pt x="505" y="23"/>
                  </a:lnTo>
                  <a:lnTo>
                    <a:pt x="497" y="47"/>
                  </a:lnTo>
                  <a:lnTo>
                    <a:pt x="488" y="71"/>
                  </a:lnTo>
                  <a:lnTo>
                    <a:pt x="480" y="91"/>
                  </a:lnTo>
                  <a:lnTo>
                    <a:pt x="472" y="103"/>
                  </a:lnTo>
                  <a:lnTo>
                    <a:pt x="462" y="114"/>
                  </a:lnTo>
                  <a:lnTo>
                    <a:pt x="449" y="126"/>
                  </a:lnTo>
                  <a:lnTo>
                    <a:pt x="435" y="138"/>
                  </a:lnTo>
                  <a:lnTo>
                    <a:pt x="421" y="150"/>
                  </a:lnTo>
                  <a:lnTo>
                    <a:pt x="407" y="164"/>
                  </a:lnTo>
                  <a:lnTo>
                    <a:pt x="394" y="180"/>
                  </a:lnTo>
                  <a:lnTo>
                    <a:pt x="384" y="198"/>
                  </a:lnTo>
                  <a:lnTo>
                    <a:pt x="376" y="218"/>
                  </a:lnTo>
                  <a:lnTo>
                    <a:pt x="369" y="237"/>
                  </a:lnTo>
                  <a:lnTo>
                    <a:pt x="359" y="257"/>
                  </a:lnTo>
                  <a:lnTo>
                    <a:pt x="348" y="277"/>
                  </a:lnTo>
                  <a:lnTo>
                    <a:pt x="335" y="298"/>
                  </a:lnTo>
                  <a:lnTo>
                    <a:pt x="321" y="317"/>
                  </a:lnTo>
                  <a:lnTo>
                    <a:pt x="308" y="335"/>
                  </a:lnTo>
                  <a:lnTo>
                    <a:pt x="295" y="349"/>
                  </a:lnTo>
                  <a:lnTo>
                    <a:pt x="284" y="358"/>
                  </a:lnTo>
                  <a:lnTo>
                    <a:pt x="263" y="373"/>
                  </a:lnTo>
                  <a:lnTo>
                    <a:pt x="241" y="389"/>
                  </a:lnTo>
                  <a:lnTo>
                    <a:pt x="219" y="407"/>
                  </a:lnTo>
                  <a:lnTo>
                    <a:pt x="199" y="427"/>
                  </a:lnTo>
                  <a:lnTo>
                    <a:pt x="184" y="445"/>
                  </a:lnTo>
                  <a:lnTo>
                    <a:pt x="167" y="464"/>
                  </a:lnTo>
                  <a:lnTo>
                    <a:pt x="149" y="482"/>
                  </a:lnTo>
                  <a:lnTo>
                    <a:pt x="131" y="497"/>
                  </a:lnTo>
                  <a:lnTo>
                    <a:pt x="112" y="507"/>
                  </a:lnTo>
                  <a:lnTo>
                    <a:pt x="102" y="513"/>
                  </a:lnTo>
                  <a:lnTo>
                    <a:pt x="87" y="520"/>
                  </a:lnTo>
                  <a:lnTo>
                    <a:pt x="69" y="529"/>
                  </a:lnTo>
                  <a:lnTo>
                    <a:pt x="51" y="538"/>
                  </a:lnTo>
                  <a:lnTo>
                    <a:pt x="32" y="549"/>
                  </a:lnTo>
                  <a:lnTo>
                    <a:pt x="15" y="558"/>
                  </a:lnTo>
                  <a:lnTo>
                    <a:pt x="0" y="568"/>
                  </a:lnTo>
                  <a:lnTo>
                    <a:pt x="73" y="482"/>
                  </a:lnTo>
                  <a:lnTo>
                    <a:pt x="74" y="482"/>
                  </a:lnTo>
                  <a:lnTo>
                    <a:pt x="79" y="476"/>
                  </a:lnTo>
                  <a:lnTo>
                    <a:pt x="90" y="465"/>
                  </a:lnTo>
                  <a:lnTo>
                    <a:pt x="103" y="452"/>
                  </a:lnTo>
                  <a:lnTo>
                    <a:pt x="117" y="437"/>
                  </a:lnTo>
                  <a:lnTo>
                    <a:pt x="135" y="421"/>
                  </a:lnTo>
                  <a:lnTo>
                    <a:pt x="156" y="404"/>
                  </a:lnTo>
                  <a:lnTo>
                    <a:pt x="168" y="391"/>
                  </a:lnTo>
                  <a:lnTo>
                    <a:pt x="183" y="375"/>
                  </a:lnTo>
                  <a:lnTo>
                    <a:pt x="198" y="357"/>
                  </a:lnTo>
                  <a:lnTo>
                    <a:pt x="215" y="337"/>
                  </a:lnTo>
                  <a:lnTo>
                    <a:pt x="232" y="316"/>
                  </a:lnTo>
                  <a:lnTo>
                    <a:pt x="248" y="296"/>
                  </a:lnTo>
                  <a:lnTo>
                    <a:pt x="264" y="277"/>
                  </a:lnTo>
                  <a:lnTo>
                    <a:pt x="280" y="261"/>
                  </a:lnTo>
                  <a:lnTo>
                    <a:pt x="294" y="248"/>
                  </a:lnTo>
                  <a:lnTo>
                    <a:pt x="304" y="236"/>
                  </a:lnTo>
                  <a:lnTo>
                    <a:pt x="315" y="224"/>
                  </a:lnTo>
                  <a:lnTo>
                    <a:pt x="326" y="214"/>
                  </a:lnTo>
                  <a:lnTo>
                    <a:pt x="335" y="202"/>
                  </a:lnTo>
                  <a:lnTo>
                    <a:pt x="346" y="189"/>
                  </a:lnTo>
                  <a:lnTo>
                    <a:pt x="357" y="176"/>
                  </a:lnTo>
                  <a:lnTo>
                    <a:pt x="371" y="160"/>
                  </a:lnTo>
                  <a:lnTo>
                    <a:pt x="387" y="142"/>
                  </a:lnTo>
                  <a:lnTo>
                    <a:pt x="406" y="120"/>
                  </a:lnTo>
                  <a:lnTo>
                    <a:pt x="429" y="93"/>
                  </a:lnTo>
                  <a:lnTo>
                    <a:pt x="448" y="70"/>
                  </a:lnTo>
                  <a:lnTo>
                    <a:pt x="465" y="49"/>
                  </a:lnTo>
                  <a:lnTo>
                    <a:pt x="479" y="32"/>
                  </a:lnTo>
                  <a:lnTo>
                    <a:pt x="491" y="18"/>
                  </a:lnTo>
                  <a:lnTo>
                    <a:pt x="503" y="8"/>
                  </a:lnTo>
                  <a:lnTo>
                    <a:pt x="514"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78" name="Freeform 157">
              <a:extLst>
                <a:ext uri="{FF2B5EF4-FFF2-40B4-BE49-F238E27FC236}">
                  <a16:creationId xmlns:a16="http://schemas.microsoft.com/office/drawing/2014/main" id="{443F69BC-ED19-4A6F-84BE-8BF8D6091379}"/>
                </a:ext>
              </a:extLst>
            </p:cNvPr>
            <p:cNvSpPr>
              <a:spLocks/>
            </p:cNvSpPr>
            <p:nvPr/>
          </p:nvSpPr>
          <p:spPr bwMode="auto">
            <a:xfrm>
              <a:off x="2092811" y="3998716"/>
              <a:ext cx="60325" cy="34925"/>
            </a:xfrm>
            <a:custGeom>
              <a:avLst/>
              <a:gdLst>
                <a:gd name="T0" fmla="*/ 138 w 264"/>
                <a:gd name="T1" fmla="*/ 0 h 158"/>
                <a:gd name="T2" fmla="*/ 151 w 264"/>
                <a:gd name="T3" fmla="*/ 2 h 158"/>
                <a:gd name="T4" fmla="*/ 166 w 264"/>
                <a:gd name="T5" fmla="*/ 10 h 158"/>
                <a:gd name="T6" fmla="*/ 181 w 264"/>
                <a:gd name="T7" fmla="*/ 22 h 158"/>
                <a:gd name="T8" fmla="*/ 197 w 264"/>
                <a:gd name="T9" fmla="*/ 38 h 158"/>
                <a:gd name="T10" fmla="*/ 214 w 264"/>
                <a:gd name="T11" fmla="*/ 56 h 158"/>
                <a:gd name="T12" fmla="*/ 230 w 264"/>
                <a:gd name="T13" fmla="*/ 75 h 158"/>
                <a:gd name="T14" fmla="*/ 247 w 264"/>
                <a:gd name="T15" fmla="*/ 93 h 158"/>
                <a:gd name="T16" fmla="*/ 264 w 264"/>
                <a:gd name="T17" fmla="*/ 109 h 158"/>
                <a:gd name="T18" fmla="*/ 255 w 264"/>
                <a:gd name="T19" fmla="*/ 123 h 158"/>
                <a:gd name="T20" fmla="*/ 246 w 264"/>
                <a:gd name="T21" fmla="*/ 133 h 158"/>
                <a:gd name="T22" fmla="*/ 240 w 264"/>
                <a:gd name="T23" fmla="*/ 141 h 158"/>
                <a:gd name="T24" fmla="*/ 235 w 264"/>
                <a:gd name="T25" fmla="*/ 146 h 158"/>
                <a:gd name="T26" fmla="*/ 229 w 264"/>
                <a:gd name="T27" fmla="*/ 150 h 158"/>
                <a:gd name="T28" fmla="*/ 222 w 264"/>
                <a:gd name="T29" fmla="*/ 152 h 158"/>
                <a:gd name="T30" fmla="*/ 214 w 264"/>
                <a:gd name="T31" fmla="*/ 154 h 158"/>
                <a:gd name="T32" fmla="*/ 202 w 264"/>
                <a:gd name="T33" fmla="*/ 156 h 158"/>
                <a:gd name="T34" fmla="*/ 185 w 264"/>
                <a:gd name="T35" fmla="*/ 158 h 158"/>
                <a:gd name="T36" fmla="*/ 175 w 264"/>
                <a:gd name="T37" fmla="*/ 158 h 158"/>
                <a:gd name="T38" fmla="*/ 163 w 264"/>
                <a:gd name="T39" fmla="*/ 156 h 158"/>
                <a:gd name="T40" fmla="*/ 150 w 264"/>
                <a:gd name="T41" fmla="*/ 152 h 158"/>
                <a:gd name="T42" fmla="*/ 138 w 264"/>
                <a:gd name="T43" fmla="*/ 147 h 158"/>
                <a:gd name="T44" fmla="*/ 124 w 264"/>
                <a:gd name="T45" fmla="*/ 142 h 158"/>
                <a:gd name="T46" fmla="*/ 109 w 264"/>
                <a:gd name="T47" fmla="*/ 136 h 158"/>
                <a:gd name="T48" fmla="*/ 92 w 264"/>
                <a:gd name="T49" fmla="*/ 132 h 158"/>
                <a:gd name="T50" fmla="*/ 73 w 264"/>
                <a:gd name="T51" fmla="*/ 130 h 158"/>
                <a:gd name="T52" fmla="*/ 52 w 264"/>
                <a:gd name="T53" fmla="*/ 131 h 158"/>
                <a:gd name="T54" fmla="*/ 28 w 264"/>
                <a:gd name="T55" fmla="*/ 135 h 158"/>
                <a:gd name="T56" fmla="*/ 21 w 264"/>
                <a:gd name="T57" fmla="*/ 134 h 158"/>
                <a:gd name="T58" fmla="*/ 16 w 264"/>
                <a:gd name="T59" fmla="*/ 131 h 158"/>
                <a:gd name="T60" fmla="*/ 11 w 264"/>
                <a:gd name="T61" fmla="*/ 126 h 158"/>
                <a:gd name="T62" fmla="*/ 5 w 264"/>
                <a:gd name="T63" fmla="*/ 120 h 158"/>
                <a:gd name="T64" fmla="*/ 0 w 264"/>
                <a:gd name="T65" fmla="*/ 116 h 158"/>
                <a:gd name="T66" fmla="*/ 25 w 264"/>
                <a:gd name="T67" fmla="*/ 92 h 158"/>
                <a:gd name="T68" fmla="*/ 48 w 264"/>
                <a:gd name="T69" fmla="*/ 71 h 158"/>
                <a:gd name="T70" fmla="*/ 70 w 264"/>
                <a:gd name="T71" fmla="*/ 51 h 158"/>
                <a:gd name="T72" fmla="*/ 89 w 264"/>
                <a:gd name="T73" fmla="*/ 34 h 158"/>
                <a:gd name="T74" fmla="*/ 106 w 264"/>
                <a:gd name="T75" fmla="*/ 20 h 158"/>
                <a:gd name="T76" fmla="*/ 120 w 264"/>
                <a:gd name="T77" fmla="*/ 10 h 158"/>
                <a:gd name="T78" fmla="*/ 130 w 264"/>
                <a:gd name="T79" fmla="*/ 3 h 158"/>
                <a:gd name="T80" fmla="*/ 138 w 264"/>
                <a:gd name="T81" fmla="*/ 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4" h="158">
                  <a:moveTo>
                    <a:pt x="138" y="0"/>
                  </a:moveTo>
                  <a:lnTo>
                    <a:pt x="151" y="2"/>
                  </a:lnTo>
                  <a:lnTo>
                    <a:pt x="166" y="10"/>
                  </a:lnTo>
                  <a:lnTo>
                    <a:pt x="181" y="22"/>
                  </a:lnTo>
                  <a:lnTo>
                    <a:pt x="197" y="38"/>
                  </a:lnTo>
                  <a:lnTo>
                    <a:pt x="214" y="56"/>
                  </a:lnTo>
                  <a:lnTo>
                    <a:pt x="230" y="75"/>
                  </a:lnTo>
                  <a:lnTo>
                    <a:pt x="247" y="93"/>
                  </a:lnTo>
                  <a:lnTo>
                    <a:pt x="264" y="109"/>
                  </a:lnTo>
                  <a:lnTo>
                    <a:pt x="255" y="123"/>
                  </a:lnTo>
                  <a:lnTo>
                    <a:pt x="246" y="133"/>
                  </a:lnTo>
                  <a:lnTo>
                    <a:pt x="240" y="141"/>
                  </a:lnTo>
                  <a:lnTo>
                    <a:pt x="235" y="146"/>
                  </a:lnTo>
                  <a:lnTo>
                    <a:pt x="229" y="150"/>
                  </a:lnTo>
                  <a:lnTo>
                    <a:pt x="222" y="152"/>
                  </a:lnTo>
                  <a:lnTo>
                    <a:pt x="214" y="154"/>
                  </a:lnTo>
                  <a:lnTo>
                    <a:pt x="202" y="156"/>
                  </a:lnTo>
                  <a:lnTo>
                    <a:pt x="185" y="158"/>
                  </a:lnTo>
                  <a:lnTo>
                    <a:pt x="175" y="158"/>
                  </a:lnTo>
                  <a:lnTo>
                    <a:pt x="163" y="156"/>
                  </a:lnTo>
                  <a:lnTo>
                    <a:pt x="150" y="152"/>
                  </a:lnTo>
                  <a:lnTo>
                    <a:pt x="138" y="147"/>
                  </a:lnTo>
                  <a:lnTo>
                    <a:pt x="124" y="142"/>
                  </a:lnTo>
                  <a:lnTo>
                    <a:pt x="109" y="136"/>
                  </a:lnTo>
                  <a:lnTo>
                    <a:pt x="92" y="132"/>
                  </a:lnTo>
                  <a:lnTo>
                    <a:pt x="73" y="130"/>
                  </a:lnTo>
                  <a:lnTo>
                    <a:pt x="52" y="131"/>
                  </a:lnTo>
                  <a:lnTo>
                    <a:pt x="28" y="135"/>
                  </a:lnTo>
                  <a:lnTo>
                    <a:pt x="21" y="134"/>
                  </a:lnTo>
                  <a:lnTo>
                    <a:pt x="16" y="131"/>
                  </a:lnTo>
                  <a:lnTo>
                    <a:pt x="11" y="126"/>
                  </a:lnTo>
                  <a:lnTo>
                    <a:pt x="5" y="120"/>
                  </a:lnTo>
                  <a:lnTo>
                    <a:pt x="0" y="116"/>
                  </a:lnTo>
                  <a:lnTo>
                    <a:pt x="25" y="92"/>
                  </a:lnTo>
                  <a:lnTo>
                    <a:pt x="48" y="71"/>
                  </a:lnTo>
                  <a:lnTo>
                    <a:pt x="70" y="51"/>
                  </a:lnTo>
                  <a:lnTo>
                    <a:pt x="89" y="34"/>
                  </a:lnTo>
                  <a:lnTo>
                    <a:pt x="106" y="20"/>
                  </a:lnTo>
                  <a:lnTo>
                    <a:pt x="120" y="10"/>
                  </a:lnTo>
                  <a:lnTo>
                    <a:pt x="130" y="3"/>
                  </a:lnTo>
                  <a:lnTo>
                    <a:pt x="138" y="0"/>
                  </a:lnTo>
                  <a:close/>
                </a:path>
              </a:pathLst>
            </a:custGeom>
            <a:solidFill>
              <a:srgbClr val="CCCCCC"/>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79" name="Freeform 158">
              <a:extLst>
                <a:ext uri="{FF2B5EF4-FFF2-40B4-BE49-F238E27FC236}">
                  <a16:creationId xmlns:a16="http://schemas.microsoft.com/office/drawing/2014/main" id="{7E79E762-F43C-4B41-B686-BDCBC36821B5}"/>
                </a:ext>
              </a:extLst>
            </p:cNvPr>
            <p:cNvSpPr>
              <a:spLocks/>
            </p:cNvSpPr>
            <p:nvPr/>
          </p:nvSpPr>
          <p:spPr bwMode="auto">
            <a:xfrm>
              <a:off x="2061061" y="3998716"/>
              <a:ext cx="65088" cy="66675"/>
            </a:xfrm>
            <a:custGeom>
              <a:avLst/>
              <a:gdLst>
                <a:gd name="T0" fmla="*/ 284 w 287"/>
                <a:gd name="T1" fmla="*/ 0 h 300"/>
                <a:gd name="T2" fmla="*/ 287 w 287"/>
                <a:gd name="T3" fmla="*/ 0 h 300"/>
                <a:gd name="T4" fmla="*/ 284 w 287"/>
                <a:gd name="T5" fmla="*/ 10 h 300"/>
                <a:gd name="T6" fmla="*/ 278 w 287"/>
                <a:gd name="T7" fmla="*/ 21 h 300"/>
                <a:gd name="T8" fmla="*/ 271 w 287"/>
                <a:gd name="T9" fmla="*/ 35 h 300"/>
                <a:gd name="T10" fmla="*/ 262 w 287"/>
                <a:gd name="T11" fmla="*/ 49 h 300"/>
                <a:gd name="T12" fmla="*/ 249 w 287"/>
                <a:gd name="T13" fmla="*/ 61 h 300"/>
                <a:gd name="T14" fmla="*/ 238 w 287"/>
                <a:gd name="T15" fmla="*/ 70 h 300"/>
                <a:gd name="T16" fmla="*/ 230 w 287"/>
                <a:gd name="T17" fmla="*/ 77 h 300"/>
                <a:gd name="T18" fmla="*/ 221 w 287"/>
                <a:gd name="T19" fmla="*/ 83 h 300"/>
                <a:gd name="T20" fmla="*/ 215 w 287"/>
                <a:gd name="T21" fmla="*/ 91 h 300"/>
                <a:gd name="T22" fmla="*/ 209 w 287"/>
                <a:gd name="T23" fmla="*/ 100 h 300"/>
                <a:gd name="T24" fmla="*/ 202 w 287"/>
                <a:gd name="T25" fmla="*/ 113 h 300"/>
                <a:gd name="T26" fmla="*/ 196 w 287"/>
                <a:gd name="T27" fmla="*/ 131 h 300"/>
                <a:gd name="T28" fmla="*/ 191 w 287"/>
                <a:gd name="T29" fmla="*/ 148 h 300"/>
                <a:gd name="T30" fmla="*/ 185 w 287"/>
                <a:gd name="T31" fmla="*/ 162 h 300"/>
                <a:gd name="T32" fmla="*/ 180 w 287"/>
                <a:gd name="T33" fmla="*/ 171 h 300"/>
                <a:gd name="T34" fmla="*/ 175 w 287"/>
                <a:gd name="T35" fmla="*/ 180 h 300"/>
                <a:gd name="T36" fmla="*/ 169 w 287"/>
                <a:gd name="T37" fmla="*/ 188 h 300"/>
                <a:gd name="T38" fmla="*/ 160 w 287"/>
                <a:gd name="T39" fmla="*/ 198 h 300"/>
                <a:gd name="T40" fmla="*/ 151 w 287"/>
                <a:gd name="T41" fmla="*/ 210 h 300"/>
                <a:gd name="T42" fmla="*/ 137 w 287"/>
                <a:gd name="T43" fmla="*/ 226 h 300"/>
                <a:gd name="T44" fmla="*/ 121 w 287"/>
                <a:gd name="T45" fmla="*/ 239 h 300"/>
                <a:gd name="T46" fmla="*/ 105 w 287"/>
                <a:gd name="T47" fmla="*/ 249 h 300"/>
                <a:gd name="T48" fmla="*/ 91 w 287"/>
                <a:gd name="T49" fmla="*/ 258 h 300"/>
                <a:gd name="T50" fmla="*/ 79 w 287"/>
                <a:gd name="T51" fmla="*/ 265 h 300"/>
                <a:gd name="T52" fmla="*/ 71 w 287"/>
                <a:gd name="T53" fmla="*/ 273 h 300"/>
                <a:gd name="T54" fmla="*/ 65 w 287"/>
                <a:gd name="T55" fmla="*/ 285 h 300"/>
                <a:gd name="T56" fmla="*/ 58 w 287"/>
                <a:gd name="T57" fmla="*/ 300 h 300"/>
                <a:gd name="T58" fmla="*/ 35 w 287"/>
                <a:gd name="T59" fmla="*/ 284 h 300"/>
                <a:gd name="T60" fmla="*/ 15 w 287"/>
                <a:gd name="T61" fmla="*/ 269 h 300"/>
                <a:gd name="T62" fmla="*/ 0 w 287"/>
                <a:gd name="T63" fmla="*/ 257 h 300"/>
                <a:gd name="T64" fmla="*/ 25 w 287"/>
                <a:gd name="T65" fmla="*/ 231 h 300"/>
                <a:gd name="T66" fmla="*/ 51 w 287"/>
                <a:gd name="T67" fmla="*/ 205 h 300"/>
                <a:gd name="T68" fmla="*/ 78 w 287"/>
                <a:gd name="T69" fmla="*/ 179 h 300"/>
                <a:gd name="T70" fmla="*/ 104 w 287"/>
                <a:gd name="T71" fmla="*/ 153 h 300"/>
                <a:gd name="T72" fmla="*/ 129 w 287"/>
                <a:gd name="T73" fmla="*/ 129 h 300"/>
                <a:gd name="T74" fmla="*/ 154 w 287"/>
                <a:gd name="T75" fmla="*/ 106 h 300"/>
                <a:gd name="T76" fmla="*/ 177 w 287"/>
                <a:gd name="T77" fmla="*/ 85 h 300"/>
                <a:gd name="T78" fmla="*/ 198 w 287"/>
                <a:gd name="T79" fmla="*/ 64 h 300"/>
                <a:gd name="T80" fmla="*/ 218 w 287"/>
                <a:gd name="T81" fmla="*/ 46 h 300"/>
                <a:gd name="T82" fmla="*/ 236 w 287"/>
                <a:gd name="T83" fmla="*/ 31 h 300"/>
                <a:gd name="T84" fmla="*/ 251 w 287"/>
                <a:gd name="T85" fmla="*/ 18 h 300"/>
                <a:gd name="T86" fmla="*/ 264 w 287"/>
                <a:gd name="T87" fmla="*/ 8 h 300"/>
                <a:gd name="T88" fmla="*/ 274 w 287"/>
                <a:gd name="T89" fmla="*/ 2 h 300"/>
                <a:gd name="T90" fmla="*/ 281 w 287"/>
                <a:gd name="T91" fmla="*/ 0 h 300"/>
                <a:gd name="T92" fmla="*/ 284 w 287"/>
                <a:gd name="T93" fmla="*/ 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7" h="300">
                  <a:moveTo>
                    <a:pt x="284" y="0"/>
                  </a:moveTo>
                  <a:lnTo>
                    <a:pt x="287" y="0"/>
                  </a:lnTo>
                  <a:lnTo>
                    <a:pt x="284" y="10"/>
                  </a:lnTo>
                  <a:lnTo>
                    <a:pt x="278" y="21"/>
                  </a:lnTo>
                  <a:lnTo>
                    <a:pt x="271" y="35"/>
                  </a:lnTo>
                  <a:lnTo>
                    <a:pt x="262" y="49"/>
                  </a:lnTo>
                  <a:lnTo>
                    <a:pt x="249" y="61"/>
                  </a:lnTo>
                  <a:lnTo>
                    <a:pt x="238" y="70"/>
                  </a:lnTo>
                  <a:lnTo>
                    <a:pt x="230" y="77"/>
                  </a:lnTo>
                  <a:lnTo>
                    <a:pt x="221" y="83"/>
                  </a:lnTo>
                  <a:lnTo>
                    <a:pt x="215" y="91"/>
                  </a:lnTo>
                  <a:lnTo>
                    <a:pt x="209" y="100"/>
                  </a:lnTo>
                  <a:lnTo>
                    <a:pt x="202" y="113"/>
                  </a:lnTo>
                  <a:lnTo>
                    <a:pt x="196" y="131"/>
                  </a:lnTo>
                  <a:lnTo>
                    <a:pt x="191" y="148"/>
                  </a:lnTo>
                  <a:lnTo>
                    <a:pt x="185" y="162"/>
                  </a:lnTo>
                  <a:lnTo>
                    <a:pt x="180" y="171"/>
                  </a:lnTo>
                  <a:lnTo>
                    <a:pt x="175" y="180"/>
                  </a:lnTo>
                  <a:lnTo>
                    <a:pt x="169" y="188"/>
                  </a:lnTo>
                  <a:lnTo>
                    <a:pt x="160" y="198"/>
                  </a:lnTo>
                  <a:lnTo>
                    <a:pt x="151" y="210"/>
                  </a:lnTo>
                  <a:lnTo>
                    <a:pt x="137" y="226"/>
                  </a:lnTo>
                  <a:lnTo>
                    <a:pt x="121" y="239"/>
                  </a:lnTo>
                  <a:lnTo>
                    <a:pt x="105" y="249"/>
                  </a:lnTo>
                  <a:lnTo>
                    <a:pt x="91" y="258"/>
                  </a:lnTo>
                  <a:lnTo>
                    <a:pt x="79" y="265"/>
                  </a:lnTo>
                  <a:lnTo>
                    <a:pt x="71" y="273"/>
                  </a:lnTo>
                  <a:lnTo>
                    <a:pt x="65" y="285"/>
                  </a:lnTo>
                  <a:lnTo>
                    <a:pt x="58" y="300"/>
                  </a:lnTo>
                  <a:lnTo>
                    <a:pt x="35" y="284"/>
                  </a:lnTo>
                  <a:lnTo>
                    <a:pt x="15" y="269"/>
                  </a:lnTo>
                  <a:lnTo>
                    <a:pt x="0" y="257"/>
                  </a:lnTo>
                  <a:lnTo>
                    <a:pt x="25" y="231"/>
                  </a:lnTo>
                  <a:lnTo>
                    <a:pt x="51" y="205"/>
                  </a:lnTo>
                  <a:lnTo>
                    <a:pt x="78" y="179"/>
                  </a:lnTo>
                  <a:lnTo>
                    <a:pt x="104" y="153"/>
                  </a:lnTo>
                  <a:lnTo>
                    <a:pt x="129" y="129"/>
                  </a:lnTo>
                  <a:lnTo>
                    <a:pt x="154" y="106"/>
                  </a:lnTo>
                  <a:lnTo>
                    <a:pt x="177" y="85"/>
                  </a:lnTo>
                  <a:lnTo>
                    <a:pt x="198" y="64"/>
                  </a:lnTo>
                  <a:lnTo>
                    <a:pt x="218" y="46"/>
                  </a:lnTo>
                  <a:lnTo>
                    <a:pt x="236" y="31"/>
                  </a:lnTo>
                  <a:lnTo>
                    <a:pt x="251" y="18"/>
                  </a:lnTo>
                  <a:lnTo>
                    <a:pt x="264" y="8"/>
                  </a:lnTo>
                  <a:lnTo>
                    <a:pt x="274" y="2"/>
                  </a:lnTo>
                  <a:lnTo>
                    <a:pt x="281" y="0"/>
                  </a:lnTo>
                  <a:lnTo>
                    <a:pt x="284"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80" name="Freeform 159">
              <a:extLst>
                <a:ext uri="{FF2B5EF4-FFF2-40B4-BE49-F238E27FC236}">
                  <a16:creationId xmlns:a16="http://schemas.microsoft.com/office/drawing/2014/main" id="{F613C40D-22F3-4565-AA59-D82D478FE45A}"/>
                </a:ext>
              </a:extLst>
            </p:cNvPr>
            <p:cNvSpPr>
              <a:spLocks/>
            </p:cNvSpPr>
            <p:nvPr/>
          </p:nvSpPr>
          <p:spPr bwMode="auto">
            <a:xfrm>
              <a:off x="2122973" y="4041578"/>
              <a:ext cx="79375" cy="52388"/>
            </a:xfrm>
            <a:custGeom>
              <a:avLst/>
              <a:gdLst>
                <a:gd name="T0" fmla="*/ 349 w 349"/>
                <a:gd name="T1" fmla="*/ 0 h 232"/>
                <a:gd name="T2" fmla="*/ 342 w 349"/>
                <a:gd name="T3" fmla="*/ 5 h 232"/>
                <a:gd name="T4" fmla="*/ 333 w 349"/>
                <a:gd name="T5" fmla="*/ 12 h 232"/>
                <a:gd name="T6" fmla="*/ 322 w 349"/>
                <a:gd name="T7" fmla="*/ 23 h 232"/>
                <a:gd name="T8" fmla="*/ 309 w 349"/>
                <a:gd name="T9" fmla="*/ 36 h 232"/>
                <a:gd name="T10" fmla="*/ 295 w 349"/>
                <a:gd name="T11" fmla="*/ 54 h 232"/>
                <a:gd name="T12" fmla="*/ 281 w 349"/>
                <a:gd name="T13" fmla="*/ 74 h 232"/>
                <a:gd name="T14" fmla="*/ 269 w 349"/>
                <a:gd name="T15" fmla="*/ 92 h 232"/>
                <a:gd name="T16" fmla="*/ 257 w 349"/>
                <a:gd name="T17" fmla="*/ 109 h 232"/>
                <a:gd name="T18" fmla="*/ 243 w 349"/>
                <a:gd name="T19" fmla="*/ 123 h 232"/>
                <a:gd name="T20" fmla="*/ 226 w 349"/>
                <a:gd name="T21" fmla="*/ 136 h 232"/>
                <a:gd name="T22" fmla="*/ 205 w 349"/>
                <a:gd name="T23" fmla="*/ 146 h 232"/>
                <a:gd name="T24" fmla="*/ 171 w 349"/>
                <a:gd name="T25" fmla="*/ 159 h 232"/>
                <a:gd name="T26" fmla="*/ 145 w 349"/>
                <a:gd name="T27" fmla="*/ 171 h 232"/>
                <a:gd name="T28" fmla="*/ 123 w 349"/>
                <a:gd name="T29" fmla="*/ 184 h 232"/>
                <a:gd name="T30" fmla="*/ 108 w 349"/>
                <a:gd name="T31" fmla="*/ 197 h 232"/>
                <a:gd name="T32" fmla="*/ 97 w 349"/>
                <a:gd name="T33" fmla="*/ 207 h 232"/>
                <a:gd name="T34" fmla="*/ 85 w 349"/>
                <a:gd name="T35" fmla="*/ 217 h 232"/>
                <a:gd name="T36" fmla="*/ 72 w 349"/>
                <a:gd name="T37" fmla="*/ 225 h 232"/>
                <a:gd name="T38" fmla="*/ 61 w 349"/>
                <a:gd name="T39" fmla="*/ 232 h 232"/>
                <a:gd name="T40" fmla="*/ 32 w 349"/>
                <a:gd name="T41" fmla="*/ 215 h 232"/>
                <a:gd name="T42" fmla="*/ 0 w 349"/>
                <a:gd name="T43" fmla="*/ 196 h 232"/>
                <a:gd name="T44" fmla="*/ 22 w 349"/>
                <a:gd name="T45" fmla="*/ 186 h 232"/>
                <a:gd name="T46" fmla="*/ 46 w 349"/>
                <a:gd name="T47" fmla="*/ 174 h 232"/>
                <a:gd name="T48" fmla="*/ 71 w 349"/>
                <a:gd name="T49" fmla="*/ 157 h 232"/>
                <a:gd name="T50" fmla="*/ 86 w 349"/>
                <a:gd name="T51" fmla="*/ 146 h 232"/>
                <a:gd name="T52" fmla="*/ 103 w 349"/>
                <a:gd name="T53" fmla="*/ 137 h 232"/>
                <a:gd name="T54" fmla="*/ 121 w 349"/>
                <a:gd name="T55" fmla="*/ 127 h 232"/>
                <a:gd name="T56" fmla="*/ 138 w 349"/>
                <a:gd name="T57" fmla="*/ 119 h 232"/>
                <a:gd name="T58" fmla="*/ 152 w 349"/>
                <a:gd name="T59" fmla="*/ 110 h 232"/>
                <a:gd name="T60" fmla="*/ 163 w 349"/>
                <a:gd name="T61" fmla="*/ 104 h 232"/>
                <a:gd name="T62" fmla="*/ 178 w 349"/>
                <a:gd name="T63" fmla="*/ 95 h 232"/>
                <a:gd name="T64" fmla="*/ 190 w 349"/>
                <a:gd name="T65" fmla="*/ 90 h 232"/>
                <a:gd name="T66" fmla="*/ 202 w 349"/>
                <a:gd name="T67" fmla="*/ 87 h 232"/>
                <a:gd name="T68" fmla="*/ 213 w 349"/>
                <a:gd name="T69" fmla="*/ 85 h 232"/>
                <a:gd name="T70" fmla="*/ 223 w 349"/>
                <a:gd name="T71" fmla="*/ 82 h 232"/>
                <a:gd name="T72" fmla="*/ 234 w 349"/>
                <a:gd name="T73" fmla="*/ 78 h 232"/>
                <a:gd name="T74" fmla="*/ 244 w 349"/>
                <a:gd name="T75" fmla="*/ 73 h 232"/>
                <a:gd name="T76" fmla="*/ 256 w 349"/>
                <a:gd name="T77" fmla="*/ 66 h 232"/>
                <a:gd name="T78" fmla="*/ 270 w 349"/>
                <a:gd name="T79" fmla="*/ 55 h 232"/>
                <a:gd name="T80" fmla="*/ 281 w 349"/>
                <a:gd name="T81" fmla="*/ 47 h 232"/>
                <a:gd name="T82" fmla="*/ 293 w 349"/>
                <a:gd name="T83" fmla="*/ 38 h 232"/>
                <a:gd name="T84" fmla="*/ 305 w 349"/>
                <a:gd name="T85" fmla="*/ 27 h 232"/>
                <a:gd name="T86" fmla="*/ 318 w 349"/>
                <a:gd name="T87" fmla="*/ 16 h 232"/>
                <a:gd name="T88" fmla="*/ 330 w 349"/>
                <a:gd name="T89" fmla="*/ 8 h 232"/>
                <a:gd name="T90" fmla="*/ 339 w 349"/>
                <a:gd name="T91" fmla="*/ 2 h 232"/>
                <a:gd name="T92" fmla="*/ 349 w 349"/>
                <a:gd name="T93"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9" h="232">
                  <a:moveTo>
                    <a:pt x="349" y="0"/>
                  </a:moveTo>
                  <a:lnTo>
                    <a:pt x="342" y="5"/>
                  </a:lnTo>
                  <a:lnTo>
                    <a:pt x="333" y="12"/>
                  </a:lnTo>
                  <a:lnTo>
                    <a:pt x="322" y="23"/>
                  </a:lnTo>
                  <a:lnTo>
                    <a:pt x="309" y="36"/>
                  </a:lnTo>
                  <a:lnTo>
                    <a:pt x="295" y="54"/>
                  </a:lnTo>
                  <a:lnTo>
                    <a:pt x="281" y="74"/>
                  </a:lnTo>
                  <a:lnTo>
                    <a:pt x="269" y="92"/>
                  </a:lnTo>
                  <a:lnTo>
                    <a:pt x="257" y="109"/>
                  </a:lnTo>
                  <a:lnTo>
                    <a:pt x="243" y="123"/>
                  </a:lnTo>
                  <a:lnTo>
                    <a:pt x="226" y="136"/>
                  </a:lnTo>
                  <a:lnTo>
                    <a:pt x="205" y="146"/>
                  </a:lnTo>
                  <a:lnTo>
                    <a:pt x="171" y="159"/>
                  </a:lnTo>
                  <a:lnTo>
                    <a:pt x="145" y="171"/>
                  </a:lnTo>
                  <a:lnTo>
                    <a:pt x="123" y="184"/>
                  </a:lnTo>
                  <a:lnTo>
                    <a:pt x="108" y="197"/>
                  </a:lnTo>
                  <a:lnTo>
                    <a:pt x="97" y="207"/>
                  </a:lnTo>
                  <a:lnTo>
                    <a:pt x="85" y="217"/>
                  </a:lnTo>
                  <a:lnTo>
                    <a:pt x="72" y="225"/>
                  </a:lnTo>
                  <a:lnTo>
                    <a:pt x="61" y="232"/>
                  </a:lnTo>
                  <a:lnTo>
                    <a:pt x="32" y="215"/>
                  </a:lnTo>
                  <a:lnTo>
                    <a:pt x="0" y="196"/>
                  </a:lnTo>
                  <a:lnTo>
                    <a:pt x="22" y="186"/>
                  </a:lnTo>
                  <a:lnTo>
                    <a:pt x="46" y="174"/>
                  </a:lnTo>
                  <a:lnTo>
                    <a:pt x="71" y="157"/>
                  </a:lnTo>
                  <a:lnTo>
                    <a:pt x="86" y="146"/>
                  </a:lnTo>
                  <a:lnTo>
                    <a:pt x="103" y="137"/>
                  </a:lnTo>
                  <a:lnTo>
                    <a:pt x="121" y="127"/>
                  </a:lnTo>
                  <a:lnTo>
                    <a:pt x="138" y="119"/>
                  </a:lnTo>
                  <a:lnTo>
                    <a:pt x="152" y="110"/>
                  </a:lnTo>
                  <a:lnTo>
                    <a:pt x="163" y="104"/>
                  </a:lnTo>
                  <a:lnTo>
                    <a:pt x="178" y="95"/>
                  </a:lnTo>
                  <a:lnTo>
                    <a:pt x="190" y="90"/>
                  </a:lnTo>
                  <a:lnTo>
                    <a:pt x="202" y="87"/>
                  </a:lnTo>
                  <a:lnTo>
                    <a:pt x="213" y="85"/>
                  </a:lnTo>
                  <a:lnTo>
                    <a:pt x="223" y="82"/>
                  </a:lnTo>
                  <a:lnTo>
                    <a:pt x="234" y="78"/>
                  </a:lnTo>
                  <a:lnTo>
                    <a:pt x="244" y="73"/>
                  </a:lnTo>
                  <a:lnTo>
                    <a:pt x="256" y="66"/>
                  </a:lnTo>
                  <a:lnTo>
                    <a:pt x="270" y="55"/>
                  </a:lnTo>
                  <a:lnTo>
                    <a:pt x="281" y="47"/>
                  </a:lnTo>
                  <a:lnTo>
                    <a:pt x="293" y="38"/>
                  </a:lnTo>
                  <a:lnTo>
                    <a:pt x="305" y="27"/>
                  </a:lnTo>
                  <a:lnTo>
                    <a:pt x="318" y="16"/>
                  </a:lnTo>
                  <a:lnTo>
                    <a:pt x="330" y="8"/>
                  </a:lnTo>
                  <a:lnTo>
                    <a:pt x="339" y="2"/>
                  </a:lnTo>
                  <a:lnTo>
                    <a:pt x="349"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81" name="Freeform 160">
              <a:extLst>
                <a:ext uri="{FF2B5EF4-FFF2-40B4-BE49-F238E27FC236}">
                  <a16:creationId xmlns:a16="http://schemas.microsoft.com/office/drawing/2014/main" id="{D7001D34-81EC-40D8-824B-12D9A79E8E0F}"/>
                </a:ext>
              </a:extLst>
            </p:cNvPr>
            <p:cNvSpPr>
              <a:spLocks/>
            </p:cNvSpPr>
            <p:nvPr/>
          </p:nvSpPr>
          <p:spPr bwMode="auto">
            <a:xfrm>
              <a:off x="1888023" y="4155878"/>
              <a:ext cx="485775" cy="176213"/>
            </a:xfrm>
            <a:custGeom>
              <a:avLst/>
              <a:gdLst>
                <a:gd name="T0" fmla="*/ 1922 w 2136"/>
                <a:gd name="T1" fmla="*/ 0 h 778"/>
                <a:gd name="T2" fmla="*/ 2136 w 2136"/>
                <a:gd name="T3" fmla="*/ 130 h 778"/>
                <a:gd name="T4" fmla="*/ 1067 w 2136"/>
                <a:gd name="T5" fmla="*/ 778 h 778"/>
                <a:gd name="T6" fmla="*/ 0 w 2136"/>
                <a:gd name="T7" fmla="*/ 130 h 778"/>
                <a:gd name="T8" fmla="*/ 202 w 2136"/>
                <a:gd name="T9" fmla="*/ 8 h 778"/>
                <a:gd name="T10" fmla="*/ 151 w 2136"/>
                <a:gd name="T11" fmla="*/ 67 h 778"/>
                <a:gd name="T12" fmla="*/ 167 w 2136"/>
                <a:gd name="T13" fmla="*/ 78 h 778"/>
                <a:gd name="T14" fmla="*/ 187 w 2136"/>
                <a:gd name="T15" fmla="*/ 92 h 778"/>
                <a:gd name="T16" fmla="*/ 210 w 2136"/>
                <a:gd name="T17" fmla="*/ 108 h 778"/>
                <a:gd name="T18" fmla="*/ 237 w 2136"/>
                <a:gd name="T19" fmla="*/ 124 h 778"/>
                <a:gd name="T20" fmla="*/ 266 w 2136"/>
                <a:gd name="T21" fmla="*/ 142 h 778"/>
                <a:gd name="T22" fmla="*/ 298 w 2136"/>
                <a:gd name="T23" fmla="*/ 158 h 778"/>
                <a:gd name="T24" fmla="*/ 331 w 2136"/>
                <a:gd name="T25" fmla="*/ 175 h 778"/>
                <a:gd name="T26" fmla="*/ 366 w 2136"/>
                <a:gd name="T27" fmla="*/ 191 h 778"/>
                <a:gd name="T28" fmla="*/ 401 w 2136"/>
                <a:gd name="T29" fmla="*/ 205 h 778"/>
                <a:gd name="T30" fmla="*/ 438 w 2136"/>
                <a:gd name="T31" fmla="*/ 218 h 778"/>
                <a:gd name="T32" fmla="*/ 475 w 2136"/>
                <a:gd name="T33" fmla="*/ 227 h 778"/>
                <a:gd name="T34" fmla="*/ 511 w 2136"/>
                <a:gd name="T35" fmla="*/ 232 h 778"/>
                <a:gd name="T36" fmla="*/ 548 w 2136"/>
                <a:gd name="T37" fmla="*/ 236 h 778"/>
                <a:gd name="T38" fmla="*/ 583 w 2136"/>
                <a:gd name="T39" fmla="*/ 233 h 778"/>
                <a:gd name="T40" fmla="*/ 617 w 2136"/>
                <a:gd name="T41" fmla="*/ 226 h 778"/>
                <a:gd name="T42" fmla="*/ 649 w 2136"/>
                <a:gd name="T43" fmla="*/ 214 h 778"/>
                <a:gd name="T44" fmla="*/ 697 w 2136"/>
                <a:gd name="T45" fmla="*/ 193 h 778"/>
                <a:gd name="T46" fmla="*/ 746 w 2136"/>
                <a:gd name="T47" fmla="*/ 180 h 778"/>
                <a:gd name="T48" fmla="*/ 793 w 2136"/>
                <a:gd name="T49" fmla="*/ 172 h 778"/>
                <a:gd name="T50" fmla="*/ 841 w 2136"/>
                <a:gd name="T51" fmla="*/ 170 h 778"/>
                <a:gd name="T52" fmla="*/ 887 w 2136"/>
                <a:gd name="T53" fmla="*/ 171 h 778"/>
                <a:gd name="T54" fmla="*/ 932 w 2136"/>
                <a:gd name="T55" fmla="*/ 176 h 778"/>
                <a:gd name="T56" fmla="*/ 976 w 2136"/>
                <a:gd name="T57" fmla="*/ 185 h 778"/>
                <a:gd name="T58" fmla="*/ 1018 w 2136"/>
                <a:gd name="T59" fmla="*/ 195 h 778"/>
                <a:gd name="T60" fmla="*/ 1060 w 2136"/>
                <a:gd name="T61" fmla="*/ 206 h 778"/>
                <a:gd name="T62" fmla="*/ 1099 w 2136"/>
                <a:gd name="T63" fmla="*/ 218 h 778"/>
                <a:gd name="T64" fmla="*/ 1136 w 2136"/>
                <a:gd name="T65" fmla="*/ 229 h 778"/>
                <a:gd name="T66" fmla="*/ 1170 w 2136"/>
                <a:gd name="T67" fmla="*/ 239 h 778"/>
                <a:gd name="T68" fmla="*/ 1203 w 2136"/>
                <a:gd name="T69" fmla="*/ 247 h 778"/>
                <a:gd name="T70" fmla="*/ 1226 w 2136"/>
                <a:gd name="T71" fmla="*/ 250 h 778"/>
                <a:gd name="T72" fmla="*/ 1247 w 2136"/>
                <a:gd name="T73" fmla="*/ 248 h 778"/>
                <a:gd name="T74" fmla="*/ 1264 w 2136"/>
                <a:gd name="T75" fmla="*/ 244 h 778"/>
                <a:gd name="T76" fmla="*/ 1280 w 2136"/>
                <a:gd name="T77" fmla="*/ 236 h 778"/>
                <a:gd name="T78" fmla="*/ 1295 w 2136"/>
                <a:gd name="T79" fmla="*/ 224 h 778"/>
                <a:gd name="T80" fmla="*/ 1309 w 2136"/>
                <a:gd name="T81" fmla="*/ 211 h 778"/>
                <a:gd name="T82" fmla="*/ 1322 w 2136"/>
                <a:gd name="T83" fmla="*/ 197 h 778"/>
                <a:gd name="T84" fmla="*/ 1334 w 2136"/>
                <a:gd name="T85" fmla="*/ 181 h 778"/>
                <a:gd name="T86" fmla="*/ 1348 w 2136"/>
                <a:gd name="T87" fmla="*/ 164 h 778"/>
                <a:gd name="T88" fmla="*/ 1362 w 2136"/>
                <a:gd name="T89" fmla="*/ 148 h 778"/>
                <a:gd name="T90" fmla="*/ 1376 w 2136"/>
                <a:gd name="T91" fmla="*/ 132 h 778"/>
                <a:gd name="T92" fmla="*/ 1393 w 2136"/>
                <a:gd name="T93" fmla="*/ 116 h 778"/>
                <a:gd name="T94" fmla="*/ 1412 w 2136"/>
                <a:gd name="T95" fmla="*/ 104 h 778"/>
                <a:gd name="T96" fmla="*/ 1432 w 2136"/>
                <a:gd name="T97" fmla="*/ 92 h 778"/>
                <a:gd name="T98" fmla="*/ 1457 w 2136"/>
                <a:gd name="T99" fmla="*/ 82 h 778"/>
                <a:gd name="T100" fmla="*/ 1483 w 2136"/>
                <a:gd name="T101" fmla="*/ 77 h 778"/>
                <a:gd name="T102" fmla="*/ 1514 w 2136"/>
                <a:gd name="T103" fmla="*/ 75 h 778"/>
                <a:gd name="T104" fmla="*/ 1538 w 2136"/>
                <a:gd name="T105" fmla="*/ 74 h 778"/>
                <a:gd name="T106" fmla="*/ 1561 w 2136"/>
                <a:gd name="T107" fmla="*/ 69 h 778"/>
                <a:gd name="T108" fmla="*/ 1585 w 2136"/>
                <a:gd name="T109" fmla="*/ 61 h 778"/>
                <a:gd name="T110" fmla="*/ 1608 w 2136"/>
                <a:gd name="T111" fmla="*/ 53 h 778"/>
                <a:gd name="T112" fmla="*/ 1632 w 2136"/>
                <a:gd name="T113" fmla="*/ 44 h 778"/>
                <a:gd name="T114" fmla="*/ 1657 w 2136"/>
                <a:gd name="T115" fmla="*/ 36 h 778"/>
                <a:gd name="T116" fmla="*/ 1687 w 2136"/>
                <a:gd name="T117" fmla="*/ 28 h 778"/>
                <a:gd name="T118" fmla="*/ 1719 w 2136"/>
                <a:gd name="T119" fmla="*/ 22 h 778"/>
                <a:gd name="T120" fmla="*/ 1754 w 2136"/>
                <a:gd name="T121" fmla="*/ 20 h 778"/>
                <a:gd name="T122" fmla="*/ 1961 w 2136"/>
                <a:gd name="T123" fmla="*/ 44 h 778"/>
                <a:gd name="T124" fmla="*/ 1922 w 2136"/>
                <a:gd name="T125" fmla="*/ 0 h 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36" h="778">
                  <a:moveTo>
                    <a:pt x="1922" y="0"/>
                  </a:moveTo>
                  <a:lnTo>
                    <a:pt x="2136" y="130"/>
                  </a:lnTo>
                  <a:lnTo>
                    <a:pt x="1067" y="778"/>
                  </a:lnTo>
                  <a:lnTo>
                    <a:pt x="0" y="130"/>
                  </a:lnTo>
                  <a:lnTo>
                    <a:pt x="202" y="8"/>
                  </a:lnTo>
                  <a:lnTo>
                    <a:pt x="151" y="67"/>
                  </a:lnTo>
                  <a:lnTo>
                    <a:pt x="167" y="78"/>
                  </a:lnTo>
                  <a:lnTo>
                    <a:pt x="187" y="92"/>
                  </a:lnTo>
                  <a:lnTo>
                    <a:pt x="210" y="108"/>
                  </a:lnTo>
                  <a:lnTo>
                    <a:pt x="237" y="124"/>
                  </a:lnTo>
                  <a:lnTo>
                    <a:pt x="266" y="142"/>
                  </a:lnTo>
                  <a:lnTo>
                    <a:pt x="298" y="158"/>
                  </a:lnTo>
                  <a:lnTo>
                    <a:pt x="331" y="175"/>
                  </a:lnTo>
                  <a:lnTo>
                    <a:pt x="366" y="191"/>
                  </a:lnTo>
                  <a:lnTo>
                    <a:pt x="401" y="205"/>
                  </a:lnTo>
                  <a:lnTo>
                    <a:pt x="438" y="218"/>
                  </a:lnTo>
                  <a:lnTo>
                    <a:pt x="475" y="227"/>
                  </a:lnTo>
                  <a:lnTo>
                    <a:pt x="511" y="232"/>
                  </a:lnTo>
                  <a:lnTo>
                    <a:pt x="548" y="236"/>
                  </a:lnTo>
                  <a:lnTo>
                    <a:pt x="583" y="233"/>
                  </a:lnTo>
                  <a:lnTo>
                    <a:pt x="617" y="226"/>
                  </a:lnTo>
                  <a:lnTo>
                    <a:pt x="649" y="214"/>
                  </a:lnTo>
                  <a:lnTo>
                    <a:pt x="697" y="193"/>
                  </a:lnTo>
                  <a:lnTo>
                    <a:pt x="746" y="180"/>
                  </a:lnTo>
                  <a:lnTo>
                    <a:pt x="793" y="172"/>
                  </a:lnTo>
                  <a:lnTo>
                    <a:pt x="841" y="170"/>
                  </a:lnTo>
                  <a:lnTo>
                    <a:pt x="887" y="171"/>
                  </a:lnTo>
                  <a:lnTo>
                    <a:pt x="932" y="176"/>
                  </a:lnTo>
                  <a:lnTo>
                    <a:pt x="976" y="185"/>
                  </a:lnTo>
                  <a:lnTo>
                    <a:pt x="1018" y="195"/>
                  </a:lnTo>
                  <a:lnTo>
                    <a:pt x="1060" y="206"/>
                  </a:lnTo>
                  <a:lnTo>
                    <a:pt x="1099" y="218"/>
                  </a:lnTo>
                  <a:lnTo>
                    <a:pt x="1136" y="229"/>
                  </a:lnTo>
                  <a:lnTo>
                    <a:pt x="1170" y="239"/>
                  </a:lnTo>
                  <a:lnTo>
                    <a:pt x="1203" y="247"/>
                  </a:lnTo>
                  <a:lnTo>
                    <a:pt x="1226" y="250"/>
                  </a:lnTo>
                  <a:lnTo>
                    <a:pt x="1247" y="248"/>
                  </a:lnTo>
                  <a:lnTo>
                    <a:pt x="1264" y="244"/>
                  </a:lnTo>
                  <a:lnTo>
                    <a:pt x="1280" y="236"/>
                  </a:lnTo>
                  <a:lnTo>
                    <a:pt x="1295" y="224"/>
                  </a:lnTo>
                  <a:lnTo>
                    <a:pt x="1309" y="211"/>
                  </a:lnTo>
                  <a:lnTo>
                    <a:pt x="1322" y="197"/>
                  </a:lnTo>
                  <a:lnTo>
                    <a:pt x="1334" y="181"/>
                  </a:lnTo>
                  <a:lnTo>
                    <a:pt x="1348" y="164"/>
                  </a:lnTo>
                  <a:lnTo>
                    <a:pt x="1362" y="148"/>
                  </a:lnTo>
                  <a:lnTo>
                    <a:pt x="1376" y="132"/>
                  </a:lnTo>
                  <a:lnTo>
                    <a:pt x="1393" y="116"/>
                  </a:lnTo>
                  <a:lnTo>
                    <a:pt x="1412" y="104"/>
                  </a:lnTo>
                  <a:lnTo>
                    <a:pt x="1432" y="92"/>
                  </a:lnTo>
                  <a:lnTo>
                    <a:pt x="1457" y="82"/>
                  </a:lnTo>
                  <a:lnTo>
                    <a:pt x="1483" y="77"/>
                  </a:lnTo>
                  <a:lnTo>
                    <a:pt x="1514" y="75"/>
                  </a:lnTo>
                  <a:lnTo>
                    <a:pt x="1538" y="74"/>
                  </a:lnTo>
                  <a:lnTo>
                    <a:pt x="1561" y="69"/>
                  </a:lnTo>
                  <a:lnTo>
                    <a:pt x="1585" y="61"/>
                  </a:lnTo>
                  <a:lnTo>
                    <a:pt x="1608" y="53"/>
                  </a:lnTo>
                  <a:lnTo>
                    <a:pt x="1632" y="44"/>
                  </a:lnTo>
                  <a:lnTo>
                    <a:pt x="1657" y="36"/>
                  </a:lnTo>
                  <a:lnTo>
                    <a:pt x="1687" y="28"/>
                  </a:lnTo>
                  <a:lnTo>
                    <a:pt x="1719" y="22"/>
                  </a:lnTo>
                  <a:lnTo>
                    <a:pt x="1754" y="20"/>
                  </a:lnTo>
                  <a:lnTo>
                    <a:pt x="1961" y="44"/>
                  </a:lnTo>
                  <a:lnTo>
                    <a:pt x="1922" y="0"/>
                  </a:lnTo>
                  <a:close/>
                </a:path>
              </a:pathLst>
            </a:custGeom>
            <a:solidFill>
              <a:srgbClr val="2B945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482" name="Group 481">
            <a:extLst>
              <a:ext uri="{FF2B5EF4-FFF2-40B4-BE49-F238E27FC236}">
                <a16:creationId xmlns:a16="http://schemas.microsoft.com/office/drawing/2014/main" id="{17913E9B-C266-4C68-9903-946B0514B2E6}"/>
              </a:ext>
            </a:extLst>
          </p:cNvPr>
          <p:cNvGrpSpPr>
            <a:grpSpLocks noChangeAspect="1"/>
          </p:cNvGrpSpPr>
          <p:nvPr/>
        </p:nvGrpSpPr>
        <p:grpSpPr>
          <a:xfrm>
            <a:off x="2775513" y="5923309"/>
            <a:ext cx="610821" cy="439594"/>
            <a:chOff x="2930528" y="3971930"/>
            <a:chExt cx="588963" cy="423863"/>
          </a:xfrm>
        </p:grpSpPr>
        <p:sp useBgFill="1">
          <p:nvSpPr>
            <p:cNvPr id="483" name="Freeform 165">
              <a:extLst>
                <a:ext uri="{FF2B5EF4-FFF2-40B4-BE49-F238E27FC236}">
                  <a16:creationId xmlns:a16="http://schemas.microsoft.com/office/drawing/2014/main" id="{4C48252C-03AC-40AC-B307-9EA99B1F9231}"/>
                </a:ext>
              </a:extLst>
            </p:cNvPr>
            <p:cNvSpPr>
              <a:spLocks/>
            </p:cNvSpPr>
            <p:nvPr/>
          </p:nvSpPr>
          <p:spPr bwMode="auto">
            <a:xfrm>
              <a:off x="2930528" y="3971930"/>
              <a:ext cx="588963" cy="423863"/>
            </a:xfrm>
            <a:custGeom>
              <a:avLst/>
              <a:gdLst>
                <a:gd name="T0" fmla="*/ 1323 w 2595"/>
                <a:gd name="T1" fmla="*/ 9 h 1866"/>
                <a:gd name="T2" fmla="*/ 1395 w 2595"/>
                <a:gd name="T3" fmla="*/ 54 h 1866"/>
                <a:gd name="T4" fmla="*/ 1487 w 2595"/>
                <a:gd name="T5" fmla="*/ 133 h 1866"/>
                <a:gd name="T6" fmla="*/ 1587 w 2595"/>
                <a:gd name="T7" fmla="*/ 199 h 1866"/>
                <a:gd name="T8" fmla="*/ 1642 w 2595"/>
                <a:gd name="T9" fmla="*/ 195 h 1866"/>
                <a:gd name="T10" fmla="*/ 1694 w 2595"/>
                <a:gd name="T11" fmla="*/ 219 h 1866"/>
                <a:gd name="T12" fmla="*/ 1754 w 2595"/>
                <a:gd name="T13" fmla="*/ 270 h 1866"/>
                <a:gd name="T14" fmla="*/ 1838 w 2595"/>
                <a:gd name="T15" fmla="*/ 346 h 1866"/>
                <a:gd name="T16" fmla="*/ 1972 w 2595"/>
                <a:gd name="T17" fmla="*/ 461 h 1866"/>
                <a:gd name="T18" fmla="*/ 2134 w 2595"/>
                <a:gd name="T19" fmla="*/ 582 h 1866"/>
                <a:gd name="T20" fmla="*/ 2272 w 2595"/>
                <a:gd name="T21" fmla="*/ 672 h 1866"/>
                <a:gd name="T22" fmla="*/ 2384 w 2595"/>
                <a:gd name="T23" fmla="*/ 738 h 1866"/>
                <a:gd name="T24" fmla="*/ 2471 w 2595"/>
                <a:gd name="T25" fmla="*/ 792 h 1866"/>
                <a:gd name="T26" fmla="*/ 2535 w 2595"/>
                <a:gd name="T27" fmla="*/ 841 h 1866"/>
                <a:gd name="T28" fmla="*/ 2576 w 2595"/>
                <a:gd name="T29" fmla="*/ 896 h 1866"/>
                <a:gd name="T30" fmla="*/ 2594 w 2595"/>
                <a:gd name="T31" fmla="*/ 966 h 1866"/>
                <a:gd name="T32" fmla="*/ 2585 w 2595"/>
                <a:gd name="T33" fmla="*/ 1058 h 1866"/>
                <a:gd name="T34" fmla="*/ 2538 w 2595"/>
                <a:gd name="T35" fmla="*/ 1143 h 1866"/>
                <a:gd name="T36" fmla="*/ 1418 w 2595"/>
                <a:gd name="T37" fmla="*/ 1833 h 1866"/>
                <a:gd name="T38" fmla="*/ 1333 w 2595"/>
                <a:gd name="T39" fmla="*/ 1863 h 1866"/>
                <a:gd name="T40" fmla="*/ 1241 w 2595"/>
                <a:gd name="T41" fmla="*/ 1857 h 1866"/>
                <a:gd name="T42" fmla="*/ 1083 w 2595"/>
                <a:gd name="T43" fmla="*/ 1772 h 1866"/>
                <a:gd name="T44" fmla="*/ 808 w 2595"/>
                <a:gd name="T45" fmla="*/ 1607 h 1866"/>
                <a:gd name="T46" fmla="*/ 574 w 2595"/>
                <a:gd name="T47" fmla="*/ 1468 h 1866"/>
                <a:gd name="T48" fmla="*/ 381 w 2595"/>
                <a:gd name="T49" fmla="*/ 1350 h 1866"/>
                <a:gd name="T50" fmla="*/ 228 w 2595"/>
                <a:gd name="T51" fmla="*/ 1251 h 1866"/>
                <a:gd name="T52" fmla="*/ 115 w 2595"/>
                <a:gd name="T53" fmla="*/ 1166 h 1866"/>
                <a:gd name="T54" fmla="*/ 41 w 2595"/>
                <a:gd name="T55" fmla="*/ 1091 h 1866"/>
                <a:gd name="T56" fmla="*/ 4 w 2595"/>
                <a:gd name="T57" fmla="*/ 1024 h 1866"/>
                <a:gd name="T58" fmla="*/ 5 w 2595"/>
                <a:gd name="T59" fmla="*/ 958 h 1866"/>
                <a:gd name="T60" fmla="*/ 42 w 2595"/>
                <a:gd name="T61" fmla="*/ 893 h 1866"/>
                <a:gd name="T62" fmla="*/ 114 w 2595"/>
                <a:gd name="T63" fmla="*/ 822 h 1866"/>
                <a:gd name="T64" fmla="*/ 221 w 2595"/>
                <a:gd name="T65" fmla="*/ 744 h 1866"/>
                <a:gd name="T66" fmla="*/ 363 w 2595"/>
                <a:gd name="T67" fmla="*/ 653 h 1866"/>
                <a:gd name="T68" fmla="*/ 538 w 2595"/>
                <a:gd name="T69" fmla="*/ 546 h 1866"/>
                <a:gd name="T70" fmla="*/ 652 w 2595"/>
                <a:gd name="T71" fmla="*/ 410 h 1866"/>
                <a:gd name="T72" fmla="*/ 739 w 2595"/>
                <a:gd name="T73" fmla="*/ 311 h 1866"/>
                <a:gd name="T74" fmla="*/ 809 w 2595"/>
                <a:gd name="T75" fmla="*/ 245 h 1866"/>
                <a:gd name="T76" fmla="*/ 869 w 2595"/>
                <a:gd name="T77" fmla="*/ 213 h 1866"/>
                <a:gd name="T78" fmla="*/ 931 w 2595"/>
                <a:gd name="T79" fmla="*/ 212 h 1866"/>
                <a:gd name="T80" fmla="*/ 1019 w 2595"/>
                <a:gd name="T81" fmla="*/ 188 h 1866"/>
                <a:gd name="T82" fmla="*/ 1118 w 2595"/>
                <a:gd name="T83" fmla="*/ 91 h 1866"/>
                <a:gd name="T84" fmla="*/ 1195 w 2595"/>
                <a:gd name="T85" fmla="*/ 29 h 1866"/>
                <a:gd name="T86" fmla="*/ 1260 w 2595"/>
                <a:gd name="T87" fmla="*/ 1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95" h="1866">
                  <a:moveTo>
                    <a:pt x="1281" y="0"/>
                  </a:moveTo>
                  <a:lnTo>
                    <a:pt x="1301" y="3"/>
                  </a:lnTo>
                  <a:lnTo>
                    <a:pt x="1323" y="9"/>
                  </a:lnTo>
                  <a:lnTo>
                    <a:pt x="1345" y="20"/>
                  </a:lnTo>
                  <a:lnTo>
                    <a:pt x="1370" y="35"/>
                  </a:lnTo>
                  <a:lnTo>
                    <a:pt x="1395" y="54"/>
                  </a:lnTo>
                  <a:lnTo>
                    <a:pt x="1423" y="76"/>
                  </a:lnTo>
                  <a:lnTo>
                    <a:pt x="1454" y="102"/>
                  </a:lnTo>
                  <a:lnTo>
                    <a:pt x="1487" y="133"/>
                  </a:lnTo>
                  <a:lnTo>
                    <a:pt x="1524" y="168"/>
                  </a:lnTo>
                  <a:lnTo>
                    <a:pt x="1565" y="206"/>
                  </a:lnTo>
                  <a:lnTo>
                    <a:pt x="1587" y="199"/>
                  </a:lnTo>
                  <a:lnTo>
                    <a:pt x="1606" y="194"/>
                  </a:lnTo>
                  <a:lnTo>
                    <a:pt x="1625" y="193"/>
                  </a:lnTo>
                  <a:lnTo>
                    <a:pt x="1642" y="195"/>
                  </a:lnTo>
                  <a:lnTo>
                    <a:pt x="1659" y="200"/>
                  </a:lnTo>
                  <a:lnTo>
                    <a:pt x="1676" y="208"/>
                  </a:lnTo>
                  <a:lnTo>
                    <a:pt x="1694" y="219"/>
                  </a:lnTo>
                  <a:lnTo>
                    <a:pt x="1712" y="233"/>
                  </a:lnTo>
                  <a:lnTo>
                    <a:pt x="1732" y="250"/>
                  </a:lnTo>
                  <a:lnTo>
                    <a:pt x="1754" y="270"/>
                  </a:lnTo>
                  <a:lnTo>
                    <a:pt x="1778" y="293"/>
                  </a:lnTo>
                  <a:lnTo>
                    <a:pt x="1806" y="318"/>
                  </a:lnTo>
                  <a:lnTo>
                    <a:pt x="1838" y="346"/>
                  </a:lnTo>
                  <a:lnTo>
                    <a:pt x="1872" y="377"/>
                  </a:lnTo>
                  <a:lnTo>
                    <a:pt x="1912" y="411"/>
                  </a:lnTo>
                  <a:lnTo>
                    <a:pt x="1972" y="461"/>
                  </a:lnTo>
                  <a:lnTo>
                    <a:pt x="2029" y="505"/>
                  </a:lnTo>
                  <a:lnTo>
                    <a:pt x="2084" y="546"/>
                  </a:lnTo>
                  <a:lnTo>
                    <a:pt x="2134" y="582"/>
                  </a:lnTo>
                  <a:lnTo>
                    <a:pt x="2183" y="615"/>
                  </a:lnTo>
                  <a:lnTo>
                    <a:pt x="2229" y="645"/>
                  </a:lnTo>
                  <a:lnTo>
                    <a:pt x="2272" y="672"/>
                  </a:lnTo>
                  <a:lnTo>
                    <a:pt x="2312" y="696"/>
                  </a:lnTo>
                  <a:lnTo>
                    <a:pt x="2350" y="718"/>
                  </a:lnTo>
                  <a:lnTo>
                    <a:pt x="2384" y="738"/>
                  </a:lnTo>
                  <a:lnTo>
                    <a:pt x="2416" y="757"/>
                  </a:lnTo>
                  <a:lnTo>
                    <a:pt x="2445" y="775"/>
                  </a:lnTo>
                  <a:lnTo>
                    <a:pt x="2471" y="792"/>
                  </a:lnTo>
                  <a:lnTo>
                    <a:pt x="2496" y="808"/>
                  </a:lnTo>
                  <a:lnTo>
                    <a:pt x="2517" y="825"/>
                  </a:lnTo>
                  <a:lnTo>
                    <a:pt x="2535" y="841"/>
                  </a:lnTo>
                  <a:lnTo>
                    <a:pt x="2552" y="859"/>
                  </a:lnTo>
                  <a:lnTo>
                    <a:pt x="2564" y="877"/>
                  </a:lnTo>
                  <a:lnTo>
                    <a:pt x="2576" y="896"/>
                  </a:lnTo>
                  <a:lnTo>
                    <a:pt x="2584" y="917"/>
                  </a:lnTo>
                  <a:lnTo>
                    <a:pt x="2591" y="940"/>
                  </a:lnTo>
                  <a:lnTo>
                    <a:pt x="2594" y="966"/>
                  </a:lnTo>
                  <a:lnTo>
                    <a:pt x="2595" y="993"/>
                  </a:lnTo>
                  <a:lnTo>
                    <a:pt x="2593" y="1027"/>
                  </a:lnTo>
                  <a:lnTo>
                    <a:pt x="2585" y="1058"/>
                  </a:lnTo>
                  <a:lnTo>
                    <a:pt x="2574" y="1089"/>
                  </a:lnTo>
                  <a:lnTo>
                    <a:pt x="2558" y="1118"/>
                  </a:lnTo>
                  <a:lnTo>
                    <a:pt x="2538" y="1143"/>
                  </a:lnTo>
                  <a:lnTo>
                    <a:pt x="2514" y="1166"/>
                  </a:lnTo>
                  <a:lnTo>
                    <a:pt x="2487" y="1185"/>
                  </a:lnTo>
                  <a:lnTo>
                    <a:pt x="1418" y="1833"/>
                  </a:lnTo>
                  <a:lnTo>
                    <a:pt x="1391" y="1848"/>
                  </a:lnTo>
                  <a:lnTo>
                    <a:pt x="1362" y="1857"/>
                  </a:lnTo>
                  <a:lnTo>
                    <a:pt x="1333" y="1863"/>
                  </a:lnTo>
                  <a:lnTo>
                    <a:pt x="1301" y="1866"/>
                  </a:lnTo>
                  <a:lnTo>
                    <a:pt x="1271" y="1863"/>
                  </a:lnTo>
                  <a:lnTo>
                    <a:pt x="1241" y="1857"/>
                  </a:lnTo>
                  <a:lnTo>
                    <a:pt x="1212" y="1848"/>
                  </a:lnTo>
                  <a:lnTo>
                    <a:pt x="1185" y="1833"/>
                  </a:lnTo>
                  <a:lnTo>
                    <a:pt x="1083" y="1772"/>
                  </a:lnTo>
                  <a:lnTo>
                    <a:pt x="987" y="1713"/>
                  </a:lnTo>
                  <a:lnTo>
                    <a:pt x="895" y="1660"/>
                  </a:lnTo>
                  <a:lnTo>
                    <a:pt x="808" y="1607"/>
                  </a:lnTo>
                  <a:lnTo>
                    <a:pt x="725" y="1558"/>
                  </a:lnTo>
                  <a:lnTo>
                    <a:pt x="647" y="1512"/>
                  </a:lnTo>
                  <a:lnTo>
                    <a:pt x="574" y="1468"/>
                  </a:lnTo>
                  <a:lnTo>
                    <a:pt x="504" y="1426"/>
                  </a:lnTo>
                  <a:lnTo>
                    <a:pt x="440" y="1387"/>
                  </a:lnTo>
                  <a:lnTo>
                    <a:pt x="381" y="1350"/>
                  </a:lnTo>
                  <a:lnTo>
                    <a:pt x="325" y="1315"/>
                  </a:lnTo>
                  <a:lnTo>
                    <a:pt x="274" y="1282"/>
                  </a:lnTo>
                  <a:lnTo>
                    <a:pt x="228" y="1251"/>
                  </a:lnTo>
                  <a:lnTo>
                    <a:pt x="185" y="1221"/>
                  </a:lnTo>
                  <a:lnTo>
                    <a:pt x="148" y="1193"/>
                  </a:lnTo>
                  <a:lnTo>
                    <a:pt x="115" y="1166"/>
                  </a:lnTo>
                  <a:lnTo>
                    <a:pt x="86" y="1140"/>
                  </a:lnTo>
                  <a:lnTo>
                    <a:pt x="61" y="1116"/>
                  </a:lnTo>
                  <a:lnTo>
                    <a:pt x="41" y="1091"/>
                  </a:lnTo>
                  <a:lnTo>
                    <a:pt x="24" y="1068"/>
                  </a:lnTo>
                  <a:lnTo>
                    <a:pt x="12" y="1046"/>
                  </a:lnTo>
                  <a:lnTo>
                    <a:pt x="4" y="1024"/>
                  </a:lnTo>
                  <a:lnTo>
                    <a:pt x="0" y="1001"/>
                  </a:lnTo>
                  <a:lnTo>
                    <a:pt x="0" y="980"/>
                  </a:lnTo>
                  <a:lnTo>
                    <a:pt x="5" y="958"/>
                  </a:lnTo>
                  <a:lnTo>
                    <a:pt x="12" y="937"/>
                  </a:lnTo>
                  <a:lnTo>
                    <a:pt x="25" y="915"/>
                  </a:lnTo>
                  <a:lnTo>
                    <a:pt x="42" y="893"/>
                  </a:lnTo>
                  <a:lnTo>
                    <a:pt x="62" y="869"/>
                  </a:lnTo>
                  <a:lnTo>
                    <a:pt x="86" y="846"/>
                  </a:lnTo>
                  <a:lnTo>
                    <a:pt x="114" y="822"/>
                  </a:lnTo>
                  <a:lnTo>
                    <a:pt x="146" y="798"/>
                  </a:lnTo>
                  <a:lnTo>
                    <a:pt x="182" y="771"/>
                  </a:lnTo>
                  <a:lnTo>
                    <a:pt x="221" y="744"/>
                  </a:lnTo>
                  <a:lnTo>
                    <a:pt x="265" y="715"/>
                  </a:lnTo>
                  <a:lnTo>
                    <a:pt x="312" y="685"/>
                  </a:lnTo>
                  <a:lnTo>
                    <a:pt x="363" y="653"/>
                  </a:lnTo>
                  <a:lnTo>
                    <a:pt x="418" y="619"/>
                  </a:lnTo>
                  <a:lnTo>
                    <a:pt x="476" y="584"/>
                  </a:lnTo>
                  <a:lnTo>
                    <a:pt x="538" y="546"/>
                  </a:lnTo>
                  <a:lnTo>
                    <a:pt x="579" y="496"/>
                  </a:lnTo>
                  <a:lnTo>
                    <a:pt x="617" y="451"/>
                  </a:lnTo>
                  <a:lnTo>
                    <a:pt x="652" y="410"/>
                  </a:lnTo>
                  <a:lnTo>
                    <a:pt x="683" y="373"/>
                  </a:lnTo>
                  <a:lnTo>
                    <a:pt x="713" y="339"/>
                  </a:lnTo>
                  <a:lnTo>
                    <a:pt x="739" y="311"/>
                  </a:lnTo>
                  <a:lnTo>
                    <a:pt x="763" y="284"/>
                  </a:lnTo>
                  <a:lnTo>
                    <a:pt x="786" y="263"/>
                  </a:lnTo>
                  <a:lnTo>
                    <a:pt x="809" y="245"/>
                  </a:lnTo>
                  <a:lnTo>
                    <a:pt x="829" y="230"/>
                  </a:lnTo>
                  <a:lnTo>
                    <a:pt x="849" y="220"/>
                  </a:lnTo>
                  <a:lnTo>
                    <a:pt x="869" y="213"/>
                  </a:lnTo>
                  <a:lnTo>
                    <a:pt x="889" y="209"/>
                  </a:lnTo>
                  <a:lnTo>
                    <a:pt x="910" y="209"/>
                  </a:lnTo>
                  <a:lnTo>
                    <a:pt x="931" y="212"/>
                  </a:lnTo>
                  <a:lnTo>
                    <a:pt x="954" y="219"/>
                  </a:lnTo>
                  <a:lnTo>
                    <a:pt x="979" y="229"/>
                  </a:lnTo>
                  <a:lnTo>
                    <a:pt x="1019" y="188"/>
                  </a:lnTo>
                  <a:lnTo>
                    <a:pt x="1055" y="152"/>
                  </a:lnTo>
                  <a:lnTo>
                    <a:pt x="1089" y="119"/>
                  </a:lnTo>
                  <a:lnTo>
                    <a:pt x="1118" y="91"/>
                  </a:lnTo>
                  <a:lnTo>
                    <a:pt x="1146" y="67"/>
                  </a:lnTo>
                  <a:lnTo>
                    <a:pt x="1172" y="45"/>
                  </a:lnTo>
                  <a:lnTo>
                    <a:pt x="1195" y="29"/>
                  </a:lnTo>
                  <a:lnTo>
                    <a:pt x="1217" y="16"/>
                  </a:lnTo>
                  <a:lnTo>
                    <a:pt x="1239" y="6"/>
                  </a:lnTo>
                  <a:lnTo>
                    <a:pt x="1260" y="1"/>
                  </a:lnTo>
                  <a:lnTo>
                    <a:pt x="1281"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84" name="Freeform 166">
              <a:extLst>
                <a:ext uri="{FF2B5EF4-FFF2-40B4-BE49-F238E27FC236}">
                  <a16:creationId xmlns:a16="http://schemas.microsoft.com/office/drawing/2014/main" id="{BE449B20-26C6-499D-8E83-8941F1B078D8}"/>
                </a:ext>
              </a:extLst>
            </p:cNvPr>
            <p:cNvSpPr>
              <a:spLocks/>
            </p:cNvSpPr>
            <p:nvPr/>
          </p:nvSpPr>
          <p:spPr bwMode="auto">
            <a:xfrm>
              <a:off x="2957516" y="4075118"/>
              <a:ext cx="536575" cy="295275"/>
            </a:xfrm>
            <a:custGeom>
              <a:avLst/>
              <a:gdLst>
                <a:gd name="T0" fmla="*/ 1578 w 2362"/>
                <a:gd name="T1" fmla="*/ 0 h 1299"/>
                <a:gd name="T2" fmla="*/ 2307 w 2362"/>
                <a:gd name="T3" fmla="*/ 442 h 1299"/>
                <a:gd name="T4" fmla="*/ 2326 w 2362"/>
                <a:gd name="T5" fmla="*/ 457 h 1299"/>
                <a:gd name="T6" fmla="*/ 2341 w 2362"/>
                <a:gd name="T7" fmla="*/ 474 h 1299"/>
                <a:gd name="T8" fmla="*/ 2353 w 2362"/>
                <a:gd name="T9" fmla="*/ 494 h 1299"/>
                <a:gd name="T10" fmla="*/ 2359 w 2362"/>
                <a:gd name="T11" fmla="*/ 515 h 1299"/>
                <a:gd name="T12" fmla="*/ 2362 w 2362"/>
                <a:gd name="T13" fmla="*/ 538 h 1299"/>
                <a:gd name="T14" fmla="*/ 2359 w 2362"/>
                <a:gd name="T15" fmla="*/ 561 h 1299"/>
                <a:gd name="T16" fmla="*/ 2353 w 2362"/>
                <a:gd name="T17" fmla="*/ 583 h 1299"/>
                <a:gd name="T18" fmla="*/ 2341 w 2362"/>
                <a:gd name="T19" fmla="*/ 603 h 1299"/>
                <a:gd name="T20" fmla="*/ 2326 w 2362"/>
                <a:gd name="T21" fmla="*/ 620 h 1299"/>
                <a:gd name="T22" fmla="*/ 2307 w 2362"/>
                <a:gd name="T23" fmla="*/ 634 h 1299"/>
                <a:gd name="T24" fmla="*/ 1239 w 2362"/>
                <a:gd name="T25" fmla="*/ 1282 h 1299"/>
                <a:gd name="T26" fmla="*/ 1220 w 2362"/>
                <a:gd name="T27" fmla="*/ 1291 h 1299"/>
                <a:gd name="T28" fmla="*/ 1201 w 2362"/>
                <a:gd name="T29" fmla="*/ 1296 h 1299"/>
                <a:gd name="T30" fmla="*/ 1180 w 2362"/>
                <a:gd name="T31" fmla="*/ 1299 h 1299"/>
                <a:gd name="T32" fmla="*/ 1161 w 2362"/>
                <a:gd name="T33" fmla="*/ 1296 h 1299"/>
                <a:gd name="T34" fmla="*/ 1141 w 2362"/>
                <a:gd name="T35" fmla="*/ 1291 h 1299"/>
                <a:gd name="T36" fmla="*/ 1123 w 2362"/>
                <a:gd name="T37" fmla="*/ 1282 h 1299"/>
                <a:gd name="T38" fmla="*/ 55 w 2362"/>
                <a:gd name="T39" fmla="*/ 634 h 1299"/>
                <a:gd name="T40" fmla="*/ 36 w 2362"/>
                <a:gd name="T41" fmla="*/ 620 h 1299"/>
                <a:gd name="T42" fmla="*/ 21 w 2362"/>
                <a:gd name="T43" fmla="*/ 603 h 1299"/>
                <a:gd name="T44" fmla="*/ 9 w 2362"/>
                <a:gd name="T45" fmla="*/ 583 h 1299"/>
                <a:gd name="T46" fmla="*/ 3 w 2362"/>
                <a:gd name="T47" fmla="*/ 561 h 1299"/>
                <a:gd name="T48" fmla="*/ 0 w 2362"/>
                <a:gd name="T49" fmla="*/ 538 h 1299"/>
                <a:gd name="T50" fmla="*/ 3 w 2362"/>
                <a:gd name="T51" fmla="*/ 515 h 1299"/>
                <a:gd name="T52" fmla="*/ 9 w 2362"/>
                <a:gd name="T53" fmla="*/ 494 h 1299"/>
                <a:gd name="T54" fmla="*/ 21 w 2362"/>
                <a:gd name="T55" fmla="*/ 474 h 1299"/>
                <a:gd name="T56" fmla="*/ 36 w 2362"/>
                <a:gd name="T57" fmla="*/ 457 h 1299"/>
                <a:gd name="T58" fmla="*/ 55 w 2362"/>
                <a:gd name="T59" fmla="*/ 442 h 1299"/>
                <a:gd name="T60" fmla="*/ 717 w 2362"/>
                <a:gd name="T61" fmla="*/ 40 h 1299"/>
                <a:gd name="T62" fmla="*/ 1578 w 2362"/>
                <a:gd name="T63" fmla="*/ 0 h 1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62" h="1299">
                  <a:moveTo>
                    <a:pt x="1578" y="0"/>
                  </a:moveTo>
                  <a:lnTo>
                    <a:pt x="2307" y="442"/>
                  </a:lnTo>
                  <a:lnTo>
                    <a:pt x="2326" y="457"/>
                  </a:lnTo>
                  <a:lnTo>
                    <a:pt x="2341" y="474"/>
                  </a:lnTo>
                  <a:lnTo>
                    <a:pt x="2353" y="494"/>
                  </a:lnTo>
                  <a:lnTo>
                    <a:pt x="2359" y="515"/>
                  </a:lnTo>
                  <a:lnTo>
                    <a:pt x="2362" y="538"/>
                  </a:lnTo>
                  <a:lnTo>
                    <a:pt x="2359" y="561"/>
                  </a:lnTo>
                  <a:lnTo>
                    <a:pt x="2353" y="583"/>
                  </a:lnTo>
                  <a:lnTo>
                    <a:pt x="2341" y="603"/>
                  </a:lnTo>
                  <a:lnTo>
                    <a:pt x="2326" y="620"/>
                  </a:lnTo>
                  <a:lnTo>
                    <a:pt x="2307" y="634"/>
                  </a:lnTo>
                  <a:lnTo>
                    <a:pt x="1239" y="1282"/>
                  </a:lnTo>
                  <a:lnTo>
                    <a:pt x="1220" y="1291"/>
                  </a:lnTo>
                  <a:lnTo>
                    <a:pt x="1201" y="1296"/>
                  </a:lnTo>
                  <a:lnTo>
                    <a:pt x="1180" y="1299"/>
                  </a:lnTo>
                  <a:lnTo>
                    <a:pt x="1161" y="1296"/>
                  </a:lnTo>
                  <a:lnTo>
                    <a:pt x="1141" y="1291"/>
                  </a:lnTo>
                  <a:lnTo>
                    <a:pt x="1123" y="1282"/>
                  </a:lnTo>
                  <a:lnTo>
                    <a:pt x="55" y="634"/>
                  </a:lnTo>
                  <a:lnTo>
                    <a:pt x="36" y="620"/>
                  </a:lnTo>
                  <a:lnTo>
                    <a:pt x="21" y="603"/>
                  </a:lnTo>
                  <a:lnTo>
                    <a:pt x="9" y="583"/>
                  </a:lnTo>
                  <a:lnTo>
                    <a:pt x="3" y="561"/>
                  </a:lnTo>
                  <a:lnTo>
                    <a:pt x="0" y="538"/>
                  </a:lnTo>
                  <a:lnTo>
                    <a:pt x="3" y="515"/>
                  </a:lnTo>
                  <a:lnTo>
                    <a:pt x="9" y="494"/>
                  </a:lnTo>
                  <a:lnTo>
                    <a:pt x="21" y="474"/>
                  </a:lnTo>
                  <a:lnTo>
                    <a:pt x="36" y="457"/>
                  </a:lnTo>
                  <a:lnTo>
                    <a:pt x="55" y="442"/>
                  </a:lnTo>
                  <a:lnTo>
                    <a:pt x="717" y="40"/>
                  </a:lnTo>
                  <a:lnTo>
                    <a:pt x="157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85" name="Freeform 167">
              <a:extLst>
                <a:ext uri="{FF2B5EF4-FFF2-40B4-BE49-F238E27FC236}">
                  <a16:creationId xmlns:a16="http://schemas.microsoft.com/office/drawing/2014/main" id="{02681B50-2836-4B23-A332-7E486A857E30}"/>
                </a:ext>
              </a:extLst>
            </p:cNvPr>
            <p:cNvSpPr>
              <a:spLocks/>
            </p:cNvSpPr>
            <p:nvPr/>
          </p:nvSpPr>
          <p:spPr bwMode="auto">
            <a:xfrm>
              <a:off x="3000378" y="3998918"/>
              <a:ext cx="450850" cy="261938"/>
            </a:xfrm>
            <a:custGeom>
              <a:avLst/>
              <a:gdLst>
                <a:gd name="T0" fmla="*/ 990 w 1986"/>
                <a:gd name="T1" fmla="*/ 8 h 1155"/>
                <a:gd name="T2" fmla="*/ 1032 w 1986"/>
                <a:gd name="T3" fmla="*/ 49 h 1155"/>
                <a:gd name="T4" fmla="*/ 1078 w 1986"/>
                <a:gd name="T5" fmla="*/ 95 h 1155"/>
                <a:gd name="T6" fmla="*/ 1128 w 1986"/>
                <a:gd name="T7" fmla="*/ 132 h 1155"/>
                <a:gd name="T8" fmla="*/ 1181 w 1986"/>
                <a:gd name="T9" fmla="*/ 176 h 1155"/>
                <a:gd name="T10" fmla="*/ 1216 w 1986"/>
                <a:gd name="T11" fmla="*/ 214 h 1155"/>
                <a:gd name="T12" fmla="*/ 1235 w 1986"/>
                <a:gd name="T13" fmla="*/ 246 h 1155"/>
                <a:gd name="T14" fmla="*/ 1279 w 1986"/>
                <a:gd name="T15" fmla="*/ 209 h 1155"/>
                <a:gd name="T16" fmla="*/ 1314 w 1986"/>
                <a:gd name="T17" fmla="*/ 195 h 1155"/>
                <a:gd name="T18" fmla="*/ 1344 w 1986"/>
                <a:gd name="T19" fmla="*/ 212 h 1155"/>
                <a:gd name="T20" fmla="*/ 1376 w 1986"/>
                <a:gd name="T21" fmla="*/ 250 h 1155"/>
                <a:gd name="T22" fmla="*/ 1408 w 1986"/>
                <a:gd name="T23" fmla="*/ 294 h 1155"/>
                <a:gd name="T24" fmla="*/ 1435 w 1986"/>
                <a:gd name="T25" fmla="*/ 319 h 1155"/>
                <a:gd name="T26" fmla="*/ 1476 w 1986"/>
                <a:gd name="T27" fmla="*/ 352 h 1155"/>
                <a:gd name="T28" fmla="*/ 1531 w 1986"/>
                <a:gd name="T29" fmla="*/ 385 h 1155"/>
                <a:gd name="T30" fmla="*/ 1592 w 1986"/>
                <a:gd name="T31" fmla="*/ 437 h 1155"/>
                <a:gd name="T32" fmla="*/ 1647 w 1986"/>
                <a:gd name="T33" fmla="*/ 486 h 1155"/>
                <a:gd name="T34" fmla="*/ 1682 w 1986"/>
                <a:gd name="T35" fmla="*/ 518 h 1155"/>
                <a:gd name="T36" fmla="*/ 1986 w 1986"/>
                <a:gd name="T37" fmla="*/ 859 h 1155"/>
                <a:gd name="T38" fmla="*/ 1960 w 1986"/>
                <a:gd name="T39" fmla="*/ 850 h 1155"/>
                <a:gd name="T40" fmla="*/ 1893 w 1986"/>
                <a:gd name="T41" fmla="*/ 829 h 1155"/>
                <a:gd name="T42" fmla="*/ 1803 w 1986"/>
                <a:gd name="T43" fmla="*/ 801 h 1155"/>
                <a:gd name="T44" fmla="*/ 1705 w 1986"/>
                <a:gd name="T45" fmla="*/ 769 h 1155"/>
                <a:gd name="T46" fmla="*/ 1616 w 1986"/>
                <a:gd name="T47" fmla="*/ 742 h 1155"/>
                <a:gd name="T48" fmla="*/ 329 w 1986"/>
                <a:gd name="T49" fmla="*/ 792 h 1155"/>
                <a:gd name="T50" fmla="*/ 291 w 1986"/>
                <a:gd name="T51" fmla="*/ 842 h 1155"/>
                <a:gd name="T52" fmla="*/ 257 w 1986"/>
                <a:gd name="T53" fmla="*/ 872 h 1155"/>
                <a:gd name="T54" fmla="*/ 220 w 1986"/>
                <a:gd name="T55" fmla="*/ 873 h 1155"/>
                <a:gd name="T56" fmla="*/ 149 w 1986"/>
                <a:gd name="T57" fmla="*/ 868 h 1155"/>
                <a:gd name="T58" fmla="*/ 71 w 1986"/>
                <a:gd name="T59" fmla="*/ 863 h 1155"/>
                <a:gd name="T60" fmla="*/ 14 w 1986"/>
                <a:gd name="T61" fmla="*/ 860 h 1155"/>
                <a:gd name="T62" fmla="*/ 133 w 1986"/>
                <a:gd name="T63" fmla="*/ 701 h 1155"/>
                <a:gd name="T64" fmla="*/ 150 w 1986"/>
                <a:gd name="T65" fmla="*/ 685 h 1155"/>
                <a:gd name="T66" fmla="*/ 195 w 1986"/>
                <a:gd name="T67" fmla="*/ 639 h 1155"/>
                <a:gd name="T68" fmla="*/ 243 w 1986"/>
                <a:gd name="T69" fmla="*/ 594 h 1155"/>
                <a:gd name="T70" fmla="*/ 292 w 1986"/>
                <a:gd name="T71" fmla="*/ 535 h 1155"/>
                <a:gd name="T72" fmla="*/ 340 w 1986"/>
                <a:gd name="T73" fmla="*/ 477 h 1155"/>
                <a:gd name="T74" fmla="*/ 375 w 1986"/>
                <a:gd name="T75" fmla="*/ 441 h 1155"/>
                <a:gd name="T76" fmla="*/ 406 w 1986"/>
                <a:gd name="T77" fmla="*/ 406 h 1155"/>
                <a:gd name="T78" fmla="*/ 447 w 1986"/>
                <a:gd name="T79" fmla="*/ 357 h 1155"/>
                <a:gd name="T80" fmla="*/ 508 w 1986"/>
                <a:gd name="T81" fmla="*/ 285 h 1155"/>
                <a:gd name="T82" fmla="*/ 550 w 1986"/>
                <a:gd name="T83" fmla="*/ 232 h 1155"/>
                <a:gd name="T84" fmla="*/ 584 w 1986"/>
                <a:gd name="T85" fmla="*/ 210 h 1155"/>
                <a:gd name="T86" fmla="*/ 618 w 1986"/>
                <a:gd name="T87" fmla="*/ 217 h 1155"/>
                <a:gd name="T88" fmla="*/ 652 w 1986"/>
                <a:gd name="T89" fmla="*/ 236 h 1155"/>
                <a:gd name="T90" fmla="*/ 709 w 1986"/>
                <a:gd name="T91" fmla="*/ 236 h 1155"/>
                <a:gd name="T92" fmla="*/ 785 w 1986"/>
                <a:gd name="T93" fmla="*/ 160 h 1155"/>
                <a:gd name="T94" fmla="*/ 859 w 1986"/>
                <a:gd name="T95" fmla="*/ 89 h 1155"/>
                <a:gd name="T96" fmla="*/ 920 w 1986"/>
                <a:gd name="T97" fmla="*/ 33 h 1155"/>
                <a:gd name="T98" fmla="*/ 959 w 1986"/>
                <a:gd name="T99" fmla="*/ 2 h 1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86" h="1155">
                  <a:moveTo>
                    <a:pt x="966" y="0"/>
                  </a:moveTo>
                  <a:lnTo>
                    <a:pt x="977" y="1"/>
                  </a:lnTo>
                  <a:lnTo>
                    <a:pt x="990" y="8"/>
                  </a:lnTo>
                  <a:lnTo>
                    <a:pt x="1004" y="19"/>
                  </a:lnTo>
                  <a:lnTo>
                    <a:pt x="1017" y="34"/>
                  </a:lnTo>
                  <a:lnTo>
                    <a:pt x="1032" y="49"/>
                  </a:lnTo>
                  <a:lnTo>
                    <a:pt x="1047" y="66"/>
                  </a:lnTo>
                  <a:lnTo>
                    <a:pt x="1062" y="81"/>
                  </a:lnTo>
                  <a:lnTo>
                    <a:pt x="1078" y="95"/>
                  </a:lnTo>
                  <a:lnTo>
                    <a:pt x="1092" y="107"/>
                  </a:lnTo>
                  <a:lnTo>
                    <a:pt x="1110" y="118"/>
                  </a:lnTo>
                  <a:lnTo>
                    <a:pt x="1128" y="132"/>
                  </a:lnTo>
                  <a:lnTo>
                    <a:pt x="1147" y="147"/>
                  </a:lnTo>
                  <a:lnTo>
                    <a:pt x="1165" y="162"/>
                  </a:lnTo>
                  <a:lnTo>
                    <a:pt x="1181" y="176"/>
                  </a:lnTo>
                  <a:lnTo>
                    <a:pt x="1196" y="191"/>
                  </a:lnTo>
                  <a:lnTo>
                    <a:pt x="1207" y="204"/>
                  </a:lnTo>
                  <a:lnTo>
                    <a:pt x="1216" y="214"/>
                  </a:lnTo>
                  <a:lnTo>
                    <a:pt x="1220" y="222"/>
                  </a:lnTo>
                  <a:lnTo>
                    <a:pt x="1226" y="232"/>
                  </a:lnTo>
                  <a:lnTo>
                    <a:pt x="1235" y="246"/>
                  </a:lnTo>
                  <a:lnTo>
                    <a:pt x="1250" y="236"/>
                  </a:lnTo>
                  <a:lnTo>
                    <a:pt x="1264" y="223"/>
                  </a:lnTo>
                  <a:lnTo>
                    <a:pt x="1279" y="209"/>
                  </a:lnTo>
                  <a:lnTo>
                    <a:pt x="1293" y="200"/>
                  </a:lnTo>
                  <a:lnTo>
                    <a:pt x="1305" y="195"/>
                  </a:lnTo>
                  <a:lnTo>
                    <a:pt x="1314" y="195"/>
                  </a:lnTo>
                  <a:lnTo>
                    <a:pt x="1324" y="199"/>
                  </a:lnTo>
                  <a:lnTo>
                    <a:pt x="1333" y="204"/>
                  </a:lnTo>
                  <a:lnTo>
                    <a:pt x="1344" y="212"/>
                  </a:lnTo>
                  <a:lnTo>
                    <a:pt x="1354" y="223"/>
                  </a:lnTo>
                  <a:lnTo>
                    <a:pt x="1365" y="236"/>
                  </a:lnTo>
                  <a:lnTo>
                    <a:pt x="1376" y="250"/>
                  </a:lnTo>
                  <a:lnTo>
                    <a:pt x="1388" y="267"/>
                  </a:lnTo>
                  <a:lnTo>
                    <a:pt x="1400" y="283"/>
                  </a:lnTo>
                  <a:lnTo>
                    <a:pt x="1408" y="294"/>
                  </a:lnTo>
                  <a:lnTo>
                    <a:pt x="1417" y="302"/>
                  </a:lnTo>
                  <a:lnTo>
                    <a:pt x="1425" y="311"/>
                  </a:lnTo>
                  <a:lnTo>
                    <a:pt x="1435" y="319"/>
                  </a:lnTo>
                  <a:lnTo>
                    <a:pt x="1446" y="331"/>
                  </a:lnTo>
                  <a:lnTo>
                    <a:pt x="1460" y="342"/>
                  </a:lnTo>
                  <a:lnTo>
                    <a:pt x="1476" y="352"/>
                  </a:lnTo>
                  <a:lnTo>
                    <a:pt x="1494" y="361"/>
                  </a:lnTo>
                  <a:lnTo>
                    <a:pt x="1513" y="372"/>
                  </a:lnTo>
                  <a:lnTo>
                    <a:pt x="1531" y="385"/>
                  </a:lnTo>
                  <a:lnTo>
                    <a:pt x="1551" y="402"/>
                  </a:lnTo>
                  <a:lnTo>
                    <a:pt x="1572" y="420"/>
                  </a:lnTo>
                  <a:lnTo>
                    <a:pt x="1592" y="437"/>
                  </a:lnTo>
                  <a:lnTo>
                    <a:pt x="1612" y="454"/>
                  </a:lnTo>
                  <a:lnTo>
                    <a:pt x="1630" y="471"/>
                  </a:lnTo>
                  <a:lnTo>
                    <a:pt x="1647" y="486"/>
                  </a:lnTo>
                  <a:lnTo>
                    <a:pt x="1661" y="499"/>
                  </a:lnTo>
                  <a:lnTo>
                    <a:pt x="1673" y="509"/>
                  </a:lnTo>
                  <a:lnTo>
                    <a:pt x="1682" y="518"/>
                  </a:lnTo>
                  <a:lnTo>
                    <a:pt x="1688" y="523"/>
                  </a:lnTo>
                  <a:lnTo>
                    <a:pt x="1690" y="525"/>
                  </a:lnTo>
                  <a:lnTo>
                    <a:pt x="1986" y="859"/>
                  </a:lnTo>
                  <a:lnTo>
                    <a:pt x="1983" y="858"/>
                  </a:lnTo>
                  <a:lnTo>
                    <a:pt x="1974" y="856"/>
                  </a:lnTo>
                  <a:lnTo>
                    <a:pt x="1960" y="850"/>
                  </a:lnTo>
                  <a:lnTo>
                    <a:pt x="1942" y="845"/>
                  </a:lnTo>
                  <a:lnTo>
                    <a:pt x="1919" y="838"/>
                  </a:lnTo>
                  <a:lnTo>
                    <a:pt x="1893" y="829"/>
                  </a:lnTo>
                  <a:lnTo>
                    <a:pt x="1866" y="820"/>
                  </a:lnTo>
                  <a:lnTo>
                    <a:pt x="1835" y="810"/>
                  </a:lnTo>
                  <a:lnTo>
                    <a:pt x="1803" y="801"/>
                  </a:lnTo>
                  <a:lnTo>
                    <a:pt x="1770" y="790"/>
                  </a:lnTo>
                  <a:lnTo>
                    <a:pt x="1738" y="780"/>
                  </a:lnTo>
                  <a:lnTo>
                    <a:pt x="1705" y="769"/>
                  </a:lnTo>
                  <a:lnTo>
                    <a:pt x="1674" y="760"/>
                  </a:lnTo>
                  <a:lnTo>
                    <a:pt x="1644" y="750"/>
                  </a:lnTo>
                  <a:lnTo>
                    <a:pt x="1616" y="742"/>
                  </a:lnTo>
                  <a:lnTo>
                    <a:pt x="1470" y="1155"/>
                  </a:lnTo>
                  <a:lnTo>
                    <a:pt x="341" y="774"/>
                  </a:lnTo>
                  <a:lnTo>
                    <a:pt x="329" y="792"/>
                  </a:lnTo>
                  <a:lnTo>
                    <a:pt x="316" y="810"/>
                  </a:lnTo>
                  <a:lnTo>
                    <a:pt x="303" y="827"/>
                  </a:lnTo>
                  <a:lnTo>
                    <a:pt x="291" y="842"/>
                  </a:lnTo>
                  <a:lnTo>
                    <a:pt x="278" y="856"/>
                  </a:lnTo>
                  <a:lnTo>
                    <a:pt x="266" y="865"/>
                  </a:lnTo>
                  <a:lnTo>
                    <a:pt x="257" y="872"/>
                  </a:lnTo>
                  <a:lnTo>
                    <a:pt x="248" y="874"/>
                  </a:lnTo>
                  <a:lnTo>
                    <a:pt x="236" y="874"/>
                  </a:lnTo>
                  <a:lnTo>
                    <a:pt x="220" y="873"/>
                  </a:lnTo>
                  <a:lnTo>
                    <a:pt x="199" y="872"/>
                  </a:lnTo>
                  <a:lnTo>
                    <a:pt x="174" y="869"/>
                  </a:lnTo>
                  <a:lnTo>
                    <a:pt x="149" y="868"/>
                  </a:lnTo>
                  <a:lnTo>
                    <a:pt x="123" y="866"/>
                  </a:lnTo>
                  <a:lnTo>
                    <a:pt x="96" y="865"/>
                  </a:lnTo>
                  <a:lnTo>
                    <a:pt x="71" y="863"/>
                  </a:lnTo>
                  <a:lnTo>
                    <a:pt x="49" y="862"/>
                  </a:lnTo>
                  <a:lnTo>
                    <a:pt x="29" y="861"/>
                  </a:lnTo>
                  <a:lnTo>
                    <a:pt x="14" y="860"/>
                  </a:lnTo>
                  <a:lnTo>
                    <a:pt x="3" y="859"/>
                  </a:lnTo>
                  <a:lnTo>
                    <a:pt x="0" y="859"/>
                  </a:lnTo>
                  <a:lnTo>
                    <a:pt x="133" y="701"/>
                  </a:lnTo>
                  <a:lnTo>
                    <a:pt x="134" y="701"/>
                  </a:lnTo>
                  <a:lnTo>
                    <a:pt x="139" y="695"/>
                  </a:lnTo>
                  <a:lnTo>
                    <a:pt x="150" y="685"/>
                  </a:lnTo>
                  <a:lnTo>
                    <a:pt x="163" y="671"/>
                  </a:lnTo>
                  <a:lnTo>
                    <a:pt x="177" y="656"/>
                  </a:lnTo>
                  <a:lnTo>
                    <a:pt x="195" y="639"/>
                  </a:lnTo>
                  <a:lnTo>
                    <a:pt x="216" y="622"/>
                  </a:lnTo>
                  <a:lnTo>
                    <a:pt x="228" y="611"/>
                  </a:lnTo>
                  <a:lnTo>
                    <a:pt x="243" y="594"/>
                  </a:lnTo>
                  <a:lnTo>
                    <a:pt x="258" y="576"/>
                  </a:lnTo>
                  <a:lnTo>
                    <a:pt x="275" y="556"/>
                  </a:lnTo>
                  <a:lnTo>
                    <a:pt x="292" y="535"/>
                  </a:lnTo>
                  <a:lnTo>
                    <a:pt x="308" y="513"/>
                  </a:lnTo>
                  <a:lnTo>
                    <a:pt x="324" y="494"/>
                  </a:lnTo>
                  <a:lnTo>
                    <a:pt x="340" y="477"/>
                  </a:lnTo>
                  <a:lnTo>
                    <a:pt x="354" y="465"/>
                  </a:lnTo>
                  <a:lnTo>
                    <a:pt x="364" y="452"/>
                  </a:lnTo>
                  <a:lnTo>
                    <a:pt x="375" y="441"/>
                  </a:lnTo>
                  <a:lnTo>
                    <a:pt x="386" y="430"/>
                  </a:lnTo>
                  <a:lnTo>
                    <a:pt x="395" y="418"/>
                  </a:lnTo>
                  <a:lnTo>
                    <a:pt x="406" y="406"/>
                  </a:lnTo>
                  <a:lnTo>
                    <a:pt x="417" y="392"/>
                  </a:lnTo>
                  <a:lnTo>
                    <a:pt x="431" y="376"/>
                  </a:lnTo>
                  <a:lnTo>
                    <a:pt x="447" y="357"/>
                  </a:lnTo>
                  <a:lnTo>
                    <a:pt x="466" y="335"/>
                  </a:lnTo>
                  <a:lnTo>
                    <a:pt x="489" y="308"/>
                  </a:lnTo>
                  <a:lnTo>
                    <a:pt x="508" y="285"/>
                  </a:lnTo>
                  <a:lnTo>
                    <a:pt x="524" y="264"/>
                  </a:lnTo>
                  <a:lnTo>
                    <a:pt x="539" y="247"/>
                  </a:lnTo>
                  <a:lnTo>
                    <a:pt x="550" y="232"/>
                  </a:lnTo>
                  <a:lnTo>
                    <a:pt x="562" y="222"/>
                  </a:lnTo>
                  <a:lnTo>
                    <a:pt x="573" y="214"/>
                  </a:lnTo>
                  <a:lnTo>
                    <a:pt x="584" y="210"/>
                  </a:lnTo>
                  <a:lnTo>
                    <a:pt x="596" y="210"/>
                  </a:lnTo>
                  <a:lnTo>
                    <a:pt x="607" y="212"/>
                  </a:lnTo>
                  <a:lnTo>
                    <a:pt x="618" y="217"/>
                  </a:lnTo>
                  <a:lnTo>
                    <a:pt x="629" y="221"/>
                  </a:lnTo>
                  <a:lnTo>
                    <a:pt x="639" y="227"/>
                  </a:lnTo>
                  <a:lnTo>
                    <a:pt x="652" y="236"/>
                  </a:lnTo>
                  <a:lnTo>
                    <a:pt x="667" y="246"/>
                  </a:lnTo>
                  <a:lnTo>
                    <a:pt x="685" y="260"/>
                  </a:lnTo>
                  <a:lnTo>
                    <a:pt x="709" y="236"/>
                  </a:lnTo>
                  <a:lnTo>
                    <a:pt x="734" y="210"/>
                  </a:lnTo>
                  <a:lnTo>
                    <a:pt x="760" y="185"/>
                  </a:lnTo>
                  <a:lnTo>
                    <a:pt x="785" y="160"/>
                  </a:lnTo>
                  <a:lnTo>
                    <a:pt x="810" y="135"/>
                  </a:lnTo>
                  <a:lnTo>
                    <a:pt x="835" y="111"/>
                  </a:lnTo>
                  <a:lnTo>
                    <a:pt x="859" y="89"/>
                  </a:lnTo>
                  <a:lnTo>
                    <a:pt x="881" y="68"/>
                  </a:lnTo>
                  <a:lnTo>
                    <a:pt x="901" y="49"/>
                  </a:lnTo>
                  <a:lnTo>
                    <a:pt x="920" y="33"/>
                  </a:lnTo>
                  <a:lnTo>
                    <a:pt x="936" y="19"/>
                  </a:lnTo>
                  <a:lnTo>
                    <a:pt x="949" y="8"/>
                  </a:lnTo>
                  <a:lnTo>
                    <a:pt x="959" y="2"/>
                  </a:lnTo>
                  <a:lnTo>
                    <a:pt x="966"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86" name="Freeform 168">
              <a:extLst>
                <a:ext uri="{FF2B5EF4-FFF2-40B4-BE49-F238E27FC236}">
                  <a16:creationId xmlns:a16="http://schemas.microsoft.com/office/drawing/2014/main" id="{D4B2C4B1-F449-448C-82E9-53E8744EB1EA}"/>
                </a:ext>
              </a:extLst>
            </p:cNvPr>
            <p:cNvSpPr>
              <a:spLocks/>
            </p:cNvSpPr>
            <p:nvPr/>
          </p:nvSpPr>
          <p:spPr bwMode="auto">
            <a:xfrm>
              <a:off x="3155953" y="3998918"/>
              <a:ext cx="65088" cy="68263"/>
            </a:xfrm>
            <a:custGeom>
              <a:avLst/>
              <a:gdLst>
                <a:gd name="T0" fmla="*/ 281 w 287"/>
                <a:gd name="T1" fmla="*/ 0 h 304"/>
                <a:gd name="T2" fmla="*/ 284 w 287"/>
                <a:gd name="T3" fmla="*/ 0 h 304"/>
                <a:gd name="T4" fmla="*/ 287 w 287"/>
                <a:gd name="T5" fmla="*/ 1 h 304"/>
                <a:gd name="T6" fmla="*/ 284 w 287"/>
                <a:gd name="T7" fmla="*/ 10 h 304"/>
                <a:gd name="T8" fmla="*/ 278 w 287"/>
                <a:gd name="T9" fmla="*/ 20 h 304"/>
                <a:gd name="T10" fmla="*/ 271 w 287"/>
                <a:gd name="T11" fmla="*/ 33 h 304"/>
                <a:gd name="T12" fmla="*/ 262 w 287"/>
                <a:gd name="T13" fmla="*/ 45 h 304"/>
                <a:gd name="T14" fmla="*/ 251 w 287"/>
                <a:gd name="T15" fmla="*/ 57 h 304"/>
                <a:gd name="T16" fmla="*/ 240 w 287"/>
                <a:gd name="T17" fmla="*/ 66 h 304"/>
                <a:gd name="T18" fmla="*/ 233 w 287"/>
                <a:gd name="T19" fmla="*/ 73 h 304"/>
                <a:gd name="T20" fmla="*/ 226 w 287"/>
                <a:gd name="T21" fmla="*/ 79 h 304"/>
                <a:gd name="T22" fmla="*/ 219 w 287"/>
                <a:gd name="T23" fmla="*/ 86 h 304"/>
                <a:gd name="T24" fmla="*/ 213 w 287"/>
                <a:gd name="T25" fmla="*/ 94 h 304"/>
                <a:gd name="T26" fmla="*/ 208 w 287"/>
                <a:gd name="T27" fmla="*/ 107 h 304"/>
                <a:gd name="T28" fmla="*/ 201 w 287"/>
                <a:gd name="T29" fmla="*/ 123 h 304"/>
                <a:gd name="T30" fmla="*/ 196 w 287"/>
                <a:gd name="T31" fmla="*/ 139 h 304"/>
                <a:gd name="T32" fmla="*/ 191 w 287"/>
                <a:gd name="T33" fmla="*/ 151 h 304"/>
                <a:gd name="T34" fmla="*/ 187 w 287"/>
                <a:gd name="T35" fmla="*/ 161 h 304"/>
                <a:gd name="T36" fmla="*/ 181 w 287"/>
                <a:gd name="T37" fmla="*/ 169 h 304"/>
                <a:gd name="T38" fmla="*/ 175 w 287"/>
                <a:gd name="T39" fmla="*/ 176 h 304"/>
                <a:gd name="T40" fmla="*/ 168 w 287"/>
                <a:gd name="T41" fmla="*/ 186 h 304"/>
                <a:gd name="T42" fmla="*/ 158 w 287"/>
                <a:gd name="T43" fmla="*/ 198 h 304"/>
                <a:gd name="T44" fmla="*/ 142 w 287"/>
                <a:gd name="T45" fmla="*/ 214 h 304"/>
                <a:gd name="T46" fmla="*/ 125 w 287"/>
                <a:gd name="T47" fmla="*/ 228 h 304"/>
                <a:gd name="T48" fmla="*/ 107 w 287"/>
                <a:gd name="T49" fmla="*/ 239 h 304"/>
                <a:gd name="T50" fmla="*/ 94 w 287"/>
                <a:gd name="T51" fmla="*/ 248 h 304"/>
                <a:gd name="T52" fmla="*/ 84 w 287"/>
                <a:gd name="T53" fmla="*/ 256 h 304"/>
                <a:gd name="T54" fmla="*/ 80 w 287"/>
                <a:gd name="T55" fmla="*/ 264 h 304"/>
                <a:gd name="T56" fmla="*/ 75 w 287"/>
                <a:gd name="T57" fmla="*/ 274 h 304"/>
                <a:gd name="T58" fmla="*/ 70 w 287"/>
                <a:gd name="T59" fmla="*/ 284 h 304"/>
                <a:gd name="T60" fmla="*/ 67 w 287"/>
                <a:gd name="T61" fmla="*/ 295 h 304"/>
                <a:gd name="T62" fmla="*/ 64 w 287"/>
                <a:gd name="T63" fmla="*/ 301 h 304"/>
                <a:gd name="T64" fmla="*/ 64 w 287"/>
                <a:gd name="T65" fmla="*/ 304 h 304"/>
                <a:gd name="T66" fmla="*/ 0 w 287"/>
                <a:gd name="T67" fmla="*/ 260 h 304"/>
                <a:gd name="T68" fmla="*/ 24 w 287"/>
                <a:gd name="T69" fmla="*/ 236 h 304"/>
                <a:gd name="T70" fmla="*/ 49 w 287"/>
                <a:gd name="T71" fmla="*/ 210 h 304"/>
                <a:gd name="T72" fmla="*/ 75 w 287"/>
                <a:gd name="T73" fmla="*/ 185 h 304"/>
                <a:gd name="T74" fmla="*/ 100 w 287"/>
                <a:gd name="T75" fmla="*/ 160 h 304"/>
                <a:gd name="T76" fmla="*/ 125 w 287"/>
                <a:gd name="T77" fmla="*/ 135 h 304"/>
                <a:gd name="T78" fmla="*/ 150 w 287"/>
                <a:gd name="T79" fmla="*/ 111 h 304"/>
                <a:gd name="T80" fmla="*/ 174 w 287"/>
                <a:gd name="T81" fmla="*/ 89 h 304"/>
                <a:gd name="T82" fmla="*/ 196 w 287"/>
                <a:gd name="T83" fmla="*/ 68 h 304"/>
                <a:gd name="T84" fmla="*/ 216 w 287"/>
                <a:gd name="T85" fmla="*/ 49 h 304"/>
                <a:gd name="T86" fmla="*/ 235 w 287"/>
                <a:gd name="T87" fmla="*/ 33 h 304"/>
                <a:gd name="T88" fmla="*/ 251 w 287"/>
                <a:gd name="T89" fmla="*/ 19 h 304"/>
                <a:gd name="T90" fmla="*/ 264 w 287"/>
                <a:gd name="T91" fmla="*/ 10 h 304"/>
                <a:gd name="T92" fmla="*/ 274 w 287"/>
                <a:gd name="T93" fmla="*/ 2 h 304"/>
                <a:gd name="T94" fmla="*/ 281 w 287"/>
                <a:gd name="T95" fmla="*/ 0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7" h="304">
                  <a:moveTo>
                    <a:pt x="281" y="0"/>
                  </a:moveTo>
                  <a:lnTo>
                    <a:pt x="284" y="0"/>
                  </a:lnTo>
                  <a:lnTo>
                    <a:pt x="287" y="1"/>
                  </a:lnTo>
                  <a:lnTo>
                    <a:pt x="284" y="10"/>
                  </a:lnTo>
                  <a:lnTo>
                    <a:pt x="278" y="20"/>
                  </a:lnTo>
                  <a:lnTo>
                    <a:pt x="271" y="33"/>
                  </a:lnTo>
                  <a:lnTo>
                    <a:pt x="262" y="45"/>
                  </a:lnTo>
                  <a:lnTo>
                    <a:pt x="251" y="57"/>
                  </a:lnTo>
                  <a:lnTo>
                    <a:pt x="240" y="66"/>
                  </a:lnTo>
                  <a:lnTo>
                    <a:pt x="233" y="73"/>
                  </a:lnTo>
                  <a:lnTo>
                    <a:pt x="226" y="79"/>
                  </a:lnTo>
                  <a:lnTo>
                    <a:pt x="219" y="86"/>
                  </a:lnTo>
                  <a:lnTo>
                    <a:pt x="213" y="94"/>
                  </a:lnTo>
                  <a:lnTo>
                    <a:pt x="208" y="107"/>
                  </a:lnTo>
                  <a:lnTo>
                    <a:pt x="201" y="123"/>
                  </a:lnTo>
                  <a:lnTo>
                    <a:pt x="196" y="139"/>
                  </a:lnTo>
                  <a:lnTo>
                    <a:pt x="191" y="151"/>
                  </a:lnTo>
                  <a:lnTo>
                    <a:pt x="187" y="161"/>
                  </a:lnTo>
                  <a:lnTo>
                    <a:pt x="181" y="169"/>
                  </a:lnTo>
                  <a:lnTo>
                    <a:pt x="175" y="176"/>
                  </a:lnTo>
                  <a:lnTo>
                    <a:pt x="168" y="186"/>
                  </a:lnTo>
                  <a:lnTo>
                    <a:pt x="158" y="198"/>
                  </a:lnTo>
                  <a:lnTo>
                    <a:pt x="142" y="214"/>
                  </a:lnTo>
                  <a:lnTo>
                    <a:pt x="125" y="228"/>
                  </a:lnTo>
                  <a:lnTo>
                    <a:pt x="107" y="239"/>
                  </a:lnTo>
                  <a:lnTo>
                    <a:pt x="94" y="248"/>
                  </a:lnTo>
                  <a:lnTo>
                    <a:pt x="84" y="256"/>
                  </a:lnTo>
                  <a:lnTo>
                    <a:pt x="80" y="264"/>
                  </a:lnTo>
                  <a:lnTo>
                    <a:pt x="75" y="274"/>
                  </a:lnTo>
                  <a:lnTo>
                    <a:pt x="70" y="284"/>
                  </a:lnTo>
                  <a:lnTo>
                    <a:pt x="67" y="295"/>
                  </a:lnTo>
                  <a:lnTo>
                    <a:pt x="64" y="301"/>
                  </a:lnTo>
                  <a:lnTo>
                    <a:pt x="64" y="304"/>
                  </a:lnTo>
                  <a:lnTo>
                    <a:pt x="0" y="260"/>
                  </a:lnTo>
                  <a:lnTo>
                    <a:pt x="24" y="236"/>
                  </a:lnTo>
                  <a:lnTo>
                    <a:pt x="49" y="210"/>
                  </a:lnTo>
                  <a:lnTo>
                    <a:pt x="75" y="185"/>
                  </a:lnTo>
                  <a:lnTo>
                    <a:pt x="100" y="160"/>
                  </a:lnTo>
                  <a:lnTo>
                    <a:pt x="125" y="135"/>
                  </a:lnTo>
                  <a:lnTo>
                    <a:pt x="150" y="111"/>
                  </a:lnTo>
                  <a:lnTo>
                    <a:pt x="174" y="89"/>
                  </a:lnTo>
                  <a:lnTo>
                    <a:pt x="196" y="68"/>
                  </a:lnTo>
                  <a:lnTo>
                    <a:pt x="216" y="49"/>
                  </a:lnTo>
                  <a:lnTo>
                    <a:pt x="235" y="33"/>
                  </a:lnTo>
                  <a:lnTo>
                    <a:pt x="251" y="19"/>
                  </a:lnTo>
                  <a:lnTo>
                    <a:pt x="264" y="10"/>
                  </a:lnTo>
                  <a:lnTo>
                    <a:pt x="274" y="2"/>
                  </a:lnTo>
                  <a:lnTo>
                    <a:pt x="281"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87" name="Freeform 169">
              <a:extLst>
                <a:ext uri="{FF2B5EF4-FFF2-40B4-BE49-F238E27FC236}">
                  <a16:creationId xmlns:a16="http://schemas.microsoft.com/office/drawing/2014/main" id="{1AD8ED6C-518D-4468-B6AC-D20C59FA1C68}"/>
                </a:ext>
              </a:extLst>
            </p:cNvPr>
            <p:cNvSpPr>
              <a:spLocks/>
            </p:cNvSpPr>
            <p:nvPr/>
          </p:nvSpPr>
          <p:spPr bwMode="auto">
            <a:xfrm>
              <a:off x="3224216" y="4041780"/>
              <a:ext cx="73025" cy="60325"/>
            </a:xfrm>
            <a:custGeom>
              <a:avLst/>
              <a:gdLst>
                <a:gd name="T0" fmla="*/ 322 w 322"/>
                <a:gd name="T1" fmla="*/ 0 h 261"/>
                <a:gd name="T2" fmla="*/ 312 w 322"/>
                <a:gd name="T3" fmla="*/ 11 h 261"/>
                <a:gd name="T4" fmla="*/ 299 w 322"/>
                <a:gd name="T5" fmla="*/ 25 h 261"/>
                <a:gd name="T6" fmla="*/ 288 w 322"/>
                <a:gd name="T7" fmla="*/ 40 h 261"/>
                <a:gd name="T8" fmla="*/ 277 w 322"/>
                <a:gd name="T9" fmla="*/ 54 h 261"/>
                <a:gd name="T10" fmla="*/ 269 w 322"/>
                <a:gd name="T11" fmla="*/ 69 h 261"/>
                <a:gd name="T12" fmla="*/ 262 w 322"/>
                <a:gd name="T13" fmla="*/ 84 h 261"/>
                <a:gd name="T14" fmla="*/ 255 w 322"/>
                <a:gd name="T15" fmla="*/ 94 h 261"/>
                <a:gd name="T16" fmla="*/ 247 w 322"/>
                <a:gd name="T17" fmla="*/ 103 h 261"/>
                <a:gd name="T18" fmla="*/ 237 w 322"/>
                <a:gd name="T19" fmla="*/ 112 h 261"/>
                <a:gd name="T20" fmla="*/ 229 w 322"/>
                <a:gd name="T21" fmla="*/ 125 h 261"/>
                <a:gd name="T22" fmla="*/ 219 w 322"/>
                <a:gd name="T23" fmla="*/ 141 h 261"/>
                <a:gd name="T24" fmla="*/ 209 w 322"/>
                <a:gd name="T25" fmla="*/ 163 h 261"/>
                <a:gd name="T26" fmla="*/ 199 w 322"/>
                <a:gd name="T27" fmla="*/ 183 h 261"/>
                <a:gd name="T28" fmla="*/ 187 w 322"/>
                <a:gd name="T29" fmla="*/ 200 h 261"/>
                <a:gd name="T30" fmla="*/ 174 w 322"/>
                <a:gd name="T31" fmla="*/ 213 h 261"/>
                <a:gd name="T32" fmla="*/ 160 w 322"/>
                <a:gd name="T33" fmla="*/ 223 h 261"/>
                <a:gd name="T34" fmla="*/ 146 w 322"/>
                <a:gd name="T35" fmla="*/ 231 h 261"/>
                <a:gd name="T36" fmla="*/ 135 w 322"/>
                <a:gd name="T37" fmla="*/ 236 h 261"/>
                <a:gd name="T38" fmla="*/ 125 w 322"/>
                <a:gd name="T39" fmla="*/ 240 h 261"/>
                <a:gd name="T40" fmla="*/ 120 w 322"/>
                <a:gd name="T41" fmla="*/ 243 h 261"/>
                <a:gd name="T42" fmla="*/ 107 w 322"/>
                <a:gd name="T43" fmla="*/ 252 h 261"/>
                <a:gd name="T44" fmla="*/ 96 w 322"/>
                <a:gd name="T45" fmla="*/ 261 h 261"/>
                <a:gd name="T46" fmla="*/ 69 w 322"/>
                <a:gd name="T47" fmla="*/ 246 h 261"/>
                <a:gd name="T48" fmla="*/ 44 w 322"/>
                <a:gd name="T49" fmla="*/ 232 h 261"/>
                <a:gd name="T50" fmla="*/ 21 w 322"/>
                <a:gd name="T51" fmla="*/ 219 h 261"/>
                <a:gd name="T52" fmla="*/ 0 w 322"/>
                <a:gd name="T53" fmla="*/ 206 h 261"/>
                <a:gd name="T54" fmla="*/ 14 w 322"/>
                <a:gd name="T55" fmla="*/ 192 h 261"/>
                <a:gd name="T56" fmla="*/ 30 w 322"/>
                <a:gd name="T57" fmla="*/ 175 h 261"/>
                <a:gd name="T58" fmla="*/ 48 w 322"/>
                <a:gd name="T59" fmla="*/ 157 h 261"/>
                <a:gd name="T60" fmla="*/ 63 w 322"/>
                <a:gd name="T61" fmla="*/ 147 h 261"/>
                <a:gd name="T62" fmla="*/ 79 w 322"/>
                <a:gd name="T63" fmla="*/ 137 h 261"/>
                <a:gd name="T64" fmla="*/ 97 w 322"/>
                <a:gd name="T65" fmla="*/ 128 h 261"/>
                <a:gd name="T66" fmla="*/ 112 w 322"/>
                <a:gd name="T67" fmla="*/ 119 h 261"/>
                <a:gd name="T68" fmla="*/ 127 w 322"/>
                <a:gd name="T69" fmla="*/ 111 h 261"/>
                <a:gd name="T70" fmla="*/ 138 w 322"/>
                <a:gd name="T71" fmla="*/ 105 h 261"/>
                <a:gd name="T72" fmla="*/ 153 w 322"/>
                <a:gd name="T73" fmla="*/ 97 h 261"/>
                <a:gd name="T74" fmla="*/ 165 w 322"/>
                <a:gd name="T75" fmla="*/ 91 h 261"/>
                <a:gd name="T76" fmla="*/ 177 w 322"/>
                <a:gd name="T77" fmla="*/ 88 h 261"/>
                <a:gd name="T78" fmla="*/ 187 w 322"/>
                <a:gd name="T79" fmla="*/ 86 h 261"/>
                <a:gd name="T80" fmla="*/ 198 w 322"/>
                <a:gd name="T81" fmla="*/ 83 h 261"/>
                <a:gd name="T82" fmla="*/ 209 w 322"/>
                <a:gd name="T83" fmla="*/ 80 h 261"/>
                <a:gd name="T84" fmla="*/ 219 w 322"/>
                <a:gd name="T85" fmla="*/ 74 h 261"/>
                <a:gd name="T86" fmla="*/ 232 w 322"/>
                <a:gd name="T87" fmla="*/ 66 h 261"/>
                <a:gd name="T88" fmla="*/ 245 w 322"/>
                <a:gd name="T89" fmla="*/ 56 h 261"/>
                <a:gd name="T90" fmla="*/ 257 w 322"/>
                <a:gd name="T91" fmla="*/ 48 h 261"/>
                <a:gd name="T92" fmla="*/ 269 w 322"/>
                <a:gd name="T93" fmla="*/ 38 h 261"/>
                <a:gd name="T94" fmla="*/ 281 w 322"/>
                <a:gd name="T95" fmla="*/ 28 h 261"/>
                <a:gd name="T96" fmla="*/ 293 w 322"/>
                <a:gd name="T97" fmla="*/ 16 h 261"/>
                <a:gd name="T98" fmla="*/ 304 w 322"/>
                <a:gd name="T99" fmla="*/ 9 h 261"/>
                <a:gd name="T100" fmla="*/ 313 w 322"/>
                <a:gd name="T101" fmla="*/ 4 h 261"/>
                <a:gd name="T102" fmla="*/ 322 w 322"/>
                <a:gd name="T103" fmla="*/ 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2" h="261">
                  <a:moveTo>
                    <a:pt x="322" y="0"/>
                  </a:moveTo>
                  <a:lnTo>
                    <a:pt x="312" y="11"/>
                  </a:lnTo>
                  <a:lnTo>
                    <a:pt x="299" y="25"/>
                  </a:lnTo>
                  <a:lnTo>
                    <a:pt x="288" y="40"/>
                  </a:lnTo>
                  <a:lnTo>
                    <a:pt x="277" y="54"/>
                  </a:lnTo>
                  <a:lnTo>
                    <a:pt x="269" y="69"/>
                  </a:lnTo>
                  <a:lnTo>
                    <a:pt x="262" y="84"/>
                  </a:lnTo>
                  <a:lnTo>
                    <a:pt x="255" y="94"/>
                  </a:lnTo>
                  <a:lnTo>
                    <a:pt x="247" y="103"/>
                  </a:lnTo>
                  <a:lnTo>
                    <a:pt x="237" y="112"/>
                  </a:lnTo>
                  <a:lnTo>
                    <a:pt x="229" y="125"/>
                  </a:lnTo>
                  <a:lnTo>
                    <a:pt x="219" y="141"/>
                  </a:lnTo>
                  <a:lnTo>
                    <a:pt x="209" y="163"/>
                  </a:lnTo>
                  <a:lnTo>
                    <a:pt x="199" y="183"/>
                  </a:lnTo>
                  <a:lnTo>
                    <a:pt x="187" y="200"/>
                  </a:lnTo>
                  <a:lnTo>
                    <a:pt x="174" y="213"/>
                  </a:lnTo>
                  <a:lnTo>
                    <a:pt x="160" y="223"/>
                  </a:lnTo>
                  <a:lnTo>
                    <a:pt x="146" y="231"/>
                  </a:lnTo>
                  <a:lnTo>
                    <a:pt x="135" y="236"/>
                  </a:lnTo>
                  <a:lnTo>
                    <a:pt x="125" y="240"/>
                  </a:lnTo>
                  <a:lnTo>
                    <a:pt x="120" y="243"/>
                  </a:lnTo>
                  <a:lnTo>
                    <a:pt x="107" y="252"/>
                  </a:lnTo>
                  <a:lnTo>
                    <a:pt x="96" y="261"/>
                  </a:lnTo>
                  <a:lnTo>
                    <a:pt x="69" y="246"/>
                  </a:lnTo>
                  <a:lnTo>
                    <a:pt x="44" y="232"/>
                  </a:lnTo>
                  <a:lnTo>
                    <a:pt x="21" y="219"/>
                  </a:lnTo>
                  <a:lnTo>
                    <a:pt x="0" y="206"/>
                  </a:lnTo>
                  <a:lnTo>
                    <a:pt x="14" y="192"/>
                  </a:lnTo>
                  <a:lnTo>
                    <a:pt x="30" y="175"/>
                  </a:lnTo>
                  <a:lnTo>
                    <a:pt x="48" y="157"/>
                  </a:lnTo>
                  <a:lnTo>
                    <a:pt x="63" y="147"/>
                  </a:lnTo>
                  <a:lnTo>
                    <a:pt x="79" y="137"/>
                  </a:lnTo>
                  <a:lnTo>
                    <a:pt x="97" y="128"/>
                  </a:lnTo>
                  <a:lnTo>
                    <a:pt x="112" y="119"/>
                  </a:lnTo>
                  <a:lnTo>
                    <a:pt x="127" y="111"/>
                  </a:lnTo>
                  <a:lnTo>
                    <a:pt x="138" y="105"/>
                  </a:lnTo>
                  <a:lnTo>
                    <a:pt x="153" y="97"/>
                  </a:lnTo>
                  <a:lnTo>
                    <a:pt x="165" y="91"/>
                  </a:lnTo>
                  <a:lnTo>
                    <a:pt x="177" y="88"/>
                  </a:lnTo>
                  <a:lnTo>
                    <a:pt x="187" y="86"/>
                  </a:lnTo>
                  <a:lnTo>
                    <a:pt x="198" y="83"/>
                  </a:lnTo>
                  <a:lnTo>
                    <a:pt x="209" y="80"/>
                  </a:lnTo>
                  <a:lnTo>
                    <a:pt x="219" y="74"/>
                  </a:lnTo>
                  <a:lnTo>
                    <a:pt x="232" y="66"/>
                  </a:lnTo>
                  <a:lnTo>
                    <a:pt x="245" y="56"/>
                  </a:lnTo>
                  <a:lnTo>
                    <a:pt x="257" y="48"/>
                  </a:lnTo>
                  <a:lnTo>
                    <a:pt x="269" y="38"/>
                  </a:lnTo>
                  <a:lnTo>
                    <a:pt x="281" y="28"/>
                  </a:lnTo>
                  <a:lnTo>
                    <a:pt x="293" y="16"/>
                  </a:lnTo>
                  <a:lnTo>
                    <a:pt x="304" y="9"/>
                  </a:lnTo>
                  <a:lnTo>
                    <a:pt x="313" y="4"/>
                  </a:lnTo>
                  <a:lnTo>
                    <a:pt x="322"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88" name="Freeform 170">
              <a:extLst>
                <a:ext uri="{FF2B5EF4-FFF2-40B4-BE49-F238E27FC236}">
                  <a16:creationId xmlns:a16="http://schemas.microsoft.com/office/drawing/2014/main" id="{82B0A4CE-C403-4050-B352-BE4E0CB60C68}"/>
                </a:ext>
              </a:extLst>
            </p:cNvPr>
            <p:cNvSpPr>
              <a:spLocks/>
            </p:cNvSpPr>
            <p:nvPr/>
          </p:nvSpPr>
          <p:spPr bwMode="auto">
            <a:xfrm>
              <a:off x="3222628" y="4010030"/>
              <a:ext cx="53975" cy="58738"/>
            </a:xfrm>
            <a:custGeom>
              <a:avLst/>
              <a:gdLst>
                <a:gd name="T0" fmla="*/ 0 w 234"/>
                <a:gd name="T1" fmla="*/ 0 h 257"/>
                <a:gd name="T2" fmla="*/ 2 w 234"/>
                <a:gd name="T3" fmla="*/ 1 h 257"/>
                <a:gd name="T4" fmla="*/ 7 w 234"/>
                <a:gd name="T5" fmla="*/ 6 h 257"/>
                <a:gd name="T6" fmla="*/ 14 w 234"/>
                <a:gd name="T7" fmla="*/ 13 h 257"/>
                <a:gd name="T8" fmla="*/ 23 w 234"/>
                <a:gd name="T9" fmla="*/ 21 h 257"/>
                <a:gd name="T10" fmla="*/ 32 w 234"/>
                <a:gd name="T11" fmla="*/ 30 h 257"/>
                <a:gd name="T12" fmla="*/ 43 w 234"/>
                <a:gd name="T13" fmla="*/ 41 h 257"/>
                <a:gd name="T14" fmla="*/ 53 w 234"/>
                <a:gd name="T15" fmla="*/ 52 h 257"/>
                <a:gd name="T16" fmla="*/ 63 w 234"/>
                <a:gd name="T17" fmla="*/ 61 h 257"/>
                <a:gd name="T18" fmla="*/ 72 w 234"/>
                <a:gd name="T19" fmla="*/ 71 h 257"/>
                <a:gd name="T20" fmla="*/ 80 w 234"/>
                <a:gd name="T21" fmla="*/ 77 h 257"/>
                <a:gd name="T22" fmla="*/ 86 w 234"/>
                <a:gd name="T23" fmla="*/ 83 h 257"/>
                <a:gd name="T24" fmla="*/ 97 w 234"/>
                <a:gd name="T25" fmla="*/ 92 h 257"/>
                <a:gd name="T26" fmla="*/ 109 w 234"/>
                <a:gd name="T27" fmla="*/ 103 h 257"/>
                <a:gd name="T28" fmla="*/ 124 w 234"/>
                <a:gd name="T29" fmla="*/ 115 h 257"/>
                <a:gd name="T30" fmla="*/ 140 w 234"/>
                <a:gd name="T31" fmla="*/ 129 h 257"/>
                <a:gd name="T32" fmla="*/ 156 w 234"/>
                <a:gd name="T33" fmla="*/ 142 h 257"/>
                <a:gd name="T34" fmla="*/ 173 w 234"/>
                <a:gd name="T35" fmla="*/ 156 h 257"/>
                <a:gd name="T36" fmla="*/ 188 w 234"/>
                <a:gd name="T37" fmla="*/ 170 h 257"/>
                <a:gd name="T38" fmla="*/ 202 w 234"/>
                <a:gd name="T39" fmla="*/ 182 h 257"/>
                <a:gd name="T40" fmla="*/ 215 w 234"/>
                <a:gd name="T41" fmla="*/ 192 h 257"/>
                <a:gd name="T42" fmla="*/ 224 w 234"/>
                <a:gd name="T43" fmla="*/ 201 h 257"/>
                <a:gd name="T44" fmla="*/ 232 w 234"/>
                <a:gd name="T45" fmla="*/ 206 h 257"/>
                <a:gd name="T46" fmla="*/ 234 w 234"/>
                <a:gd name="T47" fmla="*/ 208 h 257"/>
                <a:gd name="T48" fmla="*/ 234 w 234"/>
                <a:gd name="T49" fmla="*/ 208 h 257"/>
                <a:gd name="T50" fmla="*/ 221 w 234"/>
                <a:gd name="T51" fmla="*/ 216 h 257"/>
                <a:gd name="T52" fmla="*/ 211 w 234"/>
                <a:gd name="T53" fmla="*/ 222 h 257"/>
                <a:gd name="T54" fmla="*/ 200 w 234"/>
                <a:gd name="T55" fmla="*/ 225 h 257"/>
                <a:gd name="T56" fmla="*/ 189 w 234"/>
                <a:gd name="T57" fmla="*/ 228 h 257"/>
                <a:gd name="T58" fmla="*/ 179 w 234"/>
                <a:gd name="T59" fmla="*/ 230 h 257"/>
                <a:gd name="T60" fmla="*/ 167 w 234"/>
                <a:gd name="T61" fmla="*/ 233 h 257"/>
                <a:gd name="T62" fmla="*/ 155 w 234"/>
                <a:gd name="T63" fmla="*/ 239 h 257"/>
                <a:gd name="T64" fmla="*/ 140 w 234"/>
                <a:gd name="T65" fmla="*/ 247 h 257"/>
                <a:gd name="T66" fmla="*/ 136 w 234"/>
                <a:gd name="T67" fmla="*/ 250 h 257"/>
                <a:gd name="T68" fmla="*/ 130 w 234"/>
                <a:gd name="T69" fmla="*/ 253 h 257"/>
                <a:gd name="T70" fmla="*/ 124 w 234"/>
                <a:gd name="T71" fmla="*/ 257 h 257"/>
                <a:gd name="T72" fmla="*/ 118 w 234"/>
                <a:gd name="T73" fmla="*/ 245 h 257"/>
                <a:gd name="T74" fmla="*/ 111 w 234"/>
                <a:gd name="T75" fmla="*/ 235 h 257"/>
                <a:gd name="T76" fmla="*/ 106 w 234"/>
                <a:gd name="T77" fmla="*/ 226 h 257"/>
                <a:gd name="T78" fmla="*/ 102 w 234"/>
                <a:gd name="T79" fmla="*/ 220 h 257"/>
                <a:gd name="T80" fmla="*/ 99 w 234"/>
                <a:gd name="T81" fmla="*/ 212 h 257"/>
                <a:gd name="T82" fmla="*/ 94 w 234"/>
                <a:gd name="T83" fmla="*/ 204 h 257"/>
                <a:gd name="T84" fmla="*/ 91 w 234"/>
                <a:gd name="T85" fmla="*/ 194 h 257"/>
                <a:gd name="T86" fmla="*/ 88 w 234"/>
                <a:gd name="T87" fmla="*/ 186 h 257"/>
                <a:gd name="T88" fmla="*/ 86 w 234"/>
                <a:gd name="T89" fmla="*/ 179 h 257"/>
                <a:gd name="T90" fmla="*/ 86 w 234"/>
                <a:gd name="T91" fmla="*/ 177 h 257"/>
                <a:gd name="T92" fmla="*/ 46 w 234"/>
                <a:gd name="T93" fmla="*/ 189 h 257"/>
                <a:gd name="T94" fmla="*/ 46 w 234"/>
                <a:gd name="T95" fmla="*/ 186 h 257"/>
                <a:gd name="T96" fmla="*/ 45 w 234"/>
                <a:gd name="T97" fmla="*/ 178 h 257"/>
                <a:gd name="T98" fmla="*/ 43 w 234"/>
                <a:gd name="T99" fmla="*/ 167 h 257"/>
                <a:gd name="T100" fmla="*/ 41 w 234"/>
                <a:gd name="T101" fmla="*/ 152 h 257"/>
                <a:gd name="T102" fmla="*/ 37 w 234"/>
                <a:gd name="T103" fmla="*/ 136 h 257"/>
                <a:gd name="T104" fmla="*/ 33 w 234"/>
                <a:gd name="T105" fmla="*/ 119 h 257"/>
                <a:gd name="T106" fmla="*/ 28 w 234"/>
                <a:gd name="T107" fmla="*/ 102 h 257"/>
                <a:gd name="T108" fmla="*/ 23 w 234"/>
                <a:gd name="T109" fmla="*/ 88 h 257"/>
                <a:gd name="T110" fmla="*/ 16 w 234"/>
                <a:gd name="T111" fmla="*/ 71 h 257"/>
                <a:gd name="T112" fmla="*/ 11 w 234"/>
                <a:gd name="T113" fmla="*/ 54 h 257"/>
                <a:gd name="T114" fmla="*/ 8 w 234"/>
                <a:gd name="T115" fmla="*/ 37 h 257"/>
                <a:gd name="T116" fmla="*/ 5 w 234"/>
                <a:gd name="T117" fmla="*/ 22 h 257"/>
                <a:gd name="T118" fmla="*/ 2 w 234"/>
                <a:gd name="T119" fmla="*/ 10 h 257"/>
                <a:gd name="T120" fmla="*/ 1 w 234"/>
                <a:gd name="T121" fmla="*/ 2 h 257"/>
                <a:gd name="T122" fmla="*/ 0 w 234"/>
                <a:gd name="T123"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34" h="257">
                  <a:moveTo>
                    <a:pt x="0" y="0"/>
                  </a:moveTo>
                  <a:lnTo>
                    <a:pt x="2" y="1"/>
                  </a:lnTo>
                  <a:lnTo>
                    <a:pt x="7" y="6"/>
                  </a:lnTo>
                  <a:lnTo>
                    <a:pt x="14" y="13"/>
                  </a:lnTo>
                  <a:lnTo>
                    <a:pt x="23" y="21"/>
                  </a:lnTo>
                  <a:lnTo>
                    <a:pt x="32" y="30"/>
                  </a:lnTo>
                  <a:lnTo>
                    <a:pt x="43" y="41"/>
                  </a:lnTo>
                  <a:lnTo>
                    <a:pt x="53" y="52"/>
                  </a:lnTo>
                  <a:lnTo>
                    <a:pt x="63" y="61"/>
                  </a:lnTo>
                  <a:lnTo>
                    <a:pt x="72" y="71"/>
                  </a:lnTo>
                  <a:lnTo>
                    <a:pt x="80" y="77"/>
                  </a:lnTo>
                  <a:lnTo>
                    <a:pt x="86" y="83"/>
                  </a:lnTo>
                  <a:lnTo>
                    <a:pt x="97" y="92"/>
                  </a:lnTo>
                  <a:lnTo>
                    <a:pt x="109" y="103"/>
                  </a:lnTo>
                  <a:lnTo>
                    <a:pt x="124" y="115"/>
                  </a:lnTo>
                  <a:lnTo>
                    <a:pt x="140" y="129"/>
                  </a:lnTo>
                  <a:lnTo>
                    <a:pt x="156" y="142"/>
                  </a:lnTo>
                  <a:lnTo>
                    <a:pt x="173" y="156"/>
                  </a:lnTo>
                  <a:lnTo>
                    <a:pt x="188" y="170"/>
                  </a:lnTo>
                  <a:lnTo>
                    <a:pt x="202" y="182"/>
                  </a:lnTo>
                  <a:lnTo>
                    <a:pt x="215" y="192"/>
                  </a:lnTo>
                  <a:lnTo>
                    <a:pt x="224" y="201"/>
                  </a:lnTo>
                  <a:lnTo>
                    <a:pt x="232" y="206"/>
                  </a:lnTo>
                  <a:lnTo>
                    <a:pt x="234" y="208"/>
                  </a:lnTo>
                  <a:lnTo>
                    <a:pt x="234" y="208"/>
                  </a:lnTo>
                  <a:lnTo>
                    <a:pt x="221" y="216"/>
                  </a:lnTo>
                  <a:lnTo>
                    <a:pt x="211" y="222"/>
                  </a:lnTo>
                  <a:lnTo>
                    <a:pt x="200" y="225"/>
                  </a:lnTo>
                  <a:lnTo>
                    <a:pt x="189" y="228"/>
                  </a:lnTo>
                  <a:lnTo>
                    <a:pt x="179" y="230"/>
                  </a:lnTo>
                  <a:lnTo>
                    <a:pt x="167" y="233"/>
                  </a:lnTo>
                  <a:lnTo>
                    <a:pt x="155" y="239"/>
                  </a:lnTo>
                  <a:lnTo>
                    <a:pt x="140" y="247"/>
                  </a:lnTo>
                  <a:lnTo>
                    <a:pt x="136" y="250"/>
                  </a:lnTo>
                  <a:lnTo>
                    <a:pt x="130" y="253"/>
                  </a:lnTo>
                  <a:lnTo>
                    <a:pt x="124" y="257"/>
                  </a:lnTo>
                  <a:lnTo>
                    <a:pt x="118" y="245"/>
                  </a:lnTo>
                  <a:lnTo>
                    <a:pt x="111" y="235"/>
                  </a:lnTo>
                  <a:lnTo>
                    <a:pt x="106" y="226"/>
                  </a:lnTo>
                  <a:lnTo>
                    <a:pt x="102" y="220"/>
                  </a:lnTo>
                  <a:lnTo>
                    <a:pt x="99" y="212"/>
                  </a:lnTo>
                  <a:lnTo>
                    <a:pt x="94" y="204"/>
                  </a:lnTo>
                  <a:lnTo>
                    <a:pt x="91" y="194"/>
                  </a:lnTo>
                  <a:lnTo>
                    <a:pt x="88" y="186"/>
                  </a:lnTo>
                  <a:lnTo>
                    <a:pt x="86" y="179"/>
                  </a:lnTo>
                  <a:lnTo>
                    <a:pt x="86" y="177"/>
                  </a:lnTo>
                  <a:lnTo>
                    <a:pt x="46" y="189"/>
                  </a:lnTo>
                  <a:lnTo>
                    <a:pt x="46" y="186"/>
                  </a:lnTo>
                  <a:lnTo>
                    <a:pt x="45" y="178"/>
                  </a:lnTo>
                  <a:lnTo>
                    <a:pt x="43" y="167"/>
                  </a:lnTo>
                  <a:lnTo>
                    <a:pt x="41" y="152"/>
                  </a:lnTo>
                  <a:lnTo>
                    <a:pt x="37" y="136"/>
                  </a:lnTo>
                  <a:lnTo>
                    <a:pt x="33" y="119"/>
                  </a:lnTo>
                  <a:lnTo>
                    <a:pt x="28" y="102"/>
                  </a:lnTo>
                  <a:lnTo>
                    <a:pt x="23" y="88"/>
                  </a:lnTo>
                  <a:lnTo>
                    <a:pt x="16" y="71"/>
                  </a:lnTo>
                  <a:lnTo>
                    <a:pt x="11" y="54"/>
                  </a:lnTo>
                  <a:lnTo>
                    <a:pt x="8" y="37"/>
                  </a:lnTo>
                  <a:lnTo>
                    <a:pt x="5" y="22"/>
                  </a:lnTo>
                  <a:lnTo>
                    <a:pt x="2" y="10"/>
                  </a:lnTo>
                  <a:lnTo>
                    <a:pt x="1" y="2"/>
                  </a:lnTo>
                  <a:lnTo>
                    <a:pt x="0"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89" name="Freeform 171">
              <a:extLst>
                <a:ext uri="{FF2B5EF4-FFF2-40B4-BE49-F238E27FC236}">
                  <a16:creationId xmlns:a16="http://schemas.microsoft.com/office/drawing/2014/main" id="{F428D205-83E3-46B0-9853-9B582528DF15}"/>
                </a:ext>
              </a:extLst>
            </p:cNvPr>
            <p:cNvSpPr>
              <a:spLocks/>
            </p:cNvSpPr>
            <p:nvPr/>
          </p:nvSpPr>
          <p:spPr bwMode="auto">
            <a:xfrm>
              <a:off x="2982916" y="4133855"/>
              <a:ext cx="485775" cy="209550"/>
            </a:xfrm>
            <a:custGeom>
              <a:avLst/>
              <a:gdLst>
                <a:gd name="T0" fmla="*/ 844 w 2136"/>
                <a:gd name="T1" fmla="*/ 0 h 926"/>
                <a:gd name="T2" fmla="*/ 891 w 2136"/>
                <a:gd name="T3" fmla="*/ 3 h 926"/>
                <a:gd name="T4" fmla="*/ 937 w 2136"/>
                <a:gd name="T5" fmla="*/ 9 h 926"/>
                <a:gd name="T6" fmla="*/ 981 w 2136"/>
                <a:gd name="T7" fmla="*/ 19 h 926"/>
                <a:gd name="T8" fmla="*/ 1026 w 2136"/>
                <a:gd name="T9" fmla="*/ 30 h 926"/>
                <a:gd name="T10" fmla="*/ 1067 w 2136"/>
                <a:gd name="T11" fmla="*/ 43 h 926"/>
                <a:gd name="T12" fmla="*/ 1108 w 2136"/>
                <a:gd name="T13" fmla="*/ 56 h 926"/>
                <a:gd name="T14" fmla="*/ 1147 w 2136"/>
                <a:gd name="T15" fmla="*/ 69 h 926"/>
                <a:gd name="T16" fmla="*/ 1184 w 2136"/>
                <a:gd name="T17" fmla="*/ 81 h 926"/>
                <a:gd name="T18" fmla="*/ 1218 w 2136"/>
                <a:gd name="T19" fmla="*/ 92 h 926"/>
                <a:gd name="T20" fmla="*/ 1249 w 2136"/>
                <a:gd name="T21" fmla="*/ 99 h 926"/>
                <a:gd name="T22" fmla="*/ 1283 w 2136"/>
                <a:gd name="T23" fmla="*/ 106 h 926"/>
                <a:gd name="T24" fmla="*/ 1315 w 2136"/>
                <a:gd name="T25" fmla="*/ 110 h 926"/>
                <a:gd name="T26" fmla="*/ 1344 w 2136"/>
                <a:gd name="T27" fmla="*/ 111 h 926"/>
                <a:gd name="T28" fmla="*/ 1369 w 2136"/>
                <a:gd name="T29" fmla="*/ 109 h 926"/>
                <a:gd name="T30" fmla="*/ 1392 w 2136"/>
                <a:gd name="T31" fmla="*/ 105 h 926"/>
                <a:gd name="T32" fmla="*/ 1414 w 2136"/>
                <a:gd name="T33" fmla="*/ 100 h 926"/>
                <a:gd name="T34" fmla="*/ 1436 w 2136"/>
                <a:gd name="T35" fmla="*/ 93 h 926"/>
                <a:gd name="T36" fmla="*/ 1456 w 2136"/>
                <a:gd name="T37" fmla="*/ 85 h 926"/>
                <a:gd name="T38" fmla="*/ 1477 w 2136"/>
                <a:gd name="T39" fmla="*/ 76 h 926"/>
                <a:gd name="T40" fmla="*/ 1498 w 2136"/>
                <a:gd name="T41" fmla="*/ 66 h 926"/>
                <a:gd name="T42" fmla="*/ 1520 w 2136"/>
                <a:gd name="T43" fmla="*/ 57 h 926"/>
                <a:gd name="T44" fmla="*/ 1542 w 2136"/>
                <a:gd name="T45" fmla="*/ 50 h 926"/>
                <a:gd name="T46" fmla="*/ 1568 w 2136"/>
                <a:gd name="T47" fmla="*/ 48 h 926"/>
                <a:gd name="T48" fmla="*/ 1594 w 2136"/>
                <a:gd name="T49" fmla="*/ 48 h 926"/>
                <a:gd name="T50" fmla="*/ 1622 w 2136"/>
                <a:gd name="T51" fmla="*/ 53 h 926"/>
                <a:gd name="T52" fmla="*/ 1649 w 2136"/>
                <a:gd name="T53" fmla="*/ 58 h 926"/>
                <a:gd name="T54" fmla="*/ 1676 w 2136"/>
                <a:gd name="T55" fmla="*/ 65 h 926"/>
                <a:gd name="T56" fmla="*/ 1702 w 2136"/>
                <a:gd name="T57" fmla="*/ 74 h 926"/>
                <a:gd name="T58" fmla="*/ 1725 w 2136"/>
                <a:gd name="T59" fmla="*/ 82 h 926"/>
                <a:gd name="T60" fmla="*/ 1745 w 2136"/>
                <a:gd name="T61" fmla="*/ 90 h 926"/>
                <a:gd name="T62" fmla="*/ 1761 w 2136"/>
                <a:gd name="T63" fmla="*/ 96 h 926"/>
                <a:gd name="T64" fmla="*/ 1916 w 2136"/>
                <a:gd name="T65" fmla="*/ 144 h 926"/>
                <a:gd name="T66" fmla="*/ 2136 w 2136"/>
                <a:gd name="T67" fmla="*/ 278 h 926"/>
                <a:gd name="T68" fmla="*/ 1067 w 2136"/>
                <a:gd name="T69" fmla="*/ 926 h 926"/>
                <a:gd name="T70" fmla="*/ 0 w 2136"/>
                <a:gd name="T71" fmla="*/ 278 h 926"/>
                <a:gd name="T72" fmla="*/ 133 w 2136"/>
                <a:gd name="T73" fmla="*/ 197 h 926"/>
                <a:gd name="T74" fmla="*/ 142 w 2136"/>
                <a:gd name="T75" fmla="*/ 195 h 926"/>
                <a:gd name="T76" fmla="*/ 156 w 2136"/>
                <a:gd name="T77" fmla="*/ 193 h 926"/>
                <a:gd name="T78" fmla="*/ 176 w 2136"/>
                <a:gd name="T79" fmla="*/ 189 h 926"/>
                <a:gd name="T80" fmla="*/ 201 w 2136"/>
                <a:gd name="T81" fmla="*/ 184 h 926"/>
                <a:gd name="T82" fmla="*/ 230 w 2136"/>
                <a:gd name="T83" fmla="*/ 176 h 926"/>
                <a:gd name="T84" fmla="*/ 263 w 2136"/>
                <a:gd name="T85" fmla="*/ 169 h 926"/>
                <a:gd name="T86" fmla="*/ 299 w 2136"/>
                <a:gd name="T87" fmla="*/ 160 h 926"/>
                <a:gd name="T88" fmla="*/ 337 w 2136"/>
                <a:gd name="T89" fmla="*/ 150 h 926"/>
                <a:gd name="T90" fmla="*/ 377 w 2136"/>
                <a:gd name="T91" fmla="*/ 139 h 926"/>
                <a:gd name="T92" fmla="*/ 418 w 2136"/>
                <a:gd name="T93" fmla="*/ 128 h 926"/>
                <a:gd name="T94" fmla="*/ 461 w 2136"/>
                <a:gd name="T95" fmla="*/ 115 h 926"/>
                <a:gd name="T96" fmla="*/ 502 w 2136"/>
                <a:gd name="T97" fmla="*/ 101 h 926"/>
                <a:gd name="T98" fmla="*/ 544 w 2136"/>
                <a:gd name="T99" fmla="*/ 86 h 926"/>
                <a:gd name="T100" fmla="*/ 584 w 2136"/>
                <a:gd name="T101" fmla="*/ 72 h 926"/>
                <a:gd name="T102" fmla="*/ 622 w 2136"/>
                <a:gd name="T103" fmla="*/ 56 h 926"/>
                <a:gd name="T104" fmla="*/ 658 w 2136"/>
                <a:gd name="T105" fmla="*/ 39 h 926"/>
                <a:gd name="T106" fmla="*/ 705 w 2136"/>
                <a:gd name="T107" fmla="*/ 20 h 926"/>
                <a:gd name="T108" fmla="*/ 751 w 2136"/>
                <a:gd name="T109" fmla="*/ 7 h 926"/>
                <a:gd name="T110" fmla="*/ 798 w 2136"/>
                <a:gd name="T111" fmla="*/ 1 h 926"/>
                <a:gd name="T112" fmla="*/ 844 w 2136"/>
                <a:gd name="T113" fmla="*/ 0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36" h="926">
                  <a:moveTo>
                    <a:pt x="844" y="0"/>
                  </a:moveTo>
                  <a:lnTo>
                    <a:pt x="891" y="3"/>
                  </a:lnTo>
                  <a:lnTo>
                    <a:pt x="937" y="9"/>
                  </a:lnTo>
                  <a:lnTo>
                    <a:pt x="981" y="19"/>
                  </a:lnTo>
                  <a:lnTo>
                    <a:pt x="1026" y="30"/>
                  </a:lnTo>
                  <a:lnTo>
                    <a:pt x="1067" y="43"/>
                  </a:lnTo>
                  <a:lnTo>
                    <a:pt x="1108" y="56"/>
                  </a:lnTo>
                  <a:lnTo>
                    <a:pt x="1147" y="69"/>
                  </a:lnTo>
                  <a:lnTo>
                    <a:pt x="1184" y="81"/>
                  </a:lnTo>
                  <a:lnTo>
                    <a:pt x="1218" y="92"/>
                  </a:lnTo>
                  <a:lnTo>
                    <a:pt x="1249" y="99"/>
                  </a:lnTo>
                  <a:lnTo>
                    <a:pt x="1283" y="106"/>
                  </a:lnTo>
                  <a:lnTo>
                    <a:pt x="1315" y="110"/>
                  </a:lnTo>
                  <a:lnTo>
                    <a:pt x="1344" y="111"/>
                  </a:lnTo>
                  <a:lnTo>
                    <a:pt x="1369" y="109"/>
                  </a:lnTo>
                  <a:lnTo>
                    <a:pt x="1392" y="105"/>
                  </a:lnTo>
                  <a:lnTo>
                    <a:pt x="1414" y="100"/>
                  </a:lnTo>
                  <a:lnTo>
                    <a:pt x="1436" y="93"/>
                  </a:lnTo>
                  <a:lnTo>
                    <a:pt x="1456" y="85"/>
                  </a:lnTo>
                  <a:lnTo>
                    <a:pt x="1477" y="76"/>
                  </a:lnTo>
                  <a:lnTo>
                    <a:pt x="1498" y="66"/>
                  </a:lnTo>
                  <a:lnTo>
                    <a:pt x="1520" y="57"/>
                  </a:lnTo>
                  <a:lnTo>
                    <a:pt x="1542" y="50"/>
                  </a:lnTo>
                  <a:lnTo>
                    <a:pt x="1568" y="48"/>
                  </a:lnTo>
                  <a:lnTo>
                    <a:pt x="1594" y="48"/>
                  </a:lnTo>
                  <a:lnTo>
                    <a:pt x="1622" y="53"/>
                  </a:lnTo>
                  <a:lnTo>
                    <a:pt x="1649" y="58"/>
                  </a:lnTo>
                  <a:lnTo>
                    <a:pt x="1676" y="65"/>
                  </a:lnTo>
                  <a:lnTo>
                    <a:pt x="1702" y="74"/>
                  </a:lnTo>
                  <a:lnTo>
                    <a:pt x="1725" y="82"/>
                  </a:lnTo>
                  <a:lnTo>
                    <a:pt x="1745" y="90"/>
                  </a:lnTo>
                  <a:lnTo>
                    <a:pt x="1761" y="96"/>
                  </a:lnTo>
                  <a:lnTo>
                    <a:pt x="1916" y="144"/>
                  </a:lnTo>
                  <a:lnTo>
                    <a:pt x="2136" y="278"/>
                  </a:lnTo>
                  <a:lnTo>
                    <a:pt x="1067" y="926"/>
                  </a:lnTo>
                  <a:lnTo>
                    <a:pt x="0" y="278"/>
                  </a:lnTo>
                  <a:lnTo>
                    <a:pt x="133" y="197"/>
                  </a:lnTo>
                  <a:lnTo>
                    <a:pt x="142" y="195"/>
                  </a:lnTo>
                  <a:lnTo>
                    <a:pt x="156" y="193"/>
                  </a:lnTo>
                  <a:lnTo>
                    <a:pt x="176" y="189"/>
                  </a:lnTo>
                  <a:lnTo>
                    <a:pt x="201" y="184"/>
                  </a:lnTo>
                  <a:lnTo>
                    <a:pt x="230" y="176"/>
                  </a:lnTo>
                  <a:lnTo>
                    <a:pt x="263" y="169"/>
                  </a:lnTo>
                  <a:lnTo>
                    <a:pt x="299" y="160"/>
                  </a:lnTo>
                  <a:lnTo>
                    <a:pt x="337" y="150"/>
                  </a:lnTo>
                  <a:lnTo>
                    <a:pt x="377" y="139"/>
                  </a:lnTo>
                  <a:lnTo>
                    <a:pt x="418" y="128"/>
                  </a:lnTo>
                  <a:lnTo>
                    <a:pt x="461" y="115"/>
                  </a:lnTo>
                  <a:lnTo>
                    <a:pt x="502" y="101"/>
                  </a:lnTo>
                  <a:lnTo>
                    <a:pt x="544" y="86"/>
                  </a:lnTo>
                  <a:lnTo>
                    <a:pt x="584" y="72"/>
                  </a:lnTo>
                  <a:lnTo>
                    <a:pt x="622" y="56"/>
                  </a:lnTo>
                  <a:lnTo>
                    <a:pt x="658" y="39"/>
                  </a:lnTo>
                  <a:lnTo>
                    <a:pt x="705" y="20"/>
                  </a:lnTo>
                  <a:lnTo>
                    <a:pt x="751" y="7"/>
                  </a:lnTo>
                  <a:lnTo>
                    <a:pt x="798" y="1"/>
                  </a:lnTo>
                  <a:lnTo>
                    <a:pt x="844"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90" name="Freeform 172">
              <a:extLst>
                <a:ext uri="{FF2B5EF4-FFF2-40B4-BE49-F238E27FC236}">
                  <a16:creationId xmlns:a16="http://schemas.microsoft.com/office/drawing/2014/main" id="{18639BB1-3197-4972-A912-EEB03AC9E18C}"/>
                </a:ext>
              </a:extLst>
            </p:cNvPr>
            <p:cNvSpPr>
              <a:spLocks/>
            </p:cNvSpPr>
            <p:nvPr/>
          </p:nvSpPr>
          <p:spPr bwMode="auto">
            <a:xfrm>
              <a:off x="3017841" y="4181480"/>
              <a:ext cx="373063" cy="117475"/>
            </a:xfrm>
            <a:custGeom>
              <a:avLst/>
              <a:gdLst>
                <a:gd name="T0" fmla="*/ 1079 w 1643"/>
                <a:gd name="T1" fmla="*/ 2 h 518"/>
                <a:gd name="T2" fmla="*/ 1129 w 1643"/>
                <a:gd name="T3" fmla="*/ 16 h 518"/>
                <a:gd name="T4" fmla="*/ 1169 w 1643"/>
                <a:gd name="T5" fmla="*/ 42 h 518"/>
                <a:gd name="T6" fmla="*/ 1209 w 1643"/>
                <a:gd name="T7" fmla="*/ 74 h 518"/>
                <a:gd name="T8" fmla="*/ 1245 w 1643"/>
                <a:gd name="T9" fmla="*/ 106 h 518"/>
                <a:gd name="T10" fmla="*/ 1276 w 1643"/>
                <a:gd name="T11" fmla="*/ 133 h 518"/>
                <a:gd name="T12" fmla="*/ 1298 w 1643"/>
                <a:gd name="T13" fmla="*/ 155 h 518"/>
                <a:gd name="T14" fmla="*/ 1308 w 1643"/>
                <a:gd name="T15" fmla="*/ 166 h 518"/>
                <a:gd name="T16" fmla="*/ 1320 w 1643"/>
                <a:gd name="T17" fmla="*/ 172 h 518"/>
                <a:gd name="T18" fmla="*/ 1352 w 1643"/>
                <a:gd name="T19" fmla="*/ 184 h 518"/>
                <a:gd name="T20" fmla="*/ 1397 w 1643"/>
                <a:gd name="T21" fmla="*/ 198 h 518"/>
                <a:gd name="T22" fmla="*/ 1449 w 1643"/>
                <a:gd name="T23" fmla="*/ 215 h 518"/>
                <a:gd name="T24" fmla="*/ 1504 w 1643"/>
                <a:gd name="T25" fmla="*/ 231 h 518"/>
                <a:gd name="T26" fmla="*/ 1557 w 1643"/>
                <a:gd name="T27" fmla="*/ 248 h 518"/>
                <a:gd name="T28" fmla="*/ 1600 w 1643"/>
                <a:gd name="T29" fmla="*/ 261 h 518"/>
                <a:gd name="T30" fmla="*/ 1631 w 1643"/>
                <a:gd name="T31" fmla="*/ 271 h 518"/>
                <a:gd name="T32" fmla="*/ 1643 w 1643"/>
                <a:gd name="T33" fmla="*/ 274 h 518"/>
                <a:gd name="T34" fmla="*/ 1270 w 1643"/>
                <a:gd name="T35" fmla="*/ 500 h 518"/>
                <a:gd name="T36" fmla="*/ 1249 w 1643"/>
                <a:gd name="T37" fmla="*/ 504 h 518"/>
                <a:gd name="T38" fmla="*/ 1206 w 1643"/>
                <a:gd name="T39" fmla="*/ 509 h 518"/>
                <a:gd name="T40" fmla="*/ 1148 w 1643"/>
                <a:gd name="T41" fmla="*/ 515 h 518"/>
                <a:gd name="T42" fmla="*/ 1073 w 1643"/>
                <a:gd name="T43" fmla="*/ 518 h 518"/>
                <a:gd name="T44" fmla="*/ 995 w 1643"/>
                <a:gd name="T45" fmla="*/ 512 h 518"/>
                <a:gd name="T46" fmla="*/ 916 w 1643"/>
                <a:gd name="T47" fmla="*/ 495 h 518"/>
                <a:gd name="T48" fmla="*/ 833 w 1643"/>
                <a:gd name="T49" fmla="*/ 465 h 518"/>
                <a:gd name="T50" fmla="*/ 751 w 1643"/>
                <a:gd name="T51" fmla="*/ 432 h 518"/>
                <a:gd name="T52" fmla="*/ 674 w 1643"/>
                <a:gd name="T53" fmla="*/ 401 h 518"/>
                <a:gd name="T54" fmla="*/ 605 w 1643"/>
                <a:gd name="T55" fmla="*/ 377 h 518"/>
                <a:gd name="T56" fmla="*/ 532 w 1643"/>
                <a:gd name="T57" fmla="*/ 361 h 518"/>
                <a:gd name="T58" fmla="*/ 461 w 1643"/>
                <a:gd name="T59" fmla="*/ 356 h 518"/>
                <a:gd name="T60" fmla="*/ 407 w 1643"/>
                <a:gd name="T61" fmla="*/ 358 h 518"/>
                <a:gd name="T62" fmla="*/ 371 w 1643"/>
                <a:gd name="T63" fmla="*/ 365 h 518"/>
                <a:gd name="T64" fmla="*/ 353 w 1643"/>
                <a:gd name="T65" fmla="*/ 369 h 518"/>
                <a:gd name="T66" fmla="*/ 0 w 1643"/>
                <a:gd name="T67" fmla="*/ 158 h 518"/>
                <a:gd name="T68" fmla="*/ 57 w 1643"/>
                <a:gd name="T69" fmla="*/ 147 h 518"/>
                <a:gd name="T70" fmla="*/ 83 w 1643"/>
                <a:gd name="T71" fmla="*/ 146 h 518"/>
                <a:gd name="T72" fmla="*/ 132 w 1643"/>
                <a:gd name="T73" fmla="*/ 145 h 518"/>
                <a:gd name="T74" fmla="*/ 195 w 1643"/>
                <a:gd name="T75" fmla="*/ 142 h 518"/>
                <a:gd name="T76" fmla="*/ 268 w 1643"/>
                <a:gd name="T77" fmla="*/ 137 h 518"/>
                <a:gd name="T78" fmla="*/ 343 w 1643"/>
                <a:gd name="T79" fmla="*/ 131 h 518"/>
                <a:gd name="T80" fmla="*/ 417 w 1643"/>
                <a:gd name="T81" fmla="*/ 124 h 518"/>
                <a:gd name="T82" fmla="*/ 481 w 1643"/>
                <a:gd name="T83" fmla="*/ 115 h 518"/>
                <a:gd name="T84" fmla="*/ 530 w 1643"/>
                <a:gd name="T85" fmla="*/ 104 h 518"/>
                <a:gd name="T86" fmla="*/ 633 w 1643"/>
                <a:gd name="T87" fmla="*/ 77 h 518"/>
                <a:gd name="T88" fmla="*/ 739 w 1643"/>
                <a:gd name="T89" fmla="*/ 55 h 518"/>
                <a:gd name="T90" fmla="*/ 837 w 1643"/>
                <a:gd name="T91" fmla="*/ 36 h 518"/>
                <a:gd name="T92" fmla="*/ 905 w 1643"/>
                <a:gd name="T93" fmla="*/ 20 h 518"/>
                <a:gd name="T94" fmla="*/ 963 w 1643"/>
                <a:gd name="T95" fmla="*/ 8 h 518"/>
                <a:gd name="T96" fmla="*/ 1023 w 1643"/>
                <a:gd name="T97" fmla="*/ 1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643" h="518">
                  <a:moveTo>
                    <a:pt x="1051" y="0"/>
                  </a:moveTo>
                  <a:lnTo>
                    <a:pt x="1079" y="2"/>
                  </a:lnTo>
                  <a:lnTo>
                    <a:pt x="1105" y="8"/>
                  </a:lnTo>
                  <a:lnTo>
                    <a:pt x="1129" y="16"/>
                  </a:lnTo>
                  <a:lnTo>
                    <a:pt x="1150" y="29"/>
                  </a:lnTo>
                  <a:lnTo>
                    <a:pt x="1169" y="42"/>
                  </a:lnTo>
                  <a:lnTo>
                    <a:pt x="1188" y="58"/>
                  </a:lnTo>
                  <a:lnTo>
                    <a:pt x="1209" y="74"/>
                  </a:lnTo>
                  <a:lnTo>
                    <a:pt x="1228" y="90"/>
                  </a:lnTo>
                  <a:lnTo>
                    <a:pt x="1245" y="106"/>
                  </a:lnTo>
                  <a:lnTo>
                    <a:pt x="1261" y="121"/>
                  </a:lnTo>
                  <a:lnTo>
                    <a:pt x="1276" y="133"/>
                  </a:lnTo>
                  <a:lnTo>
                    <a:pt x="1289" y="146"/>
                  </a:lnTo>
                  <a:lnTo>
                    <a:pt x="1298" y="155"/>
                  </a:lnTo>
                  <a:lnTo>
                    <a:pt x="1306" y="163"/>
                  </a:lnTo>
                  <a:lnTo>
                    <a:pt x="1308" y="166"/>
                  </a:lnTo>
                  <a:lnTo>
                    <a:pt x="1312" y="169"/>
                  </a:lnTo>
                  <a:lnTo>
                    <a:pt x="1320" y="172"/>
                  </a:lnTo>
                  <a:lnTo>
                    <a:pt x="1334" y="178"/>
                  </a:lnTo>
                  <a:lnTo>
                    <a:pt x="1352" y="184"/>
                  </a:lnTo>
                  <a:lnTo>
                    <a:pt x="1373" y="190"/>
                  </a:lnTo>
                  <a:lnTo>
                    <a:pt x="1397" y="198"/>
                  </a:lnTo>
                  <a:lnTo>
                    <a:pt x="1422" y="206"/>
                  </a:lnTo>
                  <a:lnTo>
                    <a:pt x="1449" y="215"/>
                  </a:lnTo>
                  <a:lnTo>
                    <a:pt x="1477" y="223"/>
                  </a:lnTo>
                  <a:lnTo>
                    <a:pt x="1504" y="231"/>
                  </a:lnTo>
                  <a:lnTo>
                    <a:pt x="1532" y="240"/>
                  </a:lnTo>
                  <a:lnTo>
                    <a:pt x="1557" y="248"/>
                  </a:lnTo>
                  <a:lnTo>
                    <a:pt x="1580" y="255"/>
                  </a:lnTo>
                  <a:lnTo>
                    <a:pt x="1600" y="261"/>
                  </a:lnTo>
                  <a:lnTo>
                    <a:pt x="1618" y="266"/>
                  </a:lnTo>
                  <a:lnTo>
                    <a:pt x="1631" y="271"/>
                  </a:lnTo>
                  <a:lnTo>
                    <a:pt x="1639" y="273"/>
                  </a:lnTo>
                  <a:lnTo>
                    <a:pt x="1643" y="274"/>
                  </a:lnTo>
                  <a:lnTo>
                    <a:pt x="1273" y="499"/>
                  </a:lnTo>
                  <a:lnTo>
                    <a:pt x="1270" y="500"/>
                  </a:lnTo>
                  <a:lnTo>
                    <a:pt x="1261" y="501"/>
                  </a:lnTo>
                  <a:lnTo>
                    <a:pt x="1249" y="504"/>
                  </a:lnTo>
                  <a:lnTo>
                    <a:pt x="1230" y="506"/>
                  </a:lnTo>
                  <a:lnTo>
                    <a:pt x="1206" y="509"/>
                  </a:lnTo>
                  <a:lnTo>
                    <a:pt x="1179" y="512"/>
                  </a:lnTo>
                  <a:lnTo>
                    <a:pt x="1148" y="515"/>
                  </a:lnTo>
                  <a:lnTo>
                    <a:pt x="1112" y="517"/>
                  </a:lnTo>
                  <a:lnTo>
                    <a:pt x="1073" y="518"/>
                  </a:lnTo>
                  <a:lnTo>
                    <a:pt x="1032" y="517"/>
                  </a:lnTo>
                  <a:lnTo>
                    <a:pt x="995" y="512"/>
                  </a:lnTo>
                  <a:lnTo>
                    <a:pt x="956" y="505"/>
                  </a:lnTo>
                  <a:lnTo>
                    <a:pt x="916" y="495"/>
                  </a:lnTo>
                  <a:lnTo>
                    <a:pt x="875" y="481"/>
                  </a:lnTo>
                  <a:lnTo>
                    <a:pt x="833" y="465"/>
                  </a:lnTo>
                  <a:lnTo>
                    <a:pt x="792" y="449"/>
                  </a:lnTo>
                  <a:lnTo>
                    <a:pt x="751" y="432"/>
                  </a:lnTo>
                  <a:lnTo>
                    <a:pt x="712" y="416"/>
                  </a:lnTo>
                  <a:lnTo>
                    <a:pt x="674" y="401"/>
                  </a:lnTo>
                  <a:lnTo>
                    <a:pt x="638" y="388"/>
                  </a:lnTo>
                  <a:lnTo>
                    <a:pt x="605" y="377"/>
                  </a:lnTo>
                  <a:lnTo>
                    <a:pt x="576" y="369"/>
                  </a:lnTo>
                  <a:lnTo>
                    <a:pt x="532" y="361"/>
                  </a:lnTo>
                  <a:lnTo>
                    <a:pt x="494" y="357"/>
                  </a:lnTo>
                  <a:lnTo>
                    <a:pt x="461" y="356"/>
                  </a:lnTo>
                  <a:lnTo>
                    <a:pt x="431" y="356"/>
                  </a:lnTo>
                  <a:lnTo>
                    <a:pt x="407" y="358"/>
                  </a:lnTo>
                  <a:lnTo>
                    <a:pt x="387" y="361"/>
                  </a:lnTo>
                  <a:lnTo>
                    <a:pt x="371" y="365"/>
                  </a:lnTo>
                  <a:lnTo>
                    <a:pt x="359" y="367"/>
                  </a:lnTo>
                  <a:lnTo>
                    <a:pt x="353" y="369"/>
                  </a:lnTo>
                  <a:lnTo>
                    <a:pt x="351" y="370"/>
                  </a:lnTo>
                  <a:lnTo>
                    <a:pt x="0" y="158"/>
                  </a:lnTo>
                  <a:lnTo>
                    <a:pt x="53" y="147"/>
                  </a:lnTo>
                  <a:lnTo>
                    <a:pt x="57" y="147"/>
                  </a:lnTo>
                  <a:lnTo>
                    <a:pt x="67" y="147"/>
                  </a:lnTo>
                  <a:lnTo>
                    <a:pt x="83" y="146"/>
                  </a:lnTo>
                  <a:lnTo>
                    <a:pt x="106" y="146"/>
                  </a:lnTo>
                  <a:lnTo>
                    <a:pt x="132" y="145"/>
                  </a:lnTo>
                  <a:lnTo>
                    <a:pt x="162" y="143"/>
                  </a:lnTo>
                  <a:lnTo>
                    <a:pt x="195" y="142"/>
                  </a:lnTo>
                  <a:lnTo>
                    <a:pt x="231" y="140"/>
                  </a:lnTo>
                  <a:lnTo>
                    <a:pt x="268" y="137"/>
                  </a:lnTo>
                  <a:lnTo>
                    <a:pt x="306" y="134"/>
                  </a:lnTo>
                  <a:lnTo>
                    <a:pt x="343" y="131"/>
                  </a:lnTo>
                  <a:lnTo>
                    <a:pt x="381" y="128"/>
                  </a:lnTo>
                  <a:lnTo>
                    <a:pt x="417" y="124"/>
                  </a:lnTo>
                  <a:lnTo>
                    <a:pt x="450" y="120"/>
                  </a:lnTo>
                  <a:lnTo>
                    <a:pt x="481" y="115"/>
                  </a:lnTo>
                  <a:lnTo>
                    <a:pt x="508" y="110"/>
                  </a:lnTo>
                  <a:lnTo>
                    <a:pt x="530" y="104"/>
                  </a:lnTo>
                  <a:lnTo>
                    <a:pt x="580" y="90"/>
                  </a:lnTo>
                  <a:lnTo>
                    <a:pt x="633" y="77"/>
                  </a:lnTo>
                  <a:lnTo>
                    <a:pt x="687" y="66"/>
                  </a:lnTo>
                  <a:lnTo>
                    <a:pt x="739" y="55"/>
                  </a:lnTo>
                  <a:lnTo>
                    <a:pt x="789" y="46"/>
                  </a:lnTo>
                  <a:lnTo>
                    <a:pt x="837" y="36"/>
                  </a:lnTo>
                  <a:lnTo>
                    <a:pt x="878" y="27"/>
                  </a:lnTo>
                  <a:lnTo>
                    <a:pt x="905" y="20"/>
                  </a:lnTo>
                  <a:lnTo>
                    <a:pt x="934" y="14"/>
                  </a:lnTo>
                  <a:lnTo>
                    <a:pt x="963" y="8"/>
                  </a:lnTo>
                  <a:lnTo>
                    <a:pt x="993" y="3"/>
                  </a:lnTo>
                  <a:lnTo>
                    <a:pt x="1023" y="1"/>
                  </a:lnTo>
                  <a:lnTo>
                    <a:pt x="1051"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91" name="Freeform 173">
              <a:extLst>
                <a:ext uri="{FF2B5EF4-FFF2-40B4-BE49-F238E27FC236}">
                  <a16:creationId xmlns:a16="http://schemas.microsoft.com/office/drawing/2014/main" id="{BBAFF943-02C7-48BB-9329-DD0AAF5BC9EC}"/>
                </a:ext>
              </a:extLst>
            </p:cNvPr>
            <p:cNvSpPr>
              <a:spLocks/>
            </p:cNvSpPr>
            <p:nvPr/>
          </p:nvSpPr>
          <p:spPr bwMode="auto">
            <a:xfrm>
              <a:off x="3097216" y="4262443"/>
              <a:ext cx="207963" cy="80963"/>
            </a:xfrm>
            <a:custGeom>
              <a:avLst/>
              <a:gdLst>
                <a:gd name="T0" fmla="*/ 114 w 918"/>
                <a:gd name="T1" fmla="*/ 0 h 357"/>
                <a:gd name="T2" fmla="*/ 147 w 918"/>
                <a:gd name="T3" fmla="*/ 2 h 357"/>
                <a:gd name="T4" fmla="*/ 184 w 918"/>
                <a:gd name="T5" fmla="*/ 6 h 357"/>
                <a:gd name="T6" fmla="*/ 224 w 918"/>
                <a:gd name="T7" fmla="*/ 13 h 357"/>
                <a:gd name="T8" fmla="*/ 253 w 918"/>
                <a:gd name="T9" fmla="*/ 21 h 357"/>
                <a:gd name="T10" fmla="*/ 286 w 918"/>
                <a:gd name="T11" fmla="*/ 32 h 357"/>
                <a:gd name="T12" fmla="*/ 322 w 918"/>
                <a:gd name="T13" fmla="*/ 46 h 357"/>
                <a:gd name="T14" fmla="*/ 360 w 918"/>
                <a:gd name="T15" fmla="*/ 60 h 357"/>
                <a:gd name="T16" fmla="*/ 399 w 918"/>
                <a:gd name="T17" fmla="*/ 76 h 357"/>
                <a:gd name="T18" fmla="*/ 440 w 918"/>
                <a:gd name="T19" fmla="*/ 93 h 357"/>
                <a:gd name="T20" fmla="*/ 481 w 918"/>
                <a:gd name="T21" fmla="*/ 110 h 357"/>
                <a:gd name="T22" fmla="*/ 523 w 918"/>
                <a:gd name="T23" fmla="*/ 125 h 357"/>
                <a:gd name="T24" fmla="*/ 564 w 918"/>
                <a:gd name="T25" fmla="*/ 139 h 357"/>
                <a:gd name="T26" fmla="*/ 604 w 918"/>
                <a:gd name="T27" fmla="*/ 149 h 357"/>
                <a:gd name="T28" fmla="*/ 643 w 918"/>
                <a:gd name="T29" fmla="*/ 156 h 357"/>
                <a:gd name="T30" fmla="*/ 680 w 918"/>
                <a:gd name="T31" fmla="*/ 161 h 357"/>
                <a:gd name="T32" fmla="*/ 722 w 918"/>
                <a:gd name="T33" fmla="*/ 162 h 357"/>
                <a:gd name="T34" fmla="*/ 762 w 918"/>
                <a:gd name="T35" fmla="*/ 161 h 357"/>
                <a:gd name="T36" fmla="*/ 797 w 918"/>
                <a:gd name="T37" fmla="*/ 160 h 357"/>
                <a:gd name="T38" fmla="*/ 829 w 918"/>
                <a:gd name="T39" fmla="*/ 156 h 357"/>
                <a:gd name="T40" fmla="*/ 857 w 918"/>
                <a:gd name="T41" fmla="*/ 153 h 357"/>
                <a:gd name="T42" fmla="*/ 880 w 918"/>
                <a:gd name="T43" fmla="*/ 150 h 357"/>
                <a:gd name="T44" fmla="*/ 898 w 918"/>
                <a:gd name="T45" fmla="*/ 147 h 357"/>
                <a:gd name="T46" fmla="*/ 910 w 918"/>
                <a:gd name="T47" fmla="*/ 145 h 357"/>
                <a:gd name="T48" fmla="*/ 918 w 918"/>
                <a:gd name="T49" fmla="*/ 144 h 357"/>
                <a:gd name="T50" fmla="*/ 565 w 918"/>
                <a:gd name="T51" fmla="*/ 357 h 357"/>
                <a:gd name="T52" fmla="*/ 0 w 918"/>
                <a:gd name="T53" fmla="*/ 14 h 357"/>
                <a:gd name="T54" fmla="*/ 4 w 918"/>
                <a:gd name="T55" fmla="*/ 12 h 357"/>
                <a:gd name="T56" fmla="*/ 12 w 918"/>
                <a:gd name="T57" fmla="*/ 10 h 357"/>
                <a:gd name="T58" fmla="*/ 25 w 918"/>
                <a:gd name="T59" fmla="*/ 6 h 357"/>
                <a:gd name="T60" fmla="*/ 41 w 918"/>
                <a:gd name="T61" fmla="*/ 4 h 357"/>
                <a:gd name="T62" fmla="*/ 61 w 918"/>
                <a:gd name="T63" fmla="*/ 1 h 357"/>
                <a:gd name="T64" fmla="*/ 85 w 918"/>
                <a:gd name="T65" fmla="*/ 0 h 357"/>
                <a:gd name="T66" fmla="*/ 114 w 918"/>
                <a:gd name="T67" fmla="*/ 0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18" h="357">
                  <a:moveTo>
                    <a:pt x="114" y="0"/>
                  </a:moveTo>
                  <a:lnTo>
                    <a:pt x="147" y="2"/>
                  </a:lnTo>
                  <a:lnTo>
                    <a:pt x="184" y="6"/>
                  </a:lnTo>
                  <a:lnTo>
                    <a:pt x="224" y="13"/>
                  </a:lnTo>
                  <a:lnTo>
                    <a:pt x="253" y="21"/>
                  </a:lnTo>
                  <a:lnTo>
                    <a:pt x="286" y="32"/>
                  </a:lnTo>
                  <a:lnTo>
                    <a:pt x="322" y="46"/>
                  </a:lnTo>
                  <a:lnTo>
                    <a:pt x="360" y="60"/>
                  </a:lnTo>
                  <a:lnTo>
                    <a:pt x="399" y="76"/>
                  </a:lnTo>
                  <a:lnTo>
                    <a:pt x="440" y="93"/>
                  </a:lnTo>
                  <a:lnTo>
                    <a:pt x="481" y="110"/>
                  </a:lnTo>
                  <a:lnTo>
                    <a:pt x="523" y="125"/>
                  </a:lnTo>
                  <a:lnTo>
                    <a:pt x="564" y="139"/>
                  </a:lnTo>
                  <a:lnTo>
                    <a:pt x="604" y="149"/>
                  </a:lnTo>
                  <a:lnTo>
                    <a:pt x="643" y="156"/>
                  </a:lnTo>
                  <a:lnTo>
                    <a:pt x="680" y="161"/>
                  </a:lnTo>
                  <a:lnTo>
                    <a:pt x="722" y="162"/>
                  </a:lnTo>
                  <a:lnTo>
                    <a:pt x="762" y="161"/>
                  </a:lnTo>
                  <a:lnTo>
                    <a:pt x="797" y="160"/>
                  </a:lnTo>
                  <a:lnTo>
                    <a:pt x="829" y="156"/>
                  </a:lnTo>
                  <a:lnTo>
                    <a:pt x="857" y="153"/>
                  </a:lnTo>
                  <a:lnTo>
                    <a:pt x="880" y="150"/>
                  </a:lnTo>
                  <a:lnTo>
                    <a:pt x="898" y="147"/>
                  </a:lnTo>
                  <a:lnTo>
                    <a:pt x="910" y="145"/>
                  </a:lnTo>
                  <a:lnTo>
                    <a:pt x="918" y="144"/>
                  </a:lnTo>
                  <a:lnTo>
                    <a:pt x="565" y="357"/>
                  </a:lnTo>
                  <a:lnTo>
                    <a:pt x="0" y="14"/>
                  </a:lnTo>
                  <a:lnTo>
                    <a:pt x="4" y="12"/>
                  </a:lnTo>
                  <a:lnTo>
                    <a:pt x="12" y="10"/>
                  </a:lnTo>
                  <a:lnTo>
                    <a:pt x="25" y="6"/>
                  </a:lnTo>
                  <a:lnTo>
                    <a:pt x="41" y="4"/>
                  </a:lnTo>
                  <a:lnTo>
                    <a:pt x="61" y="1"/>
                  </a:lnTo>
                  <a:lnTo>
                    <a:pt x="85" y="0"/>
                  </a:lnTo>
                  <a:lnTo>
                    <a:pt x="114"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92" name="Freeform 174">
              <a:extLst>
                <a:ext uri="{FF2B5EF4-FFF2-40B4-BE49-F238E27FC236}">
                  <a16:creationId xmlns:a16="http://schemas.microsoft.com/office/drawing/2014/main" id="{D3AC6624-4CFF-4C6C-B740-586E3D0B3A20}"/>
                </a:ext>
              </a:extLst>
            </p:cNvPr>
            <p:cNvSpPr>
              <a:spLocks/>
            </p:cNvSpPr>
            <p:nvPr/>
          </p:nvSpPr>
          <p:spPr bwMode="auto">
            <a:xfrm>
              <a:off x="2982916" y="4164018"/>
              <a:ext cx="485775" cy="88900"/>
            </a:xfrm>
            <a:custGeom>
              <a:avLst/>
              <a:gdLst>
                <a:gd name="T0" fmla="*/ 1654 w 2136"/>
                <a:gd name="T1" fmla="*/ 3 h 394"/>
                <a:gd name="T2" fmla="*/ 1731 w 2136"/>
                <a:gd name="T3" fmla="*/ 11 h 394"/>
                <a:gd name="T4" fmla="*/ 1755 w 2136"/>
                <a:gd name="T5" fmla="*/ 14 h 394"/>
                <a:gd name="T6" fmla="*/ 1829 w 2136"/>
                <a:gd name="T7" fmla="*/ 23 h 394"/>
                <a:gd name="T8" fmla="*/ 1925 w 2136"/>
                <a:gd name="T9" fmla="*/ 38 h 394"/>
                <a:gd name="T10" fmla="*/ 2136 w 2136"/>
                <a:gd name="T11" fmla="*/ 142 h 394"/>
                <a:gd name="T12" fmla="*/ 2064 w 2136"/>
                <a:gd name="T13" fmla="*/ 172 h 394"/>
                <a:gd name="T14" fmla="*/ 1984 w 2136"/>
                <a:gd name="T15" fmla="*/ 156 h 394"/>
                <a:gd name="T16" fmla="*/ 1873 w 2136"/>
                <a:gd name="T17" fmla="*/ 134 h 394"/>
                <a:gd name="T18" fmla="*/ 1768 w 2136"/>
                <a:gd name="T19" fmla="*/ 117 h 394"/>
                <a:gd name="T20" fmla="*/ 1662 w 2136"/>
                <a:gd name="T21" fmla="*/ 106 h 394"/>
                <a:gd name="T22" fmla="*/ 1570 w 2136"/>
                <a:gd name="T23" fmla="*/ 117 h 394"/>
                <a:gd name="T24" fmla="*/ 1525 w 2136"/>
                <a:gd name="T25" fmla="*/ 165 h 394"/>
                <a:gd name="T26" fmla="*/ 1521 w 2136"/>
                <a:gd name="T27" fmla="*/ 206 h 394"/>
                <a:gd name="T28" fmla="*/ 1549 w 2136"/>
                <a:gd name="T29" fmla="*/ 252 h 394"/>
                <a:gd name="T30" fmla="*/ 1628 w 2136"/>
                <a:gd name="T31" fmla="*/ 282 h 394"/>
                <a:gd name="T32" fmla="*/ 1759 w 2136"/>
                <a:gd name="T33" fmla="*/ 292 h 394"/>
                <a:gd name="T34" fmla="*/ 1868 w 2136"/>
                <a:gd name="T35" fmla="*/ 291 h 394"/>
                <a:gd name="T36" fmla="*/ 1691 w 2136"/>
                <a:gd name="T37" fmla="*/ 394 h 394"/>
                <a:gd name="T38" fmla="*/ 1600 w 2136"/>
                <a:gd name="T39" fmla="*/ 385 h 394"/>
                <a:gd name="T40" fmla="*/ 1554 w 2136"/>
                <a:gd name="T41" fmla="*/ 373 h 394"/>
                <a:gd name="T42" fmla="*/ 1439 w 2136"/>
                <a:gd name="T43" fmla="*/ 322 h 394"/>
                <a:gd name="T44" fmla="*/ 1313 w 2136"/>
                <a:gd name="T45" fmla="*/ 221 h 394"/>
                <a:gd name="T46" fmla="*/ 1250 w 2136"/>
                <a:gd name="T47" fmla="*/ 162 h 394"/>
                <a:gd name="T48" fmla="*/ 1176 w 2136"/>
                <a:gd name="T49" fmla="*/ 129 h 394"/>
                <a:gd name="T50" fmla="*/ 1100 w 2136"/>
                <a:gd name="T51" fmla="*/ 135 h 394"/>
                <a:gd name="T52" fmla="*/ 1066 w 2136"/>
                <a:gd name="T53" fmla="*/ 173 h 394"/>
                <a:gd name="T54" fmla="*/ 1017 w 2136"/>
                <a:gd name="T55" fmla="*/ 190 h 394"/>
                <a:gd name="T56" fmla="*/ 957 w 2136"/>
                <a:gd name="T57" fmla="*/ 174 h 394"/>
                <a:gd name="T58" fmla="*/ 914 w 2136"/>
                <a:gd name="T59" fmla="*/ 181 h 394"/>
                <a:gd name="T60" fmla="*/ 893 w 2136"/>
                <a:gd name="T61" fmla="*/ 208 h 394"/>
                <a:gd name="T62" fmla="*/ 841 w 2136"/>
                <a:gd name="T63" fmla="*/ 230 h 394"/>
                <a:gd name="T64" fmla="*/ 795 w 2136"/>
                <a:gd name="T65" fmla="*/ 241 h 394"/>
                <a:gd name="T66" fmla="*/ 688 w 2136"/>
                <a:gd name="T67" fmla="*/ 254 h 394"/>
                <a:gd name="T68" fmla="*/ 549 w 2136"/>
                <a:gd name="T69" fmla="*/ 266 h 394"/>
                <a:gd name="T70" fmla="*/ 430 w 2136"/>
                <a:gd name="T71" fmla="*/ 269 h 394"/>
                <a:gd name="T72" fmla="*/ 249 w 2136"/>
                <a:gd name="T73" fmla="*/ 260 h 394"/>
                <a:gd name="T74" fmla="*/ 184 w 2136"/>
                <a:gd name="T75" fmla="*/ 254 h 394"/>
                <a:gd name="T76" fmla="*/ 102 w 2136"/>
                <a:gd name="T77" fmla="*/ 93 h 394"/>
                <a:gd name="T78" fmla="*/ 193 w 2136"/>
                <a:gd name="T79" fmla="*/ 109 h 394"/>
                <a:gd name="T80" fmla="*/ 354 w 2136"/>
                <a:gd name="T81" fmla="*/ 127 h 394"/>
                <a:gd name="T82" fmla="*/ 520 w 2136"/>
                <a:gd name="T83" fmla="*/ 136 h 394"/>
                <a:gd name="T84" fmla="*/ 560 w 2136"/>
                <a:gd name="T85" fmla="*/ 139 h 394"/>
                <a:gd name="T86" fmla="*/ 676 w 2136"/>
                <a:gd name="T87" fmla="*/ 136 h 394"/>
                <a:gd name="T88" fmla="*/ 750 w 2136"/>
                <a:gd name="T89" fmla="*/ 118 h 394"/>
                <a:gd name="T90" fmla="*/ 806 w 2136"/>
                <a:gd name="T91" fmla="*/ 74 h 394"/>
                <a:gd name="T92" fmla="*/ 848 w 2136"/>
                <a:gd name="T93" fmla="*/ 53 h 394"/>
                <a:gd name="T94" fmla="*/ 906 w 2136"/>
                <a:gd name="T95" fmla="*/ 66 h 394"/>
                <a:gd name="T96" fmla="*/ 972 w 2136"/>
                <a:gd name="T97" fmla="*/ 69 h 394"/>
                <a:gd name="T98" fmla="*/ 1017 w 2136"/>
                <a:gd name="T99" fmla="*/ 34 h 394"/>
                <a:gd name="T100" fmla="*/ 1101 w 2136"/>
                <a:gd name="T101" fmla="*/ 12 h 394"/>
                <a:gd name="T102" fmla="*/ 1238 w 2136"/>
                <a:gd name="T103" fmla="*/ 34 h 394"/>
                <a:gd name="T104" fmla="*/ 1335 w 2136"/>
                <a:gd name="T105" fmla="*/ 83 h 394"/>
                <a:gd name="T106" fmla="*/ 1401 w 2136"/>
                <a:gd name="T107" fmla="*/ 129 h 394"/>
                <a:gd name="T108" fmla="*/ 1445 w 2136"/>
                <a:gd name="T109" fmla="*/ 136 h 394"/>
                <a:gd name="T110" fmla="*/ 1469 w 2136"/>
                <a:gd name="T111" fmla="*/ 94 h 394"/>
                <a:gd name="T112" fmla="*/ 1469 w 2136"/>
                <a:gd name="T113" fmla="*/ 44 h 394"/>
                <a:gd name="T114" fmla="*/ 1497 w 2136"/>
                <a:gd name="T115" fmla="*/ 8 h 394"/>
                <a:gd name="T116" fmla="*/ 1578 w 2136"/>
                <a:gd name="T117"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36" h="394">
                  <a:moveTo>
                    <a:pt x="1578" y="0"/>
                  </a:moveTo>
                  <a:lnTo>
                    <a:pt x="1604" y="0"/>
                  </a:lnTo>
                  <a:lnTo>
                    <a:pt x="1630" y="1"/>
                  </a:lnTo>
                  <a:lnTo>
                    <a:pt x="1654" y="3"/>
                  </a:lnTo>
                  <a:lnTo>
                    <a:pt x="1679" y="5"/>
                  </a:lnTo>
                  <a:lnTo>
                    <a:pt x="1700" y="7"/>
                  </a:lnTo>
                  <a:lnTo>
                    <a:pt x="1718" y="10"/>
                  </a:lnTo>
                  <a:lnTo>
                    <a:pt x="1731" y="11"/>
                  </a:lnTo>
                  <a:lnTo>
                    <a:pt x="1740" y="12"/>
                  </a:lnTo>
                  <a:lnTo>
                    <a:pt x="1743" y="13"/>
                  </a:lnTo>
                  <a:lnTo>
                    <a:pt x="1746" y="13"/>
                  </a:lnTo>
                  <a:lnTo>
                    <a:pt x="1755" y="14"/>
                  </a:lnTo>
                  <a:lnTo>
                    <a:pt x="1768" y="16"/>
                  </a:lnTo>
                  <a:lnTo>
                    <a:pt x="1786" y="18"/>
                  </a:lnTo>
                  <a:lnTo>
                    <a:pt x="1806" y="21"/>
                  </a:lnTo>
                  <a:lnTo>
                    <a:pt x="1829" y="23"/>
                  </a:lnTo>
                  <a:lnTo>
                    <a:pt x="1853" y="27"/>
                  </a:lnTo>
                  <a:lnTo>
                    <a:pt x="1877" y="31"/>
                  </a:lnTo>
                  <a:lnTo>
                    <a:pt x="1901" y="34"/>
                  </a:lnTo>
                  <a:lnTo>
                    <a:pt x="1925" y="38"/>
                  </a:lnTo>
                  <a:lnTo>
                    <a:pt x="1946" y="41"/>
                  </a:lnTo>
                  <a:lnTo>
                    <a:pt x="1965" y="44"/>
                  </a:lnTo>
                  <a:lnTo>
                    <a:pt x="1979" y="47"/>
                  </a:lnTo>
                  <a:lnTo>
                    <a:pt x="2136" y="142"/>
                  </a:lnTo>
                  <a:lnTo>
                    <a:pt x="2080" y="176"/>
                  </a:lnTo>
                  <a:lnTo>
                    <a:pt x="2080" y="176"/>
                  </a:lnTo>
                  <a:lnTo>
                    <a:pt x="2075" y="175"/>
                  </a:lnTo>
                  <a:lnTo>
                    <a:pt x="2064" y="172"/>
                  </a:lnTo>
                  <a:lnTo>
                    <a:pt x="2049" y="169"/>
                  </a:lnTo>
                  <a:lnTo>
                    <a:pt x="2030" y="166"/>
                  </a:lnTo>
                  <a:lnTo>
                    <a:pt x="2008" y="161"/>
                  </a:lnTo>
                  <a:lnTo>
                    <a:pt x="1984" y="156"/>
                  </a:lnTo>
                  <a:lnTo>
                    <a:pt x="1957" y="150"/>
                  </a:lnTo>
                  <a:lnTo>
                    <a:pt x="1929" y="145"/>
                  </a:lnTo>
                  <a:lnTo>
                    <a:pt x="1901" y="139"/>
                  </a:lnTo>
                  <a:lnTo>
                    <a:pt x="1873" y="134"/>
                  </a:lnTo>
                  <a:lnTo>
                    <a:pt x="1845" y="129"/>
                  </a:lnTo>
                  <a:lnTo>
                    <a:pt x="1819" y="125"/>
                  </a:lnTo>
                  <a:lnTo>
                    <a:pt x="1796" y="122"/>
                  </a:lnTo>
                  <a:lnTo>
                    <a:pt x="1768" y="117"/>
                  </a:lnTo>
                  <a:lnTo>
                    <a:pt x="1739" y="114"/>
                  </a:lnTo>
                  <a:lnTo>
                    <a:pt x="1709" y="110"/>
                  </a:lnTo>
                  <a:lnTo>
                    <a:pt x="1683" y="108"/>
                  </a:lnTo>
                  <a:lnTo>
                    <a:pt x="1662" y="106"/>
                  </a:lnTo>
                  <a:lnTo>
                    <a:pt x="1639" y="106"/>
                  </a:lnTo>
                  <a:lnTo>
                    <a:pt x="1615" y="107"/>
                  </a:lnTo>
                  <a:lnTo>
                    <a:pt x="1592" y="110"/>
                  </a:lnTo>
                  <a:lnTo>
                    <a:pt x="1570" y="117"/>
                  </a:lnTo>
                  <a:lnTo>
                    <a:pt x="1556" y="125"/>
                  </a:lnTo>
                  <a:lnTo>
                    <a:pt x="1543" y="136"/>
                  </a:lnTo>
                  <a:lnTo>
                    <a:pt x="1533" y="150"/>
                  </a:lnTo>
                  <a:lnTo>
                    <a:pt x="1525" y="165"/>
                  </a:lnTo>
                  <a:lnTo>
                    <a:pt x="1521" y="179"/>
                  </a:lnTo>
                  <a:lnTo>
                    <a:pt x="1519" y="188"/>
                  </a:lnTo>
                  <a:lnTo>
                    <a:pt x="1519" y="197"/>
                  </a:lnTo>
                  <a:lnTo>
                    <a:pt x="1521" y="206"/>
                  </a:lnTo>
                  <a:lnTo>
                    <a:pt x="1524" y="218"/>
                  </a:lnTo>
                  <a:lnTo>
                    <a:pt x="1530" y="229"/>
                  </a:lnTo>
                  <a:lnTo>
                    <a:pt x="1537" y="241"/>
                  </a:lnTo>
                  <a:lnTo>
                    <a:pt x="1549" y="252"/>
                  </a:lnTo>
                  <a:lnTo>
                    <a:pt x="1564" y="262"/>
                  </a:lnTo>
                  <a:lnTo>
                    <a:pt x="1588" y="272"/>
                  </a:lnTo>
                  <a:lnTo>
                    <a:pt x="1609" y="278"/>
                  </a:lnTo>
                  <a:lnTo>
                    <a:pt x="1628" y="282"/>
                  </a:lnTo>
                  <a:lnTo>
                    <a:pt x="1647" y="285"/>
                  </a:lnTo>
                  <a:lnTo>
                    <a:pt x="1686" y="288"/>
                  </a:lnTo>
                  <a:lnTo>
                    <a:pt x="1723" y="291"/>
                  </a:lnTo>
                  <a:lnTo>
                    <a:pt x="1759" y="292"/>
                  </a:lnTo>
                  <a:lnTo>
                    <a:pt x="1792" y="292"/>
                  </a:lnTo>
                  <a:lnTo>
                    <a:pt x="1821" y="292"/>
                  </a:lnTo>
                  <a:lnTo>
                    <a:pt x="1848" y="292"/>
                  </a:lnTo>
                  <a:lnTo>
                    <a:pt x="1868" y="291"/>
                  </a:lnTo>
                  <a:lnTo>
                    <a:pt x="1884" y="291"/>
                  </a:lnTo>
                  <a:lnTo>
                    <a:pt x="1893" y="289"/>
                  </a:lnTo>
                  <a:lnTo>
                    <a:pt x="1721" y="394"/>
                  </a:lnTo>
                  <a:lnTo>
                    <a:pt x="1691" y="394"/>
                  </a:lnTo>
                  <a:lnTo>
                    <a:pt x="1665" y="392"/>
                  </a:lnTo>
                  <a:lnTo>
                    <a:pt x="1639" y="390"/>
                  </a:lnTo>
                  <a:lnTo>
                    <a:pt x="1618" y="387"/>
                  </a:lnTo>
                  <a:lnTo>
                    <a:pt x="1600" y="385"/>
                  </a:lnTo>
                  <a:lnTo>
                    <a:pt x="1588" y="382"/>
                  </a:lnTo>
                  <a:lnTo>
                    <a:pt x="1579" y="380"/>
                  </a:lnTo>
                  <a:lnTo>
                    <a:pt x="1576" y="379"/>
                  </a:lnTo>
                  <a:lnTo>
                    <a:pt x="1554" y="373"/>
                  </a:lnTo>
                  <a:lnTo>
                    <a:pt x="1526" y="363"/>
                  </a:lnTo>
                  <a:lnTo>
                    <a:pt x="1498" y="352"/>
                  </a:lnTo>
                  <a:lnTo>
                    <a:pt x="1468" y="338"/>
                  </a:lnTo>
                  <a:lnTo>
                    <a:pt x="1439" y="322"/>
                  </a:lnTo>
                  <a:lnTo>
                    <a:pt x="1406" y="301"/>
                  </a:lnTo>
                  <a:lnTo>
                    <a:pt x="1373" y="276"/>
                  </a:lnTo>
                  <a:lnTo>
                    <a:pt x="1342" y="248"/>
                  </a:lnTo>
                  <a:lnTo>
                    <a:pt x="1313" y="221"/>
                  </a:lnTo>
                  <a:lnTo>
                    <a:pt x="1286" y="194"/>
                  </a:lnTo>
                  <a:lnTo>
                    <a:pt x="1260" y="170"/>
                  </a:lnTo>
                  <a:lnTo>
                    <a:pt x="1255" y="166"/>
                  </a:lnTo>
                  <a:lnTo>
                    <a:pt x="1250" y="162"/>
                  </a:lnTo>
                  <a:lnTo>
                    <a:pt x="1245" y="157"/>
                  </a:lnTo>
                  <a:lnTo>
                    <a:pt x="1221" y="144"/>
                  </a:lnTo>
                  <a:lnTo>
                    <a:pt x="1198" y="135"/>
                  </a:lnTo>
                  <a:lnTo>
                    <a:pt x="1176" y="129"/>
                  </a:lnTo>
                  <a:lnTo>
                    <a:pt x="1150" y="127"/>
                  </a:lnTo>
                  <a:lnTo>
                    <a:pt x="1122" y="127"/>
                  </a:lnTo>
                  <a:lnTo>
                    <a:pt x="1110" y="129"/>
                  </a:lnTo>
                  <a:lnTo>
                    <a:pt x="1100" y="135"/>
                  </a:lnTo>
                  <a:lnTo>
                    <a:pt x="1091" y="144"/>
                  </a:lnTo>
                  <a:lnTo>
                    <a:pt x="1083" y="153"/>
                  </a:lnTo>
                  <a:lnTo>
                    <a:pt x="1074" y="164"/>
                  </a:lnTo>
                  <a:lnTo>
                    <a:pt x="1066" y="173"/>
                  </a:lnTo>
                  <a:lnTo>
                    <a:pt x="1056" y="182"/>
                  </a:lnTo>
                  <a:lnTo>
                    <a:pt x="1045" y="188"/>
                  </a:lnTo>
                  <a:lnTo>
                    <a:pt x="1032" y="191"/>
                  </a:lnTo>
                  <a:lnTo>
                    <a:pt x="1017" y="190"/>
                  </a:lnTo>
                  <a:lnTo>
                    <a:pt x="1003" y="187"/>
                  </a:lnTo>
                  <a:lnTo>
                    <a:pt x="987" y="183"/>
                  </a:lnTo>
                  <a:lnTo>
                    <a:pt x="971" y="177"/>
                  </a:lnTo>
                  <a:lnTo>
                    <a:pt x="957" y="174"/>
                  </a:lnTo>
                  <a:lnTo>
                    <a:pt x="944" y="171"/>
                  </a:lnTo>
                  <a:lnTo>
                    <a:pt x="934" y="172"/>
                  </a:lnTo>
                  <a:lnTo>
                    <a:pt x="922" y="176"/>
                  </a:lnTo>
                  <a:lnTo>
                    <a:pt x="914" y="181"/>
                  </a:lnTo>
                  <a:lnTo>
                    <a:pt x="908" y="187"/>
                  </a:lnTo>
                  <a:lnTo>
                    <a:pt x="904" y="194"/>
                  </a:lnTo>
                  <a:lnTo>
                    <a:pt x="899" y="201"/>
                  </a:lnTo>
                  <a:lnTo>
                    <a:pt x="893" y="208"/>
                  </a:lnTo>
                  <a:lnTo>
                    <a:pt x="884" y="214"/>
                  </a:lnTo>
                  <a:lnTo>
                    <a:pt x="869" y="222"/>
                  </a:lnTo>
                  <a:lnTo>
                    <a:pt x="855" y="227"/>
                  </a:lnTo>
                  <a:lnTo>
                    <a:pt x="841" y="230"/>
                  </a:lnTo>
                  <a:lnTo>
                    <a:pt x="832" y="233"/>
                  </a:lnTo>
                  <a:lnTo>
                    <a:pt x="821" y="237"/>
                  </a:lnTo>
                  <a:lnTo>
                    <a:pt x="811" y="239"/>
                  </a:lnTo>
                  <a:lnTo>
                    <a:pt x="795" y="241"/>
                  </a:lnTo>
                  <a:lnTo>
                    <a:pt x="774" y="243"/>
                  </a:lnTo>
                  <a:lnTo>
                    <a:pt x="749" y="246"/>
                  </a:lnTo>
                  <a:lnTo>
                    <a:pt x="719" y="250"/>
                  </a:lnTo>
                  <a:lnTo>
                    <a:pt x="688" y="254"/>
                  </a:lnTo>
                  <a:lnTo>
                    <a:pt x="655" y="257"/>
                  </a:lnTo>
                  <a:lnTo>
                    <a:pt x="620" y="260"/>
                  </a:lnTo>
                  <a:lnTo>
                    <a:pt x="584" y="263"/>
                  </a:lnTo>
                  <a:lnTo>
                    <a:pt x="549" y="266"/>
                  </a:lnTo>
                  <a:lnTo>
                    <a:pt x="516" y="267"/>
                  </a:lnTo>
                  <a:lnTo>
                    <a:pt x="484" y="269"/>
                  </a:lnTo>
                  <a:lnTo>
                    <a:pt x="455" y="269"/>
                  </a:lnTo>
                  <a:lnTo>
                    <a:pt x="430" y="269"/>
                  </a:lnTo>
                  <a:lnTo>
                    <a:pt x="373" y="267"/>
                  </a:lnTo>
                  <a:lnTo>
                    <a:pt x="324" y="264"/>
                  </a:lnTo>
                  <a:lnTo>
                    <a:pt x="283" y="262"/>
                  </a:lnTo>
                  <a:lnTo>
                    <a:pt x="249" y="260"/>
                  </a:lnTo>
                  <a:lnTo>
                    <a:pt x="222" y="258"/>
                  </a:lnTo>
                  <a:lnTo>
                    <a:pt x="203" y="256"/>
                  </a:lnTo>
                  <a:lnTo>
                    <a:pt x="190" y="255"/>
                  </a:lnTo>
                  <a:lnTo>
                    <a:pt x="184" y="254"/>
                  </a:lnTo>
                  <a:lnTo>
                    <a:pt x="0" y="142"/>
                  </a:lnTo>
                  <a:lnTo>
                    <a:pt x="86" y="90"/>
                  </a:lnTo>
                  <a:lnTo>
                    <a:pt x="91" y="91"/>
                  </a:lnTo>
                  <a:lnTo>
                    <a:pt x="102" y="93"/>
                  </a:lnTo>
                  <a:lnTo>
                    <a:pt x="118" y="96"/>
                  </a:lnTo>
                  <a:lnTo>
                    <a:pt x="139" y="99"/>
                  </a:lnTo>
                  <a:lnTo>
                    <a:pt x="165" y="104"/>
                  </a:lnTo>
                  <a:lnTo>
                    <a:pt x="193" y="109"/>
                  </a:lnTo>
                  <a:lnTo>
                    <a:pt x="225" y="113"/>
                  </a:lnTo>
                  <a:lnTo>
                    <a:pt x="259" y="117"/>
                  </a:lnTo>
                  <a:lnTo>
                    <a:pt x="295" y="122"/>
                  </a:lnTo>
                  <a:lnTo>
                    <a:pt x="354" y="127"/>
                  </a:lnTo>
                  <a:lnTo>
                    <a:pt x="413" y="131"/>
                  </a:lnTo>
                  <a:lnTo>
                    <a:pt x="469" y="134"/>
                  </a:lnTo>
                  <a:lnTo>
                    <a:pt x="521" y="137"/>
                  </a:lnTo>
                  <a:lnTo>
                    <a:pt x="520" y="136"/>
                  </a:lnTo>
                  <a:lnTo>
                    <a:pt x="522" y="137"/>
                  </a:lnTo>
                  <a:lnTo>
                    <a:pt x="525" y="137"/>
                  </a:lnTo>
                  <a:lnTo>
                    <a:pt x="528" y="137"/>
                  </a:lnTo>
                  <a:lnTo>
                    <a:pt x="560" y="139"/>
                  </a:lnTo>
                  <a:lnTo>
                    <a:pt x="585" y="141"/>
                  </a:lnTo>
                  <a:lnTo>
                    <a:pt x="615" y="141"/>
                  </a:lnTo>
                  <a:lnTo>
                    <a:pt x="645" y="139"/>
                  </a:lnTo>
                  <a:lnTo>
                    <a:pt x="676" y="136"/>
                  </a:lnTo>
                  <a:lnTo>
                    <a:pt x="706" y="132"/>
                  </a:lnTo>
                  <a:lnTo>
                    <a:pt x="717" y="129"/>
                  </a:lnTo>
                  <a:lnTo>
                    <a:pt x="733" y="125"/>
                  </a:lnTo>
                  <a:lnTo>
                    <a:pt x="750" y="118"/>
                  </a:lnTo>
                  <a:lnTo>
                    <a:pt x="768" y="110"/>
                  </a:lnTo>
                  <a:lnTo>
                    <a:pt x="784" y="98"/>
                  </a:lnTo>
                  <a:lnTo>
                    <a:pt x="799" y="83"/>
                  </a:lnTo>
                  <a:lnTo>
                    <a:pt x="806" y="74"/>
                  </a:lnTo>
                  <a:lnTo>
                    <a:pt x="814" y="66"/>
                  </a:lnTo>
                  <a:lnTo>
                    <a:pt x="824" y="59"/>
                  </a:lnTo>
                  <a:lnTo>
                    <a:pt x="835" y="55"/>
                  </a:lnTo>
                  <a:lnTo>
                    <a:pt x="848" y="53"/>
                  </a:lnTo>
                  <a:lnTo>
                    <a:pt x="865" y="54"/>
                  </a:lnTo>
                  <a:lnTo>
                    <a:pt x="884" y="58"/>
                  </a:lnTo>
                  <a:lnTo>
                    <a:pt x="894" y="61"/>
                  </a:lnTo>
                  <a:lnTo>
                    <a:pt x="906" y="66"/>
                  </a:lnTo>
                  <a:lnTo>
                    <a:pt x="920" y="70"/>
                  </a:lnTo>
                  <a:lnTo>
                    <a:pt x="936" y="73"/>
                  </a:lnTo>
                  <a:lnTo>
                    <a:pt x="953" y="73"/>
                  </a:lnTo>
                  <a:lnTo>
                    <a:pt x="972" y="69"/>
                  </a:lnTo>
                  <a:lnTo>
                    <a:pt x="983" y="62"/>
                  </a:lnTo>
                  <a:lnTo>
                    <a:pt x="995" y="54"/>
                  </a:lnTo>
                  <a:lnTo>
                    <a:pt x="1006" y="44"/>
                  </a:lnTo>
                  <a:lnTo>
                    <a:pt x="1017" y="34"/>
                  </a:lnTo>
                  <a:lnTo>
                    <a:pt x="1030" y="25"/>
                  </a:lnTo>
                  <a:lnTo>
                    <a:pt x="1044" y="18"/>
                  </a:lnTo>
                  <a:lnTo>
                    <a:pt x="1060" y="15"/>
                  </a:lnTo>
                  <a:lnTo>
                    <a:pt x="1101" y="12"/>
                  </a:lnTo>
                  <a:lnTo>
                    <a:pt x="1140" y="13"/>
                  </a:lnTo>
                  <a:lnTo>
                    <a:pt x="1176" y="17"/>
                  </a:lnTo>
                  <a:lnTo>
                    <a:pt x="1208" y="24"/>
                  </a:lnTo>
                  <a:lnTo>
                    <a:pt x="1238" y="34"/>
                  </a:lnTo>
                  <a:lnTo>
                    <a:pt x="1266" y="44"/>
                  </a:lnTo>
                  <a:lnTo>
                    <a:pt x="1291" y="57"/>
                  </a:lnTo>
                  <a:lnTo>
                    <a:pt x="1314" y="70"/>
                  </a:lnTo>
                  <a:lnTo>
                    <a:pt x="1335" y="83"/>
                  </a:lnTo>
                  <a:lnTo>
                    <a:pt x="1354" y="96"/>
                  </a:lnTo>
                  <a:lnTo>
                    <a:pt x="1371" y="109"/>
                  </a:lnTo>
                  <a:lnTo>
                    <a:pt x="1386" y="119"/>
                  </a:lnTo>
                  <a:lnTo>
                    <a:pt x="1401" y="129"/>
                  </a:lnTo>
                  <a:lnTo>
                    <a:pt x="1413" y="135"/>
                  </a:lnTo>
                  <a:lnTo>
                    <a:pt x="1425" y="139"/>
                  </a:lnTo>
                  <a:lnTo>
                    <a:pt x="1436" y="139"/>
                  </a:lnTo>
                  <a:lnTo>
                    <a:pt x="1445" y="136"/>
                  </a:lnTo>
                  <a:lnTo>
                    <a:pt x="1457" y="128"/>
                  </a:lnTo>
                  <a:lnTo>
                    <a:pt x="1464" y="118"/>
                  </a:lnTo>
                  <a:lnTo>
                    <a:pt x="1468" y="107"/>
                  </a:lnTo>
                  <a:lnTo>
                    <a:pt x="1469" y="94"/>
                  </a:lnTo>
                  <a:lnTo>
                    <a:pt x="1470" y="81"/>
                  </a:lnTo>
                  <a:lnTo>
                    <a:pt x="1469" y="69"/>
                  </a:lnTo>
                  <a:lnTo>
                    <a:pt x="1469" y="56"/>
                  </a:lnTo>
                  <a:lnTo>
                    <a:pt x="1469" y="44"/>
                  </a:lnTo>
                  <a:lnTo>
                    <a:pt x="1472" y="33"/>
                  </a:lnTo>
                  <a:lnTo>
                    <a:pt x="1477" y="23"/>
                  </a:lnTo>
                  <a:lnTo>
                    <a:pt x="1485" y="15"/>
                  </a:lnTo>
                  <a:lnTo>
                    <a:pt x="1497" y="8"/>
                  </a:lnTo>
                  <a:lnTo>
                    <a:pt x="1513" y="4"/>
                  </a:lnTo>
                  <a:lnTo>
                    <a:pt x="1533" y="1"/>
                  </a:lnTo>
                  <a:lnTo>
                    <a:pt x="1555" y="0"/>
                  </a:lnTo>
                  <a:lnTo>
                    <a:pt x="1578"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93" name="Freeform 175">
              <a:extLst>
                <a:ext uri="{FF2B5EF4-FFF2-40B4-BE49-F238E27FC236}">
                  <a16:creationId xmlns:a16="http://schemas.microsoft.com/office/drawing/2014/main" id="{40AB0449-218E-4AE2-9EC2-6D78795750AB}"/>
                </a:ext>
              </a:extLst>
            </p:cNvPr>
            <p:cNvSpPr>
              <a:spLocks/>
            </p:cNvSpPr>
            <p:nvPr/>
          </p:nvSpPr>
          <p:spPr bwMode="auto">
            <a:xfrm>
              <a:off x="3138491" y="4056068"/>
              <a:ext cx="147638" cy="77788"/>
            </a:xfrm>
            <a:custGeom>
              <a:avLst/>
              <a:gdLst>
                <a:gd name="T0" fmla="*/ 2 w 657"/>
                <a:gd name="T1" fmla="*/ 3 h 344"/>
                <a:gd name="T2" fmla="*/ 18 w 657"/>
                <a:gd name="T3" fmla="*/ 12 h 344"/>
                <a:gd name="T4" fmla="*/ 45 w 657"/>
                <a:gd name="T5" fmla="*/ 29 h 344"/>
                <a:gd name="T6" fmla="*/ 80 w 657"/>
                <a:gd name="T7" fmla="*/ 50 h 344"/>
                <a:gd name="T8" fmla="*/ 115 w 657"/>
                <a:gd name="T9" fmla="*/ 70 h 344"/>
                <a:gd name="T10" fmla="*/ 150 w 657"/>
                <a:gd name="T11" fmla="*/ 88 h 344"/>
                <a:gd name="T12" fmla="*/ 179 w 657"/>
                <a:gd name="T13" fmla="*/ 99 h 344"/>
                <a:gd name="T14" fmla="*/ 239 w 657"/>
                <a:gd name="T15" fmla="*/ 118 h 344"/>
                <a:gd name="T16" fmla="*/ 299 w 657"/>
                <a:gd name="T17" fmla="*/ 143 h 344"/>
                <a:gd name="T18" fmla="*/ 346 w 657"/>
                <a:gd name="T19" fmla="*/ 170 h 344"/>
                <a:gd name="T20" fmla="*/ 383 w 657"/>
                <a:gd name="T21" fmla="*/ 191 h 344"/>
                <a:gd name="T22" fmla="*/ 429 w 657"/>
                <a:gd name="T23" fmla="*/ 217 h 344"/>
                <a:gd name="T24" fmla="*/ 480 w 657"/>
                <a:gd name="T25" fmla="*/ 247 h 344"/>
                <a:gd name="T26" fmla="*/ 533 w 657"/>
                <a:gd name="T27" fmla="*/ 275 h 344"/>
                <a:gd name="T28" fmla="*/ 580 w 657"/>
                <a:gd name="T29" fmla="*/ 302 h 344"/>
                <a:gd name="T30" fmla="*/ 620 w 657"/>
                <a:gd name="T31" fmla="*/ 324 h 344"/>
                <a:gd name="T32" fmla="*/ 647 w 657"/>
                <a:gd name="T33" fmla="*/ 339 h 344"/>
                <a:gd name="T34" fmla="*/ 657 w 657"/>
                <a:gd name="T35" fmla="*/ 344 h 344"/>
                <a:gd name="T36" fmla="*/ 644 w 657"/>
                <a:gd name="T37" fmla="*/ 342 h 344"/>
                <a:gd name="T38" fmla="*/ 609 w 657"/>
                <a:gd name="T39" fmla="*/ 336 h 344"/>
                <a:gd name="T40" fmla="*/ 559 w 657"/>
                <a:gd name="T41" fmla="*/ 329 h 344"/>
                <a:gd name="T42" fmla="*/ 501 w 657"/>
                <a:gd name="T43" fmla="*/ 321 h 344"/>
                <a:gd name="T44" fmla="*/ 444 w 657"/>
                <a:gd name="T45" fmla="*/ 313 h 344"/>
                <a:gd name="T46" fmla="*/ 393 w 657"/>
                <a:gd name="T47" fmla="*/ 306 h 344"/>
                <a:gd name="T48" fmla="*/ 356 w 657"/>
                <a:gd name="T49" fmla="*/ 301 h 344"/>
                <a:gd name="T50" fmla="*/ 327 w 657"/>
                <a:gd name="T51" fmla="*/ 296 h 344"/>
                <a:gd name="T52" fmla="*/ 292 w 657"/>
                <a:gd name="T53" fmla="*/ 292 h 344"/>
                <a:gd name="T54" fmla="*/ 270 w 657"/>
                <a:gd name="T55" fmla="*/ 289 h 344"/>
                <a:gd name="T56" fmla="*/ 264 w 657"/>
                <a:gd name="T57" fmla="*/ 287 h 344"/>
                <a:gd name="T58" fmla="*/ 250 w 657"/>
                <a:gd name="T59" fmla="*/ 275 h 344"/>
                <a:gd name="T60" fmla="*/ 224 w 657"/>
                <a:gd name="T61" fmla="*/ 254 h 344"/>
                <a:gd name="T62" fmla="*/ 193 w 657"/>
                <a:gd name="T63" fmla="*/ 228 h 344"/>
                <a:gd name="T64" fmla="*/ 160 w 657"/>
                <a:gd name="T65" fmla="*/ 201 h 344"/>
                <a:gd name="T66" fmla="*/ 132 w 657"/>
                <a:gd name="T67" fmla="*/ 177 h 344"/>
                <a:gd name="T68" fmla="*/ 72 w 657"/>
                <a:gd name="T69" fmla="*/ 163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57" h="344">
                  <a:moveTo>
                    <a:pt x="0" y="0"/>
                  </a:moveTo>
                  <a:lnTo>
                    <a:pt x="2" y="3"/>
                  </a:lnTo>
                  <a:lnTo>
                    <a:pt x="9" y="6"/>
                  </a:lnTo>
                  <a:lnTo>
                    <a:pt x="18" y="12"/>
                  </a:lnTo>
                  <a:lnTo>
                    <a:pt x="31" y="21"/>
                  </a:lnTo>
                  <a:lnTo>
                    <a:pt x="45" y="29"/>
                  </a:lnTo>
                  <a:lnTo>
                    <a:pt x="62" y="40"/>
                  </a:lnTo>
                  <a:lnTo>
                    <a:pt x="80" y="50"/>
                  </a:lnTo>
                  <a:lnTo>
                    <a:pt x="98" y="60"/>
                  </a:lnTo>
                  <a:lnTo>
                    <a:pt x="115" y="70"/>
                  </a:lnTo>
                  <a:lnTo>
                    <a:pt x="133" y="80"/>
                  </a:lnTo>
                  <a:lnTo>
                    <a:pt x="150" y="88"/>
                  </a:lnTo>
                  <a:lnTo>
                    <a:pt x="166" y="95"/>
                  </a:lnTo>
                  <a:lnTo>
                    <a:pt x="179" y="99"/>
                  </a:lnTo>
                  <a:lnTo>
                    <a:pt x="209" y="108"/>
                  </a:lnTo>
                  <a:lnTo>
                    <a:pt x="239" y="118"/>
                  </a:lnTo>
                  <a:lnTo>
                    <a:pt x="269" y="128"/>
                  </a:lnTo>
                  <a:lnTo>
                    <a:pt x="299" y="143"/>
                  </a:lnTo>
                  <a:lnTo>
                    <a:pt x="332" y="161"/>
                  </a:lnTo>
                  <a:lnTo>
                    <a:pt x="346" y="170"/>
                  </a:lnTo>
                  <a:lnTo>
                    <a:pt x="363" y="179"/>
                  </a:lnTo>
                  <a:lnTo>
                    <a:pt x="383" y="191"/>
                  </a:lnTo>
                  <a:lnTo>
                    <a:pt x="405" y="203"/>
                  </a:lnTo>
                  <a:lnTo>
                    <a:pt x="429" y="217"/>
                  </a:lnTo>
                  <a:lnTo>
                    <a:pt x="455" y="232"/>
                  </a:lnTo>
                  <a:lnTo>
                    <a:pt x="480" y="247"/>
                  </a:lnTo>
                  <a:lnTo>
                    <a:pt x="506" y="260"/>
                  </a:lnTo>
                  <a:lnTo>
                    <a:pt x="533" y="275"/>
                  </a:lnTo>
                  <a:lnTo>
                    <a:pt x="557" y="289"/>
                  </a:lnTo>
                  <a:lnTo>
                    <a:pt x="580" y="302"/>
                  </a:lnTo>
                  <a:lnTo>
                    <a:pt x="601" y="313"/>
                  </a:lnTo>
                  <a:lnTo>
                    <a:pt x="620" y="324"/>
                  </a:lnTo>
                  <a:lnTo>
                    <a:pt x="635" y="332"/>
                  </a:lnTo>
                  <a:lnTo>
                    <a:pt x="647" y="339"/>
                  </a:lnTo>
                  <a:lnTo>
                    <a:pt x="654" y="343"/>
                  </a:lnTo>
                  <a:lnTo>
                    <a:pt x="657" y="344"/>
                  </a:lnTo>
                  <a:lnTo>
                    <a:pt x="654" y="344"/>
                  </a:lnTo>
                  <a:lnTo>
                    <a:pt x="644" y="342"/>
                  </a:lnTo>
                  <a:lnTo>
                    <a:pt x="629" y="340"/>
                  </a:lnTo>
                  <a:lnTo>
                    <a:pt x="609" y="336"/>
                  </a:lnTo>
                  <a:lnTo>
                    <a:pt x="586" y="333"/>
                  </a:lnTo>
                  <a:lnTo>
                    <a:pt x="559" y="329"/>
                  </a:lnTo>
                  <a:lnTo>
                    <a:pt x="531" y="325"/>
                  </a:lnTo>
                  <a:lnTo>
                    <a:pt x="501" y="321"/>
                  </a:lnTo>
                  <a:lnTo>
                    <a:pt x="471" y="316"/>
                  </a:lnTo>
                  <a:lnTo>
                    <a:pt x="444" y="313"/>
                  </a:lnTo>
                  <a:lnTo>
                    <a:pt x="417" y="309"/>
                  </a:lnTo>
                  <a:lnTo>
                    <a:pt x="393" y="306"/>
                  </a:lnTo>
                  <a:lnTo>
                    <a:pt x="372" y="303"/>
                  </a:lnTo>
                  <a:lnTo>
                    <a:pt x="356" y="301"/>
                  </a:lnTo>
                  <a:lnTo>
                    <a:pt x="346" y="299"/>
                  </a:lnTo>
                  <a:lnTo>
                    <a:pt x="327" y="296"/>
                  </a:lnTo>
                  <a:lnTo>
                    <a:pt x="309" y="294"/>
                  </a:lnTo>
                  <a:lnTo>
                    <a:pt x="292" y="292"/>
                  </a:lnTo>
                  <a:lnTo>
                    <a:pt x="279" y="291"/>
                  </a:lnTo>
                  <a:lnTo>
                    <a:pt x="270" y="289"/>
                  </a:lnTo>
                  <a:lnTo>
                    <a:pt x="267" y="289"/>
                  </a:lnTo>
                  <a:lnTo>
                    <a:pt x="264" y="287"/>
                  </a:lnTo>
                  <a:lnTo>
                    <a:pt x="259" y="283"/>
                  </a:lnTo>
                  <a:lnTo>
                    <a:pt x="250" y="275"/>
                  </a:lnTo>
                  <a:lnTo>
                    <a:pt x="238" y="265"/>
                  </a:lnTo>
                  <a:lnTo>
                    <a:pt x="224" y="254"/>
                  </a:lnTo>
                  <a:lnTo>
                    <a:pt x="208" y="241"/>
                  </a:lnTo>
                  <a:lnTo>
                    <a:pt x="193" y="228"/>
                  </a:lnTo>
                  <a:lnTo>
                    <a:pt x="176" y="214"/>
                  </a:lnTo>
                  <a:lnTo>
                    <a:pt x="160" y="201"/>
                  </a:lnTo>
                  <a:lnTo>
                    <a:pt x="145" y="189"/>
                  </a:lnTo>
                  <a:lnTo>
                    <a:pt x="132" y="177"/>
                  </a:lnTo>
                  <a:lnTo>
                    <a:pt x="122" y="167"/>
                  </a:lnTo>
                  <a:lnTo>
                    <a:pt x="72" y="163"/>
                  </a:lnTo>
                  <a:lnTo>
                    <a:pt x="0"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94" name="Freeform 176">
              <a:extLst>
                <a:ext uri="{FF2B5EF4-FFF2-40B4-BE49-F238E27FC236}">
                  <a16:creationId xmlns:a16="http://schemas.microsoft.com/office/drawing/2014/main" id="{EA10DEBC-D3A3-4A9D-BC55-454D725E2FA1}"/>
                </a:ext>
              </a:extLst>
            </p:cNvPr>
            <p:cNvSpPr>
              <a:spLocks/>
            </p:cNvSpPr>
            <p:nvPr/>
          </p:nvSpPr>
          <p:spPr bwMode="auto">
            <a:xfrm>
              <a:off x="3300416" y="4049718"/>
              <a:ext cx="84138" cy="80963"/>
            </a:xfrm>
            <a:custGeom>
              <a:avLst/>
              <a:gdLst>
                <a:gd name="T0" fmla="*/ 0 w 370"/>
                <a:gd name="T1" fmla="*/ 0 h 356"/>
                <a:gd name="T2" fmla="*/ 1 w 370"/>
                <a:gd name="T3" fmla="*/ 2 h 356"/>
                <a:gd name="T4" fmla="*/ 5 w 370"/>
                <a:gd name="T5" fmla="*/ 9 h 356"/>
                <a:gd name="T6" fmla="*/ 12 w 370"/>
                <a:gd name="T7" fmla="*/ 18 h 356"/>
                <a:gd name="T8" fmla="*/ 22 w 370"/>
                <a:gd name="T9" fmla="*/ 30 h 356"/>
                <a:gd name="T10" fmla="*/ 32 w 370"/>
                <a:gd name="T11" fmla="*/ 44 h 356"/>
                <a:gd name="T12" fmla="*/ 45 w 370"/>
                <a:gd name="T13" fmla="*/ 59 h 356"/>
                <a:gd name="T14" fmla="*/ 59 w 370"/>
                <a:gd name="T15" fmla="*/ 76 h 356"/>
                <a:gd name="T16" fmla="*/ 72 w 370"/>
                <a:gd name="T17" fmla="*/ 93 h 356"/>
                <a:gd name="T18" fmla="*/ 86 w 370"/>
                <a:gd name="T19" fmla="*/ 110 h 356"/>
                <a:gd name="T20" fmla="*/ 100 w 370"/>
                <a:gd name="T21" fmla="*/ 126 h 356"/>
                <a:gd name="T22" fmla="*/ 114 w 370"/>
                <a:gd name="T23" fmla="*/ 141 h 356"/>
                <a:gd name="T24" fmla="*/ 126 w 370"/>
                <a:gd name="T25" fmla="*/ 153 h 356"/>
                <a:gd name="T26" fmla="*/ 137 w 370"/>
                <a:gd name="T27" fmla="*/ 163 h 356"/>
                <a:gd name="T28" fmla="*/ 145 w 370"/>
                <a:gd name="T29" fmla="*/ 170 h 356"/>
                <a:gd name="T30" fmla="*/ 155 w 370"/>
                <a:gd name="T31" fmla="*/ 177 h 356"/>
                <a:gd name="T32" fmla="*/ 166 w 370"/>
                <a:gd name="T33" fmla="*/ 186 h 356"/>
                <a:gd name="T34" fmla="*/ 180 w 370"/>
                <a:gd name="T35" fmla="*/ 197 h 356"/>
                <a:gd name="T36" fmla="*/ 197 w 370"/>
                <a:gd name="T37" fmla="*/ 210 h 356"/>
                <a:gd name="T38" fmla="*/ 215 w 370"/>
                <a:gd name="T39" fmla="*/ 225 h 356"/>
                <a:gd name="T40" fmla="*/ 233 w 370"/>
                <a:gd name="T41" fmla="*/ 240 h 356"/>
                <a:gd name="T42" fmla="*/ 253 w 370"/>
                <a:gd name="T43" fmla="*/ 257 h 356"/>
                <a:gd name="T44" fmla="*/ 272 w 370"/>
                <a:gd name="T45" fmla="*/ 273 h 356"/>
                <a:gd name="T46" fmla="*/ 291 w 370"/>
                <a:gd name="T47" fmla="*/ 289 h 356"/>
                <a:gd name="T48" fmla="*/ 309 w 370"/>
                <a:gd name="T49" fmla="*/ 303 h 356"/>
                <a:gd name="T50" fmla="*/ 326 w 370"/>
                <a:gd name="T51" fmla="*/ 318 h 356"/>
                <a:gd name="T52" fmla="*/ 341 w 370"/>
                <a:gd name="T53" fmla="*/ 331 h 356"/>
                <a:gd name="T54" fmla="*/ 352 w 370"/>
                <a:gd name="T55" fmla="*/ 340 h 356"/>
                <a:gd name="T56" fmla="*/ 362 w 370"/>
                <a:gd name="T57" fmla="*/ 349 h 356"/>
                <a:gd name="T58" fmla="*/ 368 w 370"/>
                <a:gd name="T59" fmla="*/ 354 h 356"/>
                <a:gd name="T60" fmla="*/ 370 w 370"/>
                <a:gd name="T61" fmla="*/ 356 h 356"/>
                <a:gd name="T62" fmla="*/ 192 w 370"/>
                <a:gd name="T63" fmla="*/ 306 h 356"/>
                <a:gd name="T64" fmla="*/ 158 w 370"/>
                <a:gd name="T65" fmla="*/ 261 h 356"/>
                <a:gd name="T66" fmla="*/ 58 w 370"/>
                <a:gd name="T67" fmla="*/ 226 h 356"/>
                <a:gd name="T68" fmla="*/ 11 w 370"/>
                <a:gd name="T69" fmla="*/ 83 h 356"/>
                <a:gd name="T70" fmla="*/ 0 w 370"/>
                <a:gd name="T71" fmla="*/ 0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70" h="356">
                  <a:moveTo>
                    <a:pt x="0" y="0"/>
                  </a:moveTo>
                  <a:lnTo>
                    <a:pt x="1" y="2"/>
                  </a:lnTo>
                  <a:lnTo>
                    <a:pt x="5" y="9"/>
                  </a:lnTo>
                  <a:lnTo>
                    <a:pt x="12" y="18"/>
                  </a:lnTo>
                  <a:lnTo>
                    <a:pt x="22" y="30"/>
                  </a:lnTo>
                  <a:lnTo>
                    <a:pt x="32" y="44"/>
                  </a:lnTo>
                  <a:lnTo>
                    <a:pt x="45" y="59"/>
                  </a:lnTo>
                  <a:lnTo>
                    <a:pt x="59" y="76"/>
                  </a:lnTo>
                  <a:lnTo>
                    <a:pt x="72" y="93"/>
                  </a:lnTo>
                  <a:lnTo>
                    <a:pt x="86" y="110"/>
                  </a:lnTo>
                  <a:lnTo>
                    <a:pt x="100" y="126"/>
                  </a:lnTo>
                  <a:lnTo>
                    <a:pt x="114" y="141"/>
                  </a:lnTo>
                  <a:lnTo>
                    <a:pt x="126" y="153"/>
                  </a:lnTo>
                  <a:lnTo>
                    <a:pt x="137" y="163"/>
                  </a:lnTo>
                  <a:lnTo>
                    <a:pt x="145" y="170"/>
                  </a:lnTo>
                  <a:lnTo>
                    <a:pt x="155" y="177"/>
                  </a:lnTo>
                  <a:lnTo>
                    <a:pt x="166" y="186"/>
                  </a:lnTo>
                  <a:lnTo>
                    <a:pt x="180" y="197"/>
                  </a:lnTo>
                  <a:lnTo>
                    <a:pt x="197" y="210"/>
                  </a:lnTo>
                  <a:lnTo>
                    <a:pt x="215" y="225"/>
                  </a:lnTo>
                  <a:lnTo>
                    <a:pt x="233" y="240"/>
                  </a:lnTo>
                  <a:lnTo>
                    <a:pt x="253" y="257"/>
                  </a:lnTo>
                  <a:lnTo>
                    <a:pt x="272" y="273"/>
                  </a:lnTo>
                  <a:lnTo>
                    <a:pt x="291" y="289"/>
                  </a:lnTo>
                  <a:lnTo>
                    <a:pt x="309" y="303"/>
                  </a:lnTo>
                  <a:lnTo>
                    <a:pt x="326" y="318"/>
                  </a:lnTo>
                  <a:lnTo>
                    <a:pt x="341" y="331"/>
                  </a:lnTo>
                  <a:lnTo>
                    <a:pt x="352" y="340"/>
                  </a:lnTo>
                  <a:lnTo>
                    <a:pt x="362" y="349"/>
                  </a:lnTo>
                  <a:lnTo>
                    <a:pt x="368" y="354"/>
                  </a:lnTo>
                  <a:lnTo>
                    <a:pt x="370" y="356"/>
                  </a:lnTo>
                  <a:lnTo>
                    <a:pt x="192" y="306"/>
                  </a:lnTo>
                  <a:lnTo>
                    <a:pt x="158" y="261"/>
                  </a:lnTo>
                  <a:lnTo>
                    <a:pt x="58" y="226"/>
                  </a:lnTo>
                  <a:lnTo>
                    <a:pt x="11" y="83"/>
                  </a:lnTo>
                  <a:lnTo>
                    <a:pt x="0" y="0"/>
                  </a:lnTo>
                  <a:close/>
                </a:path>
              </a:pathLst>
            </a:custGeom>
            <a:solidFill>
              <a:srgbClr val="50B3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95" name="Freeform 177">
              <a:extLst>
                <a:ext uri="{FF2B5EF4-FFF2-40B4-BE49-F238E27FC236}">
                  <a16:creationId xmlns:a16="http://schemas.microsoft.com/office/drawing/2014/main" id="{E39F34CA-C164-4FB2-B9E1-7396FCF59CBD}"/>
                </a:ext>
              </a:extLst>
            </p:cNvPr>
            <p:cNvSpPr>
              <a:spLocks/>
            </p:cNvSpPr>
            <p:nvPr/>
          </p:nvSpPr>
          <p:spPr bwMode="auto">
            <a:xfrm>
              <a:off x="3014666" y="4046543"/>
              <a:ext cx="115888" cy="130175"/>
            </a:xfrm>
            <a:custGeom>
              <a:avLst/>
              <a:gdLst>
                <a:gd name="T0" fmla="*/ 505 w 514"/>
                <a:gd name="T1" fmla="*/ 23 h 574"/>
                <a:gd name="T2" fmla="*/ 488 w 514"/>
                <a:gd name="T3" fmla="*/ 71 h 574"/>
                <a:gd name="T4" fmla="*/ 472 w 514"/>
                <a:gd name="T5" fmla="*/ 104 h 574"/>
                <a:gd name="T6" fmla="*/ 449 w 514"/>
                <a:gd name="T7" fmla="*/ 127 h 574"/>
                <a:gd name="T8" fmla="*/ 421 w 514"/>
                <a:gd name="T9" fmla="*/ 152 h 574"/>
                <a:gd name="T10" fmla="*/ 394 w 514"/>
                <a:gd name="T11" fmla="*/ 181 h 574"/>
                <a:gd name="T12" fmla="*/ 376 w 514"/>
                <a:gd name="T13" fmla="*/ 221 h 574"/>
                <a:gd name="T14" fmla="*/ 359 w 514"/>
                <a:gd name="T15" fmla="*/ 259 h 574"/>
                <a:gd name="T16" fmla="*/ 335 w 514"/>
                <a:gd name="T17" fmla="*/ 302 h 574"/>
                <a:gd name="T18" fmla="*/ 308 w 514"/>
                <a:gd name="T19" fmla="*/ 339 h 574"/>
                <a:gd name="T20" fmla="*/ 284 w 514"/>
                <a:gd name="T21" fmla="*/ 363 h 574"/>
                <a:gd name="T22" fmla="*/ 241 w 514"/>
                <a:gd name="T23" fmla="*/ 393 h 574"/>
                <a:gd name="T24" fmla="*/ 199 w 514"/>
                <a:gd name="T25" fmla="*/ 431 h 574"/>
                <a:gd name="T26" fmla="*/ 167 w 514"/>
                <a:gd name="T27" fmla="*/ 469 h 574"/>
                <a:gd name="T28" fmla="*/ 131 w 514"/>
                <a:gd name="T29" fmla="*/ 503 h 574"/>
                <a:gd name="T30" fmla="*/ 102 w 514"/>
                <a:gd name="T31" fmla="*/ 519 h 574"/>
                <a:gd name="T32" fmla="*/ 69 w 514"/>
                <a:gd name="T33" fmla="*/ 535 h 574"/>
                <a:gd name="T34" fmla="*/ 32 w 514"/>
                <a:gd name="T35" fmla="*/ 554 h 574"/>
                <a:gd name="T36" fmla="*/ 0 w 514"/>
                <a:gd name="T37" fmla="*/ 574 h 574"/>
                <a:gd name="T38" fmla="*/ 74 w 514"/>
                <a:gd name="T39" fmla="*/ 487 h 574"/>
                <a:gd name="T40" fmla="*/ 90 w 514"/>
                <a:gd name="T41" fmla="*/ 471 h 574"/>
                <a:gd name="T42" fmla="*/ 117 w 514"/>
                <a:gd name="T43" fmla="*/ 442 h 574"/>
                <a:gd name="T44" fmla="*/ 156 w 514"/>
                <a:gd name="T45" fmla="*/ 408 h 574"/>
                <a:gd name="T46" fmla="*/ 183 w 514"/>
                <a:gd name="T47" fmla="*/ 380 h 574"/>
                <a:gd name="T48" fmla="*/ 215 w 514"/>
                <a:gd name="T49" fmla="*/ 342 h 574"/>
                <a:gd name="T50" fmla="*/ 248 w 514"/>
                <a:gd name="T51" fmla="*/ 299 h 574"/>
                <a:gd name="T52" fmla="*/ 280 w 514"/>
                <a:gd name="T53" fmla="*/ 263 h 574"/>
                <a:gd name="T54" fmla="*/ 304 w 514"/>
                <a:gd name="T55" fmla="*/ 238 h 574"/>
                <a:gd name="T56" fmla="*/ 326 w 514"/>
                <a:gd name="T57" fmla="*/ 216 h 574"/>
                <a:gd name="T58" fmla="*/ 346 w 514"/>
                <a:gd name="T59" fmla="*/ 192 h 574"/>
                <a:gd name="T60" fmla="*/ 371 w 514"/>
                <a:gd name="T61" fmla="*/ 162 h 574"/>
                <a:gd name="T62" fmla="*/ 406 w 514"/>
                <a:gd name="T63" fmla="*/ 121 h 574"/>
                <a:gd name="T64" fmla="*/ 448 w 514"/>
                <a:gd name="T65" fmla="*/ 70 h 574"/>
                <a:gd name="T66" fmla="*/ 479 w 514"/>
                <a:gd name="T67" fmla="*/ 32 h 574"/>
                <a:gd name="T68" fmla="*/ 503 w 514"/>
                <a:gd name="T69" fmla="*/ 8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4" h="574">
                  <a:moveTo>
                    <a:pt x="514" y="0"/>
                  </a:moveTo>
                  <a:lnTo>
                    <a:pt x="505" y="23"/>
                  </a:lnTo>
                  <a:lnTo>
                    <a:pt x="497" y="48"/>
                  </a:lnTo>
                  <a:lnTo>
                    <a:pt x="488" y="71"/>
                  </a:lnTo>
                  <a:lnTo>
                    <a:pt x="480" y="92"/>
                  </a:lnTo>
                  <a:lnTo>
                    <a:pt x="472" y="104"/>
                  </a:lnTo>
                  <a:lnTo>
                    <a:pt x="462" y="116"/>
                  </a:lnTo>
                  <a:lnTo>
                    <a:pt x="449" y="127"/>
                  </a:lnTo>
                  <a:lnTo>
                    <a:pt x="435" y="139"/>
                  </a:lnTo>
                  <a:lnTo>
                    <a:pt x="421" y="152"/>
                  </a:lnTo>
                  <a:lnTo>
                    <a:pt x="407" y="165"/>
                  </a:lnTo>
                  <a:lnTo>
                    <a:pt x="394" y="181"/>
                  </a:lnTo>
                  <a:lnTo>
                    <a:pt x="384" y="200"/>
                  </a:lnTo>
                  <a:lnTo>
                    <a:pt x="376" y="221"/>
                  </a:lnTo>
                  <a:lnTo>
                    <a:pt x="369" y="239"/>
                  </a:lnTo>
                  <a:lnTo>
                    <a:pt x="359" y="259"/>
                  </a:lnTo>
                  <a:lnTo>
                    <a:pt x="348" y="280"/>
                  </a:lnTo>
                  <a:lnTo>
                    <a:pt x="335" y="302"/>
                  </a:lnTo>
                  <a:lnTo>
                    <a:pt x="321" y="322"/>
                  </a:lnTo>
                  <a:lnTo>
                    <a:pt x="308" y="339"/>
                  </a:lnTo>
                  <a:lnTo>
                    <a:pt x="295" y="352"/>
                  </a:lnTo>
                  <a:lnTo>
                    <a:pt x="284" y="363"/>
                  </a:lnTo>
                  <a:lnTo>
                    <a:pt x="263" y="378"/>
                  </a:lnTo>
                  <a:lnTo>
                    <a:pt x="241" y="393"/>
                  </a:lnTo>
                  <a:lnTo>
                    <a:pt x="219" y="411"/>
                  </a:lnTo>
                  <a:lnTo>
                    <a:pt x="199" y="431"/>
                  </a:lnTo>
                  <a:lnTo>
                    <a:pt x="184" y="450"/>
                  </a:lnTo>
                  <a:lnTo>
                    <a:pt x="167" y="469"/>
                  </a:lnTo>
                  <a:lnTo>
                    <a:pt x="149" y="487"/>
                  </a:lnTo>
                  <a:lnTo>
                    <a:pt x="131" y="503"/>
                  </a:lnTo>
                  <a:lnTo>
                    <a:pt x="112" y="514"/>
                  </a:lnTo>
                  <a:lnTo>
                    <a:pt x="102" y="519"/>
                  </a:lnTo>
                  <a:lnTo>
                    <a:pt x="87" y="525"/>
                  </a:lnTo>
                  <a:lnTo>
                    <a:pt x="69" y="535"/>
                  </a:lnTo>
                  <a:lnTo>
                    <a:pt x="51" y="544"/>
                  </a:lnTo>
                  <a:lnTo>
                    <a:pt x="32" y="554"/>
                  </a:lnTo>
                  <a:lnTo>
                    <a:pt x="15" y="565"/>
                  </a:lnTo>
                  <a:lnTo>
                    <a:pt x="0" y="574"/>
                  </a:lnTo>
                  <a:lnTo>
                    <a:pt x="73" y="487"/>
                  </a:lnTo>
                  <a:lnTo>
                    <a:pt x="74" y="487"/>
                  </a:lnTo>
                  <a:lnTo>
                    <a:pt x="79" y="481"/>
                  </a:lnTo>
                  <a:lnTo>
                    <a:pt x="90" y="471"/>
                  </a:lnTo>
                  <a:lnTo>
                    <a:pt x="103" y="457"/>
                  </a:lnTo>
                  <a:lnTo>
                    <a:pt x="117" y="442"/>
                  </a:lnTo>
                  <a:lnTo>
                    <a:pt x="135" y="425"/>
                  </a:lnTo>
                  <a:lnTo>
                    <a:pt x="156" y="408"/>
                  </a:lnTo>
                  <a:lnTo>
                    <a:pt x="168" y="397"/>
                  </a:lnTo>
                  <a:lnTo>
                    <a:pt x="183" y="380"/>
                  </a:lnTo>
                  <a:lnTo>
                    <a:pt x="198" y="362"/>
                  </a:lnTo>
                  <a:lnTo>
                    <a:pt x="215" y="342"/>
                  </a:lnTo>
                  <a:lnTo>
                    <a:pt x="232" y="321"/>
                  </a:lnTo>
                  <a:lnTo>
                    <a:pt x="248" y="299"/>
                  </a:lnTo>
                  <a:lnTo>
                    <a:pt x="264" y="280"/>
                  </a:lnTo>
                  <a:lnTo>
                    <a:pt x="280" y="263"/>
                  </a:lnTo>
                  <a:lnTo>
                    <a:pt x="294" y="251"/>
                  </a:lnTo>
                  <a:lnTo>
                    <a:pt x="304" y="238"/>
                  </a:lnTo>
                  <a:lnTo>
                    <a:pt x="315" y="227"/>
                  </a:lnTo>
                  <a:lnTo>
                    <a:pt x="326" y="216"/>
                  </a:lnTo>
                  <a:lnTo>
                    <a:pt x="335" y="204"/>
                  </a:lnTo>
                  <a:lnTo>
                    <a:pt x="346" y="192"/>
                  </a:lnTo>
                  <a:lnTo>
                    <a:pt x="357" y="178"/>
                  </a:lnTo>
                  <a:lnTo>
                    <a:pt x="371" y="162"/>
                  </a:lnTo>
                  <a:lnTo>
                    <a:pt x="387" y="143"/>
                  </a:lnTo>
                  <a:lnTo>
                    <a:pt x="406" y="121"/>
                  </a:lnTo>
                  <a:lnTo>
                    <a:pt x="429" y="94"/>
                  </a:lnTo>
                  <a:lnTo>
                    <a:pt x="448" y="70"/>
                  </a:lnTo>
                  <a:lnTo>
                    <a:pt x="465" y="50"/>
                  </a:lnTo>
                  <a:lnTo>
                    <a:pt x="479" y="32"/>
                  </a:lnTo>
                  <a:lnTo>
                    <a:pt x="491" y="18"/>
                  </a:lnTo>
                  <a:lnTo>
                    <a:pt x="503" y="8"/>
                  </a:lnTo>
                  <a:lnTo>
                    <a:pt x="514"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496" name="Group 495">
            <a:extLst>
              <a:ext uri="{FF2B5EF4-FFF2-40B4-BE49-F238E27FC236}">
                <a16:creationId xmlns:a16="http://schemas.microsoft.com/office/drawing/2014/main" id="{680E5DEF-6AC4-4E08-A611-6BEB7CDEB1F0}"/>
              </a:ext>
            </a:extLst>
          </p:cNvPr>
          <p:cNvGrpSpPr>
            <a:grpSpLocks noChangeAspect="1"/>
          </p:cNvGrpSpPr>
          <p:nvPr/>
        </p:nvGrpSpPr>
        <p:grpSpPr>
          <a:xfrm>
            <a:off x="1775518" y="5232577"/>
            <a:ext cx="542728" cy="411480"/>
            <a:chOff x="2935537" y="3038569"/>
            <a:chExt cx="482425" cy="365760"/>
          </a:xfrm>
        </p:grpSpPr>
        <p:sp useBgFill="1">
          <p:nvSpPr>
            <p:cNvPr id="497" name="Freeform 6">
              <a:extLst>
                <a:ext uri="{FF2B5EF4-FFF2-40B4-BE49-F238E27FC236}">
                  <a16:creationId xmlns:a16="http://schemas.microsoft.com/office/drawing/2014/main" id="{D463CA4F-70EC-465F-8178-E65E5FE09366}"/>
                </a:ext>
              </a:extLst>
            </p:cNvPr>
            <p:cNvSpPr>
              <a:spLocks/>
            </p:cNvSpPr>
            <p:nvPr/>
          </p:nvSpPr>
          <p:spPr bwMode="auto">
            <a:xfrm>
              <a:off x="2935537" y="3038569"/>
              <a:ext cx="482425" cy="365760"/>
            </a:xfrm>
            <a:custGeom>
              <a:avLst/>
              <a:gdLst>
                <a:gd name="T0" fmla="*/ 112 w 2136"/>
                <a:gd name="T1" fmla="*/ 0 h 1630"/>
                <a:gd name="T2" fmla="*/ 2024 w 2136"/>
                <a:gd name="T3" fmla="*/ 0 h 1630"/>
                <a:gd name="T4" fmla="*/ 2049 w 2136"/>
                <a:gd name="T5" fmla="*/ 2 h 1630"/>
                <a:gd name="T6" fmla="*/ 2074 w 2136"/>
                <a:gd name="T7" fmla="*/ 11 h 1630"/>
                <a:gd name="T8" fmla="*/ 2094 w 2136"/>
                <a:gd name="T9" fmla="*/ 24 h 1630"/>
                <a:gd name="T10" fmla="*/ 2112 w 2136"/>
                <a:gd name="T11" fmla="*/ 41 h 1630"/>
                <a:gd name="T12" fmla="*/ 2124 w 2136"/>
                <a:gd name="T13" fmla="*/ 62 h 1630"/>
                <a:gd name="T14" fmla="*/ 2133 w 2136"/>
                <a:gd name="T15" fmla="*/ 87 h 1630"/>
                <a:gd name="T16" fmla="*/ 2136 w 2136"/>
                <a:gd name="T17" fmla="*/ 112 h 1630"/>
                <a:gd name="T18" fmla="*/ 2136 w 2136"/>
                <a:gd name="T19" fmla="*/ 1518 h 1630"/>
                <a:gd name="T20" fmla="*/ 2133 w 2136"/>
                <a:gd name="T21" fmla="*/ 1543 h 1630"/>
                <a:gd name="T22" fmla="*/ 2124 w 2136"/>
                <a:gd name="T23" fmla="*/ 1568 h 1630"/>
                <a:gd name="T24" fmla="*/ 2112 w 2136"/>
                <a:gd name="T25" fmla="*/ 1588 h 1630"/>
                <a:gd name="T26" fmla="*/ 2094 w 2136"/>
                <a:gd name="T27" fmla="*/ 1606 h 1630"/>
                <a:gd name="T28" fmla="*/ 2074 w 2136"/>
                <a:gd name="T29" fmla="*/ 1618 h 1630"/>
                <a:gd name="T30" fmla="*/ 2049 w 2136"/>
                <a:gd name="T31" fmla="*/ 1627 h 1630"/>
                <a:gd name="T32" fmla="*/ 2024 w 2136"/>
                <a:gd name="T33" fmla="*/ 1630 h 1630"/>
                <a:gd name="T34" fmla="*/ 112 w 2136"/>
                <a:gd name="T35" fmla="*/ 1630 h 1630"/>
                <a:gd name="T36" fmla="*/ 87 w 2136"/>
                <a:gd name="T37" fmla="*/ 1627 h 1630"/>
                <a:gd name="T38" fmla="*/ 62 w 2136"/>
                <a:gd name="T39" fmla="*/ 1618 h 1630"/>
                <a:gd name="T40" fmla="*/ 42 w 2136"/>
                <a:gd name="T41" fmla="*/ 1606 h 1630"/>
                <a:gd name="T42" fmla="*/ 24 w 2136"/>
                <a:gd name="T43" fmla="*/ 1588 h 1630"/>
                <a:gd name="T44" fmla="*/ 12 w 2136"/>
                <a:gd name="T45" fmla="*/ 1568 h 1630"/>
                <a:gd name="T46" fmla="*/ 3 w 2136"/>
                <a:gd name="T47" fmla="*/ 1543 h 1630"/>
                <a:gd name="T48" fmla="*/ 0 w 2136"/>
                <a:gd name="T49" fmla="*/ 1518 h 1630"/>
                <a:gd name="T50" fmla="*/ 0 w 2136"/>
                <a:gd name="T51" fmla="*/ 112 h 1630"/>
                <a:gd name="T52" fmla="*/ 3 w 2136"/>
                <a:gd name="T53" fmla="*/ 87 h 1630"/>
                <a:gd name="T54" fmla="*/ 12 w 2136"/>
                <a:gd name="T55" fmla="*/ 62 h 1630"/>
                <a:gd name="T56" fmla="*/ 24 w 2136"/>
                <a:gd name="T57" fmla="*/ 41 h 1630"/>
                <a:gd name="T58" fmla="*/ 42 w 2136"/>
                <a:gd name="T59" fmla="*/ 24 h 1630"/>
                <a:gd name="T60" fmla="*/ 62 w 2136"/>
                <a:gd name="T61" fmla="*/ 11 h 1630"/>
                <a:gd name="T62" fmla="*/ 87 w 2136"/>
                <a:gd name="T63" fmla="*/ 2 h 1630"/>
                <a:gd name="T64" fmla="*/ 112 w 2136"/>
                <a:gd name="T65"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36" h="1630">
                  <a:moveTo>
                    <a:pt x="112" y="0"/>
                  </a:moveTo>
                  <a:lnTo>
                    <a:pt x="2024" y="0"/>
                  </a:lnTo>
                  <a:lnTo>
                    <a:pt x="2049" y="2"/>
                  </a:lnTo>
                  <a:lnTo>
                    <a:pt x="2074" y="11"/>
                  </a:lnTo>
                  <a:lnTo>
                    <a:pt x="2094" y="24"/>
                  </a:lnTo>
                  <a:lnTo>
                    <a:pt x="2112" y="41"/>
                  </a:lnTo>
                  <a:lnTo>
                    <a:pt x="2124" y="62"/>
                  </a:lnTo>
                  <a:lnTo>
                    <a:pt x="2133" y="87"/>
                  </a:lnTo>
                  <a:lnTo>
                    <a:pt x="2136" y="112"/>
                  </a:lnTo>
                  <a:lnTo>
                    <a:pt x="2136" y="1518"/>
                  </a:lnTo>
                  <a:lnTo>
                    <a:pt x="2133" y="1543"/>
                  </a:lnTo>
                  <a:lnTo>
                    <a:pt x="2124" y="1568"/>
                  </a:lnTo>
                  <a:lnTo>
                    <a:pt x="2112" y="1588"/>
                  </a:lnTo>
                  <a:lnTo>
                    <a:pt x="2094" y="1606"/>
                  </a:lnTo>
                  <a:lnTo>
                    <a:pt x="2074" y="1618"/>
                  </a:lnTo>
                  <a:lnTo>
                    <a:pt x="2049" y="1627"/>
                  </a:lnTo>
                  <a:lnTo>
                    <a:pt x="2024" y="1630"/>
                  </a:lnTo>
                  <a:lnTo>
                    <a:pt x="112" y="1630"/>
                  </a:lnTo>
                  <a:lnTo>
                    <a:pt x="87" y="1627"/>
                  </a:lnTo>
                  <a:lnTo>
                    <a:pt x="62" y="1618"/>
                  </a:lnTo>
                  <a:lnTo>
                    <a:pt x="42" y="1606"/>
                  </a:lnTo>
                  <a:lnTo>
                    <a:pt x="24" y="1588"/>
                  </a:lnTo>
                  <a:lnTo>
                    <a:pt x="12" y="1568"/>
                  </a:lnTo>
                  <a:lnTo>
                    <a:pt x="3" y="1543"/>
                  </a:lnTo>
                  <a:lnTo>
                    <a:pt x="0" y="1518"/>
                  </a:lnTo>
                  <a:lnTo>
                    <a:pt x="0" y="112"/>
                  </a:lnTo>
                  <a:lnTo>
                    <a:pt x="3" y="87"/>
                  </a:lnTo>
                  <a:lnTo>
                    <a:pt x="12" y="62"/>
                  </a:lnTo>
                  <a:lnTo>
                    <a:pt x="24" y="41"/>
                  </a:lnTo>
                  <a:lnTo>
                    <a:pt x="42" y="24"/>
                  </a:lnTo>
                  <a:lnTo>
                    <a:pt x="62" y="11"/>
                  </a:lnTo>
                  <a:lnTo>
                    <a:pt x="87" y="2"/>
                  </a:lnTo>
                  <a:lnTo>
                    <a:pt x="112"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98" name="Rectangle 7">
              <a:extLst>
                <a:ext uri="{FF2B5EF4-FFF2-40B4-BE49-F238E27FC236}">
                  <a16:creationId xmlns:a16="http://schemas.microsoft.com/office/drawing/2014/main" id="{9A32E222-BD78-4EE7-8B33-8AC8E0575D97}"/>
                </a:ext>
              </a:extLst>
            </p:cNvPr>
            <p:cNvSpPr>
              <a:spLocks noChangeArrowheads="1"/>
            </p:cNvSpPr>
            <p:nvPr/>
          </p:nvSpPr>
          <p:spPr bwMode="auto">
            <a:xfrm>
              <a:off x="3012788" y="3114243"/>
              <a:ext cx="327923" cy="214411"/>
            </a:xfrm>
            <a:prstGeom prst="rect">
              <a:avLst/>
            </a:prstGeom>
            <a:solidFill>
              <a:srgbClr val="007AC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99" name="Freeform 8">
              <a:extLst>
                <a:ext uri="{FF2B5EF4-FFF2-40B4-BE49-F238E27FC236}">
                  <a16:creationId xmlns:a16="http://schemas.microsoft.com/office/drawing/2014/main" id="{EE9D506F-6060-4985-9004-237F817252BD}"/>
                </a:ext>
              </a:extLst>
            </p:cNvPr>
            <p:cNvSpPr>
              <a:spLocks/>
            </p:cNvSpPr>
            <p:nvPr/>
          </p:nvSpPr>
          <p:spPr bwMode="auto">
            <a:xfrm>
              <a:off x="3115264" y="3328655"/>
              <a:ext cx="0" cy="0"/>
            </a:xfrm>
            <a:custGeom>
              <a:avLst/>
              <a:gdLst>
                <a:gd name="T0" fmla="*/ 0 w 1"/>
                <a:gd name="T1" fmla="*/ 0 h 1"/>
                <a:gd name="T2" fmla="*/ 1 w 1"/>
                <a:gd name="T3" fmla="*/ 0 h 1"/>
                <a:gd name="T4" fmla="*/ 0 w 1"/>
                <a:gd name="T5" fmla="*/ 1 h 1"/>
                <a:gd name="T6" fmla="*/ 0 w 1"/>
                <a:gd name="T7" fmla="*/ 1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lnTo>
                    <a:pt x="1" y="0"/>
                  </a:lnTo>
                  <a:lnTo>
                    <a:pt x="0" y="1"/>
                  </a:lnTo>
                  <a:lnTo>
                    <a:pt x="0" y="1"/>
                  </a:lnTo>
                  <a:lnTo>
                    <a:pt x="0" y="0"/>
                  </a:lnTo>
                  <a:close/>
                </a:path>
              </a:pathLst>
            </a:custGeom>
            <a:solidFill>
              <a:srgbClr val="2689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00" name="Freeform 9">
              <a:extLst>
                <a:ext uri="{FF2B5EF4-FFF2-40B4-BE49-F238E27FC236}">
                  <a16:creationId xmlns:a16="http://schemas.microsoft.com/office/drawing/2014/main" id="{6A2441E1-938F-4399-A472-46FEB6C3AA0E}"/>
                </a:ext>
              </a:extLst>
            </p:cNvPr>
            <p:cNvSpPr>
              <a:spLocks/>
            </p:cNvSpPr>
            <p:nvPr/>
          </p:nvSpPr>
          <p:spPr bwMode="auto">
            <a:xfrm>
              <a:off x="3022247" y="3156810"/>
              <a:ext cx="291662" cy="138737"/>
            </a:xfrm>
            <a:custGeom>
              <a:avLst/>
              <a:gdLst>
                <a:gd name="T0" fmla="*/ 1248 w 1293"/>
                <a:gd name="T1" fmla="*/ 1 h 619"/>
                <a:gd name="T2" fmla="*/ 1280 w 1293"/>
                <a:gd name="T3" fmla="*/ 15 h 619"/>
                <a:gd name="T4" fmla="*/ 1261 w 1293"/>
                <a:gd name="T5" fmla="*/ 45 h 619"/>
                <a:gd name="T6" fmla="*/ 1259 w 1293"/>
                <a:gd name="T7" fmla="*/ 53 h 619"/>
                <a:gd name="T8" fmla="*/ 1256 w 1293"/>
                <a:gd name="T9" fmla="*/ 60 h 619"/>
                <a:gd name="T10" fmla="*/ 1251 w 1293"/>
                <a:gd name="T11" fmla="*/ 69 h 619"/>
                <a:gd name="T12" fmla="*/ 1244 w 1293"/>
                <a:gd name="T13" fmla="*/ 85 h 619"/>
                <a:gd name="T14" fmla="*/ 1228 w 1293"/>
                <a:gd name="T15" fmla="*/ 106 h 619"/>
                <a:gd name="T16" fmla="*/ 1215 w 1293"/>
                <a:gd name="T17" fmla="*/ 133 h 619"/>
                <a:gd name="T18" fmla="*/ 1208 w 1293"/>
                <a:gd name="T19" fmla="*/ 169 h 619"/>
                <a:gd name="T20" fmla="*/ 1193 w 1293"/>
                <a:gd name="T21" fmla="*/ 200 h 619"/>
                <a:gd name="T22" fmla="*/ 1169 w 1293"/>
                <a:gd name="T23" fmla="*/ 222 h 619"/>
                <a:gd name="T24" fmla="*/ 1137 w 1293"/>
                <a:gd name="T25" fmla="*/ 244 h 619"/>
                <a:gd name="T26" fmla="*/ 1106 w 1293"/>
                <a:gd name="T27" fmla="*/ 275 h 619"/>
                <a:gd name="T28" fmla="*/ 1083 w 1293"/>
                <a:gd name="T29" fmla="*/ 311 h 619"/>
                <a:gd name="T30" fmla="*/ 1069 w 1293"/>
                <a:gd name="T31" fmla="*/ 350 h 619"/>
                <a:gd name="T32" fmla="*/ 1018 w 1293"/>
                <a:gd name="T33" fmla="*/ 490 h 619"/>
                <a:gd name="T34" fmla="*/ 395 w 1293"/>
                <a:gd name="T35" fmla="*/ 618 h 619"/>
                <a:gd name="T36" fmla="*/ 394 w 1293"/>
                <a:gd name="T37" fmla="*/ 618 h 619"/>
                <a:gd name="T38" fmla="*/ 391 w 1293"/>
                <a:gd name="T39" fmla="*/ 611 h 619"/>
                <a:gd name="T40" fmla="*/ 383 w 1293"/>
                <a:gd name="T41" fmla="*/ 599 h 619"/>
                <a:gd name="T42" fmla="*/ 366 w 1293"/>
                <a:gd name="T43" fmla="*/ 587 h 619"/>
                <a:gd name="T44" fmla="*/ 335 w 1293"/>
                <a:gd name="T45" fmla="*/ 577 h 619"/>
                <a:gd name="T46" fmla="*/ 288 w 1293"/>
                <a:gd name="T47" fmla="*/ 574 h 619"/>
                <a:gd name="T48" fmla="*/ 246 w 1293"/>
                <a:gd name="T49" fmla="*/ 578 h 619"/>
                <a:gd name="T50" fmla="*/ 211 w 1293"/>
                <a:gd name="T51" fmla="*/ 586 h 619"/>
                <a:gd name="T52" fmla="*/ 180 w 1293"/>
                <a:gd name="T53" fmla="*/ 584 h 619"/>
                <a:gd name="T54" fmla="*/ 150 w 1293"/>
                <a:gd name="T55" fmla="*/ 568 h 619"/>
                <a:gd name="T56" fmla="*/ 115 w 1293"/>
                <a:gd name="T57" fmla="*/ 551 h 619"/>
                <a:gd name="T58" fmla="*/ 86 w 1293"/>
                <a:gd name="T59" fmla="*/ 544 h 619"/>
                <a:gd name="T60" fmla="*/ 61 w 1293"/>
                <a:gd name="T61" fmla="*/ 538 h 619"/>
                <a:gd name="T62" fmla="*/ 32 w 1293"/>
                <a:gd name="T63" fmla="*/ 530 h 619"/>
                <a:gd name="T64" fmla="*/ 9 w 1293"/>
                <a:gd name="T65" fmla="*/ 525 h 619"/>
                <a:gd name="T66" fmla="*/ 0 w 1293"/>
                <a:gd name="T67" fmla="*/ 522 h 619"/>
                <a:gd name="T68" fmla="*/ 70 w 1293"/>
                <a:gd name="T69" fmla="*/ 445 h 619"/>
                <a:gd name="T70" fmla="*/ 84 w 1293"/>
                <a:gd name="T71" fmla="*/ 420 h 619"/>
                <a:gd name="T72" fmla="*/ 105 w 1293"/>
                <a:gd name="T73" fmla="*/ 386 h 619"/>
                <a:gd name="T74" fmla="*/ 122 w 1293"/>
                <a:gd name="T75" fmla="*/ 353 h 619"/>
                <a:gd name="T76" fmla="*/ 140 w 1293"/>
                <a:gd name="T77" fmla="*/ 310 h 619"/>
                <a:gd name="T78" fmla="*/ 159 w 1293"/>
                <a:gd name="T79" fmla="*/ 270 h 619"/>
                <a:gd name="T80" fmla="*/ 175 w 1293"/>
                <a:gd name="T81" fmla="*/ 239 h 619"/>
                <a:gd name="T82" fmla="*/ 188 w 1293"/>
                <a:gd name="T83" fmla="*/ 210 h 619"/>
                <a:gd name="T84" fmla="*/ 257 w 1293"/>
                <a:gd name="T85" fmla="*/ 158 h 619"/>
                <a:gd name="T86" fmla="*/ 387 w 1293"/>
                <a:gd name="T87" fmla="*/ 99 h 619"/>
                <a:gd name="T88" fmla="*/ 458 w 1293"/>
                <a:gd name="T89" fmla="*/ 77 h 619"/>
                <a:gd name="T90" fmla="*/ 466 w 1293"/>
                <a:gd name="T91" fmla="*/ 78 h 619"/>
                <a:gd name="T92" fmla="*/ 496 w 1293"/>
                <a:gd name="T93" fmla="*/ 86 h 619"/>
                <a:gd name="T94" fmla="*/ 536 w 1293"/>
                <a:gd name="T95" fmla="*/ 96 h 619"/>
                <a:gd name="T96" fmla="*/ 579 w 1293"/>
                <a:gd name="T97" fmla="*/ 107 h 619"/>
                <a:gd name="T98" fmla="*/ 615 w 1293"/>
                <a:gd name="T99" fmla="*/ 116 h 619"/>
                <a:gd name="T100" fmla="*/ 634 w 1293"/>
                <a:gd name="T101" fmla="*/ 120 h 619"/>
                <a:gd name="T102" fmla="*/ 708 w 1293"/>
                <a:gd name="T103" fmla="*/ 132 h 619"/>
                <a:gd name="T104" fmla="*/ 777 w 1293"/>
                <a:gd name="T105" fmla="*/ 141 h 619"/>
                <a:gd name="T106" fmla="*/ 785 w 1293"/>
                <a:gd name="T107" fmla="*/ 125 h 619"/>
                <a:gd name="T108" fmla="*/ 764 w 1293"/>
                <a:gd name="T109" fmla="*/ 94 h 619"/>
                <a:gd name="T110" fmla="*/ 753 w 1293"/>
                <a:gd name="T111" fmla="*/ 71 h 619"/>
                <a:gd name="T112" fmla="*/ 752 w 1293"/>
                <a:gd name="T113" fmla="*/ 68 h 619"/>
                <a:gd name="T114" fmla="*/ 898 w 1293"/>
                <a:gd name="T115" fmla="*/ 23 h 619"/>
                <a:gd name="T116" fmla="*/ 1088 w 1293"/>
                <a:gd name="T117" fmla="*/ 1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93" h="619">
                  <a:moveTo>
                    <a:pt x="1203" y="0"/>
                  </a:moveTo>
                  <a:lnTo>
                    <a:pt x="1248" y="1"/>
                  </a:lnTo>
                  <a:lnTo>
                    <a:pt x="1293" y="3"/>
                  </a:lnTo>
                  <a:lnTo>
                    <a:pt x="1280" y="15"/>
                  </a:lnTo>
                  <a:lnTo>
                    <a:pt x="1268" y="29"/>
                  </a:lnTo>
                  <a:lnTo>
                    <a:pt x="1261" y="45"/>
                  </a:lnTo>
                  <a:lnTo>
                    <a:pt x="1260" y="49"/>
                  </a:lnTo>
                  <a:lnTo>
                    <a:pt x="1259" y="53"/>
                  </a:lnTo>
                  <a:lnTo>
                    <a:pt x="1258" y="57"/>
                  </a:lnTo>
                  <a:lnTo>
                    <a:pt x="1256" y="60"/>
                  </a:lnTo>
                  <a:lnTo>
                    <a:pt x="1253" y="65"/>
                  </a:lnTo>
                  <a:lnTo>
                    <a:pt x="1251" y="69"/>
                  </a:lnTo>
                  <a:lnTo>
                    <a:pt x="1248" y="77"/>
                  </a:lnTo>
                  <a:lnTo>
                    <a:pt x="1244" y="85"/>
                  </a:lnTo>
                  <a:lnTo>
                    <a:pt x="1235" y="95"/>
                  </a:lnTo>
                  <a:lnTo>
                    <a:pt x="1228" y="106"/>
                  </a:lnTo>
                  <a:lnTo>
                    <a:pt x="1221" y="116"/>
                  </a:lnTo>
                  <a:lnTo>
                    <a:pt x="1215" y="133"/>
                  </a:lnTo>
                  <a:lnTo>
                    <a:pt x="1211" y="151"/>
                  </a:lnTo>
                  <a:lnTo>
                    <a:pt x="1208" y="169"/>
                  </a:lnTo>
                  <a:lnTo>
                    <a:pt x="1203" y="186"/>
                  </a:lnTo>
                  <a:lnTo>
                    <a:pt x="1193" y="200"/>
                  </a:lnTo>
                  <a:lnTo>
                    <a:pt x="1182" y="211"/>
                  </a:lnTo>
                  <a:lnTo>
                    <a:pt x="1169" y="222"/>
                  </a:lnTo>
                  <a:lnTo>
                    <a:pt x="1155" y="231"/>
                  </a:lnTo>
                  <a:lnTo>
                    <a:pt x="1137" y="244"/>
                  </a:lnTo>
                  <a:lnTo>
                    <a:pt x="1121" y="259"/>
                  </a:lnTo>
                  <a:lnTo>
                    <a:pt x="1106" y="275"/>
                  </a:lnTo>
                  <a:lnTo>
                    <a:pt x="1093" y="293"/>
                  </a:lnTo>
                  <a:lnTo>
                    <a:pt x="1083" y="311"/>
                  </a:lnTo>
                  <a:lnTo>
                    <a:pt x="1076" y="330"/>
                  </a:lnTo>
                  <a:lnTo>
                    <a:pt x="1069" y="350"/>
                  </a:lnTo>
                  <a:lnTo>
                    <a:pt x="1062" y="370"/>
                  </a:lnTo>
                  <a:lnTo>
                    <a:pt x="1018" y="490"/>
                  </a:lnTo>
                  <a:lnTo>
                    <a:pt x="396" y="614"/>
                  </a:lnTo>
                  <a:lnTo>
                    <a:pt x="395" y="618"/>
                  </a:lnTo>
                  <a:lnTo>
                    <a:pt x="394" y="619"/>
                  </a:lnTo>
                  <a:lnTo>
                    <a:pt x="394" y="618"/>
                  </a:lnTo>
                  <a:lnTo>
                    <a:pt x="393" y="615"/>
                  </a:lnTo>
                  <a:lnTo>
                    <a:pt x="391" y="611"/>
                  </a:lnTo>
                  <a:lnTo>
                    <a:pt x="388" y="605"/>
                  </a:lnTo>
                  <a:lnTo>
                    <a:pt x="383" y="599"/>
                  </a:lnTo>
                  <a:lnTo>
                    <a:pt x="377" y="593"/>
                  </a:lnTo>
                  <a:lnTo>
                    <a:pt x="366" y="587"/>
                  </a:lnTo>
                  <a:lnTo>
                    <a:pt x="352" y="582"/>
                  </a:lnTo>
                  <a:lnTo>
                    <a:pt x="335" y="577"/>
                  </a:lnTo>
                  <a:lnTo>
                    <a:pt x="314" y="575"/>
                  </a:lnTo>
                  <a:lnTo>
                    <a:pt x="288" y="574"/>
                  </a:lnTo>
                  <a:lnTo>
                    <a:pt x="266" y="575"/>
                  </a:lnTo>
                  <a:lnTo>
                    <a:pt x="246" y="578"/>
                  </a:lnTo>
                  <a:lnTo>
                    <a:pt x="228" y="583"/>
                  </a:lnTo>
                  <a:lnTo>
                    <a:pt x="211" y="586"/>
                  </a:lnTo>
                  <a:lnTo>
                    <a:pt x="195" y="587"/>
                  </a:lnTo>
                  <a:lnTo>
                    <a:pt x="180" y="584"/>
                  </a:lnTo>
                  <a:lnTo>
                    <a:pt x="165" y="578"/>
                  </a:lnTo>
                  <a:lnTo>
                    <a:pt x="150" y="568"/>
                  </a:lnTo>
                  <a:lnTo>
                    <a:pt x="133" y="559"/>
                  </a:lnTo>
                  <a:lnTo>
                    <a:pt x="115" y="551"/>
                  </a:lnTo>
                  <a:lnTo>
                    <a:pt x="96" y="545"/>
                  </a:lnTo>
                  <a:lnTo>
                    <a:pt x="86" y="544"/>
                  </a:lnTo>
                  <a:lnTo>
                    <a:pt x="75" y="541"/>
                  </a:lnTo>
                  <a:lnTo>
                    <a:pt x="61" y="538"/>
                  </a:lnTo>
                  <a:lnTo>
                    <a:pt x="46" y="535"/>
                  </a:lnTo>
                  <a:lnTo>
                    <a:pt x="32" y="530"/>
                  </a:lnTo>
                  <a:lnTo>
                    <a:pt x="19" y="527"/>
                  </a:lnTo>
                  <a:lnTo>
                    <a:pt x="9" y="525"/>
                  </a:lnTo>
                  <a:lnTo>
                    <a:pt x="2" y="523"/>
                  </a:lnTo>
                  <a:lnTo>
                    <a:pt x="0" y="522"/>
                  </a:lnTo>
                  <a:lnTo>
                    <a:pt x="67" y="452"/>
                  </a:lnTo>
                  <a:lnTo>
                    <a:pt x="70" y="445"/>
                  </a:lnTo>
                  <a:lnTo>
                    <a:pt x="76" y="434"/>
                  </a:lnTo>
                  <a:lnTo>
                    <a:pt x="84" y="420"/>
                  </a:lnTo>
                  <a:lnTo>
                    <a:pt x="94" y="404"/>
                  </a:lnTo>
                  <a:lnTo>
                    <a:pt x="105" y="386"/>
                  </a:lnTo>
                  <a:lnTo>
                    <a:pt x="113" y="372"/>
                  </a:lnTo>
                  <a:lnTo>
                    <a:pt x="122" y="353"/>
                  </a:lnTo>
                  <a:lnTo>
                    <a:pt x="131" y="332"/>
                  </a:lnTo>
                  <a:lnTo>
                    <a:pt x="140" y="310"/>
                  </a:lnTo>
                  <a:lnTo>
                    <a:pt x="150" y="289"/>
                  </a:lnTo>
                  <a:lnTo>
                    <a:pt x="159" y="270"/>
                  </a:lnTo>
                  <a:lnTo>
                    <a:pt x="167" y="254"/>
                  </a:lnTo>
                  <a:lnTo>
                    <a:pt x="175" y="239"/>
                  </a:lnTo>
                  <a:lnTo>
                    <a:pt x="181" y="225"/>
                  </a:lnTo>
                  <a:lnTo>
                    <a:pt x="188" y="210"/>
                  </a:lnTo>
                  <a:lnTo>
                    <a:pt x="195" y="193"/>
                  </a:lnTo>
                  <a:lnTo>
                    <a:pt x="257" y="158"/>
                  </a:lnTo>
                  <a:lnTo>
                    <a:pt x="321" y="127"/>
                  </a:lnTo>
                  <a:lnTo>
                    <a:pt x="387" y="99"/>
                  </a:lnTo>
                  <a:lnTo>
                    <a:pt x="456" y="77"/>
                  </a:lnTo>
                  <a:lnTo>
                    <a:pt x="458" y="77"/>
                  </a:lnTo>
                  <a:lnTo>
                    <a:pt x="459" y="77"/>
                  </a:lnTo>
                  <a:lnTo>
                    <a:pt x="466" y="78"/>
                  </a:lnTo>
                  <a:lnTo>
                    <a:pt x="479" y="81"/>
                  </a:lnTo>
                  <a:lnTo>
                    <a:pt x="496" y="86"/>
                  </a:lnTo>
                  <a:lnTo>
                    <a:pt x="515" y="91"/>
                  </a:lnTo>
                  <a:lnTo>
                    <a:pt x="536" y="96"/>
                  </a:lnTo>
                  <a:lnTo>
                    <a:pt x="558" y="102"/>
                  </a:lnTo>
                  <a:lnTo>
                    <a:pt x="579" y="107"/>
                  </a:lnTo>
                  <a:lnTo>
                    <a:pt x="598" y="112"/>
                  </a:lnTo>
                  <a:lnTo>
                    <a:pt x="615" y="116"/>
                  </a:lnTo>
                  <a:lnTo>
                    <a:pt x="628" y="118"/>
                  </a:lnTo>
                  <a:lnTo>
                    <a:pt x="634" y="120"/>
                  </a:lnTo>
                  <a:lnTo>
                    <a:pt x="672" y="126"/>
                  </a:lnTo>
                  <a:lnTo>
                    <a:pt x="708" y="132"/>
                  </a:lnTo>
                  <a:lnTo>
                    <a:pt x="743" y="139"/>
                  </a:lnTo>
                  <a:lnTo>
                    <a:pt x="777" y="141"/>
                  </a:lnTo>
                  <a:lnTo>
                    <a:pt x="798" y="142"/>
                  </a:lnTo>
                  <a:lnTo>
                    <a:pt x="785" y="125"/>
                  </a:lnTo>
                  <a:lnTo>
                    <a:pt x="774" y="109"/>
                  </a:lnTo>
                  <a:lnTo>
                    <a:pt x="764" y="94"/>
                  </a:lnTo>
                  <a:lnTo>
                    <a:pt x="757" y="81"/>
                  </a:lnTo>
                  <a:lnTo>
                    <a:pt x="753" y="71"/>
                  </a:lnTo>
                  <a:lnTo>
                    <a:pt x="752" y="70"/>
                  </a:lnTo>
                  <a:lnTo>
                    <a:pt x="752" y="68"/>
                  </a:lnTo>
                  <a:lnTo>
                    <a:pt x="825" y="46"/>
                  </a:lnTo>
                  <a:lnTo>
                    <a:pt x="898" y="23"/>
                  </a:lnTo>
                  <a:lnTo>
                    <a:pt x="974" y="4"/>
                  </a:lnTo>
                  <a:lnTo>
                    <a:pt x="1088" y="1"/>
                  </a:lnTo>
                  <a:lnTo>
                    <a:pt x="1203" y="0"/>
                  </a:lnTo>
                  <a:close/>
                </a:path>
              </a:pathLst>
            </a:custGeom>
            <a:solidFill>
              <a:srgbClr val="92D05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01" name="Freeform 10">
              <a:extLst>
                <a:ext uri="{FF2B5EF4-FFF2-40B4-BE49-F238E27FC236}">
                  <a16:creationId xmlns:a16="http://schemas.microsoft.com/office/drawing/2014/main" id="{4456C3D5-1A99-4E70-8CB4-403DF383C697}"/>
                </a:ext>
              </a:extLst>
            </p:cNvPr>
            <p:cNvSpPr>
              <a:spLocks/>
            </p:cNvSpPr>
            <p:nvPr/>
          </p:nvSpPr>
          <p:spPr bwMode="auto">
            <a:xfrm>
              <a:off x="3145218" y="3134739"/>
              <a:ext cx="170268" cy="77251"/>
            </a:xfrm>
            <a:custGeom>
              <a:avLst/>
              <a:gdLst>
                <a:gd name="T0" fmla="*/ 207 w 753"/>
                <a:gd name="T1" fmla="*/ 1 h 344"/>
                <a:gd name="T2" fmla="*/ 226 w 753"/>
                <a:gd name="T3" fmla="*/ 11 h 344"/>
                <a:gd name="T4" fmla="*/ 252 w 753"/>
                <a:gd name="T5" fmla="*/ 28 h 344"/>
                <a:gd name="T6" fmla="*/ 275 w 753"/>
                <a:gd name="T7" fmla="*/ 46 h 344"/>
                <a:gd name="T8" fmla="*/ 293 w 753"/>
                <a:gd name="T9" fmla="*/ 56 h 344"/>
                <a:gd name="T10" fmla="*/ 319 w 753"/>
                <a:gd name="T11" fmla="*/ 68 h 344"/>
                <a:gd name="T12" fmla="*/ 352 w 753"/>
                <a:gd name="T13" fmla="*/ 75 h 344"/>
                <a:gd name="T14" fmla="*/ 390 w 753"/>
                <a:gd name="T15" fmla="*/ 90 h 344"/>
                <a:gd name="T16" fmla="*/ 431 w 753"/>
                <a:gd name="T17" fmla="*/ 108 h 344"/>
                <a:gd name="T18" fmla="*/ 465 w 753"/>
                <a:gd name="T19" fmla="*/ 125 h 344"/>
                <a:gd name="T20" fmla="*/ 490 w 753"/>
                <a:gd name="T21" fmla="*/ 136 h 344"/>
                <a:gd name="T22" fmla="*/ 499 w 753"/>
                <a:gd name="T23" fmla="*/ 140 h 344"/>
                <a:gd name="T24" fmla="*/ 751 w 753"/>
                <a:gd name="T25" fmla="*/ 300 h 344"/>
                <a:gd name="T26" fmla="*/ 728 w 753"/>
                <a:gd name="T27" fmla="*/ 305 h 344"/>
                <a:gd name="T28" fmla="*/ 690 w 753"/>
                <a:gd name="T29" fmla="*/ 314 h 344"/>
                <a:gd name="T30" fmla="*/ 642 w 753"/>
                <a:gd name="T31" fmla="*/ 325 h 344"/>
                <a:gd name="T32" fmla="*/ 590 w 753"/>
                <a:gd name="T33" fmla="*/ 338 h 344"/>
                <a:gd name="T34" fmla="*/ 575 w 753"/>
                <a:gd name="T35" fmla="*/ 315 h 344"/>
                <a:gd name="T36" fmla="*/ 565 w 753"/>
                <a:gd name="T37" fmla="*/ 311 h 344"/>
                <a:gd name="T38" fmla="*/ 535 w 753"/>
                <a:gd name="T39" fmla="*/ 299 h 344"/>
                <a:gd name="T40" fmla="*/ 490 w 753"/>
                <a:gd name="T41" fmla="*/ 284 h 344"/>
                <a:gd name="T42" fmla="*/ 433 w 753"/>
                <a:gd name="T43" fmla="*/ 268 h 344"/>
                <a:gd name="T44" fmla="*/ 369 w 753"/>
                <a:gd name="T45" fmla="*/ 253 h 344"/>
                <a:gd name="T46" fmla="*/ 302 w 753"/>
                <a:gd name="T47" fmla="*/ 242 h 344"/>
                <a:gd name="T48" fmla="*/ 234 w 753"/>
                <a:gd name="T49" fmla="*/ 238 h 344"/>
                <a:gd name="T50" fmla="*/ 165 w 753"/>
                <a:gd name="T51" fmla="*/ 229 h 344"/>
                <a:gd name="T52" fmla="*/ 91 w 753"/>
                <a:gd name="T53" fmla="*/ 217 h 344"/>
                <a:gd name="T54" fmla="*/ 73 w 753"/>
                <a:gd name="T55" fmla="*/ 213 h 344"/>
                <a:gd name="T56" fmla="*/ 41 w 753"/>
                <a:gd name="T57" fmla="*/ 205 h 344"/>
                <a:gd name="T58" fmla="*/ 0 w 753"/>
                <a:gd name="T59" fmla="*/ 194 h 344"/>
                <a:gd name="T60" fmla="*/ 26 w 753"/>
                <a:gd name="T61" fmla="*/ 171 h 344"/>
                <a:gd name="T62" fmla="*/ 49 w 753"/>
                <a:gd name="T63" fmla="*/ 144 h 344"/>
                <a:gd name="T64" fmla="*/ 72 w 753"/>
                <a:gd name="T65" fmla="*/ 120 h 344"/>
                <a:gd name="T66" fmla="*/ 89 w 753"/>
                <a:gd name="T67" fmla="*/ 103 h 344"/>
                <a:gd name="T68" fmla="*/ 109 w 753"/>
                <a:gd name="T69" fmla="*/ 86 h 344"/>
                <a:gd name="T70" fmla="*/ 126 w 753"/>
                <a:gd name="T71" fmla="*/ 77 h 344"/>
                <a:gd name="T72" fmla="*/ 142 w 753"/>
                <a:gd name="T73" fmla="*/ 61 h 344"/>
                <a:gd name="T74" fmla="*/ 159 w 753"/>
                <a:gd name="T75" fmla="*/ 39 h 344"/>
                <a:gd name="T76" fmla="*/ 175 w 753"/>
                <a:gd name="T77" fmla="*/ 14 h 344"/>
                <a:gd name="T78" fmla="*/ 191 w 753"/>
                <a:gd name="T79" fmla="*/ 1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53" h="344">
                  <a:moveTo>
                    <a:pt x="198" y="0"/>
                  </a:moveTo>
                  <a:lnTo>
                    <a:pt x="207" y="1"/>
                  </a:lnTo>
                  <a:lnTo>
                    <a:pt x="215" y="5"/>
                  </a:lnTo>
                  <a:lnTo>
                    <a:pt x="226" y="11"/>
                  </a:lnTo>
                  <a:lnTo>
                    <a:pt x="238" y="18"/>
                  </a:lnTo>
                  <a:lnTo>
                    <a:pt x="252" y="28"/>
                  </a:lnTo>
                  <a:lnTo>
                    <a:pt x="267" y="40"/>
                  </a:lnTo>
                  <a:lnTo>
                    <a:pt x="275" y="46"/>
                  </a:lnTo>
                  <a:lnTo>
                    <a:pt x="284" y="51"/>
                  </a:lnTo>
                  <a:lnTo>
                    <a:pt x="293" y="56"/>
                  </a:lnTo>
                  <a:lnTo>
                    <a:pt x="305" y="62"/>
                  </a:lnTo>
                  <a:lnTo>
                    <a:pt x="319" y="68"/>
                  </a:lnTo>
                  <a:lnTo>
                    <a:pt x="334" y="71"/>
                  </a:lnTo>
                  <a:lnTo>
                    <a:pt x="352" y="75"/>
                  </a:lnTo>
                  <a:lnTo>
                    <a:pt x="369" y="80"/>
                  </a:lnTo>
                  <a:lnTo>
                    <a:pt x="390" y="90"/>
                  </a:lnTo>
                  <a:lnTo>
                    <a:pt x="410" y="98"/>
                  </a:lnTo>
                  <a:lnTo>
                    <a:pt x="431" y="108"/>
                  </a:lnTo>
                  <a:lnTo>
                    <a:pt x="448" y="116"/>
                  </a:lnTo>
                  <a:lnTo>
                    <a:pt x="465" y="125"/>
                  </a:lnTo>
                  <a:lnTo>
                    <a:pt x="479" y="131"/>
                  </a:lnTo>
                  <a:lnTo>
                    <a:pt x="490" y="136"/>
                  </a:lnTo>
                  <a:lnTo>
                    <a:pt x="497" y="139"/>
                  </a:lnTo>
                  <a:lnTo>
                    <a:pt x="499" y="140"/>
                  </a:lnTo>
                  <a:lnTo>
                    <a:pt x="753" y="299"/>
                  </a:lnTo>
                  <a:lnTo>
                    <a:pt x="751" y="300"/>
                  </a:lnTo>
                  <a:lnTo>
                    <a:pt x="741" y="302"/>
                  </a:lnTo>
                  <a:lnTo>
                    <a:pt x="728" y="305"/>
                  </a:lnTo>
                  <a:lnTo>
                    <a:pt x="710" y="309"/>
                  </a:lnTo>
                  <a:lnTo>
                    <a:pt x="690" y="314"/>
                  </a:lnTo>
                  <a:lnTo>
                    <a:pt x="667" y="319"/>
                  </a:lnTo>
                  <a:lnTo>
                    <a:pt x="642" y="325"/>
                  </a:lnTo>
                  <a:lnTo>
                    <a:pt x="616" y="332"/>
                  </a:lnTo>
                  <a:lnTo>
                    <a:pt x="590" y="338"/>
                  </a:lnTo>
                  <a:lnTo>
                    <a:pt x="565" y="344"/>
                  </a:lnTo>
                  <a:lnTo>
                    <a:pt x="575" y="315"/>
                  </a:lnTo>
                  <a:lnTo>
                    <a:pt x="573" y="313"/>
                  </a:lnTo>
                  <a:lnTo>
                    <a:pt x="565" y="311"/>
                  </a:lnTo>
                  <a:lnTo>
                    <a:pt x="552" y="305"/>
                  </a:lnTo>
                  <a:lnTo>
                    <a:pt x="535" y="299"/>
                  </a:lnTo>
                  <a:lnTo>
                    <a:pt x="514" y="292"/>
                  </a:lnTo>
                  <a:lnTo>
                    <a:pt x="490" y="284"/>
                  </a:lnTo>
                  <a:lnTo>
                    <a:pt x="462" y="276"/>
                  </a:lnTo>
                  <a:lnTo>
                    <a:pt x="433" y="268"/>
                  </a:lnTo>
                  <a:lnTo>
                    <a:pt x="402" y="260"/>
                  </a:lnTo>
                  <a:lnTo>
                    <a:pt x="369" y="253"/>
                  </a:lnTo>
                  <a:lnTo>
                    <a:pt x="335" y="247"/>
                  </a:lnTo>
                  <a:lnTo>
                    <a:pt x="302" y="242"/>
                  </a:lnTo>
                  <a:lnTo>
                    <a:pt x="268" y="239"/>
                  </a:lnTo>
                  <a:lnTo>
                    <a:pt x="234" y="238"/>
                  </a:lnTo>
                  <a:lnTo>
                    <a:pt x="200" y="236"/>
                  </a:lnTo>
                  <a:lnTo>
                    <a:pt x="165" y="229"/>
                  </a:lnTo>
                  <a:lnTo>
                    <a:pt x="129" y="223"/>
                  </a:lnTo>
                  <a:lnTo>
                    <a:pt x="91" y="217"/>
                  </a:lnTo>
                  <a:lnTo>
                    <a:pt x="85" y="215"/>
                  </a:lnTo>
                  <a:lnTo>
                    <a:pt x="73" y="213"/>
                  </a:lnTo>
                  <a:lnTo>
                    <a:pt x="59" y="209"/>
                  </a:lnTo>
                  <a:lnTo>
                    <a:pt x="41" y="205"/>
                  </a:lnTo>
                  <a:lnTo>
                    <a:pt x="21" y="200"/>
                  </a:lnTo>
                  <a:lnTo>
                    <a:pt x="0" y="194"/>
                  </a:lnTo>
                  <a:lnTo>
                    <a:pt x="12" y="184"/>
                  </a:lnTo>
                  <a:lnTo>
                    <a:pt x="26" y="171"/>
                  </a:lnTo>
                  <a:lnTo>
                    <a:pt x="40" y="155"/>
                  </a:lnTo>
                  <a:lnTo>
                    <a:pt x="49" y="144"/>
                  </a:lnTo>
                  <a:lnTo>
                    <a:pt x="61" y="132"/>
                  </a:lnTo>
                  <a:lnTo>
                    <a:pt x="72" y="120"/>
                  </a:lnTo>
                  <a:lnTo>
                    <a:pt x="82" y="111"/>
                  </a:lnTo>
                  <a:lnTo>
                    <a:pt x="89" y="103"/>
                  </a:lnTo>
                  <a:lnTo>
                    <a:pt x="100" y="93"/>
                  </a:lnTo>
                  <a:lnTo>
                    <a:pt x="109" y="86"/>
                  </a:lnTo>
                  <a:lnTo>
                    <a:pt x="118" y="81"/>
                  </a:lnTo>
                  <a:lnTo>
                    <a:pt x="126" y="77"/>
                  </a:lnTo>
                  <a:lnTo>
                    <a:pt x="134" y="71"/>
                  </a:lnTo>
                  <a:lnTo>
                    <a:pt x="142" y="61"/>
                  </a:lnTo>
                  <a:lnTo>
                    <a:pt x="151" y="49"/>
                  </a:lnTo>
                  <a:lnTo>
                    <a:pt x="159" y="39"/>
                  </a:lnTo>
                  <a:lnTo>
                    <a:pt x="166" y="26"/>
                  </a:lnTo>
                  <a:lnTo>
                    <a:pt x="175" y="14"/>
                  </a:lnTo>
                  <a:lnTo>
                    <a:pt x="183" y="5"/>
                  </a:lnTo>
                  <a:lnTo>
                    <a:pt x="191" y="1"/>
                  </a:lnTo>
                  <a:lnTo>
                    <a:pt x="198" y="0"/>
                  </a:lnTo>
                  <a:close/>
                </a:path>
              </a:pathLst>
            </a:custGeom>
            <a:solidFill>
              <a:srgbClr val="7FAE2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02" name="Freeform 11">
              <a:extLst>
                <a:ext uri="{FF2B5EF4-FFF2-40B4-BE49-F238E27FC236}">
                  <a16:creationId xmlns:a16="http://schemas.microsoft.com/office/drawing/2014/main" id="{EAC65ECE-AAFE-44AB-B2F3-D2CC110879ED}"/>
                </a:ext>
              </a:extLst>
            </p:cNvPr>
            <p:cNvSpPr>
              <a:spLocks/>
            </p:cNvSpPr>
            <p:nvPr/>
          </p:nvSpPr>
          <p:spPr bwMode="auto">
            <a:xfrm>
              <a:off x="3080580" y="3120550"/>
              <a:ext cx="163961" cy="93017"/>
            </a:xfrm>
            <a:custGeom>
              <a:avLst/>
              <a:gdLst>
                <a:gd name="T0" fmla="*/ 243 w 727"/>
                <a:gd name="T1" fmla="*/ 3 h 414"/>
                <a:gd name="T2" fmla="*/ 273 w 727"/>
                <a:gd name="T3" fmla="*/ 19 h 414"/>
                <a:gd name="T4" fmla="*/ 305 w 727"/>
                <a:gd name="T5" fmla="*/ 39 h 414"/>
                <a:gd name="T6" fmla="*/ 338 w 727"/>
                <a:gd name="T7" fmla="*/ 54 h 414"/>
                <a:gd name="T8" fmla="*/ 375 w 727"/>
                <a:gd name="T9" fmla="*/ 66 h 414"/>
                <a:gd name="T10" fmla="*/ 413 w 727"/>
                <a:gd name="T11" fmla="*/ 83 h 414"/>
                <a:gd name="T12" fmla="*/ 443 w 727"/>
                <a:gd name="T13" fmla="*/ 100 h 414"/>
                <a:gd name="T14" fmla="*/ 460 w 727"/>
                <a:gd name="T15" fmla="*/ 113 h 414"/>
                <a:gd name="T16" fmla="*/ 483 w 727"/>
                <a:gd name="T17" fmla="*/ 134 h 414"/>
                <a:gd name="T18" fmla="*/ 513 w 727"/>
                <a:gd name="T19" fmla="*/ 162 h 414"/>
                <a:gd name="T20" fmla="*/ 543 w 727"/>
                <a:gd name="T21" fmla="*/ 193 h 414"/>
                <a:gd name="T22" fmla="*/ 570 w 727"/>
                <a:gd name="T23" fmla="*/ 218 h 414"/>
                <a:gd name="T24" fmla="*/ 594 w 727"/>
                <a:gd name="T25" fmla="*/ 210 h 414"/>
                <a:gd name="T26" fmla="*/ 612 w 727"/>
                <a:gd name="T27" fmla="*/ 173 h 414"/>
                <a:gd name="T28" fmla="*/ 616 w 727"/>
                <a:gd name="T29" fmla="*/ 136 h 414"/>
                <a:gd name="T30" fmla="*/ 617 w 727"/>
                <a:gd name="T31" fmla="*/ 131 h 414"/>
                <a:gd name="T32" fmla="*/ 657 w 727"/>
                <a:gd name="T33" fmla="*/ 141 h 414"/>
                <a:gd name="T34" fmla="*/ 716 w 727"/>
                <a:gd name="T35" fmla="*/ 168 h 414"/>
                <a:gd name="T36" fmla="*/ 727 w 727"/>
                <a:gd name="T37" fmla="*/ 222 h 414"/>
                <a:gd name="T38" fmla="*/ 722 w 727"/>
                <a:gd name="T39" fmla="*/ 248 h 414"/>
                <a:gd name="T40" fmla="*/ 705 w 727"/>
                <a:gd name="T41" fmla="*/ 263 h 414"/>
                <a:gd name="T42" fmla="*/ 682 w 727"/>
                <a:gd name="T43" fmla="*/ 270 h 414"/>
                <a:gd name="T44" fmla="*/ 655 w 727"/>
                <a:gd name="T45" fmla="*/ 275 h 414"/>
                <a:gd name="T46" fmla="*/ 631 w 727"/>
                <a:gd name="T47" fmla="*/ 283 h 414"/>
                <a:gd name="T48" fmla="*/ 610 w 727"/>
                <a:gd name="T49" fmla="*/ 300 h 414"/>
                <a:gd name="T50" fmla="*/ 583 w 727"/>
                <a:gd name="T51" fmla="*/ 327 h 414"/>
                <a:gd name="T52" fmla="*/ 420 w 727"/>
                <a:gd name="T53" fmla="*/ 353 h 414"/>
                <a:gd name="T54" fmla="*/ 0 w 727"/>
                <a:gd name="T55" fmla="*/ 382 h 414"/>
                <a:gd name="T56" fmla="*/ 4 w 727"/>
                <a:gd name="T57" fmla="*/ 373 h 414"/>
                <a:gd name="T58" fmla="*/ 18 w 727"/>
                <a:gd name="T59" fmla="*/ 346 h 414"/>
                <a:gd name="T60" fmla="*/ 39 w 727"/>
                <a:gd name="T61" fmla="*/ 308 h 414"/>
                <a:gd name="T62" fmla="*/ 65 w 727"/>
                <a:gd name="T63" fmla="*/ 261 h 414"/>
                <a:gd name="T64" fmla="*/ 93 w 727"/>
                <a:gd name="T65" fmla="*/ 209 h 414"/>
                <a:gd name="T66" fmla="*/ 123 w 727"/>
                <a:gd name="T67" fmla="*/ 155 h 414"/>
                <a:gd name="T68" fmla="*/ 151 w 727"/>
                <a:gd name="T69" fmla="*/ 104 h 414"/>
                <a:gd name="T70" fmla="*/ 178 w 727"/>
                <a:gd name="T71" fmla="*/ 60 h 414"/>
                <a:gd name="T72" fmla="*/ 199 w 727"/>
                <a:gd name="T73" fmla="*/ 25 h 414"/>
                <a:gd name="T74" fmla="*/ 215 w 727"/>
                <a:gd name="T75" fmla="*/ 5 h 414"/>
                <a:gd name="T76" fmla="*/ 230 w 727"/>
                <a:gd name="T77" fmla="*/ 0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27" h="414">
                  <a:moveTo>
                    <a:pt x="230" y="0"/>
                  </a:moveTo>
                  <a:lnTo>
                    <a:pt x="243" y="3"/>
                  </a:lnTo>
                  <a:lnTo>
                    <a:pt x="258" y="10"/>
                  </a:lnTo>
                  <a:lnTo>
                    <a:pt x="273" y="19"/>
                  </a:lnTo>
                  <a:lnTo>
                    <a:pt x="290" y="29"/>
                  </a:lnTo>
                  <a:lnTo>
                    <a:pt x="305" y="39"/>
                  </a:lnTo>
                  <a:lnTo>
                    <a:pt x="322" y="47"/>
                  </a:lnTo>
                  <a:lnTo>
                    <a:pt x="338" y="54"/>
                  </a:lnTo>
                  <a:lnTo>
                    <a:pt x="356" y="59"/>
                  </a:lnTo>
                  <a:lnTo>
                    <a:pt x="375" y="66"/>
                  </a:lnTo>
                  <a:lnTo>
                    <a:pt x="394" y="75"/>
                  </a:lnTo>
                  <a:lnTo>
                    <a:pt x="413" y="83"/>
                  </a:lnTo>
                  <a:lnTo>
                    <a:pt x="429" y="93"/>
                  </a:lnTo>
                  <a:lnTo>
                    <a:pt x="443" y="100"/>
                  </a:lnTo>
                  <a:lnTo>
                    <a:pt x="453" y="107"/>
                  </a:lnTo>
                  <a:lnTo>
                    <a:pt x="460" y="113"/>
                  </a:lnTo>
                  <a:lnTo>
                    <a:pt x="470" y="122"/>
                  </a:lnTo>
                  <a:lnTo>
                    <a:pt x="483" y="134"/>
                  </a:lnTo>
                  <a:lnTo>
                    <a:pt x="497" y="148"/>
                  </a:lnTo>
                  <a:lnTo>
                    <a:pt x="513" y="162"/>
                  </a:lnTo>
                  <a:lnTo>
                    <a:pt x="528" y="178"/>
                  </a:lnTo>
                  <a:lnTo>
                    <a:pt x="543" y="193"/>
                  </a:lnTo>
                  <a:lnTo>
                    <a:pt x="558" y="207"/>
                  </a:lnTo>
                  <a:lnTo>
                    <a:pt x="570" y="218"/>
                  </a:lnTo>
                  <a:lnTo>
                    <a:pt x="578" y="227"/>
                  </a:lnTo>
                  <a:lnTo>
                    <a:pt x="594" y="210"/>
                  </a:lnTo>
                  <a:lnTo>
                    <a:pt x="605" y="192"/>
                  </a:lnTo>
                  <a:lnTo>
                    <a:pt x="612" y="173"/>
                  </a:lnTo>
                  <a:lnTo>
                    <a:pt x="615" y="154"/>
                  </a:lnTo>
                  <a:lnTo>
                    <a:pt x="616" y="136"/>
                  </a:lnTo>
                  <a:lnTo>
                    <a:pt x="616" y="134"/>
                  </a:lnTo>
                  <a:lnTo>
                    <a:pt x="617" y="131"/>
                  </a:lnTo>
                  <a:lnTo>
                    <a:pt x="637" y="135"/>
                  </a:lnTo>
                  <a:lnTo>
                    <a:pt x="657" y="141"/>
                  </a:lnTo>
                  <a:lnTo>
                    <a:pt x="688" y="155"/>
                  </a:lnTo>
                  <a:lnTo>
                    <a:pt x="716" y="168"/>
                  </a:lnTo>
                  <a:lnTo>
                    <a:pt x="723" y="195"/>
                  </a:lnTo>
                  <a:lnTo>
                    <a:pt x="727" y="222"/>
                  </a:lnTo>
                  <a:lnTo>
                    <a:pt x="726" y="236"/>
                  </a:lnTo>
                  <a:lnTo>
                    <a:pt x="722" y="248"/>
                  </a:lnTo>
                  <a:lnTo>
                    <a:pt x="714" y="256"/>
                  </a:lnTo>
                  <a:lnTo>
                    <a:pt x="705" y="263"/>
                  </a:lnTo>
                  <a:lnTo>
                    <a:pt x="694" y="267"/>
                  </a:lnTo>
                  <a:lnTo>
                    <a:pt x="682" y="270"/>
                  </a:lnTo>
                  <a:lnTo>
                    <a:pt x="668" y="273"/>
                  </a:lnTo>
                  <a:lnTo>
                    <a:pt x="655" y="275"/>
                  </a:lnTo>
                  <a:lnTo>
                    <a:pt x="642" y="279"/>
                  </a:lnTo>
                  <a:lnTo>
                    <a:pt x="631" y="283"/>
                  </a:lnTo>
                  <a:lnTo>
                    <a:pt x="621" y="289"/>
                  </a:lnTo>
                  <a:lnTo>
                    <a:pt x="610" y="300"/>
                  </a:lnTo>
                  <a:lnTo>
                    <a:pt x="597" y="312"/>
                  </a:lnTo>
                  <a:lnTo>
                    <a:pt x="583" y="327"/>
                  </a:lnTo>
                  <a:lnTo>
                    <a:pt x="428" y="356"/>
                  </a:lnTo>
                  <a:lnTo>
                    <a:pt x="420" y="353"/>
                  </a:lnTo>
                  <a:lnTo>
                    <a:pt x="333" y="414"/>
                  </a:lnTo>
                  <a:lnTo>
                    <a:pt x="0" y="382"/>
                  </a:lnTo>
                  <a:lnTo>
                    <a:pt x="1" y="379"/>
                  </a:lnTo>
                  <a:lnTo>
                    <a:pt x="4" y="373"/>
                  </a:lnTo>
                  <a:lnTo>
                    <a:pt x="11" y="361"/>
                  </a:lnTo>
                  <a:lnTo>
                    <a:pt x="18" y="346"/>
                  </a:lnTo>
                  <a:lnTo>
                    <a:pt x="28" y="328"/>
                  </a:lnTo>
                  <a:lnTo>
                    <a:pt x="39" y="308"/>
                  </a:lnTo>
                  <a:lnTo>
                    <a:pt x="51" y="285"/>
                  </a:lnTo>
                  <a:lnTo>
                    <a:pt x="65" y="261"/>
                  </a:lnTo>
                  <a:lnTo>
                    <a:pt x="78" y="235"/>
                  </a:lnTo>
                  <a:lnTo>
                    <a:pt x="93" y="209"/>
                  </a:lnTo>
                  <a:lnTo>
                    <a:pt x="108" y="182"/>
                  </a:lnTo>
                  <a:lnTo>
                    <a:pt x="123" y="155"/>
                  </a:lnTo>
                  <a:lnTo>
                    <a:pt x="136" y="130"/>
                  </a:lnTo>
                  <a:lnTo>
                    <a:pt x="151" y="104"/>
                  </a:lnTo>
                  <a:lnTo>
                    <a:pt x="165" y="81"/>
                  </a:lnTo>
                  <a:lnTo>
                    <a:pt x="178" y="60"/>
                  </a:lnTo>
                  <a:lnTo>
                    <a:pt x="189" y="41"/>
                  </a:lnTo>
                  <a:lnTo>
                    <a:pt x="199" y="25"/>
                  </a:lnTo>
                  <a:lnTo>
                    <a:pt x="208" y="13"/>
                  </a:lnTo>
                  <a:lnTo>
                    <a:pt x="215" y="5"/>
                  </a:lnTo>
                  <a:lnTo>
                    <a:pt x="220" y="1"/>
                  </a:lnTo>
                  <a:lnTo>
                    <a:pt x="230" y="0"/>
                  </a:lnTo>
                  <a:close/>
                </a:path>
              </a:pathLst>
            </a:custGeom>
            <a:solidFill>
              <a:srgbClr val="F0EF4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03" name="Freeform 12">
              <a:extLst>
                <a:ext uri="{FF2B5EF4-FFF2-40B4-BE49-F238E27FC236}">
                  <a16:creationId xmlns:a16="http://schemas.microsoft.com/office/drawing/2014/main" id="{F2F4615B-853F-416C-BC84-B57D3B10E9F2}"/>
                </a:ext>
              </a:extLst>
            </p:cNvPr>
            <p:cNvSpPr>
              <a:spLocks/>
            </p:cNvSpPr>
            <p:nvPr/>
          </p:nvSpPr>
          <p:spPr bwMode="auto">
            <a:xfrm>
              <a:off x="3107381" y="3120550"/>
              <a:ext cx="58332" cy="42567"/>
            </a:xfrm>
            <a:custGeom>
              <a:avLst/>
              <a:gdLst>
                <a:gd name="T0" fmla="*/ 113 w 260"/>
                <a:gd name="T1" fmla="*/ 0 h 187"/>
                <a:gd name="T2" fmla="*/ 126 w 260"/>
                <a:gd name="T3" fmla="*/ 3 h 187"/>
                <a:gd name="T4" fmla="*/ 141 w 260"/>
                <a:gd name="T5" fmla="*/ 10 h 187"/>
                <a:gd name="T6" fmla="*/ 156 w 260"/>
                <a:gd name="T7" fmla="*/ 19 h 187"/>
                <a:gd name="T8" fmla="*/ 173 w 260"/>
                <a:gd name="T9" fmla="*/ 29 h 187"/>
                <a:gd name="T10" fmla="*/ 188 w 260"/>
                <a:gd name="T11" fmla="*/ 39 h 187"/>
                <a:gd name="T12" fmla="*/ 205 w 260"/>
                <a:gd name="T13" fmla="*/ 47 h 187"/>
                <a:gd name="T14" fmla="*/ 221 w 260"/>
                <a:gd name="T15" fmla="*/ 54 h 187"/>
                <a:gd name="T16" fmla="*/ 240 w 260"/>
                <a:gd name="T17" fmla="*/ 60 h 187"/>
                <a:gd name="T18" fmla="*/ 260 w 260"/>
                <a:gd name="T19" fmla="*/ 67 h 187"/>
                <a:gd name="T20" fmla="*/ 253 w 260"/>
                <a:gd name="T21" fmla="*/ 77 h 187"/>
                <a:gd name="T22" fmla="*/ 244 w 260"/>
                <a:gd name="T23" fmla="*/ 85 h 187"/>
                <a:gd name="T24" fmla="*/ 233 w 260"/>
                <a:gd name="T25" fmla="*/ 95 h 187"/>
                <a:gd name="T26" fmla="*/ 224 w 260"/>
                <a:gd name="T27" fmla="*/ 102 h 187"/>
                <a:gd name="T28" fmla="*/ 218 w 260"/>
                <a:gd name="T29" fmla="*/ 111 h 187"/>
                <a:gd name="T30" fmla="*/ 214 w 260"/>
                <a:gd name="T31" fmla="*/ 120 h 187"/>
                <a:gd name="T32" fmla="*/ 210 w 260"/>
                <a:gd name="T33" fmla="*/ 133 h 187"/>
                <a:gd name="T34" fmla="*/ 204 w 260"/>
                <a:gd name="T35" fmla="*/ 144 h 187"/>
                <a:gd name="T36" fmla="*/ 197 w 260"/>
                <a:gd name="T37" fmla="*/ 154 h 187"/>
                <a:gd name="T38" fmla="*/ 187 w 260"/>
                <a:gd name="T39" fmla="*/ 162 h 187"/>
                <a:gd name="T40" fmla="*/ 173 w 260"/>
                <a:gd name="T41" fmla="*/ 169 h 187"/>
                <a:gd name="T42" fmla="*/ 154 w 260"/>
                <a:gd name="T43" fmla="*/ 176 h 187"/>
                <a:gd name="T44" fmla="*/ 129 w 260"/>
                <a:gd name="T45" fmla="*/ 182 h 187"/>
                <a:gd name="T46" fmla="*/ 109 w 260"/>
                <a:gd name="T47" fmla="*/ 186 h 187"/>
                <a:gd name="T48" fmla="*/ 88 w 260"/>
                <a:gd name="T49" fmla="*/ 187 h 187"/>
                <a:gd name="T50" fmla="*/ 68 w 260"/>
                <a:gd name="T51" fmla="*/ 186 h 187"/>
                <a:gd name="T52" fmla="*/ 50 w 260"/>
                <a:gd name="T53" fmla="*/ 182 h 187"/>
                <a:gd name="T54" fmla="*/ 34 w 260"/>
                <a:gd name="T55" fmla="*/ 179 h 187"/>
                <a:gd name="T56" fmla="*/ 22 w 260"/>
                <a:gd name="T57" fmla="*/ 176 h 187"/>
                <a:gd name="T58" fmla="*/ 13 w 260"/>
                <a:gd name="T59" fmla="*/ 173 h 187"/>
                <a:gd name="T60" fmla="*/ 10 w 260"/>
                <a:gd name="T61" fmla="*/ 173 h 187"/>
                <a:gd name="T62" fmla="*/ 5 w 260"/>
                <a:gd name="T63" fmla="*/ 168 h 187"/>
                <a:gd name="T64" fmla="*/ 0 w 260"/>
                <a:gd name="T65" fmla="*/ 163 h 187"/>
                <a:gd name="T66" fmla="*/ 16 w 260"/>
                <a:gd name="T67" fmla="*/ 136 h 187"/>
                <a:gd name="T68" fmla="*/ 31 w 260"/>
                <a:gd name="T69" fmla="*/ 111 h 187"/>
                <a:gd name="T70" fmla="*/ 45 w 260"/>
                <a:gd name="T71" fmla="*/ 86 h 187"/>
                <a:gd name="T72" fmla="*/ 59 w 260"/>
                <a:gd name="T73" fmla="*/ 63 h 187"/>
                <a:gd name="T74" fmla="*/ 70 w 260"/>
                <a:gd name="T75" fmla="*/ 44 h 187"/>
                <a:gd name="T76" fmla="*/ 82 w 260"/>
                <a:gd name="T77" fmla="*/ 27 h 187"/>
                <a:gd name="T78" fmla="*/ 90 w 260"/>
                <a:gd name="T79" fmla="*/ 14 h 187"/>
                <a:gd name="T80" fmla="*/ 98 w 260"/>
                <a:gd name="T81" fmla="*/ 5 h 187"/>
                <a:gd name="T82" fmla="*/ 103 w 260"/>
                <a:gd name="T83" fmla="*/ 1 h 187"/>
                <a:gd name="T84" fmla="*/ 113 w 260"/>
                <a:gd name="T85"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60" h="187">
                  <a:moveTo>
                    <a:pt x="113" y="0"/>
                  </a:moveTo>
                  <a:lnTo>
                    <a:pt x="126" y="3"/>
                  </a:lnTo>
                  <a:lnTo>
                    <a:pt x="141" y="10"/>
                  </a:lnTo>
                  <a:lnTo>
                    <a:pt x="156" y="19"/>
                  </a:lnTo>
                  <a:lnTo>
                    <a:pt x="173" y="29"/>
                  </a:lnTo>
                  <a:lnTo>
                    <a:pt x="188" y="39"/>
                  </a:lnTo>
                  <a:lnTo>
                    <a:pt x="205" y="47"/>
                  </a:lnTo>
                  <a:lnTo>
                    <a:pt x="221" y="54"/>
                  </a:lnTo>
                  <a:lnTo>
                    <a:pt x="240" y="60"/>
                  </a:lnTo>
                  <a:lnTo>
                    <a:pt x="260" y="67"/>
                  </a:lnTo>
                  <a:lnTo>
                    <a:pt x="253" y="77"/>
                  </a:lnTo>
                  <a:lnTo>
                    <a:pt x="244" y="85"/>
                  </a:lnTo>
                  <a:lnTo>
                    <a:pt x="233" y="95"/>
                  </a:lnTo>
                  <a:lnTo>
                    <a:pt x="224" y="102"/>
                  </a:lnTo>
                  <a:lnTo>
                    <a:pt x="218" y="111"/>
                  </a:lnTo>
                  <a:lnTo>
                    <a:pt x="214" y="120"/>
                  </a:lnTo>
                  <a:lnTo>
                    <a:pt x="210" y="133"/>
                  </a:lnTo>
                  <a:lnTo>
                    <a:pt x="204" y="144"/>
                  </a:lnTo>
                  <a:lnTo>
                    <a:pt x="197" y="154"/>
                  </a:lnTo>
                  <a:lnTo>
                    <a:pt x="187" y="162"/>
                  </a:lnTo>
                  <a:lnTo>
                    <a:pt x="173" y="169"/>
                  </a:lnTo>
                  <a:lnTo>
                    <a:pt x="154" y="176"/>
                  </a:lnTo>
                  <a:lnTo>
                    <a:pt x="129" y="182"/>
                  </a:lnTo>
                  <a:lnTo>
                    <a:pt x="109" y="186"/>
                  </a:lnTo>
                  <a:lnTo>
                    <a:pt x="88" y="187"/>
                  </a:lnTo>
                  <a:lnTo>
                    <a:pt x="68" y="186"/>
                  </a:lnTo>
                  <a:lnTo>
                    <a:pt x="50" y="182"/>
                  </a:lnTo>
                  <a:lnTo>
                    <a:pt x="34" y="179"/>
                  </a:lnTo>
                  <a:lnTo>
                    <a:pt x="22" y="176"/>
                  </a:lnTo>
                  <a:lnTo>
                    <a:pt x="13" y="173"/>
                  </a:lnTo>
                  <a:lnTo>
                    <a:pt x="10" y="173"/>
                  </a:lnTo>
                  <a:lnTo>
                    <a:pt x="5" y="168"/>
                  </a:lnTo>
                  <a:lnTo>
                    <a:pt x="0" y="163"/>
                  </a:lnTo>
                  <a:lnTo>
                    <a:pt x="16" y="136"/>
                  </a:lnTo>
                  <a:lnTo>
                    <a:pt x="31" y="111"/>
                  </a:lnTo>
                  <a:lnTo>
                    <a:pt x="45" y="86"/>
                  </a:lnTo>
                  <a:lnTo>
                    <a:pt x="59" y="63"/>
                  </a:lnTo>
                  <a:lnTo>
                    <a:pt x="70" y="44"/>
                  </a:lnTo>
                  <a:lnTo>
                    <a:pt x="82" y="27"/>
                  </a:lnTo>
                  <a:lnTo>
                    <a:pt x="90" y="14"/>
                  </a:lnTo>
                  <a:lnTo>
                    <a:pt x="98" y="5"/>
                  </a:lnTo>
                  <a:lnTo>
                    <a:pt x="103" y="1"/>
                  </a:lnTo>
                  <a:lnTo>
                    <a:pt x="113" y="0"/>
                  </a:lnTo>
                  <a:close/>
                </a:path>
              </a:pathLst>
            </a:custGeom>
            <a:solidFill>
              <a:srgbClr val="D86C0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04" name="Freeform 13">
              <a:extLst>
                <a:ext uri="{FF2B5EF4-FFF2-40B4-BE49-F238E27FC236}">
                  <a16:creationId xmlns:a16="http://schemas.microsoft.com/office/drawing/2014/main" id="{A5BF4FC8-AF21-4247-B428-B57B85551ED6}"/>
                </a:ext>
              </a:extLst>
            </p:cNvPr>
            <p:cNvSpPr>
              <a:spLocks/>
            </p:cNvSpPr>
            <p:nvPr/>
          </p:nvSpPr>
          <p:spPr bwMode="auto">
            <a:xfrm>
              <a:off x="3138912" y="3141045"/>
              <a:ext cx="80404" cy="59909"/>
            </a:xfrm>
            <a:custGeom>
              <a:avLst/>
              <a:gdLst>
                <a:gd name="T0" fmla="*/ 279 w 355"/>
                <a:gd name="T1" fmla="*/ 0 h 264"/>
                <a:gd name="T2" fmla="*/ 293 w 355"/>
                <a:gd name="T3" fmla="*/ 9 h 264"/>
                <a:gd name="T4" fmla="*/ 301 w 355"/>
                <a:gd name="T5" fmla="*/ 15 h 264"/>
                <a:gd name="T6" fmla="*/ 310 w 355"/>
                <a:gd name="T7" fmla="*/ 20 h 264"/>
                <a:gd name="T8" fmla="*/ 319 w 355"/>
                <a:gd name="T9" fmla="*/ 25 h 264"/>
                <a:gd name="T10" fmla="*/ 331 w 355"/>
                <a:gd name="T11" fmla="*/ 31 h 264"/>
                <a:gd name="T12" fmla="*/ 342 w 355"/>
                <a:gd name="T13" fmla="*/ 36 h 264"/>
                <a:gd name="T14" fmla="*/ 355 w 355"/>
                <a:gd name="T15" fmla="*/ 39 h 264"/>
                <a:gd name="T16" fmla="*/ 354 w 355"/>
                <a:gd name="T17" fmla="*/ 42 h 264"/>
                <a:gd name="T18" fmla="*/ 354 w 355"/>
                <a:gd name="T19" fmla="*/ 44 h 264"/>
                <a:gd name="T20" fmla="*/ 354 w 355"/>
                <a:gd name="T21" fmla="*/ 60 h 264"/>
                <a:gd name="T22" fmla="*/ 351 w 355"/>
                <a:gd name="T23" fmla="*/ 77 h 264"/>
                <a:gd name="T24" fmla="*/ 347 w 355"/>
                <a:gd name="T25" fmla="*/ 93 h 264"/>
                <a:gd name="T26" fmla="*/ 338 w 355"/>
                <a:gd name="T27" fmla="*/ 109 h 264"/>
                <a:gd name="T28" fmla="*/ 327 w 355"/>
                <a:gd name="T29" fmla="*/ 124 h 264"/>
                <a:gd name="T30" fmla="*/ 312 w 355"/>
                <a:gd name="T31" fmla="*/ 139 h 264"/>
                <a:gd name="T32" fmla="*/ 292 w 355"/>
                <a:gd name="T33" fmla="*/ 153 h 264"/>
                <a:gd name="T34" fmla="*/ 267 w 355"/>
                <a:gd name="T35" fmla="*/ 164 h 264"/>
                <a:gd name="T36" fmla="*/ 238 w 355"/>
                <a:gd name="T37" fmla="*/ 174 h 264"/>
                <a:gd name="T38" fmla="*/ 225 w 355"/>
                <a:gd name="T39" fmla="*/ 179 h 264"/>
                <a:gd name="T40" fmla="*/ 217 w 355"/>
                <a:gd name="T41" fmla="*/ 187 h 264"/>
                <a:gd name="T42" fmla="*/ 209 w 355"/>
                <a:gd name="T43" fmla="*/ 196 h 264"/>
                <a:gd name="T44" fmla="*/ 204 w 355"/>
                <a:gd name="T45" fmla="*/ 207 h 264"/>
                <a:gd name="T46" fmla="*/ 199 w 355"/>
                <a:gd name="T47" fmla="*/ 217 h 264"/>
                <a:gd name="T48" fmla="*/ 192 w 355"/>
                <a:gd name="T49" fmla="*/ 228 h 264"/>
                <a:gd name="T50" fmla="*/ 184 w 355"/>
                <a:gd name="T51" fmla="*/ 238 h 264"/>
                <a:gd name="T52" fmla="*/ 172 w 355"/>
                <a:gd name="T53" fmla="*/ 247 h 264"/>
                <a:gd name="T54" fmla="*/ 156 w 355"/>
                <a:gd name="T55" fmla="*/ 253 h 264"/>
                <a:gd name="T56" fmla="*/ 152 w 355"/>
                <a:gd name="T57" fmla="*/ 254 h 264"/>
                <a:gd name="T58" fmla="*/ 148 w 355"/>
                <a:gd name="T59" fmla="*/ 255 h 264"/>
                <a:gd name="T60" fmla="*/ 166 w 355"/>
                <a:gd name="T61" fmla="*/ 264 h 264"/>
                <a:gd name="T62" fmla="*/ 0 w 355"/>
                <a:gd name="T63" fmla="*/ 186 h 264"/>
                <a:gd name="T64" fmla="*/ 27 w 355"/>
                <a:gd name="T65" fmla="*/ 184 h 264"/>
                <a:gd name="T66" fmla="*/ 52 w 355"/>
                <a:gd name="T67" fmla="*/ 183 h 264"/>
                <a:gd name="T68" fmla="*/ 74 w 355"/>
                <a:gd name="T69" fmla="*/ 181 h 264"/>
                <a:gd name="T70" fmla="*/ 92 w 355"/>
                <a:gd name="T71" fmla="*/ 178 h 264"/>
                <a:gd name="T72" fmla="*/ 106 w 355"/>
                <a:gd name="T73" fmla="*/ 173 h 264"/>
                <a:gd name="T74" fmla="*/ 118 w 355"/>
                <a:gd name="T75" fmla="*/ 162 h 264"/>
                <a:gd name="T76" fmla="*/ 130 w 355"/>
                <a:gd name="T77" fmla="*/ 150 h 264"/>
                <a:gd name="T78" fmla="*/ 143 w 355"/>
                <a:gd name="T79" fmla="*/ 136 h 264"/>
                <a:gd name="T80" fmla="*/ 156 w 355"/>
                <a:gd name="T81" fmla="*/ 121 h 264"/>
                <a:gd name="T82" fmla="*/ 171 w 355"/>
                <a:gd name="T83" fmla="*/ 109 h 264"/>
                <a:gd name="T84" fmla="*/ 188 w 355"/>
                <a:gd name="T85" fmla="*/ 99 h 264"/>
                <a:gd name="T86" fmla="*/ 207 w 355"/>
                <a:gd name="T87" fmla="*/ 92 h 264"/>
                <a:gd name="T88" fmla="*/ 224 w 355"/>
                <a:gd name="T89" fmla="*/ 86 h 264"/>
                <a:gd name="T90" fmla="*/ 238 w 355"/>
                <a:gd name="T91" fmla="*/ 82 h 264"/>
                <a:gd name="T92" fmla="*/ 251 w 355"/>
                <a:gd name="T93" fmla="*/ 77 h 264"/>
                <a:gd name="T94" fmla="*/ 260 w 355"/>
                <a:gd name="T95" fmla="*/ 70 h 264"/>
                <a:gd name="T96" fmla="*/ 268 w 355"/>
                <a:gd name="T97" fmla="*/ 61 h 264"/>
                <a:gd name="T98" fmla="*/ 274 w 355"/>
                <a:gd name="T99" fmla="*/ 49 h 264"/>
                <a:gd name="T100" fmla="*/ 277 w 355"/>
                <a:gd name="T101" fmla="*/ 34 h 264"/>
                <a:gd name="T102" fmla="*/ 279 w 355"/>
                <a:gd name="T103" fmla="*/ 16 h 264"/>
                <a:gd name="T104" fmla="*/ 279 w 355"/>
                <a:gd name="T105" fmla="*/ 0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55" h="264">
                  <a:moveTo>
                    <a:pt x="279" y="0"/>
                  </a:moveTo>
                  <a:lnTo>
                    <a:pt x="293" y="9"/>
                  </a:lnTo>
                  <a:lnTo>
                    <a:pt x="301" y="15"/>
                  </a:lnTo>
                  <a:lnTo>
                    <a:pt x="310" y="20"/>
                  </a:lnTo>
                  <a:lnTo>
                    <a:pt x="319" y="25"/>
                  </a:lnTo>
                  <a:lnTo>
                    <a:pt x="331" y="31"/>
                  </a:lnTo>
                  <a:lnTo>
                    <a:pt x="342" y="36"/>
                  </a:lnTo>
                  <a:lnTo>
                    <a:pt x="355" y="39"/>
                  </a:lnTo>
                  <a:lnTo>
                    <a:pt x="354" y="42"/>
                  </a:lnTo>
                  <a:lnTo>
                    <a:pt x="354" y="44"/>
                  </a:lnTo>
                  <a:lnTo>
                    <a:pt x="354" y="60"/>
                  </a:lnTo>
                  <a:lnTo>
                    <a:pt x="351" y="77"/>
                  </a:lnTo>
                  <a:lnTo>
                    <a:pt x="347" y="93"/>
                  </a:lnTo>
                  <a:lnTo>
                    <a:pt x="338" y="109"/>
                  </a:lnTo>
                  <a:lnTo>
                    <a:pt x="327" y="124"/>
                  </a:lnTo>
                  <a:lnTo>
                    <a:pt x="312" y="139"/>
                  </a:lnTo>
                  <a:lnTo>
                    <a:pt x="292" y="153"/>
                  </a:lnTo>
                  <a:lnTo>
                    <a:pt x="267" y="164"/>
                  </a:lnTo>
                  <a:lnTo>
                    <a:pt x="238" y="174"/>
                  </a:lnTo>
                  <a:lnTo>
                    <a:pt x="225" y="179"/>
                  </a:lnTo>
                  <a:lnTo>
                    <a:pt x="217" y="187"/>
                  </a:lnTo>
                  <a:lnTo>
                    <a:pt x="209" y="196"/>
                  </a:lnTo>
                  <a:lnTo>
                    <a:pt x="204" y="207"/>
                  </a:lnTo>
                  <a:lnTo>
                    <a:pt x="199" y="217"/>
                  </a:lnTo>
                  <a:lnTo>
                    <a:pt x="192" y="228"/>
                  </a:lnTo>
                  <a:lnTo>
                    <a:pt x="184" y="238"/>
                  </a:lnTo>
                  <a:lnTo>
                    <a:pt x="172" y="247"/>
                  </a:lnTo>
                  <a:lnTo>
                    <a:pt x="156" y="253"/>
                  </a:lnTo>
                  <a:lnTo>
                    <a:pt x="152" y="254"/>
                  </a:lnTo>
                  <a:lnTo>
                    <a:pt x="148" y="255"/>
                  </a:lnTo>
                  <a:lnTo>
                    <a:pt x="166" y="264"/>
                  </a:lnTo>
                  <a:lnTo>
                    <a:pt x="0" y="186"/>
                  </a:lnTo>
                  <a:lnTo>
                    <a:pt x="27" y="184"/>
                  </a:lnTo>
                  <a:lnTo>
                    <a:pt x="52" y="183"/>
                  </a:lnTo>
                  <a:lnTo>
                    <a:pt x="74" y="181"/>
                  </a:lnTo>
                  <a:lnTo>
                    <a:pt x="92" y="178"/>
                  </a:lnTo>
                  <a:lnTo>
                    <a:pt x="106" y="173"/>
                  </a:lnTo>
                  <a:lnTo>
                    <a:pt x="118" y="162"/>
                  </a:lnTo>
                  <a:lnTo>
                    <a:pt x="130" y="150"/>
                  </a:lnTo>
                  <a:lnTo>
                    <a:pt x="143" y="136"/>
                  </a:lnTo>
                  <a:lnTo>
                    <a:pt x="156" y="121"/>
                  </a:lnTo>
                  <a:lnTo>
                    <a:pt x="171" y="109"/>
                  </a:lnTo>
                  <a:lnTo>
                    <a:pt x="188" y="99"/>
                  </a:lnTo>
                  <a:lnTo>
                    <a:pt x="207" y="92"/>
                  </a:lnTo>
                  <a:lnTo>
                    <a:pt x="224" y="86"/>
                  </a:lnTo>
                  <a:lnTo>
                    <a:pt x="238" y="82"/>
                  </a:lnTo>
                  <a:lnTo>
                    <a:pt x="251" y="77"/>
                  </a:lnTo>
                  <a:lnTo>
                    <a:pt x="260" y="70"/>
                  </a:lnTo>
                  <a:lnTo>
                    <a:pt x="268" y="61"/>
                  </a:lnTo>
                  <a:lnTo>
                    <a:pt x="274" y="49"/>
                  </a:lnTo>
                  <a:lnTo>
                    <a:pt x="277" y="34"/>
                  </a:lnTo>
                  <a:lnTo>
                    <a:pt x="279" y="16"/>
                  </a:lnTo>
                  <a:lnTo>
                    <a:pt x="279" y="0"/>
                  </a:lnTo>
                  <a:close/>
                </a:path>
              </a:pathLst>
            </a:custGeom>
            <a:solidFill>
              <a:srgbClr val="D86C0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05" name="Freeform 14">
              <a:extLst>
                <a:ext uri="{FF2B5EF4-FFF2-40B4-BE49-F238E27FC236}">
                  <a16:creationId xmlns:a16="http://schemas.microsoft.com/office/drawing/2014/main" id="{BD95DEBC-23D5-409F-AB42-890005FF64C9}"/>
                </a:ext>
              </a:extLst>
            </p:cNvPr>
            <p:cNvSpPr>
              <a:spLocks/>
            </p:cNvSpPr>
            <p:nvPr/>
          </p:nvSpPr>
          <p:spPr bwMode="auto">
            <a:xfrm>
              <a:off x="3052202" y="3186765"/>
              <a:ext cx="167114" cy="59909"/>
            </a:xfrm>
            <a:custGeom>
              <a:avLst/>
              <a:gdLst>
                <a:gd name="T0" fmla="*/ 622 w 740"/>
                <a:gd name="T1" fmla="*/ 5 h 264"/>
                <a:gd name="T2" fmla="*/ 696 w 740"/>
                <a:gd name="T3" fmla="*/ 6 h 264"/>
                <a:gd name="T4" fmla="*/ 724 w 740"/>
                <a:gd name="T5" fmla="*/ 19 h 264"/>
                <a:gd name="T6" fmla="*/ 687 w 740"/>
                <a:gd name="T7" fmla="*/ 64 h 264"/>
                <a:gd name="T8" fmla="*/ 651 w 740"/>
                <a:gd name="T9" fmla="*/ 112 h 264"/>
                <a:gd name="T10" fmla="*/ 619 w 740"/>
                <a:gd name="T11" fmla="*/ 151 h 264"/>
                <a:gd name="T12" fmla="*/ 587 w 740"/>
                <a:gd name="T13" fmla="*/ 172 h 264"/>
                <a:gd name="T14" fmla="*/ 539 w 740"/>
                <a:gd name="T15" fmla="*/ 181 h 264"/>
                <a:gd name="T16" fmla="*/ 483 w 740"/>
                <a:gd name="T17" fmla="*/ 180 h 264"/>
                <a:gd name="T18" fmla="*/ 422 w 740"/>
                <a:gd name="T19" fmla="*/ 171 h 264"/>
                <a:gd name="T20" fmla="*/ 363 w 740"/>
                <a:gd name="T21" fmla="*/ 163 h 264"/>
                <a:gd name="T22" fmla="*/ 313 w 740"/>
                <a:gd name="T23" fmla="*/ 171 h 264"/>
                <a:gd name="T24" fmla="*/ 269 w 740"/>
                <a:gd name="T25" fmla="*/ 194 h 264"/>
                <a:gd name="T26" fmla="*/ 227 w 740"/>
                <a:gd name="T27" fmla="*/ 221 h 264"/>
                <a:gd name="T28" fmla="*/ 186 w 740"/>
                <a:gd name="T29" fmla="*/ 249 h 264"/>
                <a:gd name="T30" fmla="*/ 148 w 740"/>
                <a:gd name="T31" fmla="*/ 264 h 264"/>
                <a:gd name="T32" fmla="*/ 110 w 740"/>
                <a:gd name="T33" fmla="*/ 261 h 264"/>
                <a:gd name="T34" fmla="*/ 71 w 740"/>
                <a:gd name="T35" fmla="*/ 245 h 264"/>
                <a:gd name="T36" fmla="*/ 33 w 740"/>
                <a:gd name="T37" fmla="*/ 223 h 264"/>
                <a:gd name="T38" fmla="*/ 0 w 740"/>
                <a:gd name="T39" fmla="*/ 199 h 264"/>
                <a:gd name="T40" fmla="*/ 19 w 740"/>
                <a:gd name="T41" fmla="*/ 155 h 264"/>
                <a:gd name="T42" fmla="*/ 32 w 740"/>
                <a:gd name="T43" fmla="*/ 130 h 264"/>
                <a:gd name="T44" fmla="*/ 55 w 740"/>
                <a:gd name="T45" fmla="*/ 136 h 264"/>
                <a:gd name="T46" fmla="*/ 102 w 740"/>
                <a:gd name="T47" fmla="*/ 150 h 264"/>
                <a:gd name="T48" fmla="*/ 156 w 740"/>
                <a:gd name="T49" fmla="*/ 152 h 264"/>
                <a:gd name="T50" fmla="*/ 202 w 740"/>
                <a:gd name="T51" fmla="*/ 143 h 264"/>
                <a:gd name="T52" fmla="*/ 240 w 740"/>
                <a:gd name="T53" fmla="*/ 126 h 264"/>
                <a:gd name="T54" fmla="*/ 274 w 740"/>
                <a:gd name="T55" fmla="*/ 107 h 264"/>
                <a:gd name="T56" fmla="*/ 309 w 740"/>
                <a:gd name="T57" fmla="*/ 88 h 264"/>
                <a:gd name="T58" fmla="*/ 355 w 740"/>
                <a:gd name="T59" fmla="*/ 75 h 264"/>
                <a:gd name="T60" fmla="*/ 414 w 740"/>
                <a:gd name="T61" fmla="*/ 68 h 264"/>
                <a:gd name="T62" fmla="*/ 473 w 740"/>
                <a:gd name="T63" fmla="*/ 64 h 264"/>
                <a:gd name="T64" fmla="*/ 524 w 740"/>
                <a:gd name="T65" fmla="*/ 57 h 264"/>
                <a:gd name="T66" fmla="*/ 559 w 740"/>
                <a:gd name="T67" fmla="*/ 47 h 264"/>
                <a:gd name="T68" fmla="*/ 578 w 740"/>
                <a:gd name="T69" fmla="*/ 30 h 264"/>
                <a:gd name="T70" fmla="*/ 590 w 740"/>
                <a:gd name="T71" fmla="*/ 11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40" h="264">
                  <a:moveTo>
                    <a:pt x="595" y="0"/>
                  </a:moveTo>
                  <a:lnTo>
                    <a:pt x="622" y="5"/>
                  </a:lnTo>
                  <a:lnTo>
                    <a:pt x="648" y="6"/>
                  </a:lnTo>
                  <a:lnTo>
                    <a:pt x="696" y="6"/>
                  </a:lnTo>
                  <a:lnTo>
                    <a:pt x="740" y="3"/>
                  </a:lnTo>
                  <a:lnTo>
                    <a:pt x="724" y="19"/>
                  </a:lnTo>
                  <a:lnTo>
                    <a:pt x="706" y="40"/>
                  </a:lnTo>
                  <a:lnTo>
                    <a:pt x="687" y="64"/>
                  </a:lnTo>
                  <a:lnTo>
                    <a:pt x="669" y="88"/>
                  </a:lnTo>
                  <a:lnTo>
                    <a:pt x="651" y="112"/>
                  </a:lnTo>
                  <a:lnTo>
                    <a:pt x="634" y="133"/>
                  </a:lnTo>
                  <a:lnTo>
                    <a:pt x="619" y="151"/>
                  </a:lnTo>
                  <a:lnTo>
                    <a:pt x="605" y="163"/>
                  </a:lnTo>
                  <a:lnTo>
                    <a:pt x="587" y="172"/>
                  </a:lnTo>
                  <a:lnTo>
                    <a:pt x="565" y="178"/>
                  </a:lnTo>
                  <a:lnTo>
                    <a:pt x="539" y="181"/>
                  </a:lnTo>
                  <a:lnTo>
                    <a:pt x="513" y="181"/>
                  </a:lnTo>
                  <a:lnTo>
                    <a:pt x="483" y="180"/>
                  </a:lnTo>
                  <a:lnTo>
                    <a:pt x="453" y="177"/>
                  </a:lnTo>
                  <a:lnTo>
                    <a:pt x="422" y="171"/>
                  </a:lnTo>
                  <a:lnTo>
                    <a:pt x="390" y="166"/>
                  </a:lnTo>
                  <a:lnTo>
                    <a:pt x="363" y="163"/>
                  </a:lnTo>
                  <a:lnTo>
                    <a:pt x="337" y="165"/>
                  </a:lnTo>
                  <a:lnTo>
                    <a:pt x="313" y="171"/>
                  </a:lnTo>
                  <a:lnTo>
                    <a:pt x="290" y="181"/>
                  </a:lnTo>
                  <a:lnTo>
                    <a:pt x="269" y="194"/>
                  </a:lnTo>
                  <a:lnTo>
                    <a:pt x="248" y="206"/>
                  </a:lnTo>
                  <a:lnTo>
                    <a:pt x="227" y="221"/>
                  </a:lnTo>
                  <a:lnTo>
                    <a:pt x="206" y="235"/>
                  </a:lnTo>
                  <a:lnTo>
                    <a:pt x="186" y="249"/>
                  </a:lnTo>
                  <a:lnTo>
                    <a:pt x="165" y="259"/>
                  </a:lnTo>
                  <a:lnTo>
                    <a:pt x="148" y="264"/>
                  </a:lnTo>
                  <a:lnTo>
                    <a:pt x="130" y="264"/>
                  </a:lnTo>
                  <a:lnTo>
                    <a:pt x="110" y="261"/>
                  </a:lnTo>
                  <a:lnTo>
                    <a:pt x="90" y="255"/>
                  </a:lnTo>
                  <a:lnTo>
                    <a:pt x="71" y="245"/>
                  </a:lnTo>
                  <a:lnTo>
                    <a:pt x="51" y="235"/>
                  </a:lnTo>
                  <a:lnTo>
                    <a:pt x="33" y="223"/>
                  </a:lnTo>
                  <a:lnTo>
                    <a:pt x="15" y="211"/>
                  </a:lnTo>
                  <a:lnTo>
                    <a:pt x="0" y="199"/>
                  </a:lnTo>
                  <a:lnTo>
                    <a:pt x="10" y="177"/>
                  </a:lnTo>
                  <a:lnTo>
                    <a:pt x="19" y="155"/>
                  </a:lnTo>
                  <a:lnTo>
                    <a:pt x="30" y="134"/>
                  </a:lnTo>
                  <a:lnTo>
                    <a:pt x="32" y="130"/>
                  </a:lnTo>
                  <a:lnTo>
                    <a:pt x="34" y="125"/>
                  </a:lnTo>
                  <a:lnTo>
                    <a:pt x="55" y="136"/>
                  </a:lnTo>
                  <a:lnTo>
                    <a:pt x="78" y="144"/>
                  </a:lnTo>
                  <a:lnTo>
                    <a:pt x="102" y="150"/>
                  </a:lnTo>
                  <a:lnTo>
                    <a:pt x="128" y="152"/>
                  </a:lnTo>
                  <a:lnTo>
                    <a:pt x="156" y="152"/>
                  </a:lnTo>
                  <a:lnTo>
                    <a:pt x="181" y="148"/>
                  </a:lnTo>
                  <a:lnTo>
                    <a:pt x="202" y="143"/>
                  </a:lnTo>
                  <a:lnTo>
                    <a:pt x="222" y="134"/>
                  </a:lnTo>
                  <a:lnTo>
                    <a:pt x="240" y="126"/>
                  </a:lnTo>
                  <a:lnTo>
                    <a:pt x="257" y="117"/>
                  </a:lnTo>
                  <a:lnTo>
                    <a:pt x="274" y="107"/>
                  </a:lnTo>
                  <a:lnTo>
                    <a:pt x="291" y="96"/>
                  </a:lnTo>
                  <a:lnTo>
                    <a:pt x="309" y="88"/>
                  </a:lnTo>
                  <a:lnTo>
                    <a:pt x="330" y="81"/>
                  </a:lnTo>
                  <a:lnTo>
                    <a:pt x="355" y="75"/>
                  </a:lnTo>
                  <a:lnTo>
                    <a:pt x="384" y="71"/>
                  </a:lnTo>
                  <a:lnTo>
                    <a:pt x="414" y="68"/>
                  </a:lnTo>
                  <a:lnTo>
                    <a:pt x="443" y="66"/>
                  </a:lnTo>
                  <a:lnTo>
                    <a:pt x="473" y="64"/>
                  </a:lnTo>
                  <a:lnTo>
                    <a:pt x="500" y="61"/>
                  </a:lnTo>
                  <a:lnTo>
                    <a:pt x="524" y="57"/>
                  </a:lnTo>
                  <a:lnTo>
                    <a:pt x="544" y="53"/>
                  </a:lnTo>
                  <a:lnTo>
                    <a:pt x="559" y="47"/>
                  </a:lnTo>
                  <a:lnTo>
                    <a:pt x="570" y="39"/>
                  </a:lnTo>
                  <a:lnTo>
                    <a:pt x="578" y="30"/>
                  </a:lnTo>
                  <a:lnTo>
                    <a:pt x="585" y="20"/>
                  </a:lnTo>
                  <a:lnTo>
                    <a:pt x="590" y="11"/>
                  </a:lnTo>
                  <a:lnTo>
                    <a:pt x="595"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06" name="Freeform 15">
              <a:extLst>
                <a:ext uri="{FF2B5EF4-FFF2-40B4-BE49-F238E27FC236}">
                  <a16:creationId xmlns:a16="http://schemas.microsoft.com/office/drawing/2014/main" id="{14D7911C-201F-45D7-A642-F3D4F38AA4DB}"/>
                </a:ext>
              </a:extLst>
            </p:cNvPr>
            <p:cNvSpPr>
              <a:spLocks noEditPoints="1"/>
            </p:cNvSpPr>
            <p:nvPr/>
          </p:nvSpPr>
          <p:spPr bwMode="auto">
            <a:xfrm>
              <a:off x="3060085" y="3120550"/>
              <a:ext cx="148196" cy="94593"/>
            </a:xfrm>
            <a:custGeom>
              <a:avLst/>
              <a:gdLst>
                <a:gd name="T0" fmla="*/ 592 w 659"/>
                <a:gd name="T1" fmla="*/ 66 h 417"/>
                <a:gd name="T2" fmla="*/ 629 w 659"/>
                <a:gd name="T3" fmla="*/ 89 h 417"/>
                <a:gd name="T4" fmla="*/ 652 w 659"/>
                <a:gd name="T5" fmla="*/ 107 h 417"/>
                <a:gd name="T6" fmla="*/ 657 w 659"/>
                <a:gd name="T7" fmla="*/ 147 h 417"/>
                <a:gd name="T8" fmla="*/ 624 w 659"/>
                <a:gd name="T9" fmla="*/ 194 h 417"/>
                <a:gd name="T10" fmla="*/ 566 w 659"/>
                <a:gd name="T11" fmla="*/ 242 h 417"/>
                <a:gd name="T12" fmla="*/ 503 w 659"/>
                <a:gd name="T13" fmla="*/ 282 h 417"/>
                <a:gd name="T14" fmla="*/ 481 w 659"/>
                <a:gd name="T15" fmla="*/ 294 h 417"/>
                <a:gd name="T16" fmla="*/ 461 w 659"/>
                <a:gd name="T17" fmla="*/ 302 h 417"/>
                <a:gd name="T18" fmla="*/ 444 w 659"/>
                <a:gd name="T19" fmla="*/ 304 h 417"/>
                <a:gd name="T20" fmla="*/ 430 w 659"/>
                <a:gd name="T21" fmla="*/ 303 h 417"/>
                <a:gd name="T22" fmla="*/ 407 w 659"/>
                <a:gd name="T23" fmla="*/ 299 h 417"/>
                <a:gd name="T24" fmla="*/ 366 w 659"/>
                <a:gd name="T25" fmla="*/ 300 h 417"/>
                <a:gd name="T26" fmla="*/ 274 w 659"/>
                <a:gd name="T27" fmla="*/ 334 h 417"/>
                <a:gd name="T28" fmla="*/ 164 w 659"/>
                <a:gd name="T29" fmla="*/ 388 h 417"/>
                <a:gd name="T30" fmla="*/ 91 w 659"/>
                <a:gd name="T31" fmla="*/ 415 h 417"/>
                <a:gd name="T32" fmla="*/ 23 w 659"/>
                <a:gd name="T33" fmla="*/ 414 h 417"/>
                <a:gd name="T34" fmla="*/ 12 w 659"/>
                <a:gd name="T35" fmla="*/ 388 h 417"/>
                <a:gd name="T36" fmla="*/ 29 w 659"/>
                <a:gd name="T37" fmla="*/ 350 h 417"/>
                <a:gd name="T38" fmla="*/ 60 w 659"/>
                <a:gd name="T39" fmla="*/ 284 h 417"/>
                <a:gd name="T40" fmla="*/ 84 w 659"/>
                <a:gd name="T41" fmla="*/ 228 h 417"/>
                <a:gd name="T42" fmla="*/ 109 w 659"/>
                <a:gd name="T43" fmla="*/ 207 h 417"/>
                <a:gd name="T44" fmla="*/ 132 w 659"/>
                <a:gd name="T45" fmla="*/ 207 h 417"/>
                <a:gd name="T46" fmla="*/ 165 w 659"/>
                <a:gd name="T47" fmla="*/ 217 h 417"/>
                <a:gd name="T48" fmla="*/ 228 w 659"/>
                <a:gd name="T49" fmla="*/ 241 h 417"/>
                <a:gd name="T50" fmla="*/ 243 w 659"/>
                <a:gd name="T51" fmla="*/ 239 h 417"/>
                <a:gd name="T52" fmla="*/ 265 w 659"/>
                <a:gd name="T53" fmla="*/ 233 h 417"/>
                <a:gd name="T54" fmla="*/ 299 w 659"/>
                <a:gd name="T55" fmla="*/ 235 h 417"/>
                <a:gd name="T56" fmla="*/ 340 w 659"/>
                <a:gd name="T57" fmla="*/ 246 h 417"/>
                <a:gd name="T58" fmla="*/ 390 w 659"/>
                <a:gd name="T59" fmla="*/ 245 h 417"/>
                <a:gd name="T60" fmla="*/ 426 w 659"/>
                <a:gd name="T61" fmla="*/ 205 h 417"/>
                <a:gd name="T62" fmla="*/ 459 w 659"/>
                <a:gd name="T63" fmla="*/ 172 h 417"/>
                <a:gd name="T64" fmla="*/ 486 w 659"/>
                <a:gd name="T65" fmla="*/ 147 h 417"/>
                <a:gd name="T66" fmla="*/ 511 w 659"/>
                <a:gd name="T67" fmla="*/ 132 h 417"/>
                <a:gd name="T68" fmla="*/ 536 w 659"/>
                <a:gd name="T69" fmla="*/ 100 h 417"/>
                <a:gd name="T70" fmla="*/ 560 w 659"/>
                <a:gd name="T71" fmla="*/ 66 h 417"/>
                <a:gd name="T72" fmla="*/ 319 w 659"/>
                <a:gd name="T73" fmla="*/ 0 h 417"/>
                <a:gd name="T74" fmla="*/ 363 w 659"/>
                <a:gd name="T75" fmla="*/ 20 h 417"/>
                <a:gd name="T76" fmla="*/ 411 w 659"/>
                <a:gd name="T77" fmla="*/ 47 h 417"/>
                <a:gd name="T78" fmla="*/ 400 w 659"/>
                <a:gd name="T79" fmla="*/ 77 h 417"/>
                <a:gd name="T80" fmla="*/ 382 w 659"/>
                <a:gd name="T81" fmla="*/ 89 h 417"/>
                <a:gd name="T82" fmla="*/ 350 w 659"/>
                <a:gd name="T83" fmla="*/ 98 h 417"/>
                <a:gd name="T84" fmla="*/ 313 w 659"/>
                <a:gd name="T85" fmla="*/ 95 h 417"/>
                <a:gd name="T86" fmla="*/ 263 w 659"/>
                <a:gd name="T87" fmla="*/ 110 h 417"/>
                <a:gd name="T88" fmla="*/ 247 w 659"/>
                <a:gd name="T89" fmla="*/ 104 h 417"/>
                <a:gd name="T90" fmla="*/ 268 w 659"/>
                <a:gd name="T91" fmla="*/ 59 h 417"/>
                <a:gd name="T92" fmla="*/ 297 w 659"/>
                <a:gd name="T93" fmla="*/ 13 h 417"/>
                <a:gd name="T94" fmla="*/ 319 w 659"/>
                <a:gd name="T95" fmla="*/ 0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59" h="417">
                  <a:moveTo>
                    <a:pt x="575" y="61"/>
                  </a:moveTo>
                  <a:lnTo>
                    <a:pt x="584" y="62"/>
                  </a:lnTo>
                  <a:lnTo>
                    <a:pt x="592" y="66"/>
                  </a:lnTo>
                  <a:lnTo>
                    <a:pt x="603" y="72"/>
                  </a:lnTo>
                  <a:lnTo>
                    <a:pt x="615" y="79"/>
                  </a:lnTo>
                  <a:lnTo>
                    <a:pt x="629" y="89"/>
                  </a:lnTo>
                  <a:lnTo>
                    <a:pt x="644" y="101"/>
                  </a:lnTo>
                  <a:lnTo>
                    <a:pt x="648" y="104"/>
                  </a:lnTo>
                  <a:lnTo>
                    <a:pt x="652" y="107"/>
                  </a:lnTo>
                  <a:lnTo>
                    <a:pt x="657" y="111"/>
                  </a:lnTo>
                  <a:lnTo>
                    <a:pt x="659" y="132"/>
                  </a:lnTo>
                  <a:lnTo>
                    <a:pt x="657" y="147"/>
                  </a:lnTo>
                  <a:lnTo>
                    <a:pt x="650" y="161"/>
                  </a:lnTo>
                  <a:lnTo>
                    <a:pt x="638" y="177"/>
                  </a:lnTo>
                  <a:lnTo>
                    <a:pt x="624" y="194"/>
                  </a:lnTo>
                  <a:lnTo>
                    <a:pt x="607" y="210"/>
                  </a:lnTo>
                  <a:lnTo>
                    <a:pt x="587" y="226"/>
                  </a:lnTo>
                  <a:lnTo>
                    <a:pt x="566" y="242"/>
                  </a:lnTo>
                  <a:lnTo>
                    <a:pt x="544" y="256"/>
                  </a:lnTo>
                  <a:lnTo>
                    <a:pt x="523" y="270"/>
                  </a:lnTo>
                  <a:lnTo>
                    <a:pt x="503" y="282"/>
                  </a:lnTo>
                  <a:lnTo>
                    <a:pt x="503" y="282"/>
                  </a:lnTo>
                  <a:lnTo>
                    <a:pt x="492" y="289"/>
                  </a:lnTo>
                  <a:lnTo>
                    <a:pt x="481" y="294"/>
                  </a:lnTo>
                  <a:lnTo>
                    <a:pt x="473" y="299"/>
                  </a:lnTo>
                  <a:lnTo>
                    <a:pt x="467" y="300"/>
                  </a:lnTo>
                  <a:lnTo>
                    <a:pt x="461" y="302"/>
                  </a:lnTo>
                  <a:lnTo>
                    <a:pt x="455" y="303"/>
                  </a:lnTo>
                  <a:lnTo>
                    <a:pt x="452" y="304"/>
                  </a:lnTo>
                  <a:lnTo>
                    <a:pt x="444" y="304"/>
                  </a:lnTo>
                  <a:lnTo>
                    <a:pt x="438" y="304"/>
                  </a:lnTo>
                  <a:lnTo>
                    <a:pt x="437" y="304"/>
                  </a:lnTo>
                  <a:lnTo>
                    <a:pt x="430" y="303"/>
                  </a:lnTo>
                  <a:lnTo>
                    <a:pt x="423" y="302"/>
                  </a:lnTo>
                  <a:lnTo>
                    <a:pt x="415" y="301"/>
                  </a:lnTo>
                  <a:lnTo>
                    <a:pt x="407" y="299"/>
                  </a:lnTo>
                  <a:lnTo>
                    <a:pt x="396" y="298"/>
                  </a:lnTo>
                  <a:lnTo>
                    <a:pt x="382" y="298"/>
                  </a:lnTo>
                  <a:lnTo>
                    <a:pt x="366" y="300"/>
                  </a:lnTo>
                  <a:lnTo>
                    <a:pt x="348" y="304"/>
                  </a:lnTo>
                  <a:lnTo>
                    <a:pt x="312" y="318"/>
                  </a:lnTo>
                  <a:lnTo>
                    <a:pt x="274" y="334"/>
                  </a:lnTo>
                  <a:lnTo>
                    <a:pt x="236" y="351"/>
                  </a:lnTo>
                  <a:lnTo>
                    <a:pt x="199" y="370"/>
                  </a:lnTo>
                  <a:lnTo>
                    <a:pt x="164" y="388"/>
                  </a:lnTo>
                  <a:lnTo>
                    <a:pt x="131" y="404"/>
                  </a:lnTo>
                  <a:lnTo>
                    <a:pt x="112" y="412"/>
                  </a:lnTo>
                  <a:lnTo>
                    <a:pt x="91" y="415"/>
                  </a:lnTo>
                  <a:lnTo>
                    <a:pt x="68" y="417"/>
                  </a:lnTo>
                  <a:lnTo>
                    <a:pt x="45" y="416"/>
                  </a:lnTo>
                  <a:lnTo>
                    <a:pt x="23" y="414"/>
                  </a:lnTo>
                  <a:lnTo>
                    <a:pt x="0" y="412"/>
                  </a:lnTo>
                  <a:lnTo>
                    <a:pt x="7" y="400"/>
                  </a:lnTo>
                  <a:lnTo>
                    <a:pt x="12" y="388"/>
                  </a:lnTo>
                  <a:lnTo>
                    <a:pt x="17" y="377"/>
                  </a:lnTo>
                  <a:lnTo>
                    <a:pt x="23" y="364"/>
                  </a:lnTo>
                  <a:lnTo>
                    <a:pt x="29" y="350"/>
                  </a:lnTo>
                  <a:lnTo>
                    <a:pt x="37" y="332"/>
                  </a:lnTo>
                  <a:lnTo>
                    <a:pt x="48" y="311"/>
                  </a:lnTo>
                  <a:lnTo>
                    <a:pt x="60" y="284"/>
                  </a:lnTo>
                  <a:lnTo>
                    <a:pt x="69" y="262"/>
                  </a:lnTo>
                  <a:lnTo>
                    <a:pt x="78" y="243"/>
                  </a:lnTo>
                  <a:lnTo>
                    <a:pt x="84" y="228"/>
                  </a:lnTo>
                  <a:lnTo>
                    <a:pt x="91" y="217"/>
                  </a:lnTo>
                  <a:lnTo>
                    <a:pt x="99" y="210"/>
                  </a:lnTo>
                  <a:lnTo>
                    <a:pt x="109" y="207"/>
                  </a:lnTo>
                  <a:lnTo>
                    <a:pt x="117" y="206"/>
                  </a:lnTo>
                  <a:lnTo>
                    <a:pt x="125" y="206"/>
                  </a:lnTo>
                  <a:lnTo>
                    <a:pt x="132" y="207"/>
                  </a:lnTo>
                  <a:lnTo>
                    <a:pt x="142" y="210"/>
                  </a:lnTo>
                  <a:lnTo>
                    <a:pt x="153" y="213"/>
                  </a:lnTo>
                  <a:lnTo>
                    <a:pt x="165" y="217"/>
                  </a:lnTo>
                  <a:lnTo>
                    <a:pt x="181" y="224"/>
                  </a:lnTo>
                  <a:lnTo>
                    <a:pt x="202" y="231"/>
                  </a:lnTo>
                  <a:lnTo>
                    <a:pt x="228" y="241"/>
                  </a:lnTo>
                  <a:lnTo>
                    <a:pt x="234" y="242"/>
                  </a:lnTo>
                  <a:lnTo>
                    <a:pt x="238" y="242"/>
                  </a:lnTo>
                  <a:lnTo>
                    <a:pt x="243" y="239"/>
                  </a:lnTo>
                  <a:lnTo>
                    <a:pt x="249" y="237"/>
                  </a:lnTo>
                  <a:lnTo>
                    <a:pt x="255" y="235"/>
                  </a:lnTo>
                  <a:lnTo>
                    <a:pt x="265" y="233"/>
                  </a:lnTo>
                  <a:lnTo>
                    <a:pt x="276" y="233"/>
                  </a:lnTo>
                  <a:lnTo>
                    <a:pt x="293" y="234"/>
                  </a:lnTo>
                  <a:lnTo>
                    <a:pt x="299" y="235"/>
                  </a:lnTo>
                  <a:lnTo>
                    <a:pt x="310" y="238"/>
                  </a:lnTo>
                  <a:lnTo>
                    <a:pt x="324" y="242"/>
                  </a:lnTo>
                  <a:lnTo>
                    <a:pt x="340" y="246"/>
                  </a:lnTo>
                  <a:lnTo>
                    <a:pt x="359" y="250"/>
                  </a:lnTo>
                  <a:lnTo>
                    <a:pt x="378" y="255"/>
                  </a:lnTo>
                  <a:lnTo>
                    <a:pt x="390" y="245"/>
                  </a:lnTo>
                  <a:lnTo>
                    <a:pt x="403" y="232"/>
                  </a:lnTo>
                  <a:lnTo>
                    <a:pt x="417" y="216"/>
                  </a:lnTo>
                  <a:lnTo>
                    <a:pt x="426" y="205"/>
                  </a:lnTo>
                  <a:lnTo>
                    <a:pt x="438" y="193"/>
                  </a:lnTo>
                  <a:lnTo>
                    <a:pt x="449" y="181"/>
                  </a:lnTo>
                  <a:lnTo>
                    <a:pt x="459" y="172"/>
                  </a:lnTo>
                  <a:lnTo>
                    <a:pt x="466" y="164"/>
                  </a:lnTo>
                  <a:lnTo>
                    <a:pt x="477" y="154"/>
                  </a:lnTo>
                  <a:lnTo>
                    <a:pt x="486" y="147"/>
                  </a:lnTo>
                  <a:lnTo>
                    <a:pt x="495" y="142"/>
                  </a:lnTo>
                  <a:lnTo>
                    <a:pt x="503" y="138"/>
                  </a:lnTo>
                  <a:lnTo>
                    <a:pt x="511" y="132"/>
                  </a:lnTo>
                  <a:lnTo>
                    <a:pt x="519" y="122"/>
                  </a:lnTo>
                  <a:lnTo>
                    <a:pt x="528" y="110"/>
                  </a:lnTo>
                  <a:lnTo>
                    <a:pt x="536" y="100"/>
                  </a:lnTo>
                  <a:lnTo>
                    <a:pt x="543" y="87"/>
                  </a:lnTo>
                  <a:lnTo>
                    <a:pt x="552" y="75"/>
                  </a:lnTo>
                  <a:lnTo>
                    <a:pt x="560" y="66"/>
                  </a:lnTo>
                  <a:lnTo>
                    <a:pt x="568" y="62"/>
                  </a:lnTo>
                  <a:lnTo>
                    <a:pt x="575" y="61"/>
                  </a:lnTo>
                  <a:close/>
                  <a:moveTo>
                    <a:pt x="319" y="0"/>
                  </a:moveTo>
                  <a:lnTo>
                    <a:pt x="332" y="3"/>
                  </a:lnTo>
                  <a:lnTo>
                    <a:pt x="347" y="10"/>
                  </a:lnTo>
                  <a:lnTo>
                    <a:pt x="363" y="20"/>
                  </a:lnTo>
                  <a:lnTo>
                    <a:pt x="379" y="29"/>
                  </a:lnTo>
                  <a:lnTo>
                    <a:pt x="396" y="39"/>
                  </a:lnTo>
                  <a:lnTo>
                    <a:pt x="411" y="47"/>
                  </a:lnTo>
                  <a:lnTo>
                    <a:pt x="406" y="61"/>
                  </a:lnTo>
                  <a:lnTo>
                    <a:pt x="403" y="70"/>
                  </a:lnTo>
                  <a:lnTo>
                    <a:pt x="400" y="77"/>
                  </a:lnTo>
                  <a:lnTo>
                    <a:pt x="396" y="81"/>
                  </a:lnTo>
                  <a:lnTo>
                    <a:pt x="390" y="85"/>
                  </a:lnTo>
                  <a:lnTo>
                    <a:pt x="382" y="89"/>
                  </a:lnTo>
                  <a:lnTo>
                    <a:pt x="369" y="95"/>
                  </a:lnTo>
                  <a:lnTo>
                    <a:pt x="361" y="97"/>
                  </a:lnTo>
                  <a:lnTo>
                    <a:pt x="350" y="98"/>
                  </a:lnTo>
                  <a:lnTo>
                    <a:pt x="340" y="97"/>
                  </a:lnTo>
                  <a:lnTo>
                    <a:pt x="327" y="95"/>
                  </a:lnTo>
                  <a:lnTo>
                    <a:pt x="313" y="95"/>
                  </a:lnTo>
                  <a:lnTo>
                    <a:pt x="298" y="96"/>
                  </a:lnTo>
                  <a:lnTo>
                    <a:pt x="281" y="101"/>
                  </a:lnTo>
                  <a:lnTo>
                    <a:pt x="263" y="110"/>
                  </a:lnTo>
                  <a:lnTo>
                    <a:pt x="258" y="111"/>
                  </a:lnTo>
                  <a:lnTo>
                    <a:pt x="252" y="108"/>
                  </a:lnTo>
                  <a:lnTo>
                    <a:pt x="247" y="104"/>
                  </a:lnTo>
                  <a:lnTo>
                    <a:pt x="241" y="102"/>
                  </a:lnTo>
                  <a:lnTo>
                    <a:pt x="255" y="80"/>
                  </a:lnTo>
                  <a:lnTo>
                    <a:pt x="268" y="59"/>
                  </a:lnTo>
                  <a:lnTo>
                    <a:pt x="278" y="41"/>
                  </a:lnTo>
                  <a:lnTo>
                    <a:pt x="289" y="25"/>
                  </a:lnTo>
                  <a:lnTo>
                    <a:pt x="297" y="13"/>
                  </a:lnTo>
                  <a:lnTo>
                    <a:pt x="304" y="5"/>
                  </a:lnTo>
                  <a:lnTo>
                    <a:pt x="309" y="1"/>
                  </a:lnTo>
                  <a:lnTo>
                    <a:pt x="319" y="0"/>
                  </a:lnTo>
                  <a:close/>
                </a:path>
              </a:pathLst>
            </a:custGeom>
            <a:solidFill>
              <a:srgbClr val="CED9D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07" name="Freeform 16">
              <a:extLst>
                <a:ext uri="{FF2B5EF4-FFF2-40B4-BE49-F238E27FC236}">
                  <a16:creationId xmlns:a16="http://schemas.microsoft.com/office/drawing/2014/main" id="{04DBEC90-D02A-4609-AE3D-61B00E778D61}"/>
                </a:ext>
              </a:extLst>
            </p:cNvPr>
            <p:cNvSpPr>
              <a:spLocks/>
            </p:cNvSpPr>
            <p:nvPr/>
          </p:nvSpPr>
          <p:spPr bwMode="auto">
            <a:xfrm>
              <a:off x="3056931" y="3182035"/>
              <a:ext cx="145043" cy="48873"/>
            </a:xfrm>
            <a:custGeom>
              <a:avLst/>
              <a:gdLst>
                <a:gd name="T0" fmla="*/ 470 w 647"/>
                <a:gd name="T1" fmla="*/ 3 h 215"/>
                <a:gd name="T2" fmla="*/ 484 w 647"/>
                <a:gd name="T3" fmla="*/ 7 h 215"/>
                <a:gd name="T4" fmla="*/ 558 w 647"/>
                <a:gd name="T5" fmla="*/ 18 h 215"/>
                <a:gd name="T6" fmla="*/ 627 w 647"/>
                <a:gd name="T7" fmla="*/ 27 h 215"/>
                <a:gd name="T8" fmla="*/ 628 w 647"/>
                <a:gd name="T9" fmla="*/ 45 h 215"/>
                <a:gd name="T10" fmla="*/ 592 w 647"/>
                <a:gd name="T11" fmla="*/ 77 h 215"/>
                <a:gd name="T12" fmla="*/ 548 w 647"/>
                <a:gd name="T13" fmla="*/ 107 h 215"/>
                <a:gd name="T14" fmla="*/ 491 w 647"/>
                <a:gd name="T15" fmla="*/ 130 h 215"/>
                <a:gd name="T16" fmla="*/ 427 w 647"/>
                <a:gd name="T17" fmla="*/ 149 h 215"/>
                <a:gd name="T18" fmla="*/ 367 w 647"/>
                <a:gd name="T19" fmla="*/ 164 h 215"/>
                <a:gd name="T20" fmla="*/ 327 w 647"/>
                <a:gd name="T21" fmla="*/ 176 h 215"/>
                <a:gd name="T22" fmla="*/ 292 w 647"/>
                <a:gd name="T23" fmla="*/ 191 h 215"/>
                <a:gd name="T24" fmla="*/ 256 w 647"/>
                <a:gd name="T25" fmla="*/ 205 h 215"/>
                <a:gd name="T26" fmla="*/ 213 w 647"/>
                <a:gd name="T27" fmla="*/ 214 h 215"/>
                <a:gd name="T28" fmla="*/ 155 w 647"/>
                <a:gd name="T29" fmla="*/ 214 h 215"/>
                <a:gd name="T30" fmla="*/ 99 w 647"/>
                <a:gd name="T31" fmla="*/ 208 h 215"/>
                <a:gd name="T32" fmla="*/ 62 w 647"/>
                <a:gd name="T33" fmla="*/ 205 h 215"/>
                <a:gd name="T34" fmla="*/ 40 w 647"/>
                <a:gd name="T35" fmla="*/ 202 h 215"/>
                <a:gd name="T36" fmla="*/ 26 w 647"/>
                <a:gd name="T37" fmla="*/ 199 h 215"/>
                <a:gd name="T38" fmla="*/ 17 w 647"/>
                <a:gd name="T39" fmla="*/ 192 h 215"/>
                <a:gd name="T40" fmla="*/ 0 w 647"/>
                <a:gd name="T41" fmla="*/ 173 h 215"/>
                <a:gd name="T42" fmla="*/ 19 w 647"/>
                <a:gd name="T43" fmla="*/ 138 h 215"/>
                <a:gd name="T44" fmla="*/ 33 w 647"/>
                <a:gd name="T45" fmla="*/ 107 h 215"/>
                <a:gd name="T46" fmla="*/ 44 w 647"/>
                <a:gd name="T47" fmla="*/ 91 h 215"/>
                <a:gd name="T48" fmla="*/ 49 w 647"/>
                <a:gd name="T49" fmla="*/ 92 h 215"/>
                <a:gd name="T50" fmla="*/ 51 w 647"/>
                <a:gd name="T51" fmla="*/ 93 h 215"/>
                <a:gd name="T52" fmla="*/ 66 w 647"/>
                <a:gd name="T53" fmla="*/ 102 h 215"/>
                <a:gd name="T54" fmla="*/ 91 w 647"/>
                <a:gd name="T55" fmla="*/ 108 h 215"/>
                <a:gd name="T56" fmla="*/ 125 w 647"/>
                <a:gd name="T57" fmla="*/ 105 h 215"/>
                <a:gd name="T58" fmla="*/ 170 w 647"/>
                <a:gd name="T59" fmla="*/ 83 h 215"/>
                <a:gd name="T60" fmla="*/ 222 w 647"/>
                <a:gd name="T61" fmla="*/ 49 h 215"/>
                <a:gd name="T62" fmla="*/ 277 w 647"/>
                <a:gd name="T63" fmla="*/ 21 h 215"/>
                <a:gd name="T64" fmla="*/ 333 w 647"/>
                <a:gd name="T65" fmla="*/ 10 h 215"/>
                <a:gd name="T66" fmla="*/ 389 w 647"/>
                <a:gd name="T67" fmla="*/ 5 h 215"/>
                <a:gd name="T68" fmla="*/ 438 w 647"/>
                <a:gd name="T69" fmla="*/ 2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47" h="215">
                  <a:moveTo>
                    <a:pt x="457" y="0"/>
                  </a:moveTo>
                  <a:lnTo>
                    <a:pt x="470" y="3"/>
                  </a:lnTo>
                  <a:lnTo>
                    <a:pt x="479" y="5"/>
                  </a:lnTo>
                  <a:lnTo>
                    <a:pt x="484" y="7"/>
                  </a:lnTo>
                  <a:lnTo>
                    <a:pt x="522" y="12"/>
                  </a:lnTo>
                  <a:lnTo>
                    <a:pt x="558" y="18"/>
                  </a:lnTo>
                  <a:lnTo>
                    <a:pt x="593" y="24"/>
                  </a:lnTo>
                  <a:lnTo>
                    <a:pt x="627" y="27"/>
                  </a:lnTo>
                  <a:lnTo>
                    <a:pt x="647" y="27"/>
                  </a:lnTo>
                  <a:lnTo>
                    <a:pt x="628" y="45"/>
                  </a:lnTo>
                  <a:lnTo>
                    <a:pt x="610" y="61"/>
                  </a:lnTo>
                  <a:lnTo>
                    <a:pt x="592" y="77"/>
                  </a:lnTo>
                  <a:lnTo>
                    <a:pt x="572" y="93"/>
                  </a:lnTo>
                  <a:lnTo>
                    <a:pt x="548" y="107"/>
                  </a:lnTo>
                  <a:lnTo>
                    <a:pt x="520" y="120"/>
                  </a:lnTo>
                  <a:lnTo>
                    <a:pt x="491" y="130"/>
                  </a:lnTo>
                  <a:lnTo>
                    <a:pt x="459" y="141"/>
                  </a:lnTo>
                  <a:lnTo>
                    <a:pt x="427" y="149"/>
                  </a:lnTo>
                  <a:lnTo>
                    <a:pt x="397" y="158"/>
                  </a:lnTo>
                  <a:lnTo>
                    <a:pt x="367" y="164"/>
                  </a:lnTo>
                  <a:lnTo>
                    <a:pt x="346" y="169"/>
                  </a:lnTo>
                  <a:lnTo>
                    <a:pt x="327" y="176"/>
                  </a:lnTo>
                  <a:lnTo>
                    <a:pt x="309" y="183"/>
                  </a:lnTo>
                  <a:lnTo>
                    <a:pt x="292" y="191"/>
                  </a:lnTo>
                  <a:lnTo>
                    <a:pt x="275" y="199"/>
                  </a:lnTo>
                  <a:lnTo>
                    <a:pt x="256" y="205"/>
                  </a:lnTo>
                  <a:lnTo>
                    <a:pt x="236" y="210"/>
                  </a:lnTo>
                  <a:lnTo>
                    <a:pt x="213" y="214"/>
                  </a:lnTo>
                  <a:lnTo>
                    <a:pt x="185" y="215"/>
                  </a:lnTo>
                  <a:lnTo>
                    <a:pt x="155" y="214"/>
                  </a:lnTo>
                  <a:lnTo>
                    <a:pt x="124" y="210"/>
                  </a:lnTo>
                  <a:lnTo>
                    <a:pt x="99" y="208"/>
                  </a:lnTo>
                  <a:lnTo>
                    <a:pt x="79" y="207"/>
                  </a:lnTo>
                  <a:lnTo>
                    <a:pt x="62" y="205"/>
                  </a:lnTo>
                  <a:lnTo>
                    <a:pt x="49" y="204"/>
                  </a:lnTo>
                  <a:lnTo>
                    <a:pt x="40" y="202"/>
                  </a:lnTo>
                  <a:lnTo>
                    <a:pt x="32" y="201"/>
                  </a:lnTo>
                  <a:lnTo>
                    <a:pt x="26" y="199"/>
                  </a:lnTo>
                  <a:lnTo>
                    <a:pt x="22" y="196"/>
                  </a:lnTo>
                  <a:lnTo>
                    <a:pt x="17" y="192"/>
                  </a:lnTo>
                  <a:lnTo>
                    <a:pt x="9" y="184"/>
                  </a:lnTo>
                  <a:lnTo>
                    <a:pt x="0" y="173"/>
                  </a:lnTo>
                  <a:lnTo>
                    <a:pt x="9" y="155"/>
                  </a:lnTo>
                  <a:lnTo>
                    <a:pt x="19" y="138"/>
                  </a:lnTo>
                  <a:lnTo>
                    <a:pt x="26" y="122"/>
                  </a:lnTo>
                  <a:lnTo>
                    <a:pt x="33" y="107"/>
                  </a:lnTo>
                  <a:lnTo>
                    <a:pt x="41" y="90"/>
                  </a:lnTo>
                  <a:lnTo>
                    <a:pt x="44" y="91"/>
                  </a:lnTo>
                  <a:lnTo>
                    <a:pt x="47" y="91"/>
                  </a:lnTo>
                  <a:lnTo>
                    <a:pt x="49" y="92"/>
                  </a:lnTo>
                  <a:lnTo>
                    <a:pt x="50" y="92"/>
                  </a:lnTo>
                  <a:lnTo>
                    <a:pt x="51" y="93"/>
                  </a:lnTo>
                  <a:lnTo>
                    <a:pt x="58" y="97"/>
                  </a:lnTo>
                  <a:lnTo>
                    <a:pt x="66" y="102"/>
                  </a:lnTo>
                  <a:lnTo>
                    <a:pt x="78" y="105"/>
                  </a:lnTo>
                  <a:lnTo>
                    <a:pt x="91" y="108"/>
                  </a:lnTo>
                  <a:lnTo>
                    <a:pt x="107" y="108"/>
                  </a:lnTo>
                  <a:lnTo>
                    <a:pt x="125" y="105"/>
                  </a:lnTo>
                  <a:lnTo>
                    <a:pt x="143" y="97"/>
                  </a:lnTo>
                  <a:lnTo>
                    <a:pt x="170" y="83"/>
                  </a:lnTo>
                  <a:lnTo>
                    <a:pt x="196" y="66"/>
                  </a:lnTo>
                  <a:lnTo>
                    <a:pt x="222" y="49"/>
                  </a:lnTo>
                  <a:lnTo>
                    <a:pt x="250" y="34"/>
                  </a:lnTo>
                  <a:lnTo>
                    <a:pt x="277" y="21"/>
                  </a:lnTo>
                  <a:lnTo>
                    <a:pt x="306" y="14"/>
                  </a:lnTo>
                  <a:lnTo>
                    <a:pt x="333" y="10"/>
                  </a:lnTo>
                  <a:lnTo>
                    <a:pt x="362" y="7"/>
                  </a:lnTo>
                  <a:lnTo>
                    <a:pt x="389" y="5"/>
                  </a:lnTo>
                  <a:lnTo>
                    <a:pt x="415" y="4"/>
                  </a:lnTo>
                  <a:lnTo>
                    <a:pt x="438" y="2"/>
                  </a:lnTo>
                  <a:lnTo>
                    <a:pt x="457" y="0"/>
                  </a:lnTo>
                  <a:close/>
                </a:path>
              </a:pathLst>
            </a:custGeom>
            <a:solidFill>
              <a:srgbClr val="FF7C1D"/>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08" name="Freeform 17">
              <a:extLst>
                <a:ext uri="{FF2B5EF4-FFF2-40B4-BE49-F238E27FC236}">
                  <a16:creationId xmlns:a16="http://schemas.microsoft.com/office/drawing/2014/main" id="{36BE12BA-7C14-4207-8555-B05424F0AE3B}"/>
                </a:ext>
              </a:extLst>
            </p:cNvPr>
            <p:cNvSpPr>
              <a:spLocks noEditPoints="1"/>
            </p:cNvSpPr>
            <p:nvPr/>
          </p:nvSpPr>
          <p:spPr bwMode="auto">
            <a:xfrm>
              <a:off x="3020671" y="3120550"/>
              <a:ext cx="167114" cy="149772"/>
            </a:xfrm>
            <a:custGeom>
              <a:avLst/>
              <a:gdLst>
                <a:gd name="T0" fmla="*/ 302 w 745"/>
                <a:gd name="T1" fmla="*/ 217 h 665"/>
                <a:gd name="T2" fmla="*/ 306 w 745"/>
                <a:gd name="T3" fmla="*/ 245 h 665"/>
                <a:gd name="T4" fmla="*/ 293 w 745"/>
                <a:gd name="T5" fmla="*/ 270 h 665"/>
                <a:gd name="T6" fmla="*/ 288 w 745"/>
                <a:gd name="T7" fmla="*/ 300 h 665"/>
                <a:gd name="T8" fmla="*/ 275 w 745"/>
                <a:gd name="T9" fmla="*/ 316 h 665"/>
                <a:gd name="T10" fmla="*/ 256 w 745"/>
                <a:gd name="T11" fmla="*/ 327 h 665"/>
                <a:gd name="T12" fmla="*/ 252 w 745"/>
                <a:gd name="T13" fmla="*/ 338 h 665"/>
                <a:gd name="T14" fmla="*/ 244 w 745"/>
                <a:gd name="T15" fmla="*/ 377 h 665"/>
                <a:gd name="T16" fmla="*/ 213 w 745"/>
                <a:gd name="T17" fmla="*/ 437 h 665"/>
                <a:gd name="T18" fmla="*/ 190 w 745"/>
                <a:gd name="T19" fmla="*/ 492 h 665"/>
                <a:gd name="T20" fmla="*/ 162 w 745"/>
                <a:gd name="T21" fmla="*/ 529 h 665"/>
                <a:gd name="T22" fmla="*/ 132 w 745"/>
                <a:gd name="T23" fmla="*/ 587 h 665"/>
                <a:gd name="T24" fmla="*/ 102 w 745"/>
                <a:gd name="T25" fmla="*/ 623 h 665"/>
                <a:gd name="T26" fmla="*/ 63 w 745"/>
                <a:gd name="T27" fmla="*/ 641 h 665"/>
                <a:gd name="T28" fmla="*/ 19 w 745"/>
                <a:gd name="T29" fmla="*/ 659 h 665"/>
                <a:gd name="T30" fmla="*/ 2 w 745"/>
                <a:gd name="T31" fmla="*/ 664 h 665"/>
                <a:gd name="T32" fmla="*/ 27 w 745"/>
                <a:gd name="T33" fmla="*/ 644 h 665"/>
                <a:gd name="T34" fmla="*/ 68 w 745"/>
                <a:gd name="T35" fmla="*/ 607 h 665"/>
                <a:gd name="T36" fmla="*/ 107 w 745"/>
                <a:gd name="T37" fmla="*/ 560 h 665"/>
                <a:gd name="T38" fmla="*/ 132 w 745"/>
                <a:gd name="T39" fmla="*/ 509 h 665"/>
                <a:gd name="T40" fmla="*/ 162 w 745"/>
                <a:gd name="T41" fmla="*/ 445 h 665"/>
                <a:gd name="T42" fmla="*/ 185 w 745"/>
                <a:gd name="T43" fmla="*/ 401 h 665"/>
                <a:gd name="T44" fmla="*/ 201 w 745"/>
                <a:gd name="T45" fmla="*/ 365 h 665"/>
                <a:gd name="T46" fmla="*/ 226 w 745"/>
                <a:gd name="T47" fmla="*/ 311 h 665"/>
                <a:gd name="T48" fmla="*/ 258 w 745"/>
                <a:gd name="T49" fmla="*/ 236 h 665"/>
                <a:gd name="T50" fmla="*/ 271 w 745"/>
                <a:gd name="T51" fmla="*/ 213 h 665"/>
                <a:gd name="T52" fmla="*/ 745 w 745"/>
                <a:gd name="T53" fmla="*/ 62 h 665"/>
                <a:gd name="T54" fmla="*/ 728 w 745"/>
                <a:gd name="T55" fmla="*/ 89 h 665"/>
                <a:gd name="T56" fmla="*/ 709 w 745"/>
                <a:gd name="T57" fmla="*/ 142 h 665"/>
                <a:gd name="T58" fmla="*/ 679 w 745"/>
                <a:gd name="T59" fmla="*/ 184 h 665"/>
                <a:gd name="T60" fmla="*/ 634 w 745"/>
                <a:gd name="T61" fmla="*/ 225 h 665"/>
                <a:gd name="T62" fmla="*/ 615 w 745"/>
                <a:gd name="T63" fmla="*/ 252 h 665"/>
                <a:gd name="T64" fmla="*/ 580 w 745"/>
                <a:gd name="T65" fmla="*/ 262 h 665"/>
                <a:gd name="T66" fmla="*/ 581 w 745"/>
                <a:gd name="T67" fmla="*/ 232 h 665"/>
                <a:gd name="T68" fmla="*/ 616 w 745"/>
                <a:gd name="T69" fmla="*/ 193 h 665"/>
                <a:gd name="T70" fmla="*/ 644 w 745"/>
                <a:gd name="T71" fmla="*/ 164 h 665"/>
                <a:gd name="T72" fmla="*/ 673 w 745"/>
                <a:gd name="T73" fmla="*/ 142 h 665"/>
                <a:gd name="T74" fmla="*/ 697 w 745"/>
                <a:gd name="T75" fmla="*/ 122 h 665"/>
                <a:gd name="T76" fmla="*/ 721 w 745"/>
                <a:gd name="T77" fmla="*/ 87 h 665"/>
                <a:gd name="T78" fmla="*/ 745 w 745"/>
                <a:gd name="T79" fmla="*/ 62 h 665"/>
                <a:gd name="T80" fmla="*/ 488 w 745"/>
                <a:gd name="T81" fmla="*/ 20 h 665"/>
                <a:gd name="T82" fmla="*/ 472 w 745"/>
                <a:gd name="T83" fmla="*/ 56 h 665"/>
                <a:gd name="T84" fmla="*/ 459 w 745"/>
                <a:gd name="T85" fmla="*/ 77 h 665"/>
                <a:gd name="T86" fmla="*/ 456 w 745"/>
                <a:gd name="T87" fmla="*/ 116 h 665"/>
                <a:gd name="T88" fmla="*/ 450 w 745"/>
                <a:gd name="T89" fmla="*/ 142 h 665"/>
                <a:gd name="T90" fmla="*/ 435 w 745"/>
                <a:gd name="T91" fmla="*/ 177 h 665"/>
                <a:gd name="T92" fmla="*/ 408 w 745"/>
                <a:gd name="T93" fmla="*/ 210 h 665"/>
                <a:gd name="T94" fmla="*/ 399 w 745"/>
                <a:gd name="T95" fmla="*/ 238 h 665"/>
                <a:gd name="T96" fmla="*/ 369 w 745"/>
                <a:gd name="T97" fmla="*/ 193 h 665"/>
                <a:gd name="T98" fmla="*/ 414 w 745"/>
                <a:gd name="T99" fmla="*/ 112 h 665"/>
                <a:gd name="T100" fmla="*/ 454 w 745"/>
                <a:gd name="T101" fmla="*/ 44 h 665"/>
                <a:gd name="T102" fmla="*/ 482 w 745"/>
                <a:gd name="T103" fmla="*/ 5 h 665"/>
                <a:gd name="T104" fmla="*/ 491 w 745"/>
                <a:gd name="T105" fmla="*/ 0 h 6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5" h="665">
                  <a:moveTo>
                    <a:pt x="286" y="208"/>
                  </a:moveTo>
                  <a:lnTo>
                    <a:pt x="295" y="211"/>
                  </a:lnTo>
                  <a:lnTo>
                    <a:pt x="302" y="217"/>
                  </a:lnTo>
                  <a:lnTo>
                    <a:pt x="307" y="226"/>
                  </a:lnTo>
                  <a:lnTo>
                    <a:pt x="308" y="235"/>
                  </a:lnTo>
                  <a:lnTo>
                    <a:pt x="306" y="245"/>
                  </a:lnTo>
                  <a:lnTo>
                    <a:pt x="302" y="253"/>
                  </a:lnTo>
                  <a:lnTo>
                    <a:pt x="297" y="262"/>
                  </a:lnTo>
                  <a:lnTo>
                    <a:pt x="293" y="270"/>
                  </a:lnTo>
                  <a:lnTo>
                    <a:pt x="290" y="282"/>
                  </a:lnTo>
                  <a:lnTo>
                    <a:pt x="289" y="292"/>
                  </a:lnTo>
                  <a:lnTo>
                    <a:pt x="288" y="300"/>
                  </a:lnTo>
                  <a:lnTo>
                    <a:pt x="285" y="306"/>
                  </a:lnTo>
                  <a:lnTo>
                    <a:pt x="281" y="312"/>
                  </a:lnTo>
                  <a:lnTo>
                    <a:pt x="275" y="316"/>
                  </a:lnTo>
                  <a:lnTo>
                    <a:pt x="268" y="319"/>
                  </a:lnTo>
                  <a:lnTo>
                    <a:pt x="261" y="322"/>
                  </a:lnTo>
                  <a:lnTo>
                    <a:pt x="256" y="327"/>
                  </a:lnTo>
                  <a:lnTo>
                    <a:pt x="254" y="330"/>
                  </a:lnTo>
                  <a:lnTo>
                    <a:pt x="253" y="335"/>
                  </a:lnTo>
                  <a:lnTo>
                    <a:pt x="252" y="338"/>
                  </a:lnTo>
                  <a:lnTo>
                    <a:pt x="252" y="342"/>
                  </a:lnTo>
                  <a:lnTo>
                    <a:pt x="249" y="360"/>
                  </a:lnTo>
                  <a:lnTo>
                    <a:pt x="244" y="377"/>
                  </a:lnTo>
                  <a:lnTo>
                    <a:pt x="237" y="393"/>
                  </a:lnTo>
                  <a:lnTo>
                    <a:pt x="229" y="406"/>
                  </a:lnTo>
                  <a:lnTo>
                    <a:pt x="213" y="437"/>
                  </a:lnTo>
                  <a:lnTo>
                    <a:pt x="199" y="469"/>
                  </a:lnTo>
                  <a:lnTo>
                    <a:pt x="194" y="480"/>
                  </a:lnTo>
                  <a:lnTo>
                    <a:pt x="190" y="492"/>
                  </a:lnTo>
                  <a:lnTo>
                    <a:pt x="183" y="500"/>
                  </a:lnTo>
                  <a:lnTo>
                    <a:pt x="176" y="509"/>
                  </a:lnTo>
                  <a:lnTo>
                    <a:pt x="162" y="529"/>
                  </a:lnTo>
                  <a:lnTo>
                    <a:pt x="149" y="550"/>
                  </a:lnTo>
                  <a:lnTo>
                    <a:pt x="141" y="568"/>
                  </a:lnTo>
                  <a:lnTo>
                    <a:pt x="132" y="587"/>
                  </a:lnTo>
                  <a:lnTo>
                    <a:pt x="120" y="605"/>
                  </a:lnTo>
                  <a:lnTo>
                    <a:pt x="109" y="619"/>
                  </a:lnTo>
                  <a:lnTo>
                    <a:pt x="102" y="623"/>
                  </a:lnTo>
                  <a:lnTo>
                    <a:pt x="92" y="628"/>
                  </a:lnTo>
                  <a:lnTo>
                    <a:pt x="78" y="635"/>
                  </a:lnTo>
                  <a:lnTo>
                    <a:pt x="63" y="641"/>
                  </a:lnTo>
                  <a:lnTo>
                    <a:pt x="47" y="647"/>
                  </a:lnTo>
                  <a:lnTo>
                    <a:pt x="33" y="654"/>
                  </a:lnTo>
                  <a:lnTo>
                    <a:pt x="19" y="659"/>
                  </a:lnTo>
                  <a:lnTo>
                    <a:pt x="7" y="663"/>
                  </a:lnTo>
                  <a:lnTo>
                    <a:pt x="0" y="665"/>
                  </a:lnTo>
                  <a:lnTo>
                    <a:pt x="2" y="664"/>
                  </a:lnTo>
                  <a:lnTo>
                    <a:pt x="7" y="660"/>
                  </a:lnTo>
                  <a:lnTo>
                    <a:pt x="16" y="654"/>
                  </a:lnTo>
                  <a:lnTo>
                    <a:pt x="27" y="644"/>
                  </a:lnTo>
                  <a:lnTo>
                    <a:pt x="39" y="634"/>
                  </a:lnTo>
                  <a:lnTo>
                    <a:pt x="53" y="621"/>
                  </a:lnTo>
                  <a:lnTo>
                    <a:pt x="68" y="607"/>
                  </a:lnTo>
                  <a:lnTo>
                    <a:pt x="81" y="591"/>
                  </a:lnTo>
                  <a:lnTo>
                    <a:pt x="95" y="575"/>
                  </a:lnTo>
                  <a:lnTo>
                    <a:pt x="107" y="560"/>
                  </a:lnTo>
                  <a:lnTo>
                    <a:pt x="116" y="543"/>
                  </a:lnTo>
                  <a:lnTo>
                    <a:pt x="124" y="528"/>
                  </a:lnTo>
                  <a:lnTo>
                    <a:pt x="132" y="509"/>
                  </a:lnTo>
                  <a:lnTo>
                    <a:pt x="141" y="488"/>
                  </a:lnTo>
                  <a:lnTo>
                    <a:pt x="151" y="467"/>
                  </a:lnTo>
                  <a:lnTo>
                    <a:pt x="162" y="445"/>
                  </a:lnTo>
                  <a:lnTo>
                    <a:pt x="171" y="426"/>
                  </a:lnTo>
                  <a:lnTo>
                    <a:pt x="178" y="413"/>
                  </a:lnTo>
                  <a:lnTo>
                    <a:pt x="185" y="401"/>
                  </a:lnTo>
                  <a:lnTo>
                    <a:pt x="190" y="389"/>
                  </a:lnTo>
                  <a:lnTo>
                    <a:pt x="195" y="378"/>
                  </a:lnTo>
                  <a:lnTo>
                    <a:pt x="201" y="365"/>
                  </a:lnTo>
                  <a:lnTo>
                    <a:pt x="207" y="350"/>
                  </a:lnTo>
                  <a:lnTo>
                    <a:pt x="215" y="332"/>
                  </a:lnTo>
                  <a:lnTo>
                    <a:pt x="226" y="311"/>
                  </a:lnTo>
                  <a:lnTo>
                    <a:pt x="241" y="278"/>
                  </a:lnTo>
                  <a:lnTo>
                    <a:pt x="254" y="244"/>
                  </a:lnTo>
                  <a:lnTo>
                    <a:pt x="258" y="236"/>
                  </a:lnTo>
                  <a:lnTo>
                    <a:pt x="262" y="228"/>
                  </a:lnTo>
                  <a:lnTo>
                    <a:pt x="266" y="219"/>
                  </a:lnTo>
                  <a:lnTo>
                    <a:pt x="271" y="213"/>
                  </a:lnTo>
                  <a:lnTo>
                    <a:pt x="278" y="208"/>
                  </a:lnTo>
                  <a:lnTo>
                    <a:pt x="286" y="208"/>
                  </a:lnTo>
                  <a:close/>
                  <a:moveTo>
                    <a:pt x="745" y="62"/>
                  </a:moveTo>
                  <a:lnTo>
                    <a:pt x="740" y="67"/>
                  </a:lnTo>
                  <a:lnTo>
                    <a:pt x="735" y="77"/>
                  </a:lnTo>
                  <a:lnTo>
                    <a:pt x="728" y="89"/>
                  </a:lnTo>
                  <a:lnTo>
                    <a:pt x="720" y="107"/>
                  </a:lnTo>
                  <a:lnTo>
                    <a:pt x="714" y="125"/>
                  </a:lnTo>
                  <a:lnTo>
                    <a:pt x="709" y="142"/>
                  </a:lnTo>
                  <a:lnTo>
                    <a:pt x="702" y="157"/>
                  </a:lnTo>
                  <a:lnTo>
                    <a:pt x="693" y="171"/>
                  </a:lnTo>
                  <a:lnTo>
                    <a:pt x="679" y="184"/>
                  </a:lnTo>
                  <a:lnTo>
                    <a:pt x="660" y="198"/>
                  </a:lnTo>
                  <a:lnTo>
                    <a:pt x="645" y="212"/>
                  </a:lnTo>
                  <a:lnTo>
                    <a:pt x="634" y="225"/>
                  </a:lnTo>
                  <a:lnTo>
                    <a:pt x="626" y="235"/>
                  </a:lnTo>
                  <a:lnTo>
                    <a:pt x="621" y="244"/>
                  </a:lnTo>
                  <a:lnTo>
                    <a:pt x="615" y="252"/>
                  </a:lnTo>
                  <a:lnTo>
                    <a:pt x="608" y="261"/>
                  </a:lnTo>
                  <a:lnTo>
                    <a:pt x="602" y="267"/>
                  </a:lnTo>
                  <a:lnTo>
                    <a:pt x="580" y="262"/>
                  </a:lnTo>
                  <a:lnTo>
                    <a:pt x="556" y="255"/>
                  </a:lnTo>
                  <a:lnTo>
                    <a:pt x="568" y="245"/>
                  </a:lnTo>
                  <a:lnTo>
                    <a:pt x="581" y="232"/>
                  </a:lnTo>
                  <a:lnTo>
                    <a:pt x="595" y="216"/>
                  </a:lnTo>
                  <a:lnTo>
                    <a:pt x="604" y="205"/>
                  </a:lnTo>
                  <a:lnTo>
                    <a:pt x="616" y="193"/>
                  </a:lnTo>
                  <a:lnTo>
                    <a:pt x="627" y="181"/>
                  </a:lnTo>
                  <a:lnTo>
                    <a:pt x="637" y="172"/>
                  </a:lnTo>
                  <a:lnTo>
                    <a:pt x="644" y="164"/>
                  </a:lnTo>
                  <a:lnTo>
                    <a:pt x="655" y="154"/>
                  </a:lnTo>
                  <a:lnTo>
                    <a:pt x="664" y="147"/>
                  </a:lnTo>
                  <a:lnTo>
                    <a:pt x="673" y="142"/>
                  </a:lnTo>
                  <a:lnTo>
                    <a:pt x="681" y="138"/>
                  </a:lnTo>
                  <a:lnTo>
                    <a:pt x="689" y="132"/>
                  </a:lnTo>
                  <a:lnTo>
                    <a:pt x="697" y="122"/>
                  </a:lnTo>
                  <a:lnTo>
                    <a:pt x="706" y="110"/>
                  </a:lnTo>
                  <a:lnTo>
                    <a:pt x="714" y="100"/>
                  </a:lnTo>
                  <a:lnTo>
                    <a:pt x="721" y="87"/>
                  </a:lnTo>
                  <a:lnTo>
                    <a:pt x="730" y="75"/>
                  </a:lnTo>
                  <a:lnTo>
                    <a:pt x="737" y="66"/>
                  </a:lnTo>
                  <a:lnTo>
                    <a:pt x="745" y="62"/>
                  </a:lnTo>
                  <a:close/>
                  <a:moveTo>
                    <a:pt x="491" y="0"/>
                  </a:moveTo>
                  <a:lnTo>
                    <a:pt x="490" y="8"/>
                  </a:lnTo>
                  <a:lnTo>
                    <a:pt x="488" y="20"/>
                  </a:lnTo>
                  <a:lnTo>
                    <a:pt x="484" y="33"/>
                  </a:lnTo>
                  <a:lnTo>
                    <a:pt x="477" y="47"/>
                  </a:lnTo>
                  <a:lnTo>
                    <a:pt x="472" y="56"/>
                  </a:lnTo>
                  <a:lnTo>
                    <a:pt x="467" y="63"/>
                  </a:lnTo>
                  <a:lnTo>
                    <a:pt x="463" y="69"/>
                  </a:lnTo>
                  <a:lnTo>
                    <a:pt x="459" y="77"/>
                  </a:lnTo>
                  <a:lnTo>
                    <a:pt x="457" y="87"/>
                  </a:lnTo>
                  <a:lnTo>
                    <a:pt x="457" y="102"/>
                  </a:lnTo>
                  <a:lnTo>
                    <a:pt x="456" y="116"/>
                  </a:lnTo>
                  <a:lnTo>
                    <a:pt x="455" y="126"/>
                  </a:lnTo>
                  <a:lnTo>
                    <a:pt x="453" y="135"/>
                  </a:lnTo>
                  <a:lnTo>
                    <a:pt x="450" y="142"/>
                  </a:lnTo>
                  <a:lnTo>
                    <a:pt x="447" y="151"/>
                  </a:lnTo>
                  <a:lnTo>
                    <a:pt x="443" y="162"/>
                  </a:lnTo>
                  <a:lnTo>
                    <a:pt x="435" y="177"/>
                  </a:lnTo>
                  <a:lnTo>
                    <a:pt x="426" y="190"/>
                  </a:lnTo>
                  <a:lnTo>
                    <a:pt x="415" y="201"/>
                  </a:lnTo>
                  <a:lnTo>
                    <a:pt x="408" y="210"/>
                  </a:lnTo>
                  <a:lnTo>
                    <a:pt x="402" y="217"/>
                  </a:lnTo>
                  <a:lnTo>
                    <a:pt x="400" y="227"/>
                  </a:lnTo>
                  <a:lnTo>
                    <a:pt x="399" y="238"/>
                  </a:lnTo>
                  <a:lnTo>
                    <a:pt x="374" y="229"/>
                  </a:lnTo>
                  <a:lnTo>
                    <a:pt x="353" y="222"/>
                  </a:lnTo>
                  <a:lnTo>
                    <a:pt x="369" y="193"/>
                  </a:lnTo>
                  <a:lnTo>
                    <a:pt x="383" y="166"/>
                  </a:lnTo>
                  <a:lnTo>
                    <a:pt x="399" y="138"/>
                  </a:lnTo>
                  <a:lnTo>
                    <a:pt x="414" y="112"/>
                  </a:lnTo>
                  <a:lnTo>
                    <a:pt x="429" y="87"/>
                  </a:lnTo>
                  <a:lnTo>
                    <a:pt x="441" y="64"/>
                  </a:lnTo>
                  <a:lnTo>
                    <a:pt x="454" y="44"/>
                  </a:lnTo>
                  <a:lnTo>
                    <a:pt x="465" y="27"/>
                  </a:lnTo>
                  <a:lnTo>
                    <a:pt x="474" y="14"/>
                  </a:lnTo>
                  <a:lnTo>
                    <a:pt x="482" y="5"/>
                  </a:lnTo>
                  <a:lnTo>
                    <a:pt x="487" y="1"/>
                  </a:lnTo>
                  <a:lnTo>
                    <a:pt x="489" y="1"/>
                  </a:lnTo>
                  <a:lnTo>
                    <a:pt x="49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09" name="Freeform 18">
              <a:extLst>
                <a:ext uri="{FF2B5EF4-FFF2-40B4-BE49-F238E27FC236}">
                  <a16:creationId xmlns:a16="http://schemas.microsoft.com/office/drawing/2014/main" id="{9E63D1AF-CC24-416E-99E4-CBBA31BD336D}"/>
                </a:ext>
              </a:extLst>
            </p:cNvPr>
            <p:cNvSpPr>
              <a:spLocks/>
            </p:cNvSpPr>
            <p:nvPr/>
          </p:nvSpPr>
          <p:spPr bwMode="auto">
            <a:xfrm>
              <a:off x="3012788" y="3156810"/>
              <a:ext cx="327923" cy="171844"/>
            </a:xfrm>
            <a:custGeom>
              <a:avLst/>
              <a:gdLst>
                <a:gd name="T0" fmla="*/ 1380 w 1462"/>
                <a:gd name="T1" fmla="*/ 3 h 763"/>
                <a:gd name="T2" fmla="*/ 1462 w 1462"/>
                <a:gd name="T3" fmla="*/ 11 h 763"/>
                <a:gd name="T4" fmla="*/ 1462 w 1462"/>
                <a:gd name="T5" fmla="*/ 502 h 763"/>
                <a:gd name="T6" fmla="*/ 1462 w 1462"/>
                <a:gd name="T7" fmla="*/ 631 h 763"/>
                <a:gd name="T8" fmla="*/ 1462 w 1462"/>
                <a:gd name="T9" fmla="*/ 699 h 763"/>
                <a:gd name="T10" fmla="*/ 1462 w 1462"/>
                <a:gd name="T11" fmla="*/ 744 h 763"/>
                <a:gd name="T12" fmla="*/ 0 w 1462"/>
                <a:gd name="T13" fmla="*/ 763 h 763"/>
                <a:gd name="T14" fmla="*/ 77 w 1462"/>
                <a:gd name="T15" fmla="*/ 471 h 763"/>
                <a:gd name="T16" fmla="*/ 86 w 1462"/>
                <a:gd name="T17" fmla="*/ 477 h 763"/>
                <a:gd name="T18" fmla="*/ 111 w 1462"/>
                <a:gd name="T19" fmla="*/ 489 h 763"/>
                <a:gd name="T20" fmla="*/ 149 w 1462"/>
                <a:gd name="T21" fmla="*/ 508 h 763"/>
                <a:gd name="T22" fmla="*/ 195 w 1462"/>
                <a:gd name="T23" fmla="*/ 527 h 763"/>
                <a:gd name="T24" fmla="*/ 248 w 1462"/>
                <a:gd name="T25" fmla="*/ 545 h 763"/>
                <a:gd name="T26" fmla="*/ 303 w 1462"/>
                <a:gd name="T27" fmla="*/ 558 h 763"/>
                <a:gd name="T28" fmla="*/ 357 w 1462"/>
                <a:gd name="T29" fmla="*/ 561 h 763"/>
                <a:gd name="T30" fmla="*/ 406 w 1462"/>
                <a:gd name="T31" fmla="*/ 553 h 763"/>
                <a:gd name="T32" fmla="*/ 447 w 1462"/>
                <a:gd name="T33" fmla="*/ 528 h 763"/>
                <a:gd name="T34" fmla="*/ 508 w 1462"/>
                <a:gd name="T35" fmla="*/ 486 h 763"/>
                <a:gd name="T36" fmla="*/ 574 w 1462"/>
                <a:gd name="T37" fmla="*/ 461 h 763"/>
                <a:gd name="T38" fmla="*/ 639 w 1462"/>
                <a:gd name="T39" fmla="*/ 449 h 763"/>
                <a:gd name="T40" fmla="*/ 702 w 1462"/>
                <a:gd name="T41" fmla="*/ 446 h 763"/>
                <a:gd name="T42" fmla="*/ 762 w 1462"/>
                <a:gd name="T43" fmla="*/ 446 h 763"/>
                <a:gd name="T44" fmla="*/ 813 w 1462"/>
                <a:gd name="T45" fmla="*/ 445 h 763"/>
                <a:gd name="T46" fmla="*/ 844 w 1462"/>
                <a:gd name="T47" fmla="*/ 438 h 763"/>
                <a:gd name="T48" fmla="*/ 862 w 1462"/>
                <a:gd name="T49" fmla="*/ 423 h 763"/>
                <a:gd name="T50" fmla="*/ 873 w 1462"/>
                <a:gd name="T51" fmla="*/ 403 h 763"/>
                <a:gd name="T52" fmla="*/ 882 w 1462"/>
                <a:gd name="T53" fmla="*/ 380 h 763"/>
                <a:gd name="T54" fmla="*/ 895 w 1462"/>
                <a:gd name="T55" fmla="*/ 355 h 763"/>
                <a:gd name="T56" fmla="*/ 919 w 1462"/>
                <a:gd name="T57" fmla="*/ 333 h 763"/>
                <a:gd name="T58" fmla="*/ 960 w 1462"/>
                <a:gd name="T59" fmla="*/ 316 h 763"/>
                <a:gd name="T60" fmla="*/ 982 w 1462"/>
                <a:gd name="T61" fmla="*/ 302 h 763"/>
                <a:gd name="T62" fmla="*/ 1006 w 1462"/>
                <a:gd name="T63" fmla="*/ 280 h 763"/>
                <a:gd name="T64" fmla="*/ 1033 w 1462"/>
                <a:gd name="T65" fmla="*/ 255 h 763"/>
                <a:gd name="T66" fmla="*/ 1066 w 1462"/>
                <a:gd name="T67" fmla="*/ 231 h 763"/>
                <a:gd name="T68" fmla="*/ 1106 w 1462"/>
                <a:gd name="T69" fmla="*/ 214 h 763"/>
                <a:gd name="T70" fmla="*/ 1155 w 1462"/>
                <a:gd name="T71" fmla="*/ 211 h 763"/>
                <a:gd name="T72" fmla="*/ 1187 w 1462"/>
                <a:gd name="T73" fmla="*/ 215 h 763"/>
                <a:gd name="T74" fmla="*/ 1188 w 1462"/>
                <a:gd name="T75" fmla="*/ 202 h 763"/>
                <a:gd name="T76" fmla="*/ 1185 w 1462"/>
                <a:gd name="T77" fmla="*/ 182 h 763"/>
                <a:gd name="T78" fmla="*/ 1182 w 1462"/>
                <a:gd name="T79" fmla="*/ 159 h 763"/>
                <a:gd name="T80" fmla="*/ 1186 w 1462"/>
                <a:gd name="T81" fmla="*/ 140 h 763"/>
                <a:gd name="T82" fmla="*/ 1205 w 1462"/>
                <a:gd name="T83" fmla="*/ 126 h 763"/>
                <a:gd name="T84" fmla="*/ 1127 w 1462"/>
                <a:gd name="T85" fmla="*/ 64 h 763"/>
                <a:gd name="T86" fmla="*/ 1168 w 1462"/>
                <a:gd name="T87" fmla="*/ 59 h 763"/>
                <a:gd name="T88" fmla="*/ 1211 w 1462"/>
                <a:gd name="T89" fmla="*/ 67 h 763"/>
                <a:gd name="T90" fmla="*/ 1254 w 1462"/>
                <a:gd name="T91" fmla="*/ 72 h 763"/>
                <a:gd name="T92" fmla="*/ 1298 w 1462"/>
                <a:gd name="T93" fmla="*/ 61 h 763"/>
                <a:gd name="T94" fmla="*/ 1307 w 1462"/>
                <a:gd name="T95" fmla="*/ 51 h 763"/>
                <a:gd name="T96" fmla="*/ 1312 w 1462"/>
                <a:gd name="T97" fmla="*/ 35 h 763"/>
                <a:gd name="T98" fmla="*/ 1325 w 1462"/>
                <a:gd name="T99" fmla="*/ 13 h 7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462" h="763">
                  <a:moveTo>
                    <a:pt x="1338" y="0"/>
                  </a:moveTo>
                  <a:lnTo>
                    <a:pt x="1380" y="3"/>
                  </a:lnTo>
                  <a:lnTo>
                    <a:pt x="1422" y="7"/>
                  </a:lnTo>
                  <a:lnTo>
                    <a:pt x="1462" y="11"/>
                  </a:lnTo>
                  <a:lnTo>
                    <a:pt x="1462" y="456"/>
                  </a:lnTo>
                  <a:lnTo>
                    <a:pt x="1462" y="502"/>
                  </a:lnTo>
                  <a:lnTo>
                    <a:pt x="1462" y="591"/>
                  </a:lnTo>
                  <a:lnTo>
                    <a:pt x="1462" y="631"/>
                  </a:lnTo>
                  <a:lnTo>
                    <a:pt x="1462" y="667"/>
                  </a:lnTo>
                  <a:lnTo>
                    <a:pt x="1462" y="699"/>
                  </a:lnTo>
                  <a:lnTo>
                    <a:pt x="1462" y="724"/>
                  </a:lnTo>
                  <a:lnTo>
                    <a:pt x="1462" y="744"/>
                  </a:lnTo>
                  <a:lnTo>
                    <a:pt x="1462" y="763"/>
                  </a:lnTo>
                  <a:lnTo>
                    <a:pt x="0" y="763"/>
                  </a:lnTo>
                  <a:lnTo>
                    <a:pt x="0" y="534"/>
                  </a:lnTo>
                  <a:lnTo>
                    <a:pt x="77" y="471"/>
                  </a:lnTo>
                  <a:lnTo>
                    <a:pt x="79" y="473"/>
                  </a:lnTo>
                  <a:lnTo>
                    <a:pt x="86" y="477"/>
                  </a:lnTo>
                  <a:lnTo>
                    <a:pt x="97" y="482"/>
                  </a:lnTo>
                  <a:lnTo>
                    <a:pt x="111" y="489"/>
                  </a:lnTo>
                  <a:lnTo>
                    <a:pt x="129" y="499"/>
                  </a:lnTo>
                  <a:lnTo>
                    <a:pt x="149" y="508"/>
                  </a:lnTo>
                  <a:lnTo>
                    <a:pt x="171" y="518"/>
                  </a:lnTo>
                  <a:lnTo>
                    <a:pt x="195" y="527"/>
                  </a:lnTo>
                  <a:lnTo>
                    <a:pt x="222" y="537"/>
                  </a:lnTo>
                  <a:lnTo>
                    <a:pt x="248" y="545"/>
                  </a:lnTo>
                  <a:lnTo>
                    <a:pt x="276" y="553"/>
                  </a:lnTo>
                  <a:lnTo>
                    <a:pt x="303" y="558"/>
                  </a:lnTo>
                  <a:lnTo>
                    <a:pt x="331" y="560"/>
                  </a:lnTo>
                  <a:lnTo>
                    <a:pt x="357" y="561"/>
                  </a:lnTo>
                  <a:lnTo>
                    <a:pt x="382" y="559"/>
                  </a:lnTo>
                  <a:lnTo>
                    <a:pt x="406" y="553"/>
                  </a:lnTo>
                  <a:lnTo>
                    <a:pt x="428" y="543"/>
                  </a:lnTo>
                  <a:lnTo>
                    <a:pt x="447" y="528"/>
                  </a:lnTo>
                  <a:lnTo>
                    <a:pt x="477" y="505"/>
                  </a:lnTo>
                  <a:lnTo>
                    <a:pt x="508" y="486"/>
                  </a:lnTo>
                  <a:lnTo>
                    <a:pt x="541" y="471"/>
                  </a:lnTo>
                  <a:lnTo>
                    <a:pt x="574" y="461"/>
                  </a:lnTo>
                  <a:lnTo>
                    <a:pt x="606" y="453"/>
                  </a:lnTo>
                  <a:lnTo>
                    <a:pt x="639" y="449"/>
                  </a:lnTo>
                  <a:lnTo>
                    <a:pt x="671" y="447"/>
                  </a:lnTo>
                  <a:lnTo>
                    <a:pt x="702" y="446"/>
                  </a:lnTo>
                  <a:lnTo>
                    <a:pt x="733" y="446"/>
                  </a:lnTo>
                  <a:lnTo>
                    <a:pt x="762" y="446"/>
                  </a:lnTo>
                  <a:lnTo>
                    <a:pt x="788" y="446"/>
                  </a:lnTo>
                  <a:lnTo>
                    <a:pt x="813" y="445"/>
                  </a:lnTo>
                  <a:lnTo>
                    <a:pt x="830" y="443"/>
                  </a:lnTo>
                  <a:lnTo>
                    <a:pt x="844" y="438"/>
                  </a:lnTo>
                  <a:lnTo>
                    <a:pt x="855" y="431"/>
                  </a:lnTo>
                  <a:lnTo>
                    <a:pt x="862" y="423"/>
                  </a:lnTo>
                  <a:lnTo>
                    <a:pt x="868" y="413"/>
                  </a:lnTo>
                  <a:lnTo>
                    <a:pt x="873" y="403"/>
                  </a:lnTo>
                  <a:lnTo>
                    <a:pt x="877" y="391"/>
                  </a:lnTo>
                  <a:lnTo>
                    <a:pt x="882" y="380"/>
                  </a:lnTo>
                  <a:lnTo>
                    <a:pt x="887" y="367"/>
                  </a:lnTo>
                  <a:lnTo>
                    <a:pt x="895" y="355"/>
                  </a:lnTo>
                  <a:lnTo>
                    <a:pt x="905" y="344"/>
                  </a:lnTo>
                  <a:lnTo>
                    <a:pt x="919" y="333"/>
                  </a:lnTo>
                  <a:lnTo>
                    <a:pt x="937" y="324"/>
                  </a:lnTo>
                  <a:lnTo>
                    <a:pt x="960" y="316"/>
                  </a:lnTo>
                  <a:lnTo>
                    <a:pt x="971" y="311"/>
                  </a:lnTo>
                  <a:lnTo>
                    <a:pt x="982" y="302"/>
                  </a:lnTo>
                  <a:lnTo>
                    <a:pt x="994" y="293"/>
                  </a:lnTo>
                  <a:lnTo>
                    <a:pt x="1006" y="280"/>
                  </a:lnTo>
                  <a:lnTo>
                    <a:pt x="1019" y="268"/>
                  </a:lnTo>
                  <a:lnTo>
                    <a:pt x="1033" y="255"/>
                  </a:lnTo>
                  <a:lnTo>
                    <a:pt x="1049" y="242"/>
                  </a:lnTo>
                  <a:lnTo>
                    <a:pt x="1066" y="231"/>
                  </a:lnTo>
                  <a:lnTo>
                    <a:pt x="1085" y="221"/>
                  </a:lnTo>
                  <a:lnTo>
                    <a:pt x="1106" y="214"/>
                  </a:lnTo>
                  <a:lnTo>
                    <a:pt x="1129" y="209"/>
                  </a:lnTo>
                  <a:lnTo>
                    <a:pt x="1155" y="211"/>
                  </a:lnTo>
                  <a:lnTo>
                    <a:pt x="1183" y="215"/>
                  </a:lnTo>
                  <a:lnTo>
                    <a:pt x="1187" y="215"/>
                  </a:lnTo>
                  <a:lnTo>
                    <a:pt x="1188" y="209"/>
                  </a:lnTo>
                  <a:lnTo>
                    <a:pt x="1188" y="202"/>
                  </a:lnTo>
                  <a:lnTo>
                    <a:pt x="1187" y="193"/>
                  </a:lnTo>
                  <a:lnTo>
                    <a:pt x="1185" y="182"/>
                  </a:lnTo>
                  <a:lnTo>
                    <a:pt x="1183" y="170"/>
                  </a:lnTo>
                  <a:lnTo>
                    <a:pt x="1182" y="159"/>
                  </a:lnTo>
                  <a:lnTo>
                    <a:pt x="1183" y="148"/>
                  </a:lnTo>
                  <a:lnTo>
                    <a:pt x="1186" y="140"/>
                  </a:lnTo>
                  <a:lnTo>
                    <a:pt x="1192" y="133"/>
                  </a:lnTo>
                  <a:lnTo>
                    <a:pt x="1205" y="126"/>
                  </a:lnTo>
                  <a:lnTo>
                    <a:pt x="1218" y="121"/>
                  </a:lnTo>
                  <a:lnTo>
                    <a:pt x="1127" y="64"/>
                  </a:lnTo>
                  <a:lnTo>
                    <a:pt x="1148" y="59"/>
                  </a:lnTo>
                  <a:lnTo>
                    <a:pt x="1168" y="59"/>
                  </a:lnTo>
                  <a:lnTo>
                    <a:pt x="1189" y="63"/>
                  </a:lnTo>
                  <a:lnTo>
                    <a:pt x="1211" y="67"/>
                  </a:lnTo>
                  <a:lnTo>
                    <a:pt x="1232" y="70"/>
                  </a:lnTo>
                  <a:lnTo>
                    <a:pt x="1254" y="72"/>
                  </a:lnTo>
                  <a:lnTo>
                    <a:pt x="1276" y="69"/>
                  </a:lnTo>
                  <a:lnTo>
                    <a:pt x="1298" y="61"/>
                  </a:lnTo>
                  <a:lnTo>
                    <a:pt x="1304" y="56"/>
                  </a:lnTo>
                  <a:lnTo>
                    <a:pt x="1307" y="51"/>
                  </a:lnTo>
                  <a:lnTo>
                    <a:pt x="1309" y="44"/>
                  </a:lnTo>
                  <a:lnTo>
                    <a:pt x="1312" y="35"/>
                  </a:lnTo>
                  <a:lnTo>
                    <a:pt x="1316" y="25"/>
                  </a:lnTo>
                  <a:lnTo>
                    <a:pt x="1325" y="13"/>
                  </a:lnTo>
                  <a:lnTo>
                    <a:pt x="1338" y="0"/>
                  </a:lnTo>
                  <a:close/>
                </a:path>
              </a:pathLst>
            </a:custGeom>
            <a:solidFill>
              <a:srgbClr val="2A945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10" name="Freeform 19">
              <a:extLst>
                <a:ext uri="{FF2B5EF4-FFF2-40B4-BE49-F238E27FC236}">
                  <a16:creationId xmlns:a16="http://schemas.microsoft.com/office/drawing/2014/main" id="{F1FAA55C-BE6B-41E5-A280-147DED94882F}"/>
                </a:ext>
              </a:extLst>
            </p:cNvPr>
            <p:cNvSpPr>
              <a:spLocks noEditPoints="1"/>
            </p:cNvSpPr>
            <p:nvPr/>
          </p:nvSpPr>
          <p:spPr bwMode="auto">
            <a:xfrm>
              <a:off x="2960762" y="3063794"/>
              <a:ext cx="431975" cy="315310"/>
            </a:xfrm>
            <a:custGeom>
              <a:avLst/>
              <a:gdLst>
                <a:gd name="T0" fmla="*/ 113 w 1912"/>
                <a:gd name="T1" fmla="*/ 113 h 1406"/>
                <a:gd name="T2" fmla="*/ 113 w 1912"/>
                <a:gd name="T3" fmla="*/ 1293 h 1406"/>
                <a:gd name="T4" fmla="*/ 1799 w 1912"/>
                <a:gd name="T5" fmla="*/ 1293 h 1406"/>
                <a:gd name="T6" fmla="*/ 1799 w 1912"/>
                <a:gd name="T7" fmla="*/ 113 h 1406"/>
                <a:gd name="T8" fmla="*/ 113 w 1912"/>
                <a:gd name="T9" fmla="*/ 113 h 1406"/>
                <a:gd name="T10" fmla="*/ 0 w 1912"/>
                <a:gd name="T11" fmla="*/ 0 h 1406"/>
                <a:gd name="T12" fmla="*/ 1912 w 1912"/>
                <a:gd name="T13" fmla="*/ 0 h 1406"/>
                <a:gd name="T14" fmla="*/ 1912 w 1912"/>
                <a:gd name="T15" fmla="*/ 1406 h 1406"/>
                <a:gd name="T16" fmla="*/ 0 w 1912"/>
                <a:gd name="T17" fmla="*/ 1406 h 1406"/>
                <a:gd name="T18" fmla="*/ 0 w 1912"/>
                <a:gd name="T19" fmla="*/ 0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12" h="1406">
                  <a:moveTo>
                    <a:pt x="113" y="113"/>
                  </a:moveTo>
                  <a:lnTo>
                    <a:pt x="113" y="1293"/>
                  </a:lnTo>
                  <a:lnTo>
                    <a:pt x="1799" y="1293"/>
                  </a:lnTo>
                  <a:lnTo>
                    <a:pt x="1799" y="113"/>
                  </a:lnTo>
                  <a:lnTo>
                    <a:pt x="113" y="113"/>
                  </a:lnTo>
                  <a:close/>
                  <a:moveTo>
                    <a:pt x="0" y="0"/>
                  </a:moveTo>
                  <a:lnTo>
                    <a:pt x="1912" y="0"/>
                  </a:lnTo>
                  <a:lnTo>
                    <a:pt x="1912" y="1406"/>
                  </a:lnTo>
                  <a:lnTo>
                    <a:pt x="0" y="1406"/>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511" name="Group 510">
            <a:extLst>
              <a:ext uri="{FF2B5EF4-FFF2-40B4-BE49-F238E27FC236}">
                <a16:creationId xmlns:a16="http://schemas.microsoft.com/office/drawing/2014/main" id="{74EDAF6E-08BA-4FF1-8CD3-937C1B875C86}"/>
              </a:ext>
            </a:extLst>
          </p:cNvPr>
          <p:cNvGrpSpPr>
            <a:grpSpLocks noChangeAspect="1"/>
          </p:cNvGrpSpPr>
          <p:nvPr/>
        </p:nvGrpSpPr>
        <p:grpSpPr>
          <a:xfrm>
            <a:off x="2781358" y="5232577"/>
            <a:ext cx="542728" cy="411480"/>
            <a:chOff x="2671263" y="2703834"/>
            <a:chExt cx="2412124" cy="1828800"/>
          </a:xfrm>
        </p:grpSpPr>
        <p:grpSp>
          <p:nvGrpSpPr>
            <p:cNvPr id="512" name="Group 511">
              <a:extLst>
                <a:ext uri="{FF2B5EF4-FFF2-40B4-BE49-F238E27FC236}">
                  <a16:creationId xmlns:a16="http://schemas.microsoft.com/office/drawing/2014/main" id="{389604A9-CA1A-4B74-988C-3E80C7860BA4}"/>
                </a:ext>
              </a:extLst>
            </p:cNvPr>
            <p:cNvGrpSpPr>
              <a:grpSpLocks noChangeAspect="1"/>
            </p:cNvGrpSpPr>
            <p:nvPr/>
          </p:nvGrpSpPr>
          <p:grpSpPr>
            <a:xfrm>
              <a:off x="3978128" y="3982798"/>
              <a:ext cx="556461" cy="457200"/>
              <a:chOff x="3910012" y="3889375"/>
              <a:chExt cx="2225842" cy="1828800"/>
            </a:xfrm>
          </p:grpSpPr>
          <p:sp useBgFill="1">
            <p:nvSpPr>
              <p:cNvPr id="525" name="Freeform 182">
                <a:extLst>
                  <a:ext uri="{FF2B5EF4-FFF2-40B4-BE49-F238E27FC236}">
                    <a16:creationId xmlns:a16="http://schemas.microsoft.com/office/drawing/2014/main" id="{54BD1BCC-5AB8-4F75-800B-52F5866605D6}"/>
                  </a:ext>
                </a:extLst>
              </p:cNvPr>
              <p:cNvSpPr>
                <a:spLocks/>
              </p:cNvSpPr>
              <p:nvPr/>
            </p:nvSpPr>
            <p:spPr bwMode="auto">
              <a:xfrm>
                <a:off x="3910012" y="3889375"/>
                <a:ext cx="2225842" cy="1828800"/>
              </a:xfrm>
              <a:custGeom>
                <a:avLst/>
                <a:gdLst>
                  <a:gd name="T0" fmla="*/ 1364 w 2584"/>
                  <a:gd name="T1" fmla="*/ 0 h 2129"/>
                  <a:gd name="T2" fmla="*/ 1405 w 2584"/>
                  <a:gd name="T3" fmla="*/ 8 h 2129"/>
                  <a:gd name="T4" fmla="*/ 1441 w 2584"/>
                  <a:gd name="T5" fmla="*/ 31 h 2129"/>
                  <a:gd name="T6" fmla="*/ 1536 w 2584"/>
                  <a:gd name="T7" fmla="*/ 157 h 2129"/>
                  <a:gd name="T8" fmla="*/ 1555 w 2584"/>
                  <a:gd name="T9" fmla="*/ 200 h 2129"/>
                  <a:gd name="T10" fmla="*/ 1559 w 2584"/>
                  <a:gd name="T11" fmla="*/ 511 h 2129"/>
                  <a:gd name="T12" fmla="*/ 1621 w 2584"/>
                  <a:gd name="T13" fmla="*/ 471 h 2129"/>
                  <a:gd name="T14" fmla="*/ 1652 w 2584"/>
                  <a:gd name="T15" fmla="*/ 435 h 2129"/>
                  <a:gd name="T16" fmla="*/ 1696 w 2584"/>
                  <a:gd name="T17" fmla="*/ 415 h 2129"/>
                  <a:gd name="T18" fmla="*/ 1910 w 2584"/>
                  <a:gd name="T19" fmla="*/ 413 h 2129"/>
                  <a:gd name="T20" fmla="*/ 1950 w 2584"/>
                  <a:gd name="T21" fmla="*/ 420 h 2129"/>
                  <a:gd name="T22" fmla="*/ 1985 w 2584"/>
                  <a:gd name="T23" fmla="*/ 442 h 2129"/>
                  <a:gd name="T24" fmla="*/ 2102 w 2584"/>
                  <a:gd name="T25" fmla="*/ 551 h 2129"/>
                  <a:gd name="T26" fmla="*/ 2121 w 2584"/>
                  <a:gd name="T27" fmla="*/ 594 h 2129"/>
                  <a:gd name="T28" fmla="*/ 2124 w 2584"/>
                  <a:gd name="T29" fmla="*/ 852 h 2129"/>
                  <a:gd name="T30" fmla="*/ 2503 w 2584"/>
                  <a:gd name="T31" fmla="*/ 1085 h 2129"/>
                  <a:gd name="T32" fmla="*/ 2546 w 2584"/>
                  <a:gd name="T33" fmla="*/ 1133 h 2129"/>
                  <a:gd name="T34" fmla="*/ 2574 w 2584"/>
                  <a:gd name="T35" fmla="*/ 1193 h 2129"/>
                  <a:gd name="T36" fmla="*/ 2584 w 2584"/>
                  <a:gd name="T37" fmla="*/ 1258 h 2129"/>
                  <a:gd name="T38" fmla="*/ 2574 w 2584"/>
                  <a:gd name="T39" fmla="*/ 1324 h 2129"/>
                  <a:gd name="T40" fmla="*/ 2547 w 2584"/>
                  <a:gd name="T41" fmla="*/ 1382 h 2129"/>
                  <a:gd name="T42" fmla="*/ 2503 w 2584"/>
                  <a:gd name="T43" fmla="*/ 1431 h 2129"/>
                  <a:gd name="T44" fmla="*/ 1861 w 2584"/>
                  <a:gd name="T45" fmla="*/ 1824 h 2129"/>
                  <a:gd name="T46" fmla="*/ 1385 w 2584"/>
                  <a:gd name="T47" fmla="*/ 2111 h 2129"/>
                  <a:gd name="T48" fmla="*/ 1327 w 2584"/>
                  <a:gd name="T49" fmla="*/ 2126 h 2129"/>
                  <a:gd name="T50" fmla="*/ 1259 w 2584"/>
                  <a:gd name="T51" fmla="*/ 2126 h 2129"/>
                  <a:gd name="T52" fmla="*/ 1190 w 2584"/>
                  <a:gd name="T53" fmla="*/ 2102 h 2129"/>
                  <a:gd name="T54" fmla="*/ 1181 w 2584"/>
                  <a:gd name="T55" fmla="*/ 2098 h 2129"/>
                  <a:gd name="T56" fmla="*/ 1162 w 2584"/>
                  <a:gd name="T57" fmla="*/ 2087 h 2129"/>
                  <a:gd name="T58" fmla="*/ 1140 w 2584"/>
                  <a:gd name="T59" fmla="*/ 2076 h 2129"/>
                  <a:gd name="T60" fmla="*/ 1124 w 2584"/>
                  <a:gd name="T61" fmla="*/ 2067 h 2129"/>
                  <a:gd name="T62" fmla="*/ 108 w 2584"/>
                  <a:gd name="T63" fmla="*/ 1451 h 2129"/>
                  <a:gd name="T64" fmla="*/ 57 w 2584"/>
                  <a:gd name="T65" fmla="*/ 1410 h 2129"/>
                  <a:gd name="T66" fmla="*/ 21 w 2584"/>
                  <a:gd name="T67" fmla="*/ 1355 h 2129"/>
                  <a:gd name="T68" fmla="*/ 2 w 2584"/>
                  <a:gd name="T69" fmla="*/ 1293 h 2129"/>
                  <a:gd name="T70" fmla="*/ 2 w 2584"/>
                  <a:gd name="T71" fmla="*/ 1227 h 2129"/>
                  <a:gd name="T72" fmla="*/ 21 w 2584"/>
                  <a:gd name="T73" fmla="*/ 1165 h 2129"/>
                  <a:gd name="T74" fmla="*/ 56 w 2584"/>
                  <a:gd name="T75" fmla="*/ 1110 h 2129"/>
                  <a:gd name="T76" fmla="*/ 107 w 2584"/>
                  <a:gd name="T77" fmla="*/ 1068 h 2129"/>
                  <a:gd name="T78" fmla="*/ 378 w 2584"/>
                  <a:gd name="T79" fmla="*/ 902 h 2129"/>
                  <a:gd name="T80" fmla="*/ 378 w 2584"/>
                  <a:gd name="T81" fmla="*/ 634 h 2129"/>
                  <a:gd name="T82" fmla="*/ 397 w 2584"/>
                  <a:gd name="T83" fmla="*/ 591 h 2129"/>
                  <a:gd name="T84" fmla="*/ 530 w 2584"/>
                  <a:gd name="T85" fmla="*/ 468 h 2129"/>
                  <a:gd name="T86" fmla="*/ 566 w 2584"/>
                  <a:gd name="T87" fmla="*/ 447 h 2129"/>
                  <a:gd name="T88" fmla="*/ 605 w 2584"/>
                  <a:gd name="T89" fmla="*/ 439 h 2129"/>
                  <a:gd name="T90" fmla="*/ 621 w 2584"/>
                  <a:gd name="T91" fmla="*/ 441 h 2129"/>
                  <a:gd name="T92" fmla="*/ 831 w 2584"/>
                  <a:gd name="T93" fmla="*/ 444 h 2129"/>
                  <a:gd name="T94" fmla="*/ 874 w 2584"/>
                  <a:gd name="T95" fmla="*/ 462 h 2129"/>
                  <a:gd name="T96" fmla="*/ 905 w 2584"/>
                  <a:gd name="T97" fmla="*/ 495 h 2129"/>
                  <a:gd name="T98" fmla="*/ 932 w 2584"/>
                  <a:gd name="T99" fmla="*/ 567 h 2129"/>
                  <a:gd name="T100" fmla="*/ 947 w 2584"/>
                  <a:gd name="T101" fmla="*/ 226 h 2129"/>
                  <a:gd name="T102" fmla="*/ 957 w 2584"/>
                  <a:gd name="T103" fmla="*/ 177 h 2129"/>
                  <a:gd name="T104" fmla="*/ 1057 w 2584"/>
                  <a:gd name="T105" fmla="*/ 43 h 2129"/>
                  <a:gd name="T106" fmla="*/ 1088 w 2584"/>
                  <a:gd name="T107" fmla="*/ 16 h 2129"/>
                  <a:gd name="T108" fmla="*/ 1125 w 2584"/>
                  <a:gd name="T109" fmla="*/ 2 h 2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84" h="2129">
                    <a:moveTo>
                      <a:pt x="1146" y="0"/>
                    </a:moveTo>
                    <a:lnTo>
                      <a:pt x="1364" y="0"/>
                    </a:lnTo>
                    <a:lnTo>
                      <a:pt x="1385" y="2"/>
                    </a:lnTo>
                    <a:lnTo>
                      <a:pt x="1405" y="8"/>
                    </a:lnTo>
                    <a:lnTo>
                      <a:pt x="1424" y="18"/>
                    </a:lnTo>
                    <a:lnTo>
                      <a:pt x="1441" y="31"/>
                    </a:lnTo>
                    <a:lnTo>
                      <a:pt x="1455" y="46"/>
                    </a:lnTo>
                    <a:lnTo>
                      <a:pt x="1536" y="157"/>
                    </a:lnTo>
                    <a:lnTo>
                      <a:pt x="1548" y="177"/>
                    </a:lnTo>
                    <a:lnTo>
                      <a:pt x="1555" y="200"/>
                    </a:lnTo>
                    <a:lnTo>
                      <a:pt x="1557" y="223"/>
                    </a:lnTo>
                    <a:lnTo>
                      <a:pt x="1559" y="511"/>
                    </a:lnTo>
                    <a:lnTo>
                      <a:pt x="1589" y="529"/>
                    </a:lnTo>
                    <a:lnTo>
                      <a:pt x="1621" y="471"/>
                    </a:lnTo>
                    <a:lnTo>
                      <a:pt x="1634" y="451"/>
                    </a:lnTo>
                    <a:lnTo>
                      <a:pt x="1652" y="435"/>
                    </a:lnTo>
                    <a:lnTo>
                      <a:pt x="1672" y="423"/>
                    </a:lnTo>
                    <a:lnTo>
                      <a:pt x="1696" y="415"/>
                    </a:lnTo>
                    <a:lnTo>
                      <a:pt x="1719" y="413"/>
                    </a:lnTo>
                    <a:lnTo>
                      <a:pt x="1910" y="413"/>
                    </a:lnTo>
                    <a:lnTo>
                      <a:pt x="1930" y="415"/>
                    </a:lnTo>
                    <a:lnTo>
                      <a:pt x="1950" y="420"/>
                    </a:lnTo>
                    <a:lnTo>
                      <a:pt x="1968" y="429"/>
                    </a:lnTo>
                    <a:lnTo>
                      <a:pt x="1985" y="442"/>
                    </a:lnTo>
                    <a:lnTo>
                      <a:pt x="2087" y="533"/>
                    </a:lnTo>
                    <a:lnTo>
                      <a:pt x="2102" y="551"/>
                    </a:lnTo>
                    <a:lnTo>
                      <a:pt x="2115" y="571"/>
                    </a:lnTo>
                    <a:lnTo>
                      <a:pt x="2121" y="594"/>
                    </a:lnTo>
                    <a:lnTo>
                      <a:pt x="2124" y="617"/>
                    </a:lnTo>
                    <a:lnTo>
                      <a:pt x="2124" y="852"/>
                    </a:lnTo>
                    <a:lnTo>
                      <a:pt x="2475" y="1066"/>
                    </a:lnTo>
                    <a:lnTo>
                      <a:pt x="2503" y="1085"/>
                    </a:lnTo>
                    <a:lnTo>
                      <a:pt x="2526" y="1108"/>
                    </a:lnTo>
                    <a:lnTo>
                      <a:pt x="2546" y="1133"/>
                    </a:lnTo>
                    <a:lnTo>
                      <a:pt x="2563" y="1162"/>
                    </a:lnTo>
                    <a:lnTo>
                      <a:pt x="2574" y="1193"/>
                    </a:lnTo>
                    <a:lnTo>
                      <a:pt x="2582" y="1224"/>
                    </a:lnTo>
                    <a:lnTo>
                      <a:pt x="2584" y="1258"/>
                    </a:lnTo>
                    <a:lnTo>
                      <a:pt x="2582" y="1291"/>
                    </a:lnTo>
                    <a:lnTo>
                      <a:pt x="2574" y="1324"/>
                    </a:lnTo>
                    <a:lnTo>
                      <a:pt x="2563" y="1353"/>
                    </a:lnTo>
                    <a:lnTo>
                      <a:pt x="2547" y="1382"/>
                    </a:lnTo>
                    <a:lnTo>
                      <a:pt x="2527" y="1408"/>
                    </a:lnTo>
                    <a:lnTo>
                      <a:pt x="2503" y="1431"/>
                    </a:lnTo>
                    <a:lnTo>
                      <a:pt x="2476" y="1450"/>
                    </a:lnTo>
                    <a:lnTo>
                      <a:pt x="1861" y="1824"/>
                    </a:lnTo>
                    <a:lnTo>
                      <a:pt x="1412" y="2097"/>
                    </a:lnTo>
                    <a:lnTo>
                      <a:pt x="1385" y="2111"/>
                    </a:lnTo>
                    <a:lnTo>
                      <a:pt x="1356" y="2121"/>
                    </a:lnTo>
                    <a:lnTo>
                      <a:pt x="1327" y="2126"/>
                    </a:lnTo>
                    <a:lnTo>
                      <a:pt x="1296" y="2129"/>
                    </a:lnTo>
                    <a:lnTo>
                      <a:pt x="1259" y="2126"/>
                    </a:lnTo>
                    <a:lnTo>
                      <a:pt x="1223" y="2117"/>
                    </a:lnTo>
                    <a:lnTo>
                      <a:pt x="1190" y="2102"/>
                    </a:lnTo>
                    <a:lnTo>
                      <a:pt x="1187" y="2101"/>
                    </a:lnTo>
                    <a:lnTo>
                      <a:pt x="1181" y="2098"/>
                    </a:lnTo>
                    <a:lnTo>
                      <a:pt x="1173" y="2093"/>
                    </a:lnTo>
                    <a:lnTo>
                      <a:pt x="1162" y="2087"/>
                    </a:lnTo>
                    <a:lnTo>
                      <a:pt x="1150" y="2081"/>
                    </a:lnTo>
                    <a:lnTo>
                      <a:pt x="1140" y="2076"/>
                    </a:lnTo>
                    <a:lnTo>
                      <a:pt x="1131" y="2070"/>
                    </a:lnTo>
                    <a:lnTo>
                      <a:pt x="1124" y="2067"/>
                    </a:lnTo>
                    <a:lnTo>
                      <a:pt x="1122" y="2065"/>
                    </a:lnTo>
                    <a:lnTo>
                      <a:pt x="108" y="1451"/>
                    </a:lnTo>
                    <a:lnTo>
                      <a:pt x="81" y="1432"/>
                    </a:lnTo>
                    <a:lnTo>
                      <a:pt x="57" y="1410"/>
                    </a:lnTo>
                    <a:lnTo>
                      <a:pt x="37" y="1384"/>
                    </a:lnTo>
                    <a:lnTo>
                      <a:pt x="21" y="1355"/>
                    </a:lnTo>
                    <a:lnTo>
                      <a:pt x="10" y="1326"/>
                    </a:lnTo>
                    <a:lnTo>
                      <a:pt x="2" y="1293"/>
                    </a:lnTo>
                    <a:lnTo>
                      <a:pt x="0" y="1260"/>
                    </a:lnTo>
                    <a:lnTo>
                      <a:pt x="2" y="1227"/>
                    </a:lnTo>
                    <a:lnTo>
                      <a:pt x="10" y="1196"/>
                    </a:lnTo>
                    <a:lnTo>
                      <a:pt x="21" y="1165"/>
                    </a:lnTo>
                    <a:lnTo>
                      <a:pt x="36" y="1137"/>
                    </a:lnTo>
                    <a:lnTo>
                      <a:pt x="56" y="1110"/>
                    </a:lnTo>
                    <a:lnTo>
                      <a:pt x="79" y="1088"/>
                    </a:lnTo>
                    <a:lnTo>
                      <a:pt x="107" y="1068"/>
                    </a:lnTo>
                    <a:lnTo>
                      <a:pt x="184" y="1020"/>
                    </a:lnTo>
                    <a:lnTo>
                      <a:pt x="378" y="902"/>
                    </a:lnTo>
                    <a:lnTo>
                      <a:pt x="375" y="658"/>
                    </a:lnTo>
                    <a:lnTo>
                      <a:pt x="378" y="634"/>
                    </a:lnTo>
                    <a:lnTo>
                      <a:pt x="385" y="612"/>
                    </a:lnTo>
                    <a:lnTo>
                      <a:pt x="397" y="591"/>
                    </a:lnTo>
                    <a:lnTo>
                      <a:pt x="413" y="573"/>
                    </a:lnTo>
                    <a:lnTo>
                      <a:pt x="530" y="468"/>
                    </a:lnTo>
                    <a:lnTo>
                      <a:pt x="547" y="455"/>
                    </a:lnTo>
                    <a:lnTo>
                      <a:pt x="566" y="447"/>
                    </a:lnTo>
                    <a:lnTo>
                      <a:pt x="585" y="442"/>
                    </a:lnTo>
                    <a:lnTo>
                      <a:pt x="605" y="439"/>
                    </a:lnTo>
                    <a:lnTo>
                      <a:pt x="614" y="441"/>
                    </a:lnTo>
                    <a:lnTo>
                      <a:pt x="621" y="441"/>
                    </a:lnTo>
                    <a:lnTo>
                      <a:pt x="808" y="441"/>
                    </a:lnTo>
                    <a:lnTo>
                      <a:pt x="831" y="444"/>
                    </a:lnTo>
                    <a:lnTo>
                      <a:pt x="854" y="450"/>
                    </a:lnTo>
                    <a:lnTo>
                      <a:pt x="874" y="462"/>
                    </a:lnTo>
                    <a:lnTo>
                      <a:pt x="891" y="476"/>
                    </a:lnTo>
                    <a:lnTo>
                      <a:pt x="905" y="495"/>
                    </a:lnTo>
                    <a:lnTo>
                      <a:pt x="915" y="517"/>
                    </a:lnTo>
                    <a:lnTo>
                      <a:pt x="932" y="567"/>
                    </a:lnTo>
                    <a:lnTo>
                      <a:pt x="949" y="558"/>
                    </a:lnTo>
                    <a:lnTo>
                      <a:pt x="947" y="226"/>
                    </a:lnTo>
                    <a:lnTo>
                      <a:pt x="949" y="201"/>
                    </a:lnTo>
                    <a:lnTo>
                      <a:pt x="957" y="177"/>
                    </a:lnTo>
                    <a:lnTo>
                      <a:pt x="970" y="155"/>
                    </a:lnTo>
                    <a:lnTo>
                      <a:pt x="1057" y="43"/>
                    </a:lnTo>
                    <a:lnTo>
                      <a:pt x="1071" y="29"/>
                    </a:lnTo>
                    <a:lnTo>
                      <a:pt x="1088" y="16"/>
                    </a:lnTo>
                    <a:lnTo>
                      <a:pt x="1106" y="7"/>
                    </a:lnTo>
                    <a:lnTo>
                      <a:pt x="1125" y="2"/>
                    </a:lnTo>
                    <a:lnTo>
                      <a:pt x="1146"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29" name="Freeform 183">
                <a:extLst>
                  <a:ext uri="{FF2B5EF4-FFF2-40B4-BE49-F238E27FC236}">
                    <a16:creationId xmlns:a16="http://schemas.microsoft.com/office/drawing/2014/main" id="{464E6E22-7D67-423E-966A-ABDA2138D36F}"/>
                  </a:ext>
                </a:extLst>
              </p:cNvPr>
              <p:cNvSpPr>
                <a:spLocks/>
              </p:cNvSpPr>
              <p:nvPr/>
            </p:nvSpPr>
            <p:spPr bwMode="auto">
              <a:xfrm>
                <a:off x="4006265" y="4322512"/>
                <a:ext cx="2033337" cy="1299411"/>
              </a:xfrm>
              <a:custGeom>
                <a:avLst/>
                <a:gdLst>
                  <a:gd name="T0" fmla="*/ 1180 w 2360"/>
                  <a:gd name="T1" fmla="*/ 0 h 1517"/>
                  <a:gd name="T2" fmla="*/ 1200 w 2360"/>
                  <a:gd name="T3" fmla="*/ 2 h 1517"/>
                  <a:gd name="T4" fmla="*/ 1220 w 2360"/>
                  <a:gd name="T5" fmla="*/ 7 h 1517"/>
                  <a:gd name="T6" fmla="*/ 1238 w 2360"/>
                  <a:gd name="T7" fmla="*/ 17 h 1517"/>
                  <a:gd name="T8" fmla="*/ 2305 w 2360"/>
                  <a:gd name="T9" fmla="*/ 662 h 1517"/>
                  <a:gd name="T10" fmla="*/ 2324 w 2360"/>
                  <a:gd name="T11" fmla="*/ 676 h 1517"/>
                  <a:gd name="T12" fmla="*/ 2339 w 2360"/>
                  <a:gd name="T13" fmla="*/ 694 h 1517"/>
                  <a:gd name="T14" fmla="*/ 2350 w 2360"/>
                  <a:gd name="T15" fmla="*/ 713 h 1517"/>
                  <a:gd name="T16" fmla="*/ 2357 w 2360"/>
                  <a:gd name="T17" fmla="*/ 735 h 1517"/>
                  <a:gd name="T18" fmla="*/ 2360 w 2360"/>
                  <a:gd name="T19" fmla="*/ 758 h 1517"/>
                  <a:gd name="T20" fmla="*/ 2357 w 2360"/>
                  <a:gd name="T21" fmla="*/ 781 h 1517"/>
                  <a:gd name="T22" fmla="*/ 2350 w 2360"/>
                  <a:gd name="T23" fmla="*/ 804 h 1517"/>
                  <a:gd name="T24" fmla="*/ 2339 w 2360"/>
                  <a:gd name="T25" fmla="*/ 823 h 1517"/>
                  <a:gd name="T26" fmla="*/ 2324 w 2360"/>
                  <a:gd name="T27" fmla="*/ 841 h 1517"/>
                  <a:gd name="T28" fmla="*/ 2306 w 2360"/>
                  <a:gd name="T29" fmla="*/ 854 h 1517"/>
                  <a:gd name="T30" fmla="*/ 1690 w 2360"/>
                  <a:gd name="T31" fmla="*/ 1228 h 1517"/>
                  <a:gd name="T32" fmla="*/ 1242 w 2360"/>
                  <a:gd name="T33" fmla="*/ 1501 h 1517"/>
                  <a:gd name="T34" fmla="*/ 1223 w 2360"/>
                  <a:gd name="T35" fmla="*/ 1509 h 1517"/>
                  <a:gd name="T36" fmla="*/ 1204 w 2360"/>
                  <a:gd name="T37" fmla="*/ 1514 h 1517"/>
                  <a:gd name="T38" fmla="*/ 1184 w 2360"/>
                  <a:gd name="T39" fmla="*/ 1517 h 1517"/>
                  <a:gd name="T40" fmla="*/ 1165 w 2360"/>
                  <a:gd name="T41" fmla="*/ 1516 h 1517"/>
                  <a:gd name="T42" fmla="*/ 1148 w 2360"/>
                  <a:gd name="T43" fmla="*/ 1510 h 1517"/>
                  <a:gd name="T44" fmla="*/ 1130 w 2360"/>
                  <a:gd name="T45" fmla="*/ 1503 h 1517"/>
                  <a:gd name="T46" fmla="*/ 1128 w 2360"/>
                  <a:gd name="T47" fmla="*/ 1502 h 1517"/>
                  <a:gd name="T48" fmla="*/ 1123 w 2360"/>
                  <a:gd name="T49" fmla="*/ 1499 h 1517"/>
                  <a:gd name="T50" fmla="*/ 1115 w 2360"/>
                  <a:gd name="T51" fmla="*/ 1494 h 1517"/>
                  <a:gd name="T52" fmla="*/ 1105 w 2360"/>
                  <a:gd name="T53" fmla="*/ 1489 h 1517"/>
                  <a:gd name="T54" fmla="*/ 1095 w 2360"/>
                  <a:gd name="T55" fmla="*/ 1484 h 1517"/>
                  <a:gd name="T56" fmla="*/ 1086 w 2360"/>
                  <a:gd name="T57" fmla="*/ 1479 h 1517"/>
                  <a:gd name="T58" fmla="*/ 1078 w 2360"/>
                  <a:gd name="T59" fmla="*/ 1474 h 1517"/>
                  <a:gd name="T60" fmla="*/ 1071 w 2360"/>
                  <a:gd name="T61" fmla="*/ 1471 h 1517"/>
                  <a:gd name="T62" fmla="*/ 1069 w 2360"/>
                  <a:gd name="T63" fmla="*/ 1470 h 1517"/>
                  <a:gd name="T64" fmla="*/ 54 w 2360"/>
                  <a:gd name="T65" fmla="*/ 855 h 1517"/>
                  <a:gd name="T66" fmla="*/ 36 w 2360"/>
                  <a:gd name="T67" fmla="*/ 842 h 1517"/>
                  <a:gd name="T68" fmla="*/ 21 w 2360"/>
                  <a:gd name="T69" fmla="*/ 825 h 1517"/>
                  <a:gd name="T70" fmla="*/ 10 w 2360"/>
                  <a:gd name="T71" fmla="*/ 805 h 1517"/>
                  <a:gd name="T72" fmla="*/ 2 w 2360"/>
                  <a:gd name="T73" fmla="*/ 783 h 1517"/>
                  <a:gd name="T74" fmla="*/ 0 w 2360"/>
                  <a:gd name="T75" fmla="*/ 760 h 1517"/>
                  <a:gd name="T76" fmla="*/ 2 w 2360"/>
                  <a:gd name="T77" fmla="*/ 736 h 1517"/>
                  <a:gd name="T78" fmla="*/ 10 w 2360"/>
                  <a:gd name="T79" fmla="*/ 715 h 1517"/>
                  <a:gd name="T80" fmla="*/ 20 w 2360"/>
                  <a:gd name="T81" fmla="*/ 696 h 1517"/>
                  <a:gd name="T82" fmla="*/ 35 w 2360"/>
                  <a:gd name="T83" fmla="*/ 678 h 1517"/>
                  <a:gd name="T84" fmla="*/ 54 w 2360"/>
                  <a:gd name="T85" fmla="*/ 664 h 1517"/>
                  <a:gd name="T86" fmla="*/ 131 w 2360"/>
                  <a:gd name="T87" fmla="*/ 616 h 1517"/>
                  <a:gd name="T88" fmla="*/ 1122 w 2360"/>
                  <a:gd name="T89" fmla="*/ 17 h 1517"/>
                  <a:gd name="T90" fmla="*/ 1140 w 2360"/>
                  <a:gd name="T91" fmla="*/ 7 h 1517"/>
                  <a:gd name="T92" fmla="*/ 1160 w 2360"/>
                  <a:gd name="T93" fmla="*/ 2 h 1517"/>
                  <a:gd name="T94" fmla="*/ 1180 w 2360"/>
                  <a:gd name="T95" fmla="*/ 0 h 1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60" h="1517">
                    <a:moveTo>
                      <a:pt x="1180" y="0"/>
                    </a:moveTo>
                    <a:lnTo>
                      <a:pt x="1200" y="2"/>
                    </a:lnTo>
                    <a:lnTo>
                      <a:pt x="1220" y="7"/>
                    </a:lnTo>
                    <a:lnTo>
                      <a:pt x="1238" y="17"/>
                    </a:lnTo>
                    <a:lnTo>
                      <a:pt x="2305" y="662"/>
                    </a:lnTo>
                    <a:lnTo>
                      <a:pt x="2324" y="676"/>
                    </a:lnTo>
                    <a:lnTo>
                      <a:pt x="2339" y="694"/>
                    </a:lnTo>
                    <a:lnTo>
                      <a:pt x="2350" y="713"/>
                    </a:lnTo>
                    <a:lnTo>
                      <a:pt x="2357" y="735"/>
                    </a:lnTo>
                    <a:lnTo>
                      <a:pt x="2360" y="758"/>
                    </a:lnTo>
                    <a:lnTo>
                      <a:pt x="2357" y="781"/>
                    </a:lnTo>
                    <a:lnTo>
                      <a:pt x="2350" y="804"/>
                    </a:lnTo>
                    <a:lnTo>
                      <a:pt x="2339" y="823"/>
                    </a:lnTo>
                    <a:lnTo>
                      <a:pt x="2324" y="841"/>
                    </a:lnTo>
                    <a:lnTo>
                      <a:pt x="2306" y="854"/>
                    </a:lnTo>
                    <a:lnTo>
                      <a:pt x="1690" y="1228"/>
                    </a:lnTo>
                    <a:lnTo>
                      <a:pt x="1242" y="1501"/>
                    </a:lnTo>
                    <a:lnTo>
                      <a:pt x="1223" y="1509"/>
                    </a:lnTo>
                    <a:lnTo>
                      <a:pt x="1204" y="1514"/>
                    </a:lnTo>
                    <a:lnTo>
                      <a:pt x="1184" y="1517"/>
                    </a:lnTo>
                    <a:lnTo>
                      <a:pt x="1165" y="1516"/>
                    </a:lnTo>
                    <a:lnTo>
                      <a:pt x="1148" y="1510"/>
                    </a:lnTo>
                    <a:lnTo>
                      <a:pt x="1130" y="1503"/>
                    </a:lnTo>
                    <a:lnTo>
                      <a:pt x="1128" y="1502"/>
                    </a:lnTo>
                    <a:lnTo>
                      <a:pt x="1123" y="1499"/>
                    </a:lnTo>
                    <a:lnTo>
                      <a:pt x="1115" y="1494"/>
                    </a:lnTo>
                    <a:lnTo>
                      <a:pt x="1105" y="1489"/>
                    </a:lnTo>
                    <a:lnTo>
                      <a:pt x="1095" y="1484"/>
                    </a:lnTo>
                    <a:lnTo>
                      <a:pt x="1086" y="1479"/>
                    </a:lnTo>
                    <a:lnTo>
                      <a:pt x="1078" y="1474"/>
                    </a:lnTo>
                    <a:lnTo>
                      <a:pt x="1071" y="1471"/>
                    </a:lnTo>
                    <a:lnTo>
                      <a:pt x="1069" y="1470"/>
                    </a:lnTo>
                    <a:lnTo>
                      <a:pt x="54" y="855"/>
                    </a:lnTo>
                    <a:lnTo>
                      <a:pt x="36" y="842"/>
                    </a:lnTo>
                    <a:lnTo>
                      <a:pt x="21" y="825"/>
                    </a:lnTo>
                    <a:lnTo>
                      <a:pt x="10" y="805"/>
                    </a:lnTo>
                    <a:lnTo>
                      <a:pt x="2" y="783"/>
                    </a:lnTo>
                    <a:lnTo>
                      <a:pt x="0" y="760"/>
                    </a:lnTo>
                    <a:lnTo>
                      <a:pt x="2" y="736"/>
                    </a:lnTo>
                    <a:lnTo>
                      <a:pt x="10" y="715"/>
                    </a:lnTo>
                    <a:lnTo>
                      <a:pt x="20" y="696"/>
                    </a:lnTo>
                    <a:lnTo>
                      <a:pt x="35" y="678"/>
                    </a:lnTo>
                    <a:lnTo>
                      <a:pt x="54" y="664"/>
                    </a:lnTo>
                    <a:lnTo>
                      <a:pt x="131" y="616"/>
                    </a:lnTo>
                    <a:lnTo>
                      <a:pt x="1122" y="17"/>
                    </a:lnTo>
                    <a:lnTo>
                      <a:pt x="1140" y="7"/>
                    </a:lnTo>
                    <a:lnTo>
                      <a:pt x="1160" y="2"/>
                    </a:lnTo>
                    <a:lnTo>
                      <a:pt x="118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30" name="Freeform 184">
                <a:extLst>
                  <a:ext uri="{FF2B5EF4-FFF2-40B4-BE49-F238E27FC236}">
                    <a16:creationId xmlns:a16="http://schemas.microsoft.com/office/drawing/2014/main" id="{EB602E0E-CA93-47D7-8655-2E34B93F4F7B}"/>
                  </a:ext>
                </a:extLst>
              </p:cNvPr>
              <p:cNvSpPr>
                <a:spLocks/>
              </p:cNvSpPr>
              <p:nvPr/>
            </p:nvSpPr>
            <p:spPr bwMode="auto">
              <a:xfrm>
                <a:off x="4108535" y="4418764"/>
                <a:ext cx="1828800" cy="1106905"/>
              </a:xfrm>
              <a:custGeom>
                <a:avLst/>
                <a:gdLst>
                  <a:gd name="T0" fmla="*/ 1067 w 2134"/>
                  <a:gd name="T1" fmla="*/ 0 h 1292"/>
                  <a:gd name="T2" fmla="*/ 2134 w 2134"/>
                  <a:gd name="T3" fmla="*/ 645 h 1292"/>
                  <a:gd name="T4" fmla="*/ 1519 w 2134"/>
                  <a:gd name="T5" fmla="*/ 1019 h 1292"/>
                  <a:gd name="T6" fmla="*/ 1071 w 2134"/>
                  <a:gd name="T7" fmla="*/ 1292 h 1292"/>
                  <a:gd name="T8" fmla="*/ 1014 w 2134"/>
                  <a:gd name="T9" fmla="*/ 1261 h 1292"/>
                  <a:gd name="T10" fmla="*/ 225 w 2134"/>
                  <a:gd name="T11" fmla="*/ 784 h 1292"/>
                  <a:gd name="T12" fmla="*/ 0 w 2134"/>
                  <a:gd name="T13" fmla="*/ 646 h 1292"/>
                  <a:gd name="T14" fmla="*/ 77 w 2134"/>
                  <a:gd name="T15" fmla="*/ 599 h 1292"/>
                  <a:gd name="T16" fmla="*/ 112 w 2134"/>
                  <a:gd name="T17" fmla="*/ 578 h 1292"/>
                  <a:gd name="T18" fmla="*/ 1067 w 2134"/>
                  <a:gd name="T19" fmla="*/ 0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4" h="1292">
                    <a:moveTo>
                      <a:pt x="1067" y="0"/>
                    </a:moveTo>
                    <a:lnTo>
                      <a:pt x="2134" y="645"/>
                    </a:lnTo>
                    <a:lnTo>
                      <a:pt x="1519" y="1019"/>
                    </a:lnTo>
                    <a:lnTo>
                      <a:pt x="1071" y="1292"/>
                    </a:lnTo>
                    <a:lnTo>
                      <a:pt x="1014" y="1261"/>
                    </a:lnTo>
                    <a:lnTo>
                      <a:pt x="225" y="784"/>
                    </a:lnTo>
                    <a:lnTo>
                      <a:pt x="0" y="646"/>
                    </a:lnTo>
                    <a:lnTo>
                      <a:pt x="77" y="599"/>
                    </a:lnTo>
                    <a:lnTo>
                      <a:pt x="112" y="578"/>
                    </a:lnTo>
                    <a:lnTo>
                      <a:pt x="1067"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31" name="Freeform 185">
                <a:extLst>
                  <a:ext uri="{FF2B5EF4-FFF2-40B4-BE49-F238E27FC236}">
                    <a16:creationId xmlns:a16="http://schemas.microsoft.com/office/drawing/2014/main" id="{1C1BDD1F-8607-4E0F-8C71-13CF11587A01}"/>
                  </a:ext>
                </a:extLst>
              </p:cNvPr>
              <p:cNvSpPr>
                <a:spLocks/>
              </p:cNvSpPr>
              <p:nvPr/>
            </p:nvSpPr>
            <p:spPr bwMode="auto">
              <a:xfrm>
                <a:off x="4102517" y="4629319"/>
                <a:ext cx="1834818" cy="896355"/>
              </a:xfrm>
              <a:custGeom>
                <a:avLst/>
                <a:gdLst>
                  <a:gd name="T0" fmla="*/ 1386 w 2135"/>
                  <a:gd name="T1" fmla="*/ 0 h 1049"/>
                  <a:gd name="T2" fmla="*/ 1390 w 2135"/>
                  <a:gd name="T3" fmla="*/ 0 h 1049"/>
                  <a:gd name="T4" fmla="*/ 1399 w 2135"/>
                  <a:gd name="T5" fmla="*/ 2 h 1049"/>
                  <a:gd name="T6" fmla="*/ 1411 w 2135"/>
                  <a:gd name="T7" fmla="*/ 4 h 1049"/>
                  <a:gd name="T8" fmla="*/ 1427 w 2135"/>
                  <a:gd name="T9" fmla="*/ 7 h 1049"/>
                  <a:gd name="T10" fmla="*/ 1444 w 2135"/>
                  <a:gd name="T11" fmla="*/ 10 h 1049"/>
                  <a:gd name="T12" fmla="*/ 1463 w 2135"/>
                  <a:gd name="T13" fmla="*/ 14 h 1049"/>
                  <a:gd name="T14" fmla="*/ 1481 w 2135"/>
                  <a:gd name="T15" fmla="*/ 18 h 1049"/>
                  <a:gd name="T16" fmla="*/ 1498 w 2135"/>
                  <a:gd name="T17" fmla="*/ 22 h 1049"/>
                  <a:gd name="T18" fmla="*/ 1514 w 2135"/>
                  <a:gd name="T19" fmla="*/ 26 h 1049"/>
                  <a:gd name="T20" fmla="*/ 2135 w 2135"/>
                  <a:gd name="T21" fmla="*/ 402 h 1049"/>
                  <a:gd name="T22" fmla="*/ 2004 w 2135"/>
                  <a:gd name="T23" fmla="*/ 482 h 1049"/>
                  <a:gd name="T24" fmla="*/ 2004 w 2135"/>
                  <a:gd name="T25" fmla="*/ 482 h 1049"/>
                  <a:gd name="T26" fmla="*/ 1700 w 2135"/>
                  <a:gd name="T27" fmla="*/ 667 h 1049"/>
                  <a:gd name="T28" fmla="*/ 1072 w 2135"/>
                  <a:gd name="T29" fmla="*/ 1049 h 1049"/>
                  <a:gd name="T30" fmla="*/ 1015 w 2135"/>
                  <a:gd name="T31" fmla="*/ 1018 h 1049"/>
                  <a:gd name="T32" fmla="*/ 226 w 2135"/>
                  <a:gd name="T33" fmla="*/ 541 h 1049"/>
                  <a:gd name="T34" fmla="*/ 0 w 2135"/>
                  <a:gd name="T35" fmla="*/ 403 h 1049"/>
                  <a:gd name="T36" fmla="*/ 273 w 2135"/>
                  <a:gd name="T37" fmla="*/ 237 h 1049"/>
                  <a:gd name="T38" fmla="*/ 298 w 2135"/>
                  <a:gd name="T39" fmla="*/ 239 h 1049"/>
                  <a:gd name="T40" fmla="*/ 322 w 2135"/>
                  <a:gd name="T41" fmla="*/ 242 h 1049"/>
                  <a:gd name="T42" fmla="*/ 348 w 2135"/>
                  <a:gd name="T43" fmla="*/ 245 h 1049"/>
                  <a:gd name="T44" fmla="*/ 373 w 2135"/>
                  <a:gd name="T45" fmla="*/ 247 h 1049"/>
                  <a:gd name="T46" fmla="*/ 399 w 2135"/>
                  <a:gd name="T47" fmla="*/ 248 h 1049"/>
                  <a:gd name="T48" fmla="*/ 428 w 2135"/>
                  <a:gd name="T49" fmla="*/ 247 h 1049"/>
                  <a:gd name="T50" fmla="*/ 458 w 2135"/>
                  <a:gd name="T51" fmla="*/ 244 h 1049"/>
                  <a:gd name="T52" fmla="*/ 491 w 2135"/>
                  <a:gd name="T53" fmla="*/ 237 h 1049"/>
                  <a:gd name="T54" fmla="*/ 526 w 2135"/>
                  <a:gd name="T55" fmla="*/ 227 h 1049"/>
                  <a:gd name="T56" fmla="*/ 564 w 2135"/>
                  <a:gd name="T57" fmla="*/ 211 h 1049"/>
                  <a:gd name="T58" fmla="*/ 601 w 2135"/>
                  <a:gd name="T59" fmla="*/ 193 h 1049"/>
                  <a:gd name="T60" fmla="*/ 638 w 2135"/>
                  <a:gd name="T61" fmla="*/ 174 h 1049"/>
                  <a:gd name="T62" fmla="*/ 675 w 2135"/>
                  <a:gd name="T63" fmla="*/ 153 h 1049"/>
                  <a:gd name="T64" fmla="*/ 713 w 2135"/>
                  <a:gd name="T65" fmla="*/ 131 h 1049"/>
                  <a:gd name="T66" fmla="*/ 751 w 2135"/>
                  <a:gd name="T67" fmla="*/ 111 h 1049"/>
                  <a:gd name="T68" fmla="*/ 791 w 2135"/>
                  <a:gd name="T69" fmla="*/ 91 h 1049"/>
                  <a:gd name="T70" fmla="*/ 832 w 2135"/>
                  <a:gd name="T71" fmla="*/ 73 h 1049"/>
                  <a:gd name="T72" fmla="*/ 876 w 2135"/>
                  <a:gd name="T73" fmla="*/ 58 h 1049"/>
                  <a:gd name="T74" fmla="*/ 922 w 2135"/>
                  <a:gd name="T75" fmla="*/ 46 h 1049"/>
                  <a:gd name="T76" fmla="*/ 964 w 2135"/>
                  <a:gd name="T77" fmla="*/ 41 h 1049"/>
                  <a:gd name="T78" fmla="*/ 1007 w 2135"/>
                  <a:gd name="T79" fmla="*/ 39 h 1049"/>
                  <a:gd name="T80" fmla="*/ 1048 w 2135"/>
                  <a:gd name="T81" fmla="*/ 40 h 1049"/>
                  <a:gd name="T82" fmla="*/ 1088 w 2135"/>
                  <a:gd name="T83" fmla="*/ 42 h 1049"/>
                  <a:gd name="T84" fmla="*/ 1129 w 2135"/>
                  <a:gd name="T85" fmla="*/ 43 h 1049"/>
                  <a:gd name="T86" fmla="*/ 1169 w 2135"/>
                  <a:gd name="T87" fmla="*/ 42 h 1049"/>
                  <a:gd name="T88" fmla="*/ 1212 w 2135"/>
                  <a:gd name="T89" fmla="*/ 37 h 1049"/>
                  <a:gd name="T90" fmla="*/ 1245 w 2135"/>
                  <a:gd name="T91" fmla="*/ 29 h 1049"/>
                  <a:gd name="T92" fmla="*/ 1276 w 2135"/>
                  <a:gd name="T93" fmla="*/ 22 h 1049"/>
                  <a:gd name="T94" fmla="*/ 1305 w 2135"/>
                  <a:gd name="T95" fmla="*/ 13 h 1049"/>
                  <a:gd name="T96" fmla="*/ 1331 w 2135"/>
                  <a:gd name="T97" fmla="*/ 7 h 1049"/>
                  <a:gd name="T98" fmla="*/ 1357 w 2135"/>
                  <a:gd name="T99" fmla="*/ 2 h 1049"/>
                  <a:gd name="T100" fmla="*/ 1386 w 2135"/>
                  <a:gd name="T101" fmla="*/ 0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35" h="1049">
                    <a:moveTo>
                      <a:pt x="1386" y="0"/>
                    </a:moveTo>
                    <a:lnTo>
                      <a:pt x="1390" y="0"/>
                    </a:lnTo>
                    <a:lnTo>
                      <a:pt x="1399" y="2"/>
                    </a:lnTo>
                    <a:lnTo>
                      <a:pt x="1411" y="4"/>
                    </a:lnTo>
                    <a:lnTo>
                      <a:pt x="1427" y="7"/>
                    </a:lnTo>
                    <a:lnTo>
                      <a:pt x="1444" y="10"/>
                    </a:lnTo>
                    <a:lnTo>
                      <a:pt x="1463" y="14"/>
                    </a:lnTo>
                    <a:lnTo>
                      <a:pt x="1481" y="18"/>
                    </a:lnTo>
                    <a:lnTo>
                      <a:pt x="1498" y="22"/>
                    </a:lnTo>
                    <a:lnTo>
                      <a:pt x="1514" y="26"/>
                    </a:lnTo>
                    <a:lnTo>
                      <a:pt x="2135" y="402"/>
                    </a:lnTo>
                    <a:lnTo>
                      <a:pt x="2004" y="482"/>
                    </a:lnTo>
                    <a:lnTo>
                      <a:pt x="2004" y="482"/>
                    </a:lnTo>
                    <a:lnTo>
                      <a:pt x="1700" y="667"/>
                    </a:lnTo>
                    <a:lnTo>
                      <a:pt x="1072" y="1049"/>
                    </a:lnTo>
                    <a:lnTo>
                      <a:pt x="1015" y="1018"/>
                    </a:lnTo>
                    <a:lnTo>
                      <a:pt x="226" y="541"/>
                    </a:lnTo>
                    <a:lnTo>
                      <a:pt x="0" y="403"/>
                    </a:lnTo>
                    <a:lnTo>
                      <a:pt x="273" y="237"/>
                    </a:lnTo>
                    <a:lnTo>
                      <a:pt x="298" y="239"/>
                    </a:lnTo>
                    <a:lnTo>
                      <a:pt x="322" y="242"/>
                    </a:lnTo>
                    <a:lnTo>
                      <a:pt x="348" y="245"/>
                    </a:lnTo>
                    <a:lnTo>
                      <a:pt x="373" y="247"/>
                    </a:lnTo>
                    <a:lnTo>
                      <a:pt x="399" y="248"/>
                    </a:lnTo>
                    <a:lnTo>
                      <a:pt x="428" y="247"/>
                    </a:lnTo>
                    <a:lnTo>
                      <a:pt x="458" y="244"/>
                    </a:lnTo>
                    <a:lnTo>
                      <a:pt x="491" y="237"/>
                    </a:lnTo>
                    <a:lnTo>
                      <a:pt x="526" y="227"/>
                    </a:lnTo>
                    <a:lnTo>
                      <a:pt x="564" y="211"/>
                    </a:lnTo>
                    <a:lnTo>
                      <a:pt x="601" y="193"/>
                    </a:lnTo>
                    <a:lnTo>
                      <a:pt x="638" y="174"/>
                    </a:lnTo>
                    <a:lnTo>
                      <a:pt x="675" y="153"/>
                    </a:lnTo>
                    <a:lnTo>
                      <a:pt x="713" y="131"/>
                    </a:lnTo>
                    <a:lnTo>
                      <a:pt x="751" y="111"/>
                    </a:lnTo>
                    <a:lnTo>
                      <a:pt x="791" y="91"/>
                    </a:lnTo>
                    <a:lnTo>
                      <a:pt x="832" y="73"/>
                    </a:lnTo>
                    <a:lnTo>
                      <a:pt x="876" y="58"/>
                    </a:lnTo>
                    <a:lnTo>
                      <a:pt x="922" y="46"/>
                    </a:lnTo>
                    <a:lnTo>
                      <a:pt x="964" y="41"/>
                    </a:lnTo>
                    <a:lnTo>
                      <a:pt x="1007" y="39"/>
                    </a:lnTo>
                    <a:lnTo>
                      <a:pt x="1048" y="40"/>
                    </a:lnTo>
                    <a:lnTo>
                      <a:pt x="1088" y="42"/>
                    </a:lnTo>
                    <a:lnTo>
                      <a:pt x="1129" y="43"/>
                    </a:lnTo>
                    <a:lnTo>
                      <a:pt x="1169" y="42"/>
                    </a:lnTo>
                    <a:lnTo>
                      <a:pt x="1212" y="37"/>
                    </a:lnTo>
                    <a:lnTo>
                      <a:pt x="1245" y="29"/>
                    </a:lnTo>
                    <a:lnTo>
                      <a:pt x="1276" y="22"/>
                    </a:lnTo>
                    <a:lnTo>
                      <a:pt x="1305" y="13"/>
                    </a:lnTo>
                    <a:lnTo>
                      <a:pt x="1331" y="7"/>
                    </a:lnTo>
                    <a:lnTo>
                      <a:pt x="1357" y="2"/>
                    </a:lnTo>
                    <a:lnTo>
                      <a:pt x="1386"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32" name="Freeform 186">
                <a:extLst>
                  <a:ext uri="{FF2B5EF4-FFF2-40B4-BE49-F238E27FC236}">
                    <a16:creationId xmlns:a16="http://schemas.microsoft.com/office/drawing/2014/main" id="{50F7966E-554F-4CCB-B178-80B39DD0AE2E}"/>
                  </a:ext>
                </a:extLst>
              </p:cNvPr>
              <p:cNvSpPr>
                <a:spLocks/>
              </p:cNvSpPr>
              <p:nvPr/>
            </p:nvSpPr>
            <p:spPr bwMode="auto">
              <a:xfrm>
                <a:off x="4331117" y="4990266"/>
                <a:ext cx="1239253" cy="391028"/>
              </a:xfrm>
              <a:custGeom>
                <a:avLst/>
                <a:gdLst>
                  <a:gd name="T0" fmla="*/ 937 w 1438"/>
                  <a:gd name="T1" fmla="*/ 1 h 453"/>
                  <a:gd name="T2" fmla="*/ 987 w 1438"/>
                  <a:gd name="T3" fmla="*/ 13 h 453"/>
                  <a:gd name="T4" fmla="*/ 1026 w 1438"/>
                  <a:gd name="T5" fmla="*/ 38 h 453"/>
                  <a:gd name="T6" fmla="*/ 1063 w 1438"/>
                  <a:gd name="T7" fmla="*/ 69 h 453"/>
                  <a:gd name="T8" fmla="*/ 1098 w 1438"/>
                  <a:gd name="T9" fmla="*/ 99 h 453"/>
                  <a:gd name="T10" fmla="*/ 1125 w 1438"/>
                  <a:gd name="T11" fmla="*/ 125 h 453"/>
                  <a:gd name="T12" fmla="*/ 1142 w 1438"/>
                  <a:gd name="T13" fmla="*/ 142 h 453"/>
                  <a:gd name="T14" fmla="*/ 1148 w 1438"/>
                  <a:gd name="T15" fmla="*/ 149 h 453"/>
                  <a:gd name="T16" fmla="*/ 1163 w 1438"/>
                  <a:gd name="T17" fmla="*/ 168 h 453"/>
                  <a:gd name="T18" fmla="*/ 1195 w 1438"/>
                  <a:gd name="T19" fmla="*/ 193 h 453"/>
                  <a:gd name="T20" fmla="*/ 1245 w 1438"/>
                  <a:gd name="T21" fmla="*/ 215 h 453"/>
                  <a:gd name="T22" fmla="*/ 1294 w 1438"/>
                  <a:gd name="T23" fmla="*/ 226 h 453"/>
                  <a:gd name="T24" fmla="*/ 1345 w 1438"/>
                  <a:gd name="T25" fmla="*/ 234 h 453"/>
                  <a:gd name="T26" fmla="*/ 1391 w 1438"/>
                  <a:gd name="T27" fmla="*/ 238 h 453"/>
                  <a:gd name="T28" fmla="*/ 1425 w 1438"/>
                  <a:gd name="T29" fmla="*/ 239 h 453"/>
                  <a:gd name="T30" fmla="*/ 1438 w 1438"/>
                  <a:gd name="T31" fmla="*/ 240 h 453"/>
                  <a:gd name="T32" fmla="*/ 1111 w 1438"/>
                  <a:gd name="T33" fmla="*/ 438 h 453"/>
                  <a:gd name="T34" fmla="*/ 1088 w 1438"/>
                  <a:gd name="T35" fmla="*/ 442 h 453"/>
                  <a:gd name="T36" fmla="*/ 1044 w 1438"/>
                  <a:gd name="T37" fmla="*/ 448 h 453"/>
                  <a:gd name="T38" fmla="*/ 982 w 1438"/>
                  <a:gd name="T39" fmla="*/ 453 h 453"/>
                  <a:gd name="T40" fmla="*/ 903 w 1438"/>
                  <a:gd name="T41" fmla="*/ 453 h 453"/>
                  <a:gd name="T42" fmla="*/ 832 w 1438"/>
                  <a:gd name="T43" fmla="*/ 441 h 453"/>
                  <a:gd name="T44" fmla="*/ 753 w 1438"/>
                  <a:gd name="T45" fmla="*/ 417 h 453"/>
                  <a:gd name="T46" fmla="*/ 675 w 1438"/>
                  <a:gd name="T47" fmla="*/ 385 h 453"/>
                  <a:gd name="T48" fmla="*/ 600 w 1438"/>
                  <a:gd name="T49" fmla="*/ 354 h 453"/>
                  <a:gd name="T50" fmla="*/ 534 w 1438"/>
                  <a:gd name="T51" fmla="*/ 331 h 453"/>
                  <a:gd name="T52" fmla="*/ 468 w 1438"/>
                  <a:gd name="T53" fmla="*/ 316 h 453"/>
                  <a:gd name="T54" fmla="*/ 405 w 1438"/>
                  <a:gd name="T55" fmla="*/ 312 h 453"/>
                  <a:gd name="T56" fmla="*/ 357 w 1438"/>
                  <a:gd name="T57" fmla="*/ 313 h 453"/>
                  <a:gd name="T58" fmla="*/ 326 w 1438"/>
                  <a:gd name="T59" fmla="*/ 318 h 453"/>
                  <a:gd name="T60" fmla="*/ 310 w 1438"/>
                  <a:gd name="T61" fmla="*/ 324 h 453"/>
                  <a:gd name="T62" fmla="*/ 0 w 1438"/>
                  <a:gd name="T63" fmla="*/ 138 h 453"/>
                  <a:gd name="T64" fmla="*/ 52 w 1438"/>
                  <a:gd name="T65" fmla="*/ 128 h 453"/>
                  <a:gd name="T66" fmla="*/ 78 w 1438"/>
                  <a:gd name="T67" fmla="*/ 128 h 453"/>
                  <a:gd name="T68" fmla="*/ 125 w 1438"/>
                  <a:gd name="T69" fmla="*/ 126 h 453"/>
                  <a:gd name="T70" fmla="*/ 186 w 1438"/>
                  <a:gd name="T71" fmla="*/ 123 h 453"/>
                  <a:gd name="T72" fmla="*/ 255 w 1438"/>
                  <a:gd name="T73" fmla="*/ 119 h 453"/>
                  <a:gd name="T74" fmla="*/ 324 w 1438"/>
                  <a:gd name="T75" fmla="*/ 113 h 453"/>
                  <a:gd name="T76" fmla="*/ 390 w 1438"/>
                  <a:gd name="T77" fmla="*/ 106 h 453"/>
                  <a:gd name="T78" fmla="*/ 445 w 1438"/>
                  <a:gd name="T79" fmla="*/ 97 h 453"/>
                  <a:gd name="T80" fmla="*/ 517 w 1438"/>
                  <a:gd name="T81" fmla="*/ 76 h 453"/>
                  <a:gd name="T82" fmla="*/ 626 w 1438"/>
                  <a:gd name="T83" fmla="*/ 53 h 453"/>
                  <a:gd name="T84" fmla="*/ 726 w 1438"/>
                  <a:gd name="T85" fmla="*/ 32 h 453"/>
                  <a:gd name="T86" fmla="*/ 796 w 1438"/>
                  <a:gd name="T87" fmla="*/ 16 h 453"/>
                  <a:gd name="T88" fmla="*/ 853 w 1438"/>
                  <a:gd name="T89" fmla="*/ 6 h 453"/>
                  <a:gd name="T90" fmla="*/ 910 w 1438"/>
                  <a:gd name="T91" fmla="*/ 0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38" h="453">
                    <a:moveTo>
                      <a:pt x="910" y="0"/>
                    </a:moveTo>
                    <a:lnTo>
                      <a:pt x="937" y="1"/>
                    </a:lnTo>
                    <a:lnTo>
                      <a:pt x="963" y="5"/>
                    </a:lnTo>
                    <a:lnTo>
                      <a:pt x="987" y="13"/>
                    </a:lnTo>
                    <a:lnTo>
                      <a:pt x="1008" y="25"/>
                    </a:lnTo>
                    <a:lnTo>
                      <a:pt x="1026" y="38"/>
                    </a:lnTo>
                    <a:lnTo>
                      <a:pt x="1045" y="53"/>
                    </a:lnTo>
                    <a:lnTo>
                      <a:pt x="1063" y="69"/>
                    </a:lnTo>
                    <a:lnTo>
                      <a:pt x="1081" y="84"/>
                    </a:lnTo>
                    <a:lnTo>
                      <a:pt x="1098" y="99"/>
                    </a:lnTo>
                    <a:lnTo>
                      <a:pt x="1113" y="112"/>
                    </a:lnTo>
                    <a:lnTo>
                      <a:pt x="1125" y="125"/>
                    </a:lnTo>
                    <a:lnTo>
                      <a:pt x="1136" y="135"/>
                    </a:lnTo>
                    <a:lnTo>
                      <a:pt x="1142" y="142"/>
                    </a:lnTo>
                    <a:lnTo>
                      <a:pt x="1145" y="146"/>
                    </a:lnTo>
                    <a:lnTo>
                      <a:pt x="1148" y="149"/>
                    </a:lnTo>
                    <a:lnTo>
                      <a:pt x="1154" y="158"/>
                    </a:lnTo>
                    <a:lnTo>
                      <a:pt x="1163" y="168"/>
                    </a:lnTo>
                    <a:lnTo>
                      <a:pt x="1177" y="180"/>
                    </a:lnTo>
                    <a:lnTo>
                      <a:pt x="1195" y="193"/>
                    </a:lnTo>
                    <a:lnTo>
                      <a:pt x="1217" y="205"/>
                    </a:lnTo>
                    <a:lnTo>
                      <a:pt x="1245" y="215"/>
                    </a:lnTo>
                    <a:lnTo>
                      <a:pt x="1269" y="222"/>
                    </a:lnTo>
                    <a:lnTo>
                      <a:pt x="1294" y="226"/>
                    </a:lnTo>
                    <a:lnTo>
                      <a:pt x="1320" y="231"/>
                    </a:lnTo>
                    <a:lnTo>
                      <a:pt x="1345" y="234"/>
                    </a:lnTo>
                    <a:lnTo>
                      <a:pt x="1369" y="236"/>
                    </a:lnTo>
                    <a:lnTo>
                      <a:pt x="1391" y="238"/>
                    </a:lnTo>
                    <a:lnTo>
                      <a:pt x="1410" y="239"/>
                    </a:lnTo>
                    <a:lnTo>
                      <a:pt x="1425" y="239"/>
                    </a:lnTo>
                    <a:lnTo>
                      <a:pt x="1435" y="240"/>
                    </a:lnTo>
                    <a:lnTo>
                      <a:pt x="1438" y="240"/>
                    </a:lnTo>
                    <a:lnTo>
                      <a:pt x="1115" y="437"/>
                    </a:lnTo>
                    <a:lnTo>
                      <a:pt x="1111" y="438"/>
                    </a:lnTo>
                    <a:lnTo>
                      <a:pt x="1103" y="439"/>
                    </a:lnTo>
                    <a:lnTo>
                      <a:pt x="1088" y="442"/>
                    </a:lnTo>
                    <a:lnTo>
                      <a:pt x="1068" y="445"/>
                    </a:lnTo>
                    <a:lnTo>
                      <a:pt x="1044" y="448"/>
                    </a:lnTo>
                    <a:lnTo>
                      <a:pt x="1015" y="450"/>
                    </a:lnTo>
                    <a:lnTo>
                      <a:pt x="982" y="453"/>
                    </a:lnTo>
                    <a:lnTo>
                      <a:pt x="945" y="453"/>
                    </a:lnTo>
                    <a:lnTo>
                      <a:pt x="903" y="453"/>
                    </a:lnTo>
                    <a:lnTo>
                      <a:pt x="868" y="448"/>
                    </a:lnTo>
                    <a:lnTo>
                      <a:pt x="832" y="441"/>
                    </a:lnTo>
                    <a:lnTo>
                      <a:pt x="792" y="429"/>
                    </a:lnTo>
                    <a:lnTo>
                      <a:pt x="753" y="417"/>
                    </a:lnTo>
                    <a:lnTo>
                      <a:pt x="714" y="401"/>
                    </a:lnTo>
                    <a:lnTo>
                      <a:pt x="675" y="385"/>
                    </a:lnTo>
                    <a:lnTo>
                      <a:pt x="636" y="369"/>
                    </a:lnTo>
                    <a:lnTo>
                      <a:pt x="600" y="354"/>
                    </a:lnTo>
                    <a:lnTo>
                      <a:pt x="565" y="342"/>
                    </a:lnTo>
                    <a:lnTo>
                      <a:pt x="534" y="331"/>
                    </a:lnTo>
                    <a:lnTo>
                      <a:pt x="505" y="324"/>
                    </a:lnTo>
                    <a:lnTo>
                      <a:pt x="468" y="316"/>
                    </a:lnTo>
                    <a:lnTo>
                      <a:pt x="434" y="313"/>
                    </a:lnTo>
                    <a:lnTo>
                      <a:pt x="405" y="312"/>
                    </a:lnTo>
                    <a:lnTo>
                      <a:pt x="379" y="312"/>
                    </a:lnTo>
                    <a:lnTo>
                      <a:pt x="357" y="313"/>
                    </a:lnTo>
                    <a:lnTo>
                      <a:pt x="339" y="316"/>
                    </a:lnTo>
                    <a:lnTo>
                      <a:pt x="326" y="318"/>
                    </a:lnTo>
                    <a:lnTo>
                      <a:pt x="316" y="322"/>
                    </a:lnTo>
                    <a:lnTo>
                      <a:pt x="310" y="324"/>
                    </a:lnTo>
                    <a:lnTo>
                      <a:pt x="309" y="324"/>
                    </a:lnTo>
                    <a:lnTo>
                      <a:pt x="0" y="138"/>
                    </a:lnTo>
                    <a:lnTo>
                      <a:pt x="48" y="129"/>
                    </a:lnTo>
                    <a:lnTo>
                      <a:pt x="52" y="128"/>
                    </a:lnTo>
                    <a:lnTo>
                      <a:pt x="61" y="128"/>
                    </a:lnTo>
                    <a:lnTo>
                      <a:pt x="78" y="128"/>
                    </a:lnTo>
                    <a:lnTo>
                      <a:pt x="99" y="127"/>
                    </a:lnTo>
                    <a:lnTo>
                      <a:pt x="125" y="126"/>
                    </a:lnTo>
                    <a:lnTo>
                      <a:pt x="154" y="125"/>
                    </a:lnTo>
                    <a:lnTo>
                      <a:pt x="186" y="123"/>
                    </a:lnTo>
                    <a:lnTo>
                      <a:pt x="220" y="121"/>
                    </a:lnTo>
                    <a:lnTo>
                      <a:pt x="255" y="119"/>
                    </a:lnTo>
                    <a:lnTo>
                      <a:pt x="290" y="117"/>
                    </a:lnTo>
                    <a:lnTo>
                      <a:pt x="324" y="113"/>
                    </a:lnTo>
                    <a:lnTo>
                      <a:pt x="358" y="109"/>
                    </a:lnTo>
                    <a:lnTo>
                      <a:pt x="390" y="106"/>
                    </a:lnTo>
                    <a:lnTo>
                      <a:pt x="420" y="102"/>
                    </a:lnTo>
                    <a:lnTo>
                      <a:pt x="445" y="97"/>
                    </a:lnTo>
                    <a:lnTo>
                      <a:pt x="465" y="91"/>
                    </a:lnTo>
                    <a:lnTo>
                      <a:pt x="517" y="76"/>
                    </a:lnTo>
                    <a:lnTo>
                      <a:pt x="571" y="64"/>
                    </a:lnTo>
                    <a:lnTo>
                      <a:pt x="626" y="53"/>
                    </a:lnTo>
                    <a:lnTo>
                      <a:pt x="677" y="43"/>
                    </a:lnTo>
                    <a:lnTo>
                      <a:pt x="726" y="32"/>
                    </a:lnTo>
                    <a:lnTo>
                      <a:pt x="769" y="23"/>
                    </a:lnTo>
                    <a:lnTo>
                      <a:pt x="796" y="16"/>
                    </a:lnTo>
                    <a:lnTo>
                      <a:pt x="824" y="11"/>
                    </a:lnTo>
                    <a:lnTo>
                      <a:pt x="853" y="6"/>
                    </a:lnTo>
                    <a:lnTo>
                      <a:pt x="881" y="1"/>
                    </a:lnTo>
                    <a:lnTo>
                      <a:pt x="910"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33" name="Freeform 187">
                <a:extLst>
                  <a:ext uri="{FF2B5EF4-FFF2-40B4-BE49-F238E27FC236}">
                    <a16:creationId xmlns:a16="http://schemas.microsoft.com/office/drawing/2014/main" id="{C920FF87-176B-4A6A-BDD9-C49120C28EFB}"/>
                  </a:ext>
                </a:extLst>
              </p:cNvPr>
              <p:cNvSpPr>
                <a:spLocks/>
              </p:cNvSpPr>
              <p:nvPr/>
            </p:nvSpPr>
            <p:spPr bwMode="auto">
              <a:xfrm>
                <a:off x="4595812" y="5260975"/>
                <a:ext cx="691818" cy="264695"/>
              </a:xfrm>
              <a:custGeom>
                <a:avLst/>
                <a:gdLst>
                  <a:gd name="T0" fmla="*/ 96 w 802"/>
                  <a:gd name="T1" fmla="*/ 0 h 311"/>
                  <a:gd name="T2" fmla="*/ 125 w 802"/>
                  <a:gd name="T3" fmla="*/ 1 h 311"/>
                  <a:gd name="T4" fmla="*/ 159 w 802"/>
                  <a:gd name="T5" fmla="*/ 4 h 311"/>
                  <a:gd name="T6" fmla="*/ 196 w 802"/>
                  <a:gd name="T7" fmla="*/ 12 h 311"/>
                  <a:gd name="T8" fmla="*/ 225 w 802"/>
                  <a:gd name="T9" fmla="*/ 19 h 311"/>
                  <a:gd name="T10" fmla="*/ 256 w 802"/>
                  <a:gd name="T11" fmla="*/ 30 h 311"/>
                  <a:gd name="T12" fmla="*/ 291 w 802"/>
                  <a:gd name="T13" fmla="*/ 42 h 311"/>
                  <a:gd name="T14" fmla="*/ 327 w 802"/>
                  <a:gd name="T15" fmla="*/ 57 h 311"/>
                  <a:gd name="T16" fmla="*/ 366 w 802"/>
                  <a:gd name="T17" fmla="*/ 73 h 311"/>
                  <a:gd name="T18" fmla="*/ 405 w 802"/>
                  <a:gd name="T19" fmla="*/ 89 h 311"/>
                  <a:gd name="T20" fmla="*/ 444 w 802"/>
                  <a:gd name="T21" fmla="*/ 105 h 311"/>
                  <a:gd name="T22" fmla="*/ 483 w 802"/>
                  <a:gd name="T23" fmla="*/ 117 h 311"/>
                  <a:gd name="T24" fmla="*/ 523 w 802"/>
                  <a:gd name="T25" fmla="*/ 129 h 311"/>
                  <a:gd name="T26" fmla="*/ 559 w 802"/>
                  <a:gd name="T27" fmla="*/ 136 h 311"/>
                  <a:gd name="T28" fmla="*/ 594 w 802"/>
                  <a:gd name="T29" fmla="*/ 141 h 311"/>
                  <a:gd name="T30" fmla="*/ 637 w 802"/>
                  <a:gd name="T31" fmla="*/ 141 h 311"/>
                  <a:gd name="T32" fmla="*/ 675 w 802"/>
                  <a:gd name="T33" fmla="*/ 141 h 311"/>
                  <a:gd name="T34" fmla="*/ 708 w 802"/>
                  <a:gd name="T35" fmla="*/ 138 h 311"/>
                  <a:gd name="T36" fmla="*/ 737 w 802"/>
                  <a:gd name="T37" fmla="*/ 135 h 311"/>
                  <a:gd name="T38" fmla="*/ 761 w 802"/>
                  <a:gd name="T39" fmla="*/ 132 h 311"/>
                  <a:gd name="T40" fmla="*/ 781 w 802"/>
                  <a:gd name="T41" fmla="*/ 130 h 311"/>
                  <a:gd name="T42" fmla="*/ 795 w 802"/>
                  <a:gd name="T43" fmla="*/ 127 h 311"/>
                  <a:gd name="T44" fmla="*/ 802 w 802"/>
                  <a:gd name="T45" fmla="*/ 126 h 311"/>
                  <a:gd name="T46" fmla="*/ 498 w 802"/>
                  <a:gd name="T47" fmla="*/ 311 h 311"/>
                  <a:gd name="T48" fmla="*/ 441 w 802"/>
                  <a:gd name="T49" fmla="*/ 280 h 311"/>
                  <a:gd name="T50" fmla="*/ 0 w 802"/>
                  <a:gd name="T51" fmla="*/ 12 h 311"/>
                  <a:gd name="T52" fmla="*/ 1 w 802"/>
                  <a:gd name="T53" fmla="*/ 12 h 311"/>
                  <a:gd name="T54" fmla="*/ 7 w 802"/>
                  <a:gd name="T55" fmla="*/ 10 h 311"/>
                  <a:gd name="T56" fmla="*/ 17 w 802"/>
                  <a:gd name="T57" fmla="*/ 6 h 311"/>
                  <a:gd name="T58" fmla="*/ 30 w 802"/>
                  <a:gd name="T59" fmla="*/ 4 h 311"/>
                  <a:gd name="T60" fmla="*/ 48 w 802"/>
                  <a:gd name="T61" fmla="*/ 1 h 311"/>
                  <a:gd name="T62" fmla="*/ 70 w 802"/>
                  <a:gd name="T63" fmla="*/ 0 h 311"/>
                  <a:gd name="T64" fmla="*/ 96 w 802"/>
                  <a:gd name="T65" fmla="*/ 0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02" h="311">
                    <a:moveTo>
                      <a:pt x="96" y="0"/>
                    </a:moveTo>
                    <a:lnTo>
                      <a:pt x="125" y="1"/>
                    </a:lnTo>
                    <a:lnTo>
                      <a:pt x="159" y="4"/>
                    </a:lnTo>
                    <a:lnTo>
                      <a:pt x="196" y="12"/>
                    </a:lnTo>
                    <a:lnTo>
                      <a:pt x="225" y="19"/>
                    </a:lnTo>
                    <a:lnTo>
                      <a:pt x="256" y="30"/>
                    </a:lnTo>
                    <a:lnTo>
                      <a:pt x="291" y="42"/>
                    </a:lnTo>
                    <a:lnTo>
                      <a:pt x="327" y="57"/>
                    </a:lnTo>
                    <a:lnTo>
                      <a:pt x="366" y="73"/>
                    </a:lnTo>
                    <a:lnTo>
                      <a:pt x="405" y="89"/>
                    </a:lnTo>
                    <a:lnTo>
                      <a:pt x="444" y="105"/>
                    </a:lnTo>
                    <a:lnTo>
                      <a:pt x="483" y="117"/>
                    </a:lnTo>
                    <a:lnTo>
                      <a:pt x="523" y="129"/>
                    </a:lnTo>
                    <a:lnTo>
                      <a:pt x="559" y="136"/>
                    </a:lnTo>
                    <a:lnTo>
                      <a:pt x="594" y="141"/>
                    </a:lnTo>
                    <a:lnTo>
                      <a:pt x="637" y="141"/>
                    </a:lnTo>
                    <a:lnTo>
                      <a:pt x="675" y="141"/>
                    </a:lnTo>
                    <a:lnTo>
                      <a:pt x="708" y="138"/>
                    </a:lnTo>
                    <a:lnTo>
                      <a:pt x="737" y="135"/>
                    </a:lnTo>
                    <a:lnTo>
                      <a:pt x="761" y="132"/>
                    </a:lnTo>
                    <a:lnTo>
                      <a:pt x="781" y="130"/>
                    </a:lnTo>
                    <a:lnTo>
                      <a:pt x="795" y="127"/>
                    </a:lnTo>
                    <a:lnTo>
                      <a:pt x="802" y="126"/>
                    </a:lnTo>
                    <a:lnTo>
                      <a:pt x="498" y="311"/>
                    </a:lnTo>
                    <a:lnTo>
                      <a:pt x="441" y="280"/>
                    </a:lnTo>
                    <a:lnTo>
                      <a:pt x="0" y="12"/>
                    </a:lnTo>
                    <a:lnTo>
                      <a:pt x="1" y="12"/>
                    </a:lnTo>
                    <a:lnTo>
                      <a:pt x="7" y="10"/>
                    </a:lnTo>
                    <a:lnTo>
                      <a:pt x="17" y="6"/>
                    </a:lnTo>
                    <a:lnTo>
                      <a:pt x="30" y="4"/>
                    </a:lnTo>
                    <a:lnTo>
                      <a:pt x="48" y="1"/>
                    </a:lnTo>
                    <a:lnTo>
                      <a:pt x="70" y="0"/>
                    </a:lnTo>
                    <a:lnTo>
                      <a:pt x="96"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34" name="Freeform 188">
                <a:extLst>
                  <a:ext uri="{FF2B5EF4-FFF2-40B4-BE49-F238E27FC236}">
                    <a16:creationId xmlns:a16="http://schemas.microsoft.com/office/drawing/2014/main" id="{0BF43285-35AB-4147-B30C-A7B1AB5956FA}"/>
                  </a:ext>
                </a:extLst>
              </p:cNvPr>
              <p:cNvSpPr>
                <a:spLocks/>
              </p:cNvSpPr>
              <p:nvPr/>
            </p:nvSpPr>
            <p:spPr bwMode="auto">
              <a:xfrm>
                <a:off x="4162675" y="4960186"/>
                <a:ext cx="1696453" cy="288758"/>
              </a:xfrm>
              <a:custGeom>
                <a:avLst/>
                <a:gdLst>
                  <a:gd name="T0" fmla="*/ 1133 w 1975"/>
                  <a:gd name="T1" fmla="*/ 12 h 334"/>
                  <a:gd name="T2" fmla="*/ 1228 w 1975"/>
                  <a:gd name="T3" fmla="*/ 57 h 334"/>
                  <a:gd name="T4" fmla="*/ 1291 w 1975"/>
                  <a:gd name="T5" fmla="*/ 101 h 334"/>
                  <a:gd name="T6" fmla="*/ 1334 w 1975"/>
                  <a:gd name="T7" fmla="*/ 109 h 334"/>
                  <a:gd name="T8" fmla="*/ 1358 w 1975"/>
                  <a:gd name="T9" fmla="*/ 68 h 334"/>
                  <a:gd name="T10" fmla="*/ 1368 w 1975"/>
                  <a:gd name="T11" fmla="*/ 26 h 334"/>
                  <a:gd name="T12" fmla="*/ 1426 w 1975"/>
                  <a:gd name="T13" fmla="*/ 5 h 334"/>
                  <a:gd name="T14" fmla="*/ 1523 w 1975"/>
                  <a:gd name="T15" fmla="*/ 2 h 334"/>
                  <a:gd name="T16" fmla="*/ 1590 w 1975"/>
                  <a:gd name="T17" fmla="*/ 5 h 334"/>
                  <a:gd name="T18" fmla="*/ 1610 w 1975"/>
                  <a:gd name="T19" fmla="*/ 7 h 334"/>
                  <a:gd name="T20" fmla="*/ 1693 w 1975"/>
                  <a:gd name="T21" fmla="*/ 19 h 334"/>
                  <a:gd name="T22" fmla="*/ 1858 w 1975"/>
                  <a:gd name="T23" fmla="*/ 46 h 334"/>
                  <a:gd name="T24" fmla="*/ 1938 w 1975"/>
                  <a:gd name="T25" fmla="*/ 91 h 334"/>
                  <a:gd name="T26" fmla="*/ 1840 w 1975"/>
                  <a:gd name="T27" fmla="*/ 142 h 334"/>
                  <a:gd name="T28" fmla="*/ 1767 w 1975"/>
                  <a:gd name="T29" fmla="*/ 122 h 334"/>
                  <a:gd name="T30" fmla="*/ 1660 w 1975"/>
                  <a:gd name="T31" fmla="*/ 99 h 334"/>
                  <a:gd name="T32" fmla="*/ 1564 w 1975"/>
                  <a:gd name="T33" fmla="*/ 86 h 334"/>
                  <a:gd name="T34" fmla="*/ 1482 w 1975"/>
                  <a:gd name="T35" fmla="*/ 83 h 334"/>
                  <a:gd name="T36" fmla="*/ 1416 w 1975"/>
                  <a:gd name="T37" fmla="*/ 111 h 334"/>
                  <a:gd name="T38" fmla="*/ 1399 w 1975"/>
                  <a:gd name="T39" fmla="*/ 170 h 334"/>
                  <a:gd name="T40" fmla="*/ 1437 w 1975"/>
                  <a:gd name="T41" fmla="*/ 219 h 334"/>
                  <a:gd name="T42" fmla="*/ 1510 w 1975"/>
                  <a:gd name="T43" fmla="*/ 239 h 334"/>
                  <a:gd name="T44" fmla="*/ 1645 w 1975"/>
                  <a:gd name="T45" fmla="*/ 245 h 334"/>
                  <a:gd name="T46" fmla="*/ 1636 w 1975"/>
                  <a:gd name="T47" fmla="*/ 275 h 334"/>
                  <a:gd name="T48" fmla="*/ 1456 w 1975"/>
                  <a:gd name="T49" fmla="*/ 326 h 334"/>
                  <a:gd name="T50" fmla="*/ 1324 w 1975"/>
                  <a:gd name="T51" fmla="*/ 271 h 334"/>
                  <a:gd name="T52" fmla="*/ 1227 w 1975"/>
                  <a:gd name="T53" fmla="*/ 192 h 334"/>
                  <a:gd name="T54" fmla="*/ 1149 w 1975"/>
                  <a:gd name="T55" fmla="*/ 122 h 334"/>
                  <a:gd name="T56" fmla="*/ 1051 w 1975"/>
                  <a:gd name="T57" fmla="*/ 101 h 334"/>
                  <a:gd name="T58" fmla="*/ 1013 w 1975"/>
                  <a:gd name="T59" fmla="*/ 129 h 334"/>
                  <a:gd name="T60" fmla="*/ 970 w 1975"/>
                  <a:gd name="T61" fmla="*/ 157 h 334"/>
                  <a:gd name="T62" fmla="*/ 910 w 1975"/>
                  <a:gd name="T63" fmla="*/ 143 h 334"/>
                  <a:gd name="T64" fmla="*/ 867 w 1975"/>
                  <a:gd name="T65" fmla="*/ 150 h 334"/>
                  <a:gd name="T66" fmla="*/ 842 w 1975"/>
                  <a:gd name="T67" fmla="*/ 178 h 334"/>
                  <a:gd name="T68" fmla="*/ 752 w 1975"/>
                  <a:gd name="T69" fmla="*/ 202 h 334"/>
                  <a:gd name="T70" fmla="*/ 611 w 1975"/>
                  <a:gd name="T71" fmla="*/ 218 h 334"/>
                  <a:gd name="T72" fmla="*/ 484 w 1975"/>
                  <a:gd name="T73" fmla="*/ 226 h 334"/>
                  <a:gd name="T74" fmla="*/ 364 w 1975"/>
                  <a:gd name="T75" fmla="*/ 221 h 334"/>
                  <a:gd name="T76" fmla="*/ 281 w 1975"/>
                  <a:gd name="T77" fmla="*/ 215 h 334"/>
                  <a:gd name="T78" fmla="*/ 160 w 1975"/>
                  <a:gd name="T79" fmla="*/ 150 h 334"/>
                  <a:gd name="T80" fmla="*/ 62 w 1975"/>
                  <a:gd name="T81" fmla="*/ 67 h 334"/>
                  <a:gd name="T82" fmla="*/ 202 w 1975"/>
                  <a:gd name="T83" fmla="*/ 96 h 334"/>
                  <a:gd name="T84" fmla="*/ 369 w 1975"/>
                  <a:gd name="T85" fmla="*/ 115 h 334"/>
                  <a:gd name="T86" fmla="*/ 525 w 1975"/>
                  <a:gd name="T87" fmla="*/ 109 h 334"/>
                  <a:gd name="T88" fmla="*/ 561 w 1975"/>
                  <a:gd name="T89" fmla="*/ 111 h 334"/>
                  <a:gd name="T90" fmla="*/ 686 w 1975"/>
                  <a:gd name="T91" fmla="*/ 105 h 334"/>
                  <a:gd name="T92" fmla="*/ 741 w 1975"/>
                  <a:gd name="T93" fmla="*/ 86 h 334"/>
                  <a:gd name="T94" fmla="*/ 781 w 1975"/>
                  <a:gd name="T95" fmla="*/ 47 h 334"/>
                  <a:gd name="T96" fmla="*/ 826 w 1975"/>
                  <a:gd name="T97" fmla="*/ 38 h 334"/>
                  <a:gd name="T98" fmla="*/ 883 w 1975"/>
                  <a:gd name="T99" fmla="*/ 52 h 334"/>
                  <a:gd name="T100" fmla="*/ 943 w 1975"/>
                  <a:gd name="T101" fmla="*/ 34 h 334"/>
                  <a:gd name="T102" fmla="*/ 996 w 1975"/>
                  <a:gd name="T103" fmla="*/ 3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75" h="334">
                    <a:moveTo>
                      <a:pt x="1035" y="0"/>
                    </a:moveTo>
                    <a:lnTo>
                      <a:pt x="1071" y="1"/>
                    </a:lnTo>
                    <a:lnTo>
                      <a:pt x="1103" y="6"/>
                    </a:lnTo>
                    <a:lnTo>
                      <a:pt x="1133" y="12"/>
                    </a:lnTo>
                    <a:lnTo>
                      <a:pt x="1160" y="22"/>
                    </a:lnTo>
                    <a:lnTo>
                      <a:pt x="1185" y="32"/>
                    </a:lnTo>
                    <a:lnTo>
                      <a:pt x="1208" y="45"/>
                    </a:lnTo>
                    <a:lnTo>
                      <a:pt x="1228" y="57"/>
                    </a:lnTo>
                    <a:lnTo>
                      <a:pt x="1246" y="69"/>
                    </a:lnTo>
                    <a:lnTo>
                      <a:pt x="1263" y="81"/>
                    </a:lnTo>
                    <a:lnTo>
                      <a:pt x="1278" y="91"/>
                    </a:lnTo>
                    <a:lnTo>
                      <a:pt x="1291" y="101"/>
                    </a:lnTo>
                    <a:lnTo>
                      <a:pt x="1303" y="107"/>
                    </a:lnTo>
                    <a:lnTo>
                      <a:pt x="1315" y="111"/>
                    </a:lnTo>
                    <a:lnTo>
                      <a:pt x="1324" y="113"/>
                    </a:lnTo>
                    <a:lnTo>
                      <a:pt x="1334" y="109"/>
                    </a:lnTo>
                    <a:lnTo>
                      <a:pt x="1345" y="101"/>
                    </a:lnTo>
                    <a:lnTo>
                      <a:pt x="1353" y="90"/>
                    </a:lnTo>
                    <a:lnTo>
                      <a:pt x="1357" y="80"/>
                    </a:lnTo>
                    <a:lnTo>
                      <a:pt x="1358" y="68"/>
                    </a:lnTo>
                    <a:lnTo>
                      <a:pt x="1359" y="58"/>
                    </a:lnTo>
                    <a:lnTo>
                      <a:pt x="1361" y="46"/>
                    </a:lnTo>
                    <a:lnTo>
                      <a:pt x="1363" y="35"/>
                    </a:lnTo>
                    <a:lnTo>
                      <a:pt x="1368" y="26"/>
                    </a:lnTo>
                    <a:lnTo>
                      <a:pt x="1376" y="19"/>
                    </a:lnTo>
                    <a:lnTo>
                      <a:pt x="1389" y="11"/>
                    </a:lnTo>
                    <a:lnTo>
                      <a:pt x="1406" y="7"/>
                    </a:lnTo>
                    <a:lnTo>
                      <a:pt x="1426" y="5"/>
                    </a:lnTo>
                    <a:lnTo>
                      <a:pt x="1449" y="3"/>
                    </a:lnTo>
                    <a:lnTo>
                      <a:pt x="1473" y="2"/>
                    </a:lnTo>
                    <a:lnTo>
                      <a:pt x="1498" y="2"/>
                    </a:lnTo>
                    <a:lnTo>
                      <a:pt x="1523" y="2"/>
                    </a:lnTo>
                    <a:lnTo>
                      <a:pt x="1545" y="3"/>
                    </a:lnTo>
                    <a:lnTo>
                      <a:pt x="1565" y="4"/>
                    </a:lnTo>
                    <a:lnTo>
                      <a:pt x="1581" y="4"/>
                    </a:lnTo>
                    <a:lnTo>
                      <a:pt x="1590" y="5"/>
                    </a:lnTo>
                    <a:lnTo>
                      <a:pt x="1595" y="5"/>
                    </a:lnTo>
                    <a:lnTo>
                      <a:pt x="1596" y="6"/>
                    </a:lnTo>
                    <a:lnTo>
                      <a:pt x="1601" y="6"/>
                    </a:lnTo>
                    <a:lnTo>
                      <a:pt x="1610" y="7"/>
                    </a:lnTo>
                    <a:lnTo>
                      <a:pt x="1624" y="9"/>
                    </a:lnTo>
                    <a:lnTo>
                      <a:pt x="1642" y="11"/>
                    </a:lnTo>
                    <a:lnTo>
                      <a:pt x="1665" y="14"/>
                    </a:lnTo>
                    <a:lnTo>
                      <a:pt x="1693" y="19"/>
                    </a:lnTo>
                    <a:lnTo>
                      <a:pt x="1726" y="24"/>
                    </a:lnTo>
                    <a:lnTo>
                      <a:pt x="1764" y="30"/>
                    </a:lnTo>
                    <a:lnTo>
                      <a:pt x="1808" y="38"/>
                    </a:lnTo>
                    <a:lnTo>
                      <a:pt x="1858" y="46"/>
                    </a:lnTo>
                    <a:lnTo>
                      <a:pt x="1913" y="57"/>
                    </a:lnTo>
                    <a:lnTo>
                      <a:pt x="1975" y="69"/>
                    </a:lnTo>
                    <a:lnTo>
                      <a:pt x="1938" y="91"/>
                    </a:lnTo>
                    <a:lnTo>
                      <a:pt x="1938" y="91"/>
                    </a:lnTo>
                    <a:lnTo>
                      <a:pt x="1850" y="145"/>
                    </a:lnTo>
                    <a:lnTo>
                      <a:pt x="1850" y="145"/>
                    </a:lnTo>
                    <a:lnTo>
                      <a:pt x="1847" y="144"/>
                    </a:lnTo>
                    <a:lnTo>
                      <a:pt x="1840" y="142"/>
                    </a:lnTo>
                    <a:lnTo>
                      <a:pt x="1826" y="138"/>
                    </a:lnTo>
                    <a:lnTo>
                      <a:pt x="1810" y="134"/>
                    </a:lnTo>
                    <a:lnTo>
                      <a:pt x="1789" y="127"/>
                    </a:lnTo>
                    <a:lnTo>
                      <a:pt x="1767" y="122"/>
                    </a:lnTo>
                    <a:lnTo>
                      <a:pt x="1741" y="116"/>
                    </a:lnTo>
                    <a:lnTo>
                      <a:pt x="1715" y="109"/>
                    </a:lnTo>
                    <a:lnTo>
                      <a:pt x="1688" y="104"/>
                    </a:lnTo>
                    <a:lnTo>
                      <a:pt x="1660" y="99"/>
                    </a:lnTo>
                    <a:lnTo>
                      <a:pt x="1640" y="96"/>
                    </a:lnTo>
                    <a:lnTo>
                      <a:pt x="1616" y="92"/>
                    </a:lnTo>
                    <a:lnTo>
                      <a:pt x="1589" y="89"/>
                    </a:lnTo>
                    <a:lnTo>
                      <a:pt x="1564" y="86"/>
                    </a:lnTo>
                    <a:lnTo>
                      <a:pt x="1541" y="84"/>
                    </a:lnTo>
                    <a:lnTo>
                      <a:pt x="1523" y="82"/>
                    </a:lnTo>
                    <a:lnTo>
                      <a:pt x="1503" y="82"/>
                    </a:lnTo>
                    <a:lnTo>
                      <a:pt x="1482" y="83"/>
                    </a:lnTo>
                    <a:lnTo>
                      <a:pt x="1462" y="86"/>
                    </a:lnTo>
                    <a:lnTo>
                      <a:pt x="1443" y="92"/>
                    </a:lnTo>
                    <a:lnTo>
                      <a:pt x="1428" y="100"/>
                    </a:lnTo>
                    <a:lnTo>
                      <a:pt x="1416" y="111"/>
                    </a:lnTo>
                    <a:lnTo>
                      <a:pt x="1407" y="124"/>
                    </a:lnTo>
                    <a:lnTo>
                      <a:pt x="1401" y="139"/>
                    </a:lnTo>
                    <a:lnTo>
                      <a:pt x="1399" y="154"/>
                    </a:lnTo>
                    <a:lnTo>
                      <a:pt x="1399" y="170"/>
                    </a:lnTo>
                    <a:lnTo>
                      <a:pt x="1403" y="184"/>
                    </a:lnTo>
                    <a:lnTo>
                      <a:pt x="1411" y="198"/>
                    </a:lnTo>
                    <a:lnTo>
                      <a:pt x="1422" y="210"/>
                    </a:lnTo>
                    <a:lnTo>
                      <a:pt x="1437" y="219"/>
                    </a:lnTo>
                    <a:lnTo>
                      <a:pt x="1458" y="227"/>
                    </a:lnTo>
                    <a:lnTo>
                      <a:pt x="1476" y="233"/>
                    </a:lnTo>
                    <a:lnTo>
                      <a:pt x="1493" y="237"/>
                    </a:lnTo>
                    <a:lnTo>
                      <a:pt x="1510" y="239"/>
                    </a:lnTo>
                    <a:lnTo>
                      <a:pt x="1551" y="242"/>
                    </a:lnTo>
                    <a:lnTo>
                      <a:pt x="1588" y="245"/>
                    </a:lnTo>
                    <a:lnTo>
                      <a:pt x="1620" y="245"/>
                    </a:lnTo>
                    <a:lnTo>
                      <a:pt x="1645" y="245"/>
                    </a:lnTo>
                    <a:lnTo>
                      <a:pt x="1666" y="245"/>
                    </a:lnTo>
                    <a:lnTo>
                      <a:pt x="1681" y="244"/>
                    </a:lnTo>
                    <a:lnTo>
                      <a:pt x="1690" y="242"/>
                    </a:lnTo>
                    <a:lnTo>
                      <a:pt x="1636" y="275"/>
                    </a:lnTo>
                    <a:lnTo>
                      <a:pt x="1566" y="317"/>
                    </a:lnTo>
                    <a:lnTo>
                      <a:pt x="1539" y="334"/>
                    </a:lnTo>
                    <a:lnTo>
                      <a:pt x="1496" y="332"/>
                    </a:lnTo>
                    <a:lnTo>
                      <a:pt x="1456" y="326"/>
                    </a:lnTo>
                    <a:lnTo>
                      <a:pt x="1419" y="316"/>
                    </a:lnTo>
                    <a:lnTo>
                      <a:pt x="1385" y="304"/>
                    </a:lnTo>
                    <a:lnTo>
                      <a:pt x="1354" y="288"/>
                    </a:lnTo>
                    <a:lnTo>
                      <a:pt x="1324" y="271"/>
                    </a:lnTo>
                    <a:lnTo>
                      <a:pt x="1297" y="252"/>
                    </a:lnTo>
                    <a:lnTo>
                      <a:pt x="1271" y="232"/>
                    </a:lnTo>
                    <a:lnTo>
                      <a:pt x="1248" y="212"/>
                    </a:lnTo>
                    <a:lnTo>
                      <a:pt x="1227" y="192"/>
                    </a:lnTo>
                    <a:lnTo>
                      <a:pt x="1207" y="173"/>
                    </a:lnTo>
                    <a:lnTo>
                      <a:pt x="1188" y="155"/>
                    </a:lnTo>
                    <a:lnTo>
                      <a:pt x="1171" y="139"/>
                    </a:lnTo>
                    <a:lnTo>
                      <a:pt x="1149" y="122"/>
                    </a:lnTo>
                    <a:lnTo>
                      <a:pt x="1127" y="110"/>
                    </a:lnTo>
                    <a:lnTo>
                      <a:pt x="1103" y="104"/>
                    </a:lnTo>
                    <a:lnTo>
                      <a:pt x="1078" y="101"/>
                    </a:lnTo>
                    <a:lnTo>
                      <a:pt x="1051" y="101"/>
                    </a:lnTo>
                    <a:lnTo>
                      <a:pt x="1039" y="103"/>
                    </a:lnTo>
                    <a:lnTo>
                      <a:pt x="1029" y="110"/>
                    </a:lnTo>
                    <a:lnTo>
                      <a:pt x="1020" y="119"/>
                    </a:lnTo>
                    <a:lnTo>
                      <a:pt x="1013" y="129"/>
                    </a:lnTo>
                    <a:lnTo>
                      <a:pt x="1004" y="139"/>
                    </a:lnTo>
                    <a:lnTo>
                      <a:pt x="995" y="148"/>
                    </a:lnTo>
                    <a:lnTo>
                      <a:pt x="984" y="155"/>
                    </a:lnTo>
                    <a:lnTo>
                      <a:pt x="970" y="157"/>
                    </a:lnTo>
                    <a:lnTo>
                      <a:pt x="956" y="156"/>
                    </a:lnTo>
                    <a:lnTo>
                      <a:pt x="940" y="152"/>
                    </a:lnTo>
                    <a:lnTo>
                      <a:pt x="925" y="147"/>
                    </a:lnTo>
                    <a:lnTo>
                      <a:pt x="910" y="143"/>
                    </a:lnTo>
                    <a:lnTo>
                      <a:pt x="896" y="140"/>
                    </a:lnTo>
                    <a:lnTo>
                      <a:pt x="886" y="140"/>
                    </a:lnTo>
                    <a:lnTo>
                      <a:pt x="874" y="144"/>
                    </a:lnTo>
                    <a:lnTo>
                      <a:pt x="867" y="150"/>
                    </a:lnTo>
                    <a:lnTo>
                      <a:pt x="862" y="157"/>
                    </a:lnTo>
                    <a:lnTo>
                      <a:pt x="857" y="163"/>
                    </a:lnTo>
                    <a:lnTo>
                      <a:pt x="851" y="171"/>
                    </a:lnTo>
                    <a:lnTo>
                      <a:pt x="842" y="178"/>
                    </a:lnTo>
                    <a:lnTo>
                      <a:pt x="828" y="184"/>
                    </a:lnTo>
                    <a:lnTo>
                      <a:pt x="807" y="191"/>
                    </a:lnTo>
                    <a:lnTo>
                      <a:pt x="781" y="197"/>
                    </a:lnTo>
                    <a:lnTo>
                      <a:pt x="752" y="202"/>
                    </a:lnTo>
                    <a:lnTo>
                      <a:pt x="718" y="207"/>
                    </a:lnTo>
                    <a:lnTo>
                      <a:pt x="683" y="211"/>
                    </a:lnTo>
                    <a:lnTo>
                      <a:pt x="647" y="215"/>
                    </a:lnTo>
                    <a:lnTo>
                      <a:pt x="611" y="218"/>
                    </a:lnTo>
                    <a:lnTo>
                      <a:pt x="575" y="220"/>
                    </a:lnTo>
                    <a:lnTo>
                      <a:pt x="541" y="222"/>
                    </a:lnTo>
                    <a:lnTo>
                      <a:pt x="511" y="225"/>
                    </a:lnTo>
                    <a:lnTo>
                      <a:pt x="484" y="226"/>
                    </a:lnTo>
                    <a:lnTo>
                      <a:pt x="462" y="226"/>
                    </a:lnTo>
                    <a:lnTo>
                      <a:pt x="445" y="226"/>
                    </a:lnTo>
                    <a:lnTo>
                      <a:pt x="401" y="223"/>
                    </a:lnTo>
                    <a:lnTo>
                      <a:pt x="364" y="221"/>
                    </a:lnTo>
                    <a:lnTo>
                      <a:pt x="334" y="220"/>
                    </a:lnTo>
                    <a:lnTo>
                      <a:pt x="311" y="218"/>
                    </a:lnTo>
                    <a:lnTo>
                      <a:pt x="293" y="217"/>
                    </a:lnTo>
                    <a:lnTo>
                      <a:pt x="281" y="215"/>
                    </a:lnTo>
                    <a:lnTo>
                      <a:pt x="272" y="215"/>
                    </a:lnTo>
                    <a:lnTo>
                      <a:pt x="268" y="214"/>
                    </a:lnTo>
                    <a:lnTo>
                      <a:pt x="267" y="214"/>
                    </a:lnTo>
                    <a:lnTo>
                      <a:pt x="160" y="150"/>
                    </a:lnTo>
                    <a:lnTo>
                      <a:pt x="0" y="52"/>
                    </a:lnTo>
                    <a:lnTo>
                      <a:pt x="15" y="55"/>
                    </a:lnTo>
                    <a:lnTo>
                      <a:pt x="36" y="61"/>
                    </a:lnTo>
                    <a:lnTo>
                      <a:pt x="62" y="67"/>
                    </a:lnTo>
                    <a:lnTo>
                      <a:pt x="92" y="75"/>
                    </a:lnTo>
                    <a:lnTo>
                      <a:pt x="126" y="81"/>
                    </a:lnTo>
                    <a:lnTo>
                      <a:pt x="162" y="88"/>
                    </a:lnTo>
                    <a:lnTo>
                      <a:pt x="202" y="96"/>
                    </a:lnTo>
                    <a:lnTo>
                      <a:pt x="242" y="102"/>
                    </a:lnTo>
                    <a:lnTo>
                      <a:pt x="285" y="107"/>
                    </a:lnTo>
                    <a:lnTo>
                      <a:pt x="328" y="113"/>
                    </a:lnTo>
                    <a:lnTo>
                      <a:pt x="369" y="115"/>
                    </a:lnTo>
                    <a:lnTo>
                      <a:pt x="410" y="114"/>
                    </a:lnTo>
                    <a:lnTo>
                      <a:pt x="452" y="111"/>
                    </a:lnTo>
                    <a:lnTo>
                      <a:pt x="490" y="109"/>
                    </a:lnTo>
                    <a:lnTo>
                      <a:pt x="525" y="109"/>
                    </a:lnTo>
                    <a:lnTo>
                      <a:pt x="523" y="109"/>
                    </a:lnTo>
                    <a:lnTo>
                      <a:pt x="527" y="109"/>
                    </a:lnTo>
                    <a:lnTo>
                      <a:pt x="532" y="110"/>
                    </a:lnTo>
                    <a:lnTo>
                      <a:pt x="561" y="111"/>
                    </a:lnTo>
                    <a:lnTo>
                      <a:pt x="593" y="113"/>
                    </a:lnTo>
                    <a:lnTo>
                      <a:pt x="625" y="111"/>
                    </a:lnTo>
                    <a:lnTo>
                      <a:pt x="657" y="109"/>
                    </a:lnTo>
                    <a:lnTo>
                      <a:pt x="686" y="105"/>
                    </a:lnTo>
                    <a:lnTo>
                      <a:pt x="697" y="103"/>
                    </a:lnTo>
                    <a:lnTo>
                      <a:pt x="710" y="99"/>
                    </a:lnTo>
                    <a:lnTo>
                      <a:pt x="725" y="94"/>
                    </a:lnTo>
                    <a:lnTo>
                      <a:pt x="741" y="86"/>
                    </a:lnTo>
                    <a:lnTo>
                      <a:pt x="755" y="76"/>
                    </a:lnTo>
                    <a:lnTo>
                      <a:pt x="767" y="63"/>
                    </a:lnTo>
                    <a:lnTo>
                      <a:pt x="775" y="54"/>
                    </a:lnTo>
                    <a:lnTo>
                      <a:pt x="781" y="47"/>
                    </a:lnTo>
                    <a:lnTo>
                      <a:pt x="790" y="42"/>
                    </a:lnTo>
                    <a:lnTo>
                      <a:pt x="799" y="38"/>
                    </a:lnTo>
                    <a:lnTo>
                      <a:pt x="812" y="36"/>
                    </a:lnTo>
                    <a:lnTo>
                      <a:pt x="826" y="38"/>
                    </a:lnTo>
                    <a:lnTo>
                      <a:pt x="842" y="41"/>
                    </a:lnTo>
                    <a:lnTo>
                      <a:pt x="853" y="44"/>
                    </a:lnTo>
                    <a:lnTo>
                      <a:pt x="867" y="49"/>
                    </a:lnTo>
                    <a:lnTo>
                      <a:pt x="883" y="52"/>
                    </a:lnTo>
                    <a:lnTo>
                      <a:pt x="900" y="53"/>
                    </a:lnTo>
                    <a:lnTo>
                      <a:pt x="919" y="50"/>
                    </a:lnTo>
                    <a:lnTo>
                      <a:pt x="931" y="44"/>
                    </a:lnTo>
                    <a:lnTo>
                      <a:pt x="943" y="34"/>
                    </a:lnTo>
                    <a:lnTo>
                      <a:pt x="954" y="24"/>
                    </a:lnTo>
                    <a:lnTo>
                      <a:pt x="966" y="14"/>
                    </a:lnTo>
                    <a:lnTo>
                      <a:pt x="980" y="7"/>
                    </a:lnTo>
                    <a:lnTo>
                      <a:pt x="996" y="3"/>
                    </a:lnTo>
                    <a:lnTo>
                      <a:pt x="1035"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35" name="Freeform 189">
                <a:extLst>
                  <a:ext uri="{FF2B5EF4-FFF2-40B4-BE49-F238E27FC236}">
                    <a16:creationId xmlns:a16="http://schemas.microsoft.com/office/drawing/2014/main" id="{C15D5622-94C3-4E59-81AD-91C76B1C3511}"/>
                  </a:ext>
                </a:extLst>
              </p:cNvPr>
              <p:cNvSpPr>
                <a:spLocks/>
              </p:cNvSpPr>
              <p:nvPr/>
            </p:nvSpPr>
            <p:spPr bwMode="auto">
              <a:xfrm>
                <a:off x="5137233" y="4779712"/>
                <a:ext cx="240632" cy="132347"/>
              </a:xfrm>
              <a:custGeom>
                <a:avLst/>
                <a:gdLst>
                  <a:gd name="T0" fmla="*/ 216 w 284"/>
                  <a:gd name="T1" fmla="*/ 0 h 149"/>
                  <a:gd name="T2" fmla="*/ 284 w 284"/>
                  <a:gd name="T3" fmla="*/ 114 h 149"/>
                  <a:gd name="T4" fmla="*/ 30 w 284"/>
                  <a:gd name="T5" fmla="*/ 149 h 149"/>
                  <a:gd name="T6" fmla="*/ 0 w 284"/>
                  <a:gd name="T7" fmla="*/ 16 h 149"/>
                  <a:gd name="T8" fmla="*/ 216 w 284"/>
                  <a:gd name="T9" fmla="*/ 0 h 149"/>
                </a:gdLst>
                <a:ahLst/>
                <a:cxnLst>
                  <a:cxn ang="0">
                    <a:pos x="T0" y="T1"/>
                  </a:cxn>
                  <a:cxn ang="0">
                    <a:pos x="T2" y="T3"/>
                  </a:cxn>
                  <a:cxn ang="0">
                    <a:pos x="T4" y="T5"/>
                  </a:cxn>
                  <a:cxn ang="0">
                    <a:pos x="T6" y="T7"/>
                  </a:cxn>
                  <a:cxn ang="0">
                    <a:pos x="T8" y="T9"/>
                  </a:cxn>
                </a:cxnLst>
                <a:rect l="0" t="0" r="r" b="b"/>
                <a:pathLst>
                  <a:path w="284" h="149">
                    <a:moveTo>
                      <a:pt x="216" y="0"/>
                    </a:moveTo>
                    <a:lnTo>
                      <a:pt x="284" y="114"/>
                    </a:lnTo>
                    <a:lnTo>
                      <a:pt x="30" y="149"/>
                    </a:lnTo>
                    <a:lnTo>
                      <a:pt x="0" y="16"/>
                    </a:lnTo>
                    <a:lnTo>
                      <a:pt x="216"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36" name="Freeform 190">
                <a:extLst>
                  <a:ext uri="{FF2B5EF4-FFF2-40B4-BE49-F238E27FC236}">
                    <a16:creationId xmlns:a16="http://schemas.microsoft.com/office/drawing/2014/main" id="{763BB862-9DD1-4E18-B484-715996ABF406}"/>
                  </a:ext>
                </a:extLst>
              </p:cNvPr>
              <p:cNvSpPr>
                <a:spLocks/>
              </p:cNvSpPr>
              <p:nvPr/>
            </p:nvSpPr>
            <p:spPr bwMode="auto">
              <a:xfrm>
                <a:off x="5642559" y="4857919"/>
                <a:ext cx="192505" cy="84221"/>
              </a:xfrm>
              <a:custGeom>
                <a:avLst/>
                <a:gdLst>
                  <a:gd name="T0" fmla="*/ 0 w 229"/>
                  <a:gd name="T1" fmla="*/ 0 h 100"/>
                  <a:gd name="T2" fmla="*/ 141 w 229"/>
                  <a:gd name="T3" fmla="*/ 10 h 100"/>
                  <a:gd name="T4" fmla="*/ 229 w 229"/>
                  <a:gd name="T5" fmla="*/ 63 h 100"/>
                  <a:gd name="T6" fmla="*/ 1 w 229"/>
                  <a:gd name="T7" fmla="*/ 100 h 100"/>
                  <a:gd name="T8" fmla="*/ 0 w 229"/>
                  <a:gd name="T9" fmla="*/ 0 h 100"/>
                </a:gdLst>
                <a:ahLst/>
                <a:cxnLst>
                  <a:cxn ang="0">
                    <a:pos x="T0" y="T1"/>
                  </a:cxn>
                  <a:cxn ang="0">
                    <a:pos x="T2" y="T3"/>
                  </a:cxn>
                  <a:cxn ang="0">
                    <a:pos x="T4" y="T5"/>
                  </a:cxn>
                  <a:cxn ang="0">
                    <a:pos x="T6" y="T7"/>
                  </a:cxn>
                  <a:cxn ang="0">
                    <a:pos x="T8" y="T9"/>
                  </a:cxn>
                </a:cxnLst>
                <a:rect l="0" t="0" r="r" b="b"/>
                <a:pathLst>
                  <a:path w="229" h="100">
                    <a:moveTo>
                      <a:pt x="0" y="0"/>
                    </a:moveTo>
                    <a:lnTo>
                      <a:pt x="141" y="10"/>
                    </a:lnTo>
                    <a:lnTo>
                      <a:pt x="229" y="63"/>
                    </a:lnTo>
                    <a:lnTo>
                      <a:pt x="1" y="100"/>
                    </a:lnTo>
                    <a:lnTo>
                      <a:pt x="0"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37" name="Freeform 191">
                <a:extLst>
                  <a:ext uri="{FF2B5EF4-FFF2-40B4-BE49-F238E27FC236}">
                    <a16:creationId xmlns:a16="http://schemas.microsoft.com/office/drawing/2014/main" id="{E1FE0F8B-EA45-49FA-AF96-5DE77C37ED03}"/>
                  </a:ext>
                </a:extLst>
              </p:cNvPr>
              <p:cNvSpPr>
                <a:spLocks/>
              </p:cNvSpPr>
              <p:nvPr/>
            </p:nvSpPr>
            <p:spPr bwMode="auto">
              <a:xfrm>
                <a:off x="4643938" y="4779712"/>
                <a:ext cx="174460" cy="108284"/>
              </a:xfrm>
              <a:custGeom>
                <a:avLst/>
                <a:gdLst>
                  <a:gd name="T0" fmla="*/ 192 w 208"/>
                  <a:gd name="T1" fmla="*/ 0 h 130"/>
                  <a:gd name="T2" fmla="*/ 208 w 208"/>
                  <a:gd name="T3" fmla="*/ 87 h 130"/>
                  <a:gd name="T4" fmla="*/ 1 w 208"/>
                  <a:gd name="T5" fmla="*/ 130 h 130"/>
                  <a:gd name="T6" fmla="*/ 0 w 208"/>
                  <a:gd name="T7" fmla="*/ 15 h 130"/>
                  <a:gd name="T8" fmla="*/ 192 w 208"/>
                  <a:gd name="T9" fmla="*/ 0 h 130"/>
                </a:gdLst>
                <a:ahLst/>
                <a:cxnLst>
                  <a:cxn ang="0">
                    <a:pos x="T0" y="T1"/>
                  </a:cxn>
                  <a:cxn ang="0">
                    <a:pos x="T2" y="T3"/>
                  </a:cxn>
                  <a:cxn ang="0">
                    <a:pos x="T4" y="T5"/>
                  </a:cxn>
                  <a:cxn ang="0">
                    <a:pos x="T6" y="T7"/>
                  </a:cxn>
                  <a:cxn ang="0">
                    <a:pos x="T8" y="T9"/>
                  </a:cxn>
                </a:cxnLst>
                <a:rect l="0" t="0" r="r" b="b"/>
                <a:pathLst>
                  <a:path w="208" h="130">
                    <a:moveTo>
                      <a:pt x="192" y="0"/>
                    </a:moveTo>
                    <a:lnTo>
                      <a:pt x="208" y="87"/>
                    </a:lnTo>
                    <a:lnTo>
                      <a:pt x="1" y="130"/>
                    </a:lnTo>
                    <a:lnTo>
                      <a:pt x="0" y="15"/>
                    </a:lnTo>
                    <a:lnTo>
                      <a:pt x="192"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38" name="Freeform 192">
                <a:extLst>
                  <a:ext uri="{FF2B5EF4-FFF2-40B4-BE49-F238E27FC236}">
                    <a16:creationId xmlns:a16="http://schemas.microsoft.com/office/drawing/2014/main" id="{18AA4F18-D4FC-4B0F-9CB2-1F6A54313207}"/>
                  </a:ext>
                </a:extLst>
              </p:cNvPr>
              <p:cNvSpPr>
                <a:spLocks/>
              </p:cNvSpPr>
              <p:nvPr/>
            </p:nvSpPr>
            <p:spPr bwMode="auto">
              <a:xfrm>
                <a:off x="4824412" y="4081880"/>
                <a:ext cx="336884" cy="830179"/>
              </a:xfrm>
              <a:custGeom>
                <a:avLst/>
                <a:gdLst>
                  <a:gd name="T0" fmla="*/ 386 w 393"/>
                  <a:gd name="T1" fmla="*/ 0 h 964"/>
                  <a:gd name="T2" fmla="*/ 393 w 393"/>
                  <a:gd name="T3" fmla="*/ 962 h 964"/>
                  <a:gd name="T4" fmla="*/ 6 w 393"/>
                  <a:gd name="T5" fmla="*/ 964 h 964"/>
                  <a:gd name="T6" fmla="*/ 0 w 393"/>
                  <a:gd name="T7" fmla="*/ 2 h 964"/>
                  <a:gd name="T8" fmla="*/ 386 w 393"/>
                  <a:gd name="T9" fmla="*/ 0 h 964"/>
                </a:gdLst>
                <a:ahLst/>
                <a:cxnLst>
                  <a:cxn ang="0">
                    <a:pos x="T0" y="T1"/>
                  </a:cxn>
                  <a:cxn ang="0">
                    <a:pos x="T2" y="T3"/>
                  </a:cxn>
                  <a:cxn ang="0">
                    <a:pos x="T4" y="T5"/>
                  </a:cxn>
                  <a:cxn ang="0">
                    <a:pos x="T6" y="T7"/>
                  </a:cxn>
                  <a:cxn ang="0">
                    <a:pos x="T8" y="T9"/>
                  </a:cxn>
                </a:cxnLst>
                <a:rect l="0" t="0" r="r" b="b"/>
                <a:pathLst>
                  <a:path w="393" h="964">
                    <a:moveTo>
                      <a:pt x="386" y="0"/>
                    </a:moveTo>
                    <a:lnTo>
                      <a:pt x="393" y="962"/>
                    </a:lnTo>
                    <a:lnTo>
                      <a:pt x="6" y="964"/>
                    </a:lnTo>
                    <a:lnTo>
                      <a:pt x="0" y="2"/>
                    </a:lnTo>
                    <a:lnTo>
                      <a:pt x="386"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39" name="Freeform 193">
                <a:extLst>
                  <a:ext uri="{FF2B5EF4-FFF2-40B4-BE49-F238E27FC236}">
                    <a16:creationId xmlns:a16="http://schemas.microsoft.com/office/drawing/2014/main" id="{B6AE462B-AF07-41A6-8D1C-FA0FC2FBB307}"/>
                  </a:ext>
                </a:extLst>
              </p:cNvPr>
              <p:cNvSpPr>
                <a:spLocks/>
              </p:cNvSpPr>
              <p:nvPr/>
            </p:nvSpPr>
            <p:spPr bwMode="auto">
              <a:xfrm>
                <a:off x="4331117" y="4454859"/>
                <a:ext cx="312821" cy="433137"/>
              </a:xfrm>
              <a:custGeom>
                <a:avLst/>
                <a:gdLst>
                  <a:gd name="T0" fmla="*/ 0 w 361"/>
                  <a:gd name="T1" fmla="*/ 0 h 505"/>
                  <a:gd name="T2" fmla="*/ 356 w 361"/>
                  <a:gd name="T3" fmla="*/ 0 h 505"/>
                  <a:gd name="T4" fmla="*/ 361 w 361"/>
                  <a:gd name="T5" fmla="*/ 505 h 505"/>
                  <a:gd name="T6" fmla="*/ 5 w 361"/>
                  <a:gd name="T7" fmla="*/ 504 h 505"/>
                  <a:gd name="T8" fmla="*/ 0 w 361"/>
                  <a:gd name="T9" fmla="*/ 0 h 505"/>
                </a:gdLst>
                <a:ahLst/>
                <a:cxnLst>
                  <a:cxn ang="0">
                    <a:pos x="T0" y="T1"/>
                  </a:cxn>
                  <a:cxn ang="0">
                    <a:pos x="T2" y="T3"/>
                  </a:cxn>
                  <a:cxn ang="0">
                    <a:pos x="T4" y="T5"/>
                  </a:cxn>
                  <a:cxn ang="0">
                    <a:pos x="T6" y="T7"/>
                  </a:cxn>
                  <a:cxn ang="0">
                    <a:pos x="T8" y="T9"/>
                  </a:cxn>
                </a:cxnLst>
                <a:rect l="0" t="0" r="r" b="b"/>
                <a:pathLst>
                  <a:path w="361" h="505">
                    <a:moveTo>
                      <a:pt x="0" y="0"/>
                    </a:moveTo>
                    <a:lnTo>
                      <a:pt x="356" y="0"/>
                    </a:lnTo>
                    <a:lnTo>
                      <a:pt x="361" y="505"/>
                    </a:lnTo>
                    <a:lnTo>
                      <a:pt x="5" y="504"/>
                    </a:lnTo>
                    <a:lnTo>
                      <a:pt x="0"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40" name="Freeform 194">
                <a:extLst>
                  <a:ext uri="{FF2B5EF4-FFF2-40B4-BE49-F238E27FC236}">
                    <a16:creationId xmlns:a16="http://schemas.microsoft.com/office/drawing/2014/main" id="{809F35C1-D01A-42D5-B1D2-86B9E9738797}"/>
                  </a:ext>
                </a:extLst>
              </p:cNvPr>
              <p:cNvSpPr>
                <a:spLocks/>
              </p:cNvSpPr>
              <p:nvPr/>
            </p:nvSpPr>
            <p:spPr bwMode="auto">
              <a:xfrm>
                <a:off x="5010903" y="4298449"/>
                <a:ext cx="66176" cy="84221"/>
              </a:xfrm>
              <a:custGeom>
                <a:avLst/>
                <a:gdLst>
                  <a:gd name="T0" fmla="*/ 1 w 81"/>
                  <a:gd name="T1" fmla="*/ 0 h 93"/>
                  <a:gd name="T2" fmla="*/ 81 w 81"/>
                  <a:gd name="T3" fmla="*/ 0 h 93"/>
                  <a:gd name="T4" fmla="*/ 80 w 81"/>
                  <a:gd name="T5" fmla="*/ 93 h 93"/>
                  <a:gd name="T6" fmla="*/ 0 w 81"/>
                  <a:gd name="T7" fmla="*/ 92 h 93"/>
                  <a:gd name="T8" fmla="*/ 1 w 81"/>
                  <a:gd name="T9" fmla="*/ 0 h 93"/>
                </a:gdLst>
                <a:ahLst/>
                <a:cxnLst>
                  <a:cxn ang="0">
                    <a:pos x="T0" y="T1"/>
                  </a:cxn>
                  <a:cxn ang="0">
                    <a:pos x="T2" y="T3"/>
                  </a:cxn>
                  <a:cxn ang="0">
                    <a:pos x="T4" y="T5"/>
                  </a:cxn>
                  <a:cxn ang="0">
                    <a:pos x="T6" y="T7"/>
                  </a:cxn>
                  <a:cxn ang="0">
                    <a:pos x="T8" y="T9"/>
                  </a:cxn>
                </a:cxnLst>
                <a:rect l="0" t="0" r="r" b="b"/>
                <a:pathLst>
                  <a:path w="81" h="93">
                    <a:moveTo>
                      <a:pt x="1" y="0"/>
                    </a:moveTo>
                    <a:lnTo>
                      <a:pt x="81" y="0"/>
                    </a:lnTo>
                    <a:lnTo>
                      <a:pt x="80" y="93"/>
                    </a:lnTo>
                    <a:lnTo>
                      <a:pt x="0" y="92"/>
                    </a:lnTo>
                    <a:lnTo>
                      <a:pt x="1"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41" name="Freeform 195">
                <a:extLst>
                  <a:ext uri="{FF2B5EF4-FFF2-40B4-BE49-F238E27FC236}">
                    <a16:creationId xmlns:a16="http://schemas.microsoft.com/office/drawing/2014/main" id="{2D5204F4-82FB-4FA6-B2BC-CD6C258A33EC}"/>
                  </a:ext>
                </a:extLst>
              </p:cNvPr>
              <p:cNvSpPr>
                <a:spLocks/>
              </p:cNvSpPr>
              <p:nvPr/>
            </p:nvSpPr>
            <p:spPr bwMode="auto">
              <a:xfrm>
                <a:off x="5010903" y="4166101"/>
                <a:ext cx="66176" cy="78207"/>
              </a:xfrm>
              <a:custGeom>
                <a:avLst/>
                <a:gdLst>
                  <a:gd name="T0" fmla="*/ 1 w 81"/>
                  <a:gd name="T1" fmla="*/ 0 h 93"/>
                  <a:gd name="T2" fmla="*/ 81 w 81"/>
                  <a:gd name="T3" fmla="*/ 1 h 93"/>
                  <a:gd name="T4" fmla="*/ 80 w 81"/>
                  <a:gd name="T5" fmla="*/ 93 h 93"/>
                  <a:gd name="T6" fmla="*/ 0 w 81"/>
                  <a:gd name="T7" fmla="*/ 93 h 93"/>
                  <a:gd name="T8" fmla="*/ 1 w 81"/>
                  <a:gd name="T9" fmla="*/ 0 h 93"/>
                </a:gdLst>
                <a:ahLst/>
                <a:cxnLst>
                  <a:cxn ang="0">
                    <a:pos x="T0" y="T1"/>
                  </a:cxn>
                  <a:cxn ang="0">
                    <a:pos x="T2" y="T3"/>
                  </a:cxn>
                  <a:cxn ang="0">
                    <a:pos x="T4" y="T5"/>
                  </a:cxn>
                  <a:cxn ang="0">
                    <a:pos x="T6" y="T7"/>
                  </a:cxn>
                  <a:cxn ang="0">
                    <a:pos x="T8" y="T9"/>
                  </a:cxn>
                </a:cxnLst>
                <a:rect l="0" t="0" r="r" b="b"/>
                <a:pathLst>
                  <a:path w="81" h="93">
                    <a:moveTo>
                      <a:pt x="1" y="0"/>
                    </a:moveTo>
                    <a:lnTo>
                      <a:pt x="81" y="1"/>
                    </a:lnTo>
                    <a:lnTo>
                      <a:pt x="80" y="93"/>
                    </a:lnTo>
                    <a:lnTo>
                      <a:pt x="0" y="93"/>
                    </a:lnTo>
                    <a:lnTo>
                      <a:pt x="1"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42" name="Rectangle 196">
                <a:extLst>
                  <a:ext uri="{FF2B5EF4-FFF2-40B4-BE49-F238E27FC236}">
                    <a16:creationId xmlns:a16="http://schemas.microsoft.com/office/drawing/2014/main" id="{6AE4B268-7F9D-48F0-8307-629CE1B82AB2}"/>
                  </a:ext>
                </a:extLst>
              </p:cNvPr>
              <p:cNvSpPr>
                <a:spLocks noChangeArrowheads="1"/>
              </p:cNvSpPr>
              <p:nvPr/>
            </p:nvSpPr>
            <p:spPr bwMode="auto">
              <a:xfrm>
                <a:off x="4902619" y="4298449"/>
                <a:ext cx="66176" cy="84221"/>
              </a:xfrm>
              <a:prstGeom prst="rect">
                <a:avLst/>
              </a:prstGeom>
              <a:solidFill>
                <a:srgbClr val="FFFF9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43" name="Freeform 197">
                <a:extLst>
                  <a:ext uri="{FF2B5EF4-FFF2-40B4-BE49-F238E27FC236}">
                    <a16:creationId xmlns:a16="http://schemas.microsoft.com/office/drawing/2014/main" id="{854411E8-DB27-48C4-BB6A-E5D0ED9D7AAD}"/>
                  </a:ext>
                </a:extLst>
              </p:cNvPr>
              <p:cNvSpPr>
                <a:spLocks/>
              </p:cNvSpPr>
              <p:nvPr/>
            </p:nvSpPr>
            <p:spPr bwMode="auto">
              <a:xfrm>
                <a:off x="4902619" y="4166101"/>
                <a:ext cx="66176" cy="78207"/>
              </a:xfrm>
              <a:custGeom>
                <a:avLst/>
                <a:gdLst>
                  <a:gd name="T0" fmla="*/ 0 w 81"/>
                  <a:gd name="T1" fmla="*/ 0 h 93"/>
                  <a:gd name="T2" fmla="*/ 81 w 81"/>
                  <a:gd name="T3" fmla="*/ 0 h 93"/>
                  <a:gd name="T4" fmla="*/ 81 w 81"/>
                  <a:gd name="T5" fmla="*/ 93 h 93"/>
                  <a:gd name="T6" fmla="*/ 0 w 81"/>
                  <a:gd name="T7" fmla="*/ 92 h 93"/>
                  <a:gd name="T8" fmla="*/ 0 w 81"/>
                  <a:gd name="T9" fmla="*/ 0 h 93"/>
                </a:gdLst>
                <a:ahLst/>
                <a:cxnLst>
                  <a:cxn ang="0">
                    <a:pos x="T0" y="T1"/>
                  </a:cxn>
                  <a:cxn ang="0">
                    <a:pos x="T2" y="T3"/>
                  </a:cxn>
                  <a:cxn ang="0">
                    <a:pos x="T4" y="T5"/>
                  </a:cxn>
                  <a:cxn ang="0">
                    <a:pos x="T6" y="T7"/>
                  </a:cxn>
                  <a:cxn ang="0">
                    <a:pos x="T8" y="T9"/>
                  </a:cxn>
                </a:cxnLst>
                <a:rect l="0" t="0" r="r" b="b"/>
                <a:pathLst>
                  <a:path w="81" h="93">
                    <a:moveTo>
                      <a:pt x="0" y="0"/>
                    </a:moveTo>
                    <a:lnTo>
                      <a:pt x="81" y="0"/>
                    </a:lnTo>
                    <a:lnTo>
                      <a:pt x="81" y="93"/>
                    </a:lnTo>
                    <a:lnTo>
                      <a:pt x="0" y="92"/>
                    </a:lnTo>
                    <a:lnTo>
                      <a:pt x="0"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44" name="Freeform 198">
                <a:extLst>
                  <a:ext uri="{FF2B5EF4-FFF2-40B4-BE49-F238E27FC236}">
                    <a16:creationId xmlns:a16="http://schemas.microsoft.com/office/drawing/2014/main" id="{F5A2DA65-2051-4A70-AE66-C5588ED19DE1}"/>
                  </a:ext>
                </a:extLst>
              </p:cNvPr>
              <p:cNvSpPr>
                <a:spLocks/>
              </p:cNvSpPr>
              <p:nvPr/>
            </p:nvSpPr>
            <p:spPr bwMode="auto">
              <a:xfrm>
                <a:off x="5010903" y="4436814"/>
                <a:ext cx="66176" cy="78207"/>
              </a:xfrm>
              <a:custGeom>
                <a:avLst/>
                <a:gdLst>
                  <a:gd name="T0" fmla="*/ 1 w 80"/>
                  <a:gd name="T1" fmla="*/ 0 h 92"/>
                  <a:gd name="T2" fmla="*/ 80 w 80"/>
                  <a:gd name="T3" fmla="*/ 0 h 92"/>
                  <a:gd name="T4" fmla="*/ 80 w 80"/>
                  <a:gd name="T5" fmla="*/ 92 h 92"/>
                  <a:gd name="T6" fmla="*/ 0 w 80"/>
                  <a:gd name="T7" fmla="*/ 92 h 92"/>
                  <a:gd name="T8" fmla="*/ 1 w 80"/>
                  <a:gd name="T9" fmla="*/ 0 h 92"/>
                </a:gdLst>
                <a:ahLst/>
                <a:cxnLst>
                  <a:cxn ang="0">
                    <a:pos x="T0" y="T1"/>
                  </a:cxn>
                  <a:cxn ang="0">
                    <a:pos x="T2" y="T3"/>
                  </a:cxn>
                  <a:cxn ang="0">
                    <a:pos x="T4" y="T5"/>
                  </a:cxn>
                  <a:cxn ang="0">
                    <a:pos x="T6" y="T7"/>
                  </a:cxn>
                  <a:cxn ang="0">
                    <a:pos x="T8" y="T9"/>
                  </a:cxn>
                </a:cxnLst>
                <a:rect l="0" t="0" r="r" b="b"/>
                <a:pathLst>
                  <a:path w="80" h="92">
                    <a:moveTo>
                      <a:pt x="1" y="0"/>
                    </a:moveTo>
                    <a:lnTo>
                      <a:pt x="80" y="0"/>
                    </a:lnTo>
                    <a:lnTo>
                      <a:pt x="80" y="92"/>
                    </a:lnTo>
                    <a:lnTo>
                      <a:pt x="0" y="92"/>
                    </a:lnTo>
                    <a:lnTo>
                      <a:pt x="1"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45" name="Freeform 199">
                <a:extLst>
                  <a:ext uri="{FF2B5EF4-FFF2-40B4-BE49-F238E27FC236}">
                    <a16:creationId xmlns:a16="http://schemas.microsoft.com/office/drawing/2014/main" id="{6C0DEB9F-F8B6-49B0-8D2B-DE68E1318D0E}"/>
                  </a:ext>
                </a:extLst>
              </p:cNvPr>
              <p:cNvSpPr>
                <a:spLocks/>
              </p:cNvSpPr>
              <p:nvPr/>
            </p:nvSpPr>
            <p:spPr bwMode="auto">
              <a:xfrm>
                <a:off x="4902619" y="4436814"/>
                <a:ext cx="72189" cy="78207"/>
              </a:xfrm>
              <a:custGeom>
                <a:avLst/>
                <a:gdLst>
                  <a:gd name="T0" fmla="*/ 0 w 80"/>
                  <a:gd name="T1" fmla="*/ 0 h 93"/>
                  <a:gd name="T2" fmla="*/ 80 w 80"/>
                  <a:gd name="T3" fmla="*/ 0 h 93"/>
                  <a:gd name="T4" fmla="*/ 80 w 80"/>
                  <a:gd name="T5" fmla="*/ 93 h 93"/>
                  <a:gd name="T6" fmla="*/ 0 w 80"/>
                  <a:gd name="T7" fmla="*/ 92 h 93"/>
                  <a:gd name="T8" fmla="*/ 0 w 80"/>
                  <a:gd name="T9" fmla="*/ 0 h 93"/>
                </a:gdLst>
                <a:ahLst/>
                <a:cxnLst>
                  <a:cxn ang="0">
                    <a:pos x="T0" y="T1"/>
                  </a:cxn>
                  <a:cxn ang="0">
                    <a:pos x="T2" y="T3"/>
                  </a:cxn>
                  <a:cxn ang="0">
                    <a:pos x="T4" y="T5"/>
                  </a:cxn>
                  <a:cxn ang="0">
                    <a:pos x="T6" y="T7"/>
                  </a:cxn>
                  <a:cxn ang="0">
                    <a:pos x="T8" y="T9"/>
                  </a:cxn>
                </a:cxnLst>
                <a:rect l="0" t="0" r="r" b="b"/>
                <a:pathLst>
                  <a:path w="80" h="93">
                    <a:moveTo>
                      <a:pt x="0" y="0"/>
                    </a:moveTo>
                    <a:lnTo>
                      <a:pt x="80" y="0"/>
                    </a:lnTo>
                    <a:lnTo>
                      <a:pt x="80" y="93"/>
                    </a:lnTo>
                    <a:lnTo>
                      <a:pt x="0" y="92"/>
                    </a:lnTo>
                    <a:lnTo>
                      <a:pt x="0"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46" name="Freeform 200">
                <a:extLst>
                  <a:ext uri="{FF2B5EF4-FFF2-40B4-BE49-F238E27FC236}">
                    <a16:creationId xmlns:a16="http://schemas.microsoft.com/office/drawing/2014/main" id="{913A8CDC-E2C4-4B71-A9AD-DC2C247C26C4}"/>
                  </a:ext>
                </a:extLst>
              </p:cNvPr>
              <p:cNvSpPr>
                <a:spLocks/>
              </p:cNvSpPr>
              <p:nvPr/>
            </p:nvSpPr>
            <p:spPr bwMode="auto">
              <a:xfrm>
                <a:off x="5010903" y="4575175"/>
                <a:ext cx="66176" cy="78207"/>
              </a:xfrm>
              <a:custGeom>
                <a:avLst/>
                <a:gdLst>
                  <a:gd name="T0" fmla="*/ 1 w 80"/>
                  <a:gd name="T1" fmla="*/ 0 h 93"/>
                  <a:gd name="T2" fmla="*/ 80 w 80"/>
                  <a:gd name="T3" fmla="*/ 0 h 93"/>
                  <a:gd name="T4" fmla="*/ 80 w 80"/>
                  <a:gd name="T5" fmla="*/ 93 h 93"/>
                  <a:gd name="T6" fmla="*/ 0 w 80"/>
                  <a:gd name="T7" fmla="*/ 92 h 93"/>
                  <a:gd name="T8" fmla="*/ 1 w 80"/>
                  <a:gd name="T9" fmla="*/ 0 h 93"/>
                </a:gdLst>
                <a:ahLst/>
                <a:cxnLst>
                  <a:cxn ang="0">
                    <a:pos x="T0" y="T1"/>
                  </a:cxn>
                  <a:cxn ang="0">
                    <a:pos x="T2" y="T3"/>
                  </a:cxn>
                  <a:cxn ang="0">
                    <a:pos x="T4" y="T5"/>
                  </a:cxn>
                  <a:cxn ang="0">
                    <a:pos x="T6" y="T7"/>
                  </a:cxn>
                  <a:cxn ang="0">
                    <a:pos x="T8" y="T9"/>
                  </a:cxn>
                </a:cxnLst>
                <a:rect l="0" t="0" r="r" b="b"/>
                <a:pathLst>
                  <a:path w="80" h="93">
                    <a:moveTo>
                      <a:pt x="1" y="0"/>
                    </a:moveTo>
                    <a:lnTo>
                      <a:pt x="80" y="0"/>
                    </a:lnTo>
                    <a:lnTo>
                      <a:pt x="80" y="93"/>
                    </a:lnTo>
                    <a:lnTo>
                      <a:pt x="0" y="92"/>
                    </a:lnTo>
                    <a:lnTo>
                      <a:pt x="1"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47" name="Rectangle 201">
                <a:extLst>
                  <a:ext uri="{FF2B5EF4-FFF2-40B4-BE49-F238E27FC236}">
                    <a16:creationId xmlns:a16="http://schemas.microsoft.com/office/drawing/2014/main" id="{3E7043BF-7878-4160-8B99-8BBD7DA63FDD}"/>
                  </a:ext>
                </a:extLst>
              </p:cNvPr>
              <p:cNvSpPr>
                <a:spLocks noChangeArrowheads="1"/>
              </p:cNvSpPr>
              <p:nvPr/>
            </p:nvSpPr>
            <p:spPr bwMode="auto">
              <a:xfrm>
                <a:off x="4902619" y="4575175"/>
                <a:ext cx="72189" cy="78207"/>
              </a:xfrm>
              <a:prstGeom prst="rect">
                <a:avLst/>
              </a:prstGeom>
              <a:solidFill>
                <a:srgbClr val="F8CF5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48" name="Freeform 202">
                <a:extLst>
                  <a:ext uri="{FF2B5EF4-FFF2-40B4-BE49-F238E27FC236}">
                    <a16:creationId xmlns:a16="http://schemas.microsoft.com/office/drawing/2014/main" id="{DD55CE15-EEC2-41A4-BD1F-93B955590F69}"/>
                  </a:ext>
                </a:extLst>
              </p:cNvPr>
              <p:cNvSpPr>
                <a:spLocks/>
              </p:cNvSpPr>
              <p:nvPr/>
            </p:nvSpPr>
            <p:spPr bwMode="auto">
              <a:xfrm>
                <a:off x="5010903" y="4707522"/>
                <a:ext cx="66176" cy="84221"/>
              </a:xfrm>
              <a:custGeom>
                <a:avLst/>
                <a:gdLst>
                  <a:gd name="T0" fmla="*/ 1 w 80"/>
                  <a:gd name="T1" fmla="*/ 0 h 93"/>
                  <a:gd name="T2" fmla="*/ 80 w 80"/>
                  <a:gd name="T3" fmla="*/ 1 h 93"/>
                  <a:gd name="T4" fmla="*/ 80 w 80"/>
                  <a:gd name="T5" fmla="*/ 93 h 93"/>
                  <a:gd name="T6" fmla="*/ 0 w 80"/>
                  <a:gd name="T7" fmla="*/ 93 h 93"/>
                  <a:gd name="T8" fmla="*/ 1 w 80"/>
                  <a:gd name="T9" fmla="*/ 0 h 93"/>
                </a:gdLst>
                <a:ahLst/>
                <a:cxnLst>
                  <a:cxn ang="0">
                    <a:pos x="T0" y="T1"/>
                  </a:cxn>
                  <a:cxn ang="0">
                    <a:pos x="T2" y="T3"/>
                  </a:cxn>
                  <a:cxn ang="0">
                    <a:pos x="T4" y="T5"/>
                  </a:cxn>
                  <a:cxn ang="0">
                    <a:pos x="T6" y="T7"/>
                  </a:cxn>
                  <a:cxn ang="0">
                    <a:pos x="T8" y="T9"/>
                  </a:cxn>
                </a:cxnLst>
                <a:rect l="0" t="0" r="r" b="b"/>
                <a:pathLst>
                  <a:path w="80" h="93">
                    <a:moveTo>
                      <a:pt x="1" y="0"/>
                    </a:moveTo>
                    <a:lnTo>
                      <a:pt x="80" y="1"/>
                    </a:lnTo>
                    <a:lnTo>
                      <a:pt x="80" y="93"/>
                    </a:lnTo>
                    <a:lnTo>
                      <a:pt x="0" y="93"/>
                    </a:lnTo>
                    <a:lnTo>
                      <a:pt x="1"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49" name="Freeform 203">
                <a:extLst>
                  <a:ext uri="{FF2B5EF4-FFF2-40B4-BE49-F238E27FC236}">
                    <a16:creationId xmlns:a16="http://schemas.microsoft.com/office/drawing/2014/main" id="{51A5B85C-2909-45D8-B741-6E4F027026F7}"/>
                  </a:ext>
                </a:extLst>
              </p:cNvPr>
              <p:cNvSpPr>
                <a:spLocks/>
              </p:cNvSpPr>
              <p:nvPr/>
            </p:nvSpPr>
            <p:spPr bwMode="auto">
              <a:xfrm>
                <a:off x="4902619" y="4707522"/>
                <a:ext cx="72189" cy="84221"/>
              </a:xfrm>
              <a:custGeom>
                <a:avLst/>
                <a:gdLst>
                  <a:gd name="T0" fmla="*/ 0 w 80"/>
                  <a:gd name="T1" fmla="*/ 0 h 93"/>
                  <a:gd name="T2" fmla="*/ 80 w 80"/>
                  <a:gd name="T3" fmla="*/ 0 h 93"/>
                  <a:gd name="T4" fmla="*/ 80 w 80"/>
                  <a:gd name="T5" fmla="*/ 93 h 93"/>
                  <a:gd name="T6" fmla="*/ 0 w 80"/>
                  <a:gd name="T7" fmla="*/ 92 h 93"/>
                  <a:gd name="T8" fmla="*/ 0 w 80"/>
                  <a:gd name="T9" fmla="*/ 0 h 93"/>
                </a:gdLst>
                <a:ahLst/>
                <a:cxnLst>
                  <a:cxn ang="0">
                    <a:pos x="T0" y="T1"/>
                  </a:cxn>
                  <a:cxn ang="0">
                    <a:pos x="T2" y="T3"/>
                  </a:cxn>
                  <a:cxn ang="0">
                    <a:pos x="T4" y="T5"/>
                  </a:cxn>
                  <a:cxn ang="0">
                    <a:pos x="T6" y="T7"/>
                  </a:cxn>
                  <a:cxn ang="0">
                    <a:pos x="T8" y="T9"/>
                  </a:cxn>
                </a:cxnLst>
                <a:rect l="0" t="0" r="r" b="b"/>
                <a:pathLst>
                  <a:path w="80" h="93">
                    <a:moveTo>
                      <a:pt x="0" y="0"/>
                    </a:moveTo>
                    <a:lnTo>
                      <a:pt x="80" y="0"/>
                    </a:lnTo>
                    <a:lnTo>
                      <a:pt x="80" y="93"/>
                    </a:lnTo>
                    <a:lnTo>
                      <a:pt x="0" y="92"/>
                    </a:lnTo>
                    <a:lnTo>
                      <a:pt x="0"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50" name="Freeform 204">
                <a:extLst>
                  <a:ext uri="{FF2B5EF4-FFF2-40B4-BE49-F238E27FC236}">
                    <a16:creationId xmlns:a16="http://schemas.microsoft.com/office/drawing/2014/main" id="{3B9BCB76-4450-465A-BFD1-C90AF82BA241}"/>
                  </a:ext>
                </a:extLst>
              </p:cNvPr>
              <p:cNvSpPr>
                <a:spLocks/>
              </p:cNvSpPr>
              <p:nvPr/>
            </p:nvSpPr>
            <p:spPr bwMode="auto">
              <a:xfrm>
                <a:off x="5347788" y="4418764"/>
                <a:ext cx="294776" cy="523376"/>
              </a:xfrm>
              <a:custGeom>
                <a:avLst/>
                <a:gdLst>
                  <a:gd name="T0" fmla="*/ 0 w 342"/>
                  <a:gd name="T1" fmla="*/ 0 h 605"/>
                  <a:gd name="T2" fmla="*/ 342 w 342"/>
                  <a:gd name="T3" fmla="*/ 0 h 605"/>
                  <a:gd name="T4" fmla="*/ 342 w 342"/>
                  <a:gd name="T5" fmla="*/ 605 h 605"/>
                  <a:gd name="T6" fmla="*/ 1 w 342"/>
                  <a:gd name="T7" fmla="*/ 604 h 605"/>
                  <a:gd name="T8" fmla="*/ 0 w 342"/>
                  <a:gd name="T9" fmla="*/ 0 h 605"/>
                </a:gdLst>
                <a:ahLst/>
                <a:cxnLst>
                  <a:cxn ang="0">
                    <a:pos x="T0" y="T1"/>
                  </a:cxn>
                  <a:cxn ang="0">
                    <a:pos x="T2" y="T3"/>
                  </a:cxn>
                  <a:cxn ang="0">
                    <a:pos x="T4" y="T5"/>
                  </a:cxn>
                  <a:cxn ang="0">
                    <a:pos x="T6" y="T7"/>
                  </a:cxn>
                  <a:cxn ang="0">
                    <a:pos x="T8" y="T9"/>
                  </a:cxn>
                </a:cxnLst>
                <a:rect l="0" t="0" r="r" b="b"/>
                <a:pathLst>
                  <a:path w="342" h="605">
                    <a:moveTo>
                      <a:pt x="0" y="0"/>
                    </a:moveTo>
                    <a:lnTo>
                      <a:pt x="342" y="0"/>
                    </a:lnTo>
                    <a:lnTo>
                      <a:pt x="342" y="605"/>
                    </a:lnTo>
                    <a:lnTo>
                      <a:pt x="1" y="604"/>
                    </a:lnTo>
                    <a:lnTo>
                      <a:pt x="0"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51" name="Freeform 205">
                <a:extLst>
                  <a:ext uri="{FF2B5EF4-FFF2-40B4-BE49-F238E27FC236}">
                    <a16:creationId xmlns:a16="http://schemas.microsoft.com/office/drawing/2014/main" id="{48C9C420-42F6-442A-AEAA-5010108BE633}"/>
                  </a:ext>
                </a:extLst>
              </p:cNvPr>
              <p:cNvSpPr>
                <a:spLocks/>
              </p:cNvSpPr>
              <p:nvPr/>
            </p:nvSpPr>
            <p:spPr bwMode="auto">
              <a:xfrm>
                <a:off x="5347788" y="4340561"/>
                <a:ext cx="294776" cy="78207"/>
              </a:xfrm>
              <a:custGeom>
                <a:avLst/>
                <a:gdLst>
                  <a:gd name="T0" fmla="*/ 50 w 342"/>
                  <a:gd name="T1" fmla="*/ 0 h 92"/>
                  <a:gd name="T2" fmla="*/ 241 w 342"/>
                  <a:gd name="T3" fmla="*/ 0 h 92"/>
                  <a:gd name="T4" fmla="*/ 342 w 342"/>
                  <a:gd name="T5" fmla="*/ 92 h 92"/>
                  <a:gd name="T6" fmla="*/ 0 w 342"/>
                  <a:gd name="T7" fmla="*/ 92 h 92"/>
                  <a:gd name="T8" fmla="*/ 50 w 342"/>
                  <a:gd name="T9" fmla="*/ 0 h 92"/>
                </a:gdLst>
                <a:ahLst/>
                <a:cxnLst>
                  <a:cxn ang="0">
                    <a:pos x="T0" y="T1"/>
                  </a:cxn>
                  <a:cxn ang="0">
                    <a:pos x="T2" y="T3"/>
                  </a:cxn>
                  <a:cxn ang="0">
                    <a:pos x="T4" y="T5"/>
                  </a:cxn>
                  <a:cxn ang="0">
                    <a:pos x="T6" y="T7"/>
                  </a:cxn>
                  <a:cxn ang="0">
                    <a:pos x="T8" y="T9"/>
                  </a:cxn>
                </a:cxnLst>
                <a:rect l="0" t="0" r="r" b="b"/>
                <a:pathLst>
                  <a:path w="342" h="92">
                    <a:moveTo>
                      <a:pt x="50" y="0"/>
                    </a:moveTo>
                    <a:lnTo>
                      <a:pt x="241" y="0"/>
                    </a:lnTo>
                    <a:lnTo>
                      <a:pt x="342" y="92"/>
                    </a:lnTo>
                    <a:lnTo>
                      <a:pt x="0" y="92"/>
                    </a:lnTo>
                    <a:lnTo>
                      <a:pt x="50" y="0"/>
                    </a:lnTo>
                    <a:close/>
                  </a:path>
                </a:pathLst>
              </a:custGeom>
              <a:solidFill>
                <a:srgbClr val="D76C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52" name="Rectangle 206">
                <a:extLst>
                  <a:ext uri="{FF2B5EF4-FFF2-40B4-BE49-F238E27FC236}">
                    <a16:creationId xmlns:a16="http://schemas.microsoft.com/office/drawing/2014/main" id="{F3709B17-4199-4A69-9D77-B93A3007DD76}"/>
                  </a:ext>
                </a:extLst>
              </p:cNvPr>
              <p:cNvSpPr>
                <a:spLocks noChangeArrowheads="1"/>
              </p:cNvSpPr>
              <p:nvPr/>
            </p:nvSpPr>
            <p:spPr bwMode="auto">
              <a:xfrm>
                <a:off x="4505577" y="4671428"/>
                <a:ext cx="66176" cy="78207"/>
              </a:xfrm>
              <a:prstGeom prst="rect">
                <a:avLst/>
              </a:prstGeom>
              <a:solidFill>
                <a:srgbClr val="F8CF5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53" name="Freeform 207">
                <a:extLst>
                  <a:ext uri="{FF2B5EF4-FFF2-40B4-BE49-F238E27FC236}">
                    <a16:creationId xmlns:a16="http://schemas.microsoft.com/office/drawing/2014/main" id="{A3367FDA-A4C1-4F32-B4DC-ED3175EF8273}"/>
                  </a:ext>
                </a:extLst>
              </p:cNvPr>
              <p:cNvSpPr>
                <a:spLocks/>
              </p:cNvSpPr>
              <p:nvPr/>
            </p:nvSpPr>
            <p:spPr bwMode="auto">
              <a:xfrm>
                <a:off x="4505577" y="4539080"/>
                <a:ext cx="66176" cy="78207"/>
              </a:xfrm>
              <a:custGeom>
                <a:avLst/>
                <a:gdLst>
                  <a:gd name="T0" fmla="*/ 1 w 77"/>
                  <a:gd name="T1" fmla="*/ 0 h 89"/>
                  <a:gd name="T2" fmla="*/ 77 w 77"/>
                  <a:gd name="T3" fmla="*/ 0 h 89"/>
                  <a:gd name="T4" fmla="*/ 77 w 77"/>
                  <a:gd name="T5" fmla="*/ 89 h 89"/>
                  <a:gd name="T6" fmla="*/ 0 w 77"/>
                  <a:gd name="T7" fmla="*/ 89 h 89"/>
                  <a:gd name="T8" fmla="*/ 1 w 77"/>
                  <a:gd name="T9" fmla="*/ 0 h 89"/>
                </a:gdLst>
                <a:ahLst/>
                <a:cxnLst>
                  <a:cxn ang="0">
                    <a:pos x="T0" y="T1"/>
                  </a:cxn>
                  <a:cxn ang="0">
                    <a:pos x="T2" y="T3"/>
                  </a:cxn>
                  <a:cxn ang="0">
                    <a:pos x="T4" y="T5"/>
                  </a:cxn>
                  <a:cxn ang="0">
                    <a:pos x="T6" y="T7"/>
                  </a:cxn>
                  <a:cxn ang="0">
                    <a:pos x="T8" y="T9"/>
                  </a:cxn>
                </a:cxnLst>
                <a:rect l="0" t="0" r="r" b="b"/>
                <a:pathLst>
                  <a:path w="77" h="89">
                    <a:moveTo>
                      <a:pt x="1" y="0"/>
                    </a:moveTo>
                    <a:lnTo>
                      <a:pt x="77" y="0"/>
                    </a:lnTo>
                    <a:lnTo>
                      <a:pt x="77" y="89"/>
                    </a:lnTo>
                    <a:lnTo>
                      <a:pt x="0" y="89"/>
                    </a:lnTo>
                    <a:lnTo>
                      <a:pt x="1"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55" name="Freeform 208">
                <a:extLst>
                  <a:ext uri="{FF2B5EF4-FFF2-40B4-BE49-F238E27FC236}">
                    <a16:creationId xmlns:a16="http://schemas.microsoft.com/office/drawing/2014/main" id="{7EFB8684-3714-4D09-9FA1-2CD8EE058DFE}"/>
                  </a:ext>
                </a:extLst>
              </p:cNvPr>
              <p:cNvSpPr>
                <a:spLocks/>
              </p:cNvSpPr>
              <p:nvPr/>
            </p:nvSpPr>
            <p:spPr bwMode="auto">
              <a:xfrm>
                <a:off x="4397293" y="4671428"/>
                <a:ext cx="66176" cy="78207"/>
              </a:xfrm>
              <a:custGeom>
                <a:avLst/>
                <a:gdLst>
                  <a:gd name="T0" fmla="*/ 0 w 77"/>
                  <a:gd name="T1" fmla="*/ 0 h 89"/>
                  <a:gd name="T2" fmla="*/ 77 w 77"/>
                  <a:gd name="T3" fmla="*/ 0 h 89"/>
                  <a:gd name="T4" fmla="*/ 76 w 77"/>
                  <a:gd name="T5" fmla="*/ 89 h 89"/>
                  <a:gd name="T6" fmla="*/ 0 w 77"/>
                  <a:gd name="T7" fmla="*/ 89 h 89"/>
                  <a:gd name="T8" fmla="*/ 0 w 77"/>
                  <a:gd name="T9" fmla="*/ 0 h 89"/>
                </a:gdLst>
                <a:ahLst/>
                <a:cxnLst>
                  <a:cxn ang="0">
                    <a:pos x="T0" y="T1"/>
                  </a:cxn>
                  <a:cxn ang="0">
                    <a:pos x="T2" y="T3"/>
                  </a:cxn>
                  <a:cxn ang="0">
                    <a:pos x="T4" y="T5"/>
                  </a:cxn>
                  <a:cxn ang="0">
                    <a:pos x="T6" y="T7"/>
                  </a:cxn>
                  <a:cxn ang="0">
                    <a:pos x="T8" y="T9"/>
                  </a:cxn>
                </a:cxnLst>
                <a:rect l="0" t="0" r="r" b="b"/>
                <a:pathLst>
                  <a:path w="77" h="89">
                    <a:moveTo>
                      <a:pt x="0" y="0"/>
                    </a:moveTo>
                    <a:lnTo>
                      <a:pt x="77" y="0"/>
                    </a:lnTo>
                    <a:lnTo>
                      <a:pt x="76" y="89"/>
                    </a:lnTo>
                    <a:lnTo>
                      <a:pt x="0" y="89"/>
                    </a:lnTo>
                    <a:lnTo>
                      <a:pt x="0"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56" name="Rectangle 209">
                <a:extLst>
                  <a:ext uri="{FF2B5EF4-FFF2-40B4-BE49-F238E27FC236}">
                    <a16:creationId xmlns:a16="http://schemas.microsoft.com/office/drawing/2014/main" id="{3BEBB3AF-08E5-492B-A97A-B7A17C065CDD}"/>
                  </a:ext>
                </a:extLst>
              </p:cNvPr>
              <p:cNvSpPr>
                <a:spLocks noChangeArrowheads="1"/>
              </p:cNvSpPr>
              <p:nvPr/>
            </p:nvSpPr>
            <p:spPr bwMode="auto">
              <a:xfrm>
                <a:off x="4397293" y="4539080"/>
                <a:ext cx="66176" cy="78207"/>
              </a:xfrm>
              <a:prstGeom prst="rect">
                <a:avLst/>
              </a:prstGeom>
              <a:solidFill>
                <a:srgbClr val="FFFF9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57" name="Freeform 210">
                <a:extLst>
                  <a:ext uri="{FF2B5EF4-FFF2-40B4-BE49-F238E27FC236}">
                    <a16:creationId xmlns:a16="http://schemas.microsoft.com/office/drawing/2014/main" id="{BF8EEE4A-ADB7-4FC2-9E56-80174686537F}"/>
                  </a:ext>
                </a:extLst>
              </p:cNvPr>
              <p:cNvSpPr>
                <a:spLocks/>
              </p:cNvSpPr>
              <p:nvPr/>
            </p:nvSpPr>
            <p:spPr bwMode="auto">
              <a:xfrm>
                <a:off x="5510212" y="4484940"/>
                <a:ext cx="60158" cy="72189"/>
              </a:xfrm>
              <a:custGeom>
                <a:avLst/>
                <a:gdLst>
                  <a:gd name="T0" fmla="*/ 74 w 74"/>
                  <a:gd name="T1" fmla="*/ 0 h 84"/>
                  <a:gd name="T2" fmla="*/ 74 w 74"/>
                  <a:gd name="T3" fmla="*/ 84 h 84"/>
                  <a:gd name="T4" fmla="*/ 1 w 74"/>
                  <a:gd name="T5" fmla="*/ 84 h 84"/>
                  <a:gd name="T6" fmla="*/ 0 w 74"/>
                  <a:gd name="T7" fmla="*/ 0 h 84"/>
                  <a:gd name="T8" fmla="*/ 74 w 74"/>
                  <a:gd name="T9" fmla="*/ 0 h 84"/>
                </a:gdLst>
                <a:ahLst/>
                <a:cxnLst>
                  <a:cxn ang="0">
                    <a:pos x="T0" y="T1"/>
                  </a:cxn>
                  <a:cxn ang="0">
                    <a:pos x="T2" y="T3"/>
                  </a:cxn>
                  <a:cxn ang="0">
                    <a:pos x="T4" y="T5"/>
                  </a:cxn>
                  <a:cxn ang="0">
                    <a:pos x="T6" y="T7"/>
                  </a:cxn>
                  <a:cxn ang="0">
                    <a:pos x="T8" y="T9"/>
                  </a:cxn>
                </a:cxnLst>
                <a:rect l="0" t="0" r="r" b="b"/>
                <a:pathLst>
                  <a:path w="74" h="84">
                    <a:moveTo>
                      <a:pt x="74" y="0"/>
                    </a:moveTo>
                    <a:lnTo>
                      <a:pt x="74" y="84"/>
                    </a:lnTo>
                    <a:lnTo>
                      <a:pt x="1" y="84"/>
                    </a:lnTo>
                    <a:lnTo>
                      <a:pt x="0" y="0"/>
                    </a:lnTo>
                    <a:lnTo>
                      <a:pt x="74"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58" name="Freeform 211">
                <a:extLst>
                  <a:ext uri="{FF2B5EF4-FFF2-40B4-BE49-F238E27FC236}">
                    <a16:creationId xmlns:a16="http://schemas.microsoft.com/office/drawing/2014/main" id="{BD709F8A-E402-4D21-AD65-F0259E58952D}"/>
                  </a:ext>
                </a:extLst>
              </p:cNvPr>
              <p:cNvSpPr>
                <a:spLocks/>
              </p:cNvSpPr>
              <p:nvPr/>
            </p:nvSpPr>
            <p:spPr bwMode="auto">
              <a:xfrm>
                <a:off x="5407945" y="4484940"/>
                <a:ext cx="66176" cy="72189"/>
              </a:xfrm>
              <a:custGeom>
                <a:avLst/>
                <a:gdLst>
                  <a:gd name="T0" fmla="*/ 74 w 74"/>
                  <a:gd name="T1" fmla="*/ 0 h 85"/>
                  <a:gd name="T2" fmla="*/ 74 w 74"/>
                  <a:gd name="T3" fmla="*/ 84 h 85"/>
                  <a:gd name="T4" fmla="*/ 0 w 74"/>
                  <a:gd name="T5" fmla="*/ 85 h 85"/>
                  <a:gd name="T6" fmla="*/ 0 w 74"/>
                  <a:gd name="T7" fmla="*/ 0 h 85"/>
                  <a:gd name="T8" fmla="*/ 74 w 74"/>
                  <a:gd name="T9" fmla="*/ 0 h 85"/>
                </a:gdLst>
                <a:ahLst/>
                <a:cxnLst>
                  <a:cxn ang="0">
                    <a:pos x="T0" y="T1"/>
                  </a:cxn>
                  <a:cxn ang="0">
                    <a:pos x="T2" y="T3"/>
                  </a:cxn>
                  <a:cxn ang="0">
                    <a:pos x="T4" y="T5"/>
                  </a:cxn>
                  <a:cxn ang="0">
                    <a:pos x="T6" y="T7"/>
                  </a:cxn>
                  <a:cxn ang="0">
                    <a:pos x="T8" y="T9"/>
                  </a:cxn>
                </a:cxnLst>
                <a:rect l="0" t="0" r="r" b="b"/>
                <a:pathLst>
                  <a:path w="74" h="85">
                    <a:moveTo>
                      <a:pt x="74" y="0"/>
                    </a:moveTo>
                    <a:lnTo>
                      <a:pt x="74" y="84"/>
                    </a:lnTo>
                    <a:lnTo>
                      <a:pt x="0" y="85"/>
                    </a:lnTo>
                    <a:lnTo>
                      <a:pt x="0" y="0"/>
                    </a:lnTo>
                    <a:lnTo>
                      <a:pt x="74"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59" name="Freeform 212">
                <a:extLst>
                  <a:ext uri="{FF2B5EF4-FFF2-40B4-BE49-F238E27FC236}">
                    <a16:creationId xmlns:a16="http://schemas.microsoft.com/office/drawing/2014/main" id="{F7698702-1415-4803-B1C6-E55BDBB93F9B}"/>
                  </a:ext>
                </a:extLst>
              </p:cNvPr>
              <p:cNvSpPr>
                <a:spLocks/>
              </p:cNvSpPr>
              <p:nvPr/>
            </p:nvSpPr>
            <p:spPr bwMode="auto">
              <a:xfrm>
                <a:off x="5510212" y="4617287"/>
                <a:ext cx="60158" cy="72189"/>
              </a:xfrm>
              <a:custGeom>
                <a:avLst/>
                <a:gdLst>
                  <a:gd name="T0" fmla="*/ 74 w 74"/>
                  <a:gd name="T1" fmla="*/ 0 h 84"/>
                  <a:gd name="T2" fmla="*/ 74 w 74"/>
                  <a:gd name="T3" fmla="*/ 84 h 84"/>
                  <a:gd name="T4" fmla="*/ 1 w 74"/>
                  <a:gd name="T5" fmla="*/ 84 h 84"/>
                  <a:gd name="T6" fmla="*/ 0 w 74"/>
                  <a:gd name="T7" fmla="*/ 0 h 84"/>
                  <a:gd name="T8" fmla="*/ 74 w 74"/>
                  <a:gd name="T9" fmla="*/ 0 h 84"/>
                </a:gdLst>
                <a:ahLst/>
                <a:cxnLst>
                  <a:cxn ang="0">
                    <a:pos x="T0" y="T1"/>
                  </a:cxn>
                  <a:cxn ang="0">
                    <a:pos x="T2" y="T3"/>
                  </a:cxn>
                  <a:cxn ang="0">
                    <a:pos x="T4" y="T5"/>
                  </a:cxn>
                  <a:cxn ang="0">
                    <a:pos x="T6" y="T7"/>
                  </a:cxn>
                  <a:cxn ang="0">
                    <a:pos x="T8" y="T9"/>
                  </a:cxn>
                </a:cxnLst>
                <a:rect l="0" t="0" r="r" b="b"/>
                <a:pathLst>
                  <a:path w="74" h="84">
                    <a:moveTo>
                      <a:pt x="74" y="0"/>
                    </a:moveTo>
                    <a:lnTo>
                      <a:pt x="74" y="84"/>
                    </a:lnTo>
                    <a:lnTo>
                      <a:pt x="1" y="84"/>
                    </a:lnTo>
                    <a:lnTo>
                      <a:pt x="0" y="0"/>
                    </a:lnTo>
                    <a:lnTo>
                      <a:pt x="74"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60" name="Rectangle 213">
                <a:extLst>
                  <a:ext uri="{FF2B5EF4-FFF2-40B4-BE49-F238E27FC236}">
                    <a16:creationId xmlns:a16="http://schemas.microsoft.com/office/drawing/2014/main" id="{7DD179E1-9DCB-4C64-8C31-AD79BA1989C3}"/>
                  </a:ext>
                </a:extLst>
              </p:cNvPr>
              <p:cNvSpPr>
                <a:spLocks noChangeArrowheads="1"/>
              </p:cNvSpPr>
              <p:nvPr/>
            </p:nvSpPr>
            <p:spPr bwMode="auto">
              <a:xfrm>
                <a:off x="5407945" y="4617287"/>
                <a:ext cx="66176" cy="72189"/>
              </a:xfrm>
              <a:prstGeom prst="rect">
                <a:avLst/>
              </a:prstGeom>
              <a:solidFill>
                <a:srgbClr val="F8CF5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61" name="Freeform 214">
                <a:extLst>
                  <a:ext uri="{FF2B5EF4-FFF2-40B4-BE49-F238E27FC236}">
                    <a16:creationId xmlns:a16="http://schemas.microsoft.com/office/drawing/2014/main" id="{0AB8FA89-EFFF-466A-B9C2-3EA193C72D87}"/>
                  </a:ext>
                </a:extLst>
              </p:cNvPr>
              <p:cNvSpPr>
                <a:spLocks/>
              </p:cNvSpPr>
              <p:nvPr/>
            </p:nvSpPr>
            <p:spPr bwMode="auto">
              <a:xfrm>
                <a:off x="5510212" y="4749635"/>
                <a:ext cx="60158" cy="72189"/>
              </a:xfrm>
              <a:custGeom>
                <a:avLst/>
                <a:gdLst>
                  <a:gd name="T0" fmla="*/ 74 w 74"/>
                  <a:gd name="T1" fmla="*/ 0 h 85"/>
                  <a:gd name="T2" fmla="*/ 74 w 74"/>
                  <a:gd name="T3" fmla="*/ 85 h 85"/>
                  <a:gd name="T4" fmla="*/ 1 w 74"/>
                  <a:gd name="T5" fmla="*/ 85 h 85"/>
                  <a:gd name="T6" fmla="*/ 0 w 74"/>
                  <a:gd name="T7" fmla="*/ 0 h 85"/>
                  <a:gd name="T8" fmla="*/ 74 w 74"/>
                  <a:gd name="T9" fmla="*/ 0 h 85"/>
                </a:gdLst>
                <a:ahLst/>
                <a:cxnLst>
                  <a:cxn ang="0">
                    <a:pos x="T0" y="T1"/>
                  </a:cxn>
                  <a:cxn ang="0">
                    <a:pos x="T2" y="T3"/>
                  </a:cxn>
                  <a:cxn ang="0">
                    <a:pos x="T4" y="T5"/>
                  </a:cxn>
                  <a:cxn ang="0">
                    <a:pos x="T6" y="T7"/>
                  </a:cxn>
                  <a:cxn ang="0">
                    <a:pos x="T8" y="T9"/>
                  </a:cxn>
                </a:cxnLst>
                <a:rect l="0" t="0" r="r" b="b"/>
                <a:pathLst>
                  <a:path w="74" h="85">
                    <a:moveTo>
                      <a:pt x="74" y="0"/>
                    </a:moveTo>
                    <a:lnTo>
                      <a:pt x="74" y="85"/>
                    </a:lnTo>
                    <a:lnTo>
                      <a:pt x="1" y="85"/>
                    </a:lnTo>
                    <a:lnTo>
                      <a:pt x="0" y="0"/>
                    </a:lnTo>
                    <a:lnTo>
                      <a:pt x="74"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62" name="Freeform 215">
                <a:extLst>
                  <a:ext uri="{FF2B5EF4-FFF2-40B4-BE49-F238E27FC236}">
                    <a16:creationId xmlns:a16="http://schemas.microsoft.com/office/drawing/2014/main" id="{B3FC6C16-6B33-4CFD-A735-321D11FE08BE}"/>
                  </a:ext>
                </a:extLst>
              </p:cNvPr>
              <p:cNvSpPr>
                <a:spLocks/>
              </p:cNvSpPr>
              <p:nvPr/>
            </p:nvSpPr>
            <p:spPr bwMode="auto">
              <a:xfrm>
                <a:off x="5407945" y="4749635"/>
                <a:ext cx="66176" cy="78207"/>
              </a:xfrm>
              <a:custGeom>
                <a:avLst/>
                <a:gdLst>
                  <a:gd name="T0" fmla="*/ 74 w 74"/>
                  <a:gd name="T1" fmla="*/ 0 h 86"/>
                  <a:gd name="T2" fmla="*/ 74 w 74"/>
                  <a:gd name="T3" fmla="*/ 85 h 86"/>
                  <a:gd name="T4" fmla="*/ 0 w 74"/>
                  <a:gd name="T5" fmla="*/ 86 h 86"/>
                  <a:gd name="T6" fmla="*/ 0 w 74"/>
                  <a:gd name="T7" fmla="*/ 0 h 86"/>
                  <a:gd name="T8" fmla="*/ 74 w 74"/>
                  <a:gd name="T9" fmla="*/ 0 h 86"/>
                </a:gdLst>
                <a:ahLst/>
                <a:cxnLst>
                  <a:cxn ang="0">
                    <a:pos x="T0" y="T1"/>
                  </a:cxn>
                  <a:cxn ang="0">
                    <a:pos x="T2" y="T3"/>
                  </a:cxn>
                  <a:cxn ang="0">
                    <a:pos x="T4" y="T5"/>
                  </a:cxn>
                  <a:cxn ang="0">
                    <a:pos x="T6" y="T7"/>
                  </a:cxn>
                  <a:cxn ang="0">
                    <a:pos x="T8" y="T9"/>
                  </a:cxn>
                </a:cxnLst>
                <a:rect l="0" t="0" r="r" b="b"/>
                <a:pathLst>
                  <a:path w="74" h="86">
                    <a:moveTo>
                      <a:pt x="74" y="0"/>
                    </a:moveTo>
                    <a:lnTo>
                      <a:pt x="74" y="85"/>
                    </a:lnTo>
                    <a:lnTo>
                      <a:pt x="0" y="86"/>
                    </a:lnTo>
                    <a:lnTo>
                      <a:pt x="0" y="0"/>
                    </a:lnTo>
                    <a:lnTo>
                      <a:pt x="74"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63" name="Freeform 216">
                <a:extLst>
                  <a:ext uri="{FF2B5EF4-FFF2-40B4-BE49-F238E27FC236}">
                    <a16:creationId xmlns:a16="http://schemas.microsoft.com/office/drawing/2014/main" id="{20430261-2B04-43DF-863E-169FCC5B80CD}"/>
                  </a:ext>
                </a:extLst>
              </p:cNvPr>
              <p:cNvSpPr>
                <a:spLocks/>
              </p:cNvSpPr>
              <p:nvPr/>
            </p:nvSpPr>
            <p:spPr bwMode="auto">
              <a:xfrm>
                <a:off x="4824412" y="3985628"/>
                <a:ext cx="330870" cy="96253"/>
              </a:xfrm>
              <a:custGeom>
                <a:avLst/>
                <a:gdLst>
                  <a:gd name="T0" fmla="*/ 87 w 386"/>
                  <a:gd name="T1" fmla="*/ 0 h 113"/>
                  <a:gd name="T2" fmla="*/ 305 w 386"/>
                  <a:gd name="T3" fmla="*/ 0 h 113"/>
                  <a:gd name="T4" fmla="*/ 386 w 386"/>
                  <a:gd name="T5" fmla="*/ 111 h 113"/>
                  <a:gd name="T6" fmla="*/ 0 w 386"/>
                  <a:gd name="T7" fmla="*/ 113 h 113"/>
                  <a:gd name="T8" fmla="*/ 87 w 386"/>
                  <a:gd name="T9" fmla="*/ 0 h 113"/>
                </a:gdLst>
                <a:ahLst/>
                <a:cxnLst>
                  <a:cxn ang="0">
                    <a:pos x="T0" y="T1"/>
                  </a:cxn>
                  <a:cxn ang="0">
                    <a:pos x="T2" y="T3"/>
                  </a:cxn>
                  <a:cxn ang="0">
                    <a:pos x="T4" y="T5"/>
                  </a:cxn>
                  <a:cxn ang="0">
                    <a:pos x="T6" y="T7"/>
                  </a:cxn>
                  <a:cxn ang="0">
                    <a:pos x="T8" y="T9"/>
                  </a:cxn>
                </a:cxnLst>
                <a:rect l="0" t="0" r="r" b="b"/>
                <a:pathLst>
                  <a:path w="386" h="113">
                    <a:moveTo>
                      <a:pt x="87" y="0"/>
                    </a:moveTo>
                    <a:lnTo>
                      <a:pt x="305" y="0"/>
                    </a:lnTo>
                    <a:lnTo>
                      <a:pt x="386" y="111"/>
                    </a:lnTo>
                    <a:lnTo>
                      <a:pt x="0" y="113"/>
                    </a:lnTo>
                    <a:lnTo>
                      <a:pt x="87" y="0"/>
                    </a:lnTo>
                    <a:close/>
                  </a:path>
                </a:pathLst>
              </a:custGeom>
              <a:solidFill>
                <a:srgbClr val="D76C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64" name="Freeform 217">
                <a:extLst>
                  <a:ext uri="{FF2B5EF4-FFF2-40B4-BE49-F238E27FC236}">
                    <a16:creationId xmlns:a16="http://schemas.microsoft.com/office/drawing/2014/main" id="{5583EA8B-2D0B-44D3-B0BD-70B21889FE41}"/>
                  </a:ext>
                </a:extLst>
              </p:cNvPr>
              <p:cNvSpPr>
                <a:spLocks/>
              </p:cNvSpPr>
              <p:nvPr/>
            </p:nvSpPr>
            <p:spPr bwMode="auto">
              <a:xfrm>
                <a:off x="4331117" y="4364624"/>
                <a:ext cx="306807" cy="90239"/>
              </a:xfrm>
              <a:custGeom>
                <a:avLst/>
                <a:gdLst>
                  <a:gd name="T0" fmla="*/ 117 w 356"/>
                  <a:gd name="T1" fmla="*/ 0 h 105"/>
                  <a:gd name="T2" fmla="*/ 117 w 356"/>
                  <a:gd name="T3" fmla="*/ 2 h 105"/>
                  <a:gd name="T4" fmla="*/ 320 w 356"/>
                  <a:gd name="T5" fmla="*/ 2 h 105"/>
                  <a:gd name="T6" fmla="*/ 356 w 356"/>
                  <a:gd name="T7" fmla="*/ 105 h 105"/>
                  <a:gd name="T8" fmla="*/ 0 w 356"/>
                  <a:gd name="T9" fmla="*/ 105 h 105"/>
                  <a:gd name="T10" fmla="*/ 117 w 356"/>
                  <a:gd name="T11" fmla="*/ 0 h 105"/>
                </a:gdLst>
                <a:ahLst/>
                <a:cxnLst>
                  <a:cxn ang="0">
                    <a:pos x="T0" y="T1"/>
                  </a:cxn>
                  <a:cxn ang="0">
                    <a:pos x="T2" y="T3"/>
                  </a:cxn>
                  <a:cxn ang="0">
                    <a:pos x="T4" y="T5"/>
                  </a:cxn>
                  <a:cxn ang="0">
                    <a:pos x="T6" y="T7"/>
                  </a:cxn>
                  <a:cxn ang="0">
                    <a:pos x="T8" y="T9"/>
                  </a:cxn>
                  <a:cxn ang="0">
                    <a:pos x="T10" y="T11"/>
                  </a:cxn>
                </a:cxnLst>
                <a:rect l="0" t="0" r="r" b="b"/>
                <a:pathLst>
                  <a:path w="356" h="105">
                    <a:moveTo>
                      <a:pt x="117" y="0"/>
                    </a:moveTo>
                    <a:lnTo>
                      <a:pt x="117" y="2"/>
                    </a:lnTo>
                    <a:lnTo>
                      <a:pt x="320" y="2"/>
                    </a:lnTo>
                    <a:lnTo>
                      <a:pt x="356" y="105"/>
                    </a:lnTo>
                    <a:lnTo>
                      <a:pt x="0" y="105"/>
                    </a:lnTo>
                    <a:lnTo>
                      <a:pt x="117" y="0"/>
                    </a:lnTo>
                    <a:close/>
                  </a:path>
                </a:pathLst>
              </a:custGeom>
              <a:solidFill>
                <a:srgbClr val="D76C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useBgFill="1">
          <p:nvSpPr>
            <p:cNvPr id="513" name="Freeform 24">
              <a:extLst>
                <a:ext uri="{FF2B5EF4-FFF2-40B4-BE49-F238E27FC236}">
                  <a16:creationId xmlns:a16="http://schemas.microsoft.com/office/drawing/2014/main" id="{1AC559F9-487A-4B56-ACD7-760BF4C199A5}"/>
                </a:ext>
              </a:extLst>
            </p:cNvPr>
            <p:cNvSpPr>
              <a:spLocks/>
            </p:cNvSpPr>
            <p:nvPr/>
          </p:nvSpPr>
          <p:spPr bwMode="auto">
            <a:xfrm>
              <a:off x="2671263" y="2703834"/>
              <a:ext cx="2412124" cy="1828800"/>
            </a:xfrm>
            <a:custGeom>
              <a:avLst/>
              <a:gdLst>
                <a:gd name="T0" fmla="*/ 112 w 2136"/>
                <a:gd name="T1" fmla="*/ 0 h 1630"/>
                <a:gd name="T2" fmla="*/ 2024 w 2136"/>
                <a:gd name="T3" fmla="*/ 0 h 1630"/>
                <a:gd name="T4" fmla="*/ 2049 w 2136"/>
                <a:gd name="T5" fmla="*/ 2 h 1630"/>
                <a:gd name="T6" fmla="*/ 2074 w 2136"/>
                <a:gd name="T7" fmla="*/ 11 h 1630"/>
                <a:gd name="T8" fmla="*/ 2094 w 2136"/>
                <a:gd name="T9" fmla="*/ 24 h 1630"/>
                <a:gd name="T10" fmla="*/ 2112 w 2136"/>
                <a:gd name="T11" fmla="*/ 41 h 1630"/>
                <a:gd name="T12" fmla="*/ 2124 w 2136"/>
                <a:gd name="T13" fmla="*/ 62 h 1630"/>
                <a:gd name="T14" fmla="*/ 2133 w 2136"/>
                <a:gd name="T15" fmla="*/ 87 h 1630"/>
                <a:gd name="T16" fmla="*/ 2136 w 2136"/>
                <a:gd name="T17" fmla="*/ 112 h 1630"/>
                <a:gd name="T18" fmla="*/ 2136 w 2136"/>
                <a:gd name="T19" fmla="*/ 1518 h 1630"/>
                <a:gd name="T20" fmla="*/ 2133 w 2136"/>
                <a:gd name="T21" fmla="*/ 1543 h 1630"/>
                <a:gd name="T22" fmla="*/ 2124 w 2136"/>
                <a:gd name="T23" fmla="*/ 1568 h 1630"/>
                <a:gd name="T24" fmla="*/ 2112 w 2136"/>
                <a:gd name="T25" fmla="*/ 1588 h 1630"/>
                <a:gd name="T26" fmla="*/ 2094 w 2136"/>
                <a:gd name="T27" fmla="*/ 1606 h 1630"/>
                <a:gd name="T28" fmla="*/ 2074 w 2136"/>
                <a:gd name="T29" fmla="*/ 1618 h 1630"/>
                <a:gd name="T30" fmla="*/ 2049 w 2136"/>
                <a:gd name="T31" fmla="*/ 1627 h 1630"/>
                <a:gd name="T32" fmla="*/ 2024 w 2136"/>
                <a:gd name="T33" fmla="*/ 1630 h 1630"/>
                <a:gd name="T34" fmla="*/ 112 w 2136"/>
                <a:gd name="T35" fmla="*/ 1630 h 1630"/>
                <a:gd name="T36" fmla="*/ 87 w 2136"/>
                <a:gd name="T37" fmla="*/ 1627 h 1630"/>
                <a:gd name="T38" fmla="*/ 62 w 2136"/>
                <a:gd name="T39" fmla="*/ 1618 h 1630"/>
                <a:gd name="T40" fmla="*/ 42 w 2136"/>
                <a:gd name="T41" fmla="*/ 1606 h 1630"/>
                <a:gd name="T42" fmla="*/ 24 w 2136"/>
                <a:gd name="T43" fmla="*/ 1588 h 1630"/>
                <a:gd name="T44" fmla="*/ 12 w 2136"/>
                <a:gd name="T45" fmla="*/ 1568 h 1630"/>
                <a:gd name="T46" fmla="*/ 3 w 2136"/>
                <a:gd name="T47" fmla="*/ 1543 h 1630"/>
                <a:gd name="T48" fmla="*/ 0 w 2136"/>
                <a:gd name="T49" fmla="*/ 1518 h 1630"/>
                <a:gd name="T50" fmla="*/ 0 w 2136"/>
                <a:gd name="T51" fmla="*/ 112 h 1630"/>
                <a:gd name="T52" fmla="*/ 3 w 2136"/>
                <a:gd name="T53" fmla="*/ 87 h 1630"/>
                <a:gd name="T54" fmla="*/ 12 w 2136"/>
                <a:gd name="T55" fmla="*/ 62 h 1630"/>
                <a:gd name="T56" fmla="*/ 24 w 2136"/>
                <a:gd name="T57" fmla="*/ 41 h 1630"/>
                <a:gd name="T58" fmla="*/ 42 w 2136"/>
                <a:gd name="T59" fmla="*/ 24 h 1630"/>
                <a:gd name="T60" fmla="*/ 62 w 2136"/>
                <a:gd name="T61" fmla="*/ 11 h 1630"/>
                <a:gd name="T62" fmla="*/ 87 w 2136"/>
                <a:gd name="T63" fmla="*/ 2 h 1630"/>
                <a:gd name="T64" fmla="*/ 112 w 2136"/>
                <a:gd name="T65"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36" h="1630">
                  <a:moveTo>
                    <a:pt x="112" y="0"/>
                  </a:moveTo>
                  <a:lnTo>
                    <a:pt x="2024" y="0"/>
                  </a:lnTo>
                  <a:lnTo>
                    <a:pt x="2049" y="2"/>
                  </a:lnTo>
                  <a:lnTo>
                    <a:pt x="2074" y="11"/>
                  </a:lnTo>
                  <a:lnTo>
                    <a:pt x="2094" y="24"/>
                  </a:lnTo>
                  <a:lnTo>
                    <a:pt x="2112" y="41"/>
                  </a:lnTo>
                  <a:lnTo>
                    <a:pt x="2124" y="62"/>
                  </a:lnTo>
                  <a:lnTo>
                    <a:pt x="2133" y="87"/>
                  </a:lnTo>
                  <a:lnTo>
                    <a:pt x="2136" y="112"/>
                  </a:lnTo>
                  <a:lnTo>
                    <a:pt x="2136" y="1518"/>
                  </a:lnTo>
                  <a:lnTo>
                    <a:pt x="2133" y="1543"/>
                  </a:lnTo>
                  <a:lnTo>
                    <a:pt x="2124" y="1568"/>
                  </a:lnTo>
                  <a:lnTo>
                    <a:pt x="2112" y="1588"/>
                  </a:lnTo>
                  <a:lnTo>
                    <a:pt x="2094" y="1606"/>
                  </a:lnTo>
                  <a:lnTo>
                    <a:pt x="2074" y="1618"/>
                  </a:lnTo>
                  <a:lnTo>
                    <a:pt x="2049" y="1627"/>
                  </a:lnTo>
                  <a:lnTo>
                    <a:pt x="2024" y="1630"/>
                  </a:lnTo>
                  <a:lnTo>
                    <a:pt x="112" y="1630"/>
                  </a:lnTo>
                  <a:lnTo>
                    <a:pt x="87" y="1627"/>
                  </a:lnTo>
                  <a:lnTo>
                    <a:pt x="62" y="1618"/>
                  </a:lnTo>
                  <a:lnTo>
                    <a:pt x="42" y="1606"/>
                  </a:lnTo>
                  <a:lnTo>
                    <a:pt x="24" y="1588"/>
                  </a:lnTo>
                  <a:lnTo>
                    <a:pt x="12" y="1568"/>
                  </a:lnTo>
                  <a:lnTo>
                    <a:pt x="3" y="1543"/>
                  </a:lnTo>
                  <a:lnTo>
                    <a:pt x="0" y="1518"/>
                  </a:lnTo>
                  <a:lnTo>
                    <a:pt x="0" y="112"/>
                  </a:lnTo>
                  <a:lnTo>
                    <a:pt x="3" y="87"/>
                  </a:lnTo>
                  <a:lnTo>
                    <a:pt x="12" y="62"/>
                  </a:lnTo>
                  <a:lnTo>
                    <a:pt x="24" y="41"/>
                  </a:lnTo>
                  <a:lnTo>
                    <a:pt x="42" y="24"/>
                  </a:lnTo>
                  <a:lnTo>
                    <a:pt x="62" y="11"/>
                  </a:lnTo>
                  <a:lnTo>
                    <a:pt x="87" y="2"/>
                  </a:lnTo>
                  <a:lnTo>
                    <a:pt x="112"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14" name="Rectangle 25">
              <a:extLst>
                <a:ext uri="{FF2B5EF4-FFF2-40B4-BE49-F238E27FC236}">
                  <a16:creationId xmlns:a16="http://schemas.microsoft.com/office/drawing/2014/main" id="{91A0D195-67A7-4BE1-A6AF-843C19504E3B}"/>
                </a:ext>
              </a:extLst>
            </p:cNvPr>
            <p:cNvSpPr>
              <a:spLocks noChangeArrowheads="1"/>
            </p:cNvSpPr>
            <p:nvPr/>
          </p:nvSpPr>
          <p:spPr bwMode="auto">
            <a:xfrm>
              <a:off x="3057518" y="3082206"/>
              <a:ext cx="1639614" cy="1072055"/>
            </a:xfrm>
            <a:prstGeom prst="rect">
              <a:avLst/>
            </a:prstGeom>
            <a:solidFill>
              <a:srgbClr val="007AC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15" name="Freeform 26">
              <a:extLst>
                <a:ext uri="{FF2B5EF4-FFF2-40B4-BE49-F238E27FC236}">
                  <a16:creationId xmlns:a16="http://schemas.microsoft.com/office/drawing/2014/main" id="{436A0F72-E36A-4A4B-9CF8-D65B599D3A77}"/>
                </a:ext>
              </a:extLst>
            </p:cNvPr>
            <p:cNvSpPr>
              <a:spLocks/>
            </p:cNvSpPr>
            <p:nvPr/>
          </p:nvSpPr>
          <p:spPr bwMode="auto">
            <a:xfrm>
              <a:off x="3057518" y="3295041"/>
              <a:ext cx="1639614" cy="859221"/>
            </a:xfrm>
            <a:custGeom>
              <a:avLst/>
              <a:gdLst>
                <a:gd name="T0" fmla="*/ 1258 w 1462"/>
                <a:gd name="T1" fmla="*/ 0 h 766"/>
                <a:gd name="T2" fmla="*/ 1327 w 1462"/>
                <a:gd name="T3" fmla="*/ 2 h 766"/>
                <a:gd name="T4" fmla="*/ 1394 w 1462"/>
                <a:gd name="T5" fmla="*/ 6 h 766"/>
                <a:gd name="T6" fmla="*/ 1462 w 1462"/>
                <a:gd name="T7" fmla="*/ 14 h 766"/>
                <a:gd name="T8" fmla="*/ 1462 w 1462"/>
                <a:gd name="T9" fmla="*/ 766 h 766"/>
                <a:gd name="T10" fmla="*/ 0 w 1462"/>
                <a:gd name="T11" fmla="*/ 766 h 766"/>
                <a:gd name="T12" fmla="*/ 0 w 1462"/>
                <a:gd name="T13" fmla="*/ 646 h 766"/>
                <a:gd name="T14" fmla="*/ 58 w 1462"/>
                <a:gd name="T15" fmla="*/ 570 h 766"/>
                <a:gd name="T16" fmla="*/ 121 w 1462"/>
                <a:gd name="T17" fmla="*/ 498 h 766"/>
                <a:gd name="T18" fmla="*/ 189 w 1462"/>
                <a:gd name="T19" fmla="*/ 429 h 766"/>
                <a:gd name="T20" fmla="*/ 261 w 1462"/>
                <a:gd name="T21" fmla="*/ 365 h 766"/>
                <a:gd name="T22" fmla="*/ 336 w 1462"/>
                <a:gd name="T23" fmla="*/ 305 h 766"/>
                <a:gd name="T24" fmla="*/ 415 w 1462"/>
                <a:gd name="T25" fmla="*/ 251 h 766"/>
                <a:gd name="T26" fmla="*/ 498 w 1462"/>
                <a:gd name="T27" fmla="*/ 200 h 766"/>
                <a:gd name="T28" fmla="*/ 583 w 1462"/>
                <a:gd name="T29" fmla="*/ 155 h 766"/>
                <a:gd name="T30" fmla="*/ 672 w 1462"/>
                <a:gd name="T31" fmla="*/ 115 h 766"/>
                <a:gd name="T32" fmla="*/ 764 w 1462"/>
                <a:gd name="T33" fmla="*/ 81 h 766"/>
                <a:gd name="T34" fmla="*/ 858 w 1462"/>
                <a:gd name="T35" fmla="*/ 53 h 766"/>
                <a:gd name="T36" fmla="*/ 955 w 1462"/>
                <a:gd name="T37" fmla="*/ 30 h 766"/>
                <a:gd name="T38" fmla="*/ 1054 w 1462"/>
                <a:gd name="T39" fmla="*/ 14 h 766"/>
                <a:gd name="T40" fmla="*/ 1155 w 1462"/>
                <a:gd name="T41" fmla="*/ 4 h 766"/>
                <a:gd name="T42" fmla="*/ 1258 w 1462"/>
                <a:gd name="T43" fmla="*/ 0 h 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62" h="766">
                  <a:moveTo>
                    <a:pt x="1258" y="0"/>
                  </a:moveTo>
                  <a:lnTo>
                    <a:pt x="1327" y="2"/>
                  </a:lnTo>
                  <a:lnTo>
                    <a:pt x="1394" y="6"/>
                  </a:lnTo>
                  <a:lnTo>
                    <a:pt x="1462" y="14"/>
                  </a:lnTo>
                  <a:lnTo>
                    <a:pt x="1462" y="766"/>
                  </a:lnTo>
                  <a:lnTo>
                    <a:pt x="0" y="766"/>
                  </a:lnTo>
                  <a:lnTo>
                    <a:pt x="0" y="646"/>
                  </a:lnTo>
                  <a:lnTo>
                    <a:pt x="58" y="570"/>
                  </a:lnTo>
                  <a:lnTo>
                    <a:pt x="121" y="498"/>
                  </a:lnTo>
                  <a:lnTo>
                    <a:pt x="189" y="429"/>
                  </a:lnTo>
                  <a:lnTo>
                    <a:pt x="261" y="365"/>
                  </a:lnTo>
                  <a:lnTo>
                    <a:pt x="336" y="305"/>
                  </a:lnTo>
                  <a:lnTo>
                    <a:pt x="415" y="251"/>
                  </a:lnTo>
                  <a:lnTo>
                    <a:pt x="498" y="200"/>
                  </a:lnTo>
                  <a:lnTo>
                    <a:pt x="583" y="155"/>
                  </a:lnTo>
                  <a:lnTo>
                    <a:pt x="672" y="115"/>
                  </a:lnTo>
                  <a:lnTo>
                    <a:pt x="764" y="81"/>
                  </a:lnTo>
                  <a:lnTo>
                    <a:pt x="858" y="53"/>
                  </a:lnTo>
                  <a:lnTo>
                    <a:pt x="955" y="30"/>
                  </a:lnTo>
                  <a:lnTo>
                    <a:pt x="1054" y="14"/>
                  </a:lnTo>
                  <a:lnTo>
                    <a:pt x="1155" y="4"/>
                  </a:lnTo>
                  <a:lnTo>
                    <a:pt x="1258" y="0"/>
                  </a:lnTo>
                  <a:close/>
                </a:path>
              </a:pathLst>
            </a:custGeom>
            <a:solidFill>
              <a:srgbClr val="94E6E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16" name="Freeform 27">
              <a:extLst>
                <a:ext uri="{FF2B5EF4-FFF2-40B4-BE49-F238E27FC236}">
                  <a16:creationId xmlns:a16="http://schemas.microsoft.com/office/drawing/2014/main" id="{7B15D53A-1C99-43D7-BA23-2787A6A27811}"/>
                </a:ext>
              </a:extLst>
            </p:cNvPr>
            <p:cNvSpPr>
              <a:spLocks/>
            </p:cNvSpPr>
            <p:nvPr/>
          </p:nvSpPr>
          <p:spPr bwMode="auto">
            <a:xfrm>
              <a:off x="3136346" y="3224096"/>
              <a:ext cx="1560786" cy="930166"/>
            </a:xfrm>
            <a:custGeom>
              <a:avLst/>
              <a:gdLst>
                <a:gd name="T0" fmla="*/ 971 w 1386"/>
                <a:gd name="T1" fmla="*/ 3 h 827"/>
                <a:gd name="T2" fmla="*/ 995 w 1386"/>
                <a:gd name="T3" fmla="*/ 14 h 827"/>
                <a:gd name="T4" fmla="*/ 1023 w 1386"/>
                <a:gd name="T5" fmla="*/ 32 h 827"/>
                <a:gd name="T6" fmla="*/ 1053 w 1386"/>
                <a:gd name="T7" fmla="*/ 54 h 827"/>
                <a:gd name="T8" fmla="*/ 1073 w 1386"/>
                <a:gd name="T9" fmla="*/ 65 h 827"/>
                <a:gd name="T10" fmla="*/ 1096 w 1386"/>
                <a:gd name="T11" fmla="*/ 76 h 827"/>
                <a:gd name="T12" fmla="*/ 1124 w 1386"/>
                <a:gd name="T13" fmla="*/ 89 h 827"/>
                <a:gd name="T14" fmla="*/ 1161 w 1386"/>
                <a:gd name="T15" fmla="*/ 96 h 827"/>
                <a:gd name="T16" fmla="*/ 1201 w 1386"/>
                <a:gd name="T17" fmla="*/ 106 h 827"/>
                <a:gd name="T18" fmla="*/ 1249 w 1386"/>
                <a:gd name="T19" fmla="*/ 125 h 827"/>
                <a:gd name="T20" fmla="*/ 1295 w 1386"/>
                <a:gd name="T21" fmla="*/ 145 h 827"/>
                <a:gd name="T22" fmla="*/ 1335 w 1386"/>
                <a:gd name="T23" fmla="*/ 162 h 827"/>
                <a:gd name="T24" fmla="*/ 1366 w 1386"/>
                <a:gd name="T25" fmla="*/ 175 h 827"/>
                <a:gd name="T26" fmla="*/ 1384 w 1386"/>
                <a:gd name="T27" fmla="*/ 183 h 827"/>
                <a:gd name="T28" fmla="*/ 1386 w 1386"/>
                <a:gd name="T29" fmla="*/ 309 h 827"/>
                <a:gd name="T30" fmla="*/ 1386 w 1386"/>
                <a:gd name="T31" fmla="*/ 827 h 827"/>
                <a:gd name="T32" fmla="*/ 1 w 1386"/>
                <a:gd name="T33" fmla="*/ 825 h 827"/>
                <a:gd name="T34" fmla="*/ 12 w 1386"/>
                <a:gd name="T35" fmla="*/ 809 h 827"/>
                <a:gd name="T36" fmla="*/ 29 w 1386"/>
                <a:gd name="T37" fmla="*/ 783 h 827"/>
                <a:gd name="T38" fmla="*/ 53 w 1386"/>
                <a:gd name="T39" fmla="*/ 746 h 827"/>
                <a:gd name="T40" fmla="*/ 82 w 1386"/>
                <a:gd name="T41" fmla="*/ 703 h 827"/>
                <a:gd name="T42" fmla="*/ 103 w 1386"/>
                <a:gd name="T43" fmla="*/ 665 h 827"/>
                <a:gd name="T44" fmla="*/ 122 w 1386"/>
                <a:gd name="T45" fmla="*/ 613 h 827"/>
                <a:gd name="T46" fmla="*/ 143 w 1386"/>
                <a:gd name="T47" fmla="*/ 561 h 827"/>
                <a:gd name="T48" fmla="*/ 162 w 1386"/>
                <a:gd name="T49" fmla="*/ 521 h 827"/>
                <a:gd name="T50" fmla="*/ 176 w 1386"/>
                <a:gd name="T51" fmla="*/ 490 h 827"/>
                <a:gd name="T52" fmla="*/ 188 w 1386"/>
                <a:gd name="T53" fmla="*/ 462 h 827"/>
                <a:gd name="T54" fmla="*/ 204 w 1386"/>
                <a:gd name="T55" fmla="*/ 425 h 827"/>
                <a:gd name="T56" fmla="*/ 225 w 1386"/>
                <a:gd name="T57" fmla="*/ 374 h 827"/>
                <a:gd name="T58" fmla="*/ 251 w 1386"/>
                <a:gd name="T59" fmla="*/ 310 h 827"/>
                <a:gd name="T60" fmla="*/ 268 w 1386"/>
                <a:gd name="T61" fmla="*/ 265 h 827"/>
                <a:gd name="T62" fmla="*/ 285 w 1386"/>
                <a:gd name="T63" fmla="*/ 237 h 827"/>
                <a:gd name="T64" fmla="*/ 306 w 1386"/>
                <a:gd name="T65" fmla="*/ 225 h 827"/>
                <a:gd name="T66" fmla="*/ 328 w 1386"/>
                <a:gd name="T67" fmla="*/ 223 h 827"/>
                <a:gd name="T68" fmla="*/ 348 w 1386"/>
                <a:gd name="T69" fmla="*/ 226 h 827"/>
                <a:gd name="T70" fmla="*/ 375 w 1386"/>
                <a:gd name="T71" fmla="*/ 234 h 827"/>
                <a:gd name="T72" fmla="*/ 415 w 1386"/>
                <a:gd name="T73" fmla="*/ 248 h 827"/>
                <a:gd name="T74" fmla="*/ 475 w 1386"/>
                <a:gd name="T75" fmla="*/ 267 h 827"/>
                <a:gd name="T76" fmla="*/ 489 w 1386"/>
                <a:gd name="T77" fmla="*/ 268 h 827"/>
                <a:gd name="T78" fmla="*/ 501 w 1386"/>
                <a:gd name="T79" fmla="*/ 263 h 827"/>
                <a:gd name="T80" fmla="*/ 518 w 1386"/>
                <a:gd name="T81" fmla="*/ 257 h 827"/>
                <a:gd name="T82" fmla="*/ 546 w 1386"/>
                <a:gd name="T83" fmla="*/ 254 h 827"/>
                <a:gd name="T84" fmla="*/ 575 w 1386"/>
                <a:gd name="T85" fmla="*/ 257 h 827"/>
                <a:gd name="T86" fmla="*/ 601 w 1386"/>
                <a:gd name="T87" fmla="*/ 262 h 827"/>
                <a:gd name="T88" fmla="*/ 641 w 1386"/>
                <a:gd name="T89" fmla="*/ 271 h 827"/>
                <a:gd name="T90" fmla="*/ 688 w 1386"/>
                <a:gd name="T91" fmla="*/ 281 h 827"/>
                <a:gd name="T92" fmla="*/ 723 w 1386"/>
                <a:gd name="T93" fmla="*/ 247 h 827"/>
                <a:gd name="T94" fmla="*/ 750 w 1386"/>
                <a:gd name="T95" fmla="*/ 211 h 827"/>
                <a:gd name="T96" fmla="*/ 776 w 1386"/>
                <a:gd name="T97" fmla="*/ 184 h 827"/>
                <a:gd name="T98" fmla="*/ 800 w 1386"/>
                <a:gd name="T99" fmla="*/ 158 h 827"/>
                <a:gd name="T100" fmla="*/ 820 w 1386"/>
                <a:gd name="T101" fmla="*/ 136 h 827"/>
                <a:gd name="T102" fmla="*/ 842 w 1386"/>
                <a:gd name="T103" fmla="*/ 120 h 827"/>
                <a:gd name="T104" fmla="*/ 861 w 1386"/>
                <a:gd name="T105" fmla="*/ 109 h 827"/>
                <a:gd name="T106" fmla="*/ 880 w 1386"/>
                <a:gd name="T107" fmla="*/ 88 h 827"/>
                <a:gd name="T108" fmla="*/ 902 w 1386"/>
                <a:gd name="T109" fmla="*/ 56 h 827"/>
                <a:gd name="T110" fmla="*/ 923 w 1386"/>
                <a:gd name="T111" fmla="*/ 22 h 827"/>
                <a:gd name="T112" fmla="*/ 941 w 1386"/>
                <a:gd name="T113" fmla="*/ 3 h 827"/>
                <a:gd name="T114" fmla="*/ 960 w 1386"/>
                <a:gd name="T115" fmla="*/ 0 h 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86" h="827">
                  <a:moveTo>
                    <a:pt x="960" y="0"/>
                  </a:moveTo>
                  <a:lnTo>
                    <a:pt x="971" y="3"/>
                  </a:lnTo>
                  <a:lnTo>
                    <a:pt x="981" y="7"/>
                  </a:lnTo>
                  <a:lnTo>
                    <a:pt x="995" y="14"/>
                  </a:lnTo>
                  <a:lnTo>
                    <a:pt x="1008" y="21"/>
                  </a:lnTo>
                  <a:lnTo>
                    <a:pt x="1023" y="32"/>
                  </a:lnTo>
                  <a:lnTo>
                    <a:pt x="1038" y="42"/>
                  </a:lnTo>
                  <a:lnTo>
                    <a:pt x="1053" y="54"/>
                  </a:lnTo>
                  <a:lnTo>
                    <a:pt x="1064" y="60"/>
                  </a:lnTo>
                  <a:lnTo>
                    <a:pt x="1073" y="65"/>
                  </a:lnTo>
                  <a:lnTo>
                    <a:pt x="1084" y="71"/>
                  </a:lnTo>
                  <a:lnTo>
                    <a:pt x="1096" y="76"/>
                  </a:lnTo>
                  <a:lnTo>
                    <a:pt x="1108" y="82"/>
                  </a:lnTo>
                  <a:lnTo>
                    <a:pt x="1124" y="89"/>
                  </a:lnTo>
                  <a:lnTo>
                    <a:pt x="1142" y="93"/>
                  </a:lnTo>
                  <a:lnTo>
                    <a:pt x="1161" y="96"/>
                  </a:lnTo>
                  <a:lnTo>
                    <a:pt x="1181" y="99"/>
                  </a:lnTo>
                  <a:lnTo>
                    <a:pt x="1201" y="106"/>
                  </a:lnTo>
                  <a:lnTo>
                    <a:pt x="1224" y="115"/>
                  </a:lnTo>
                  <a:lnTo>
                    <a:pt x="1249" y="125"/>
                  </a:lnTo>
                  <a:lnTo>
                    <a:pt x="1272" y="135"/>
                  </a:lnTo>
                  <a:lnTo>
                    <a:pt x="1295" y="145"/>
                  </a:lnTo>
                  <a:lnTo>
                    <a:pt x="1316" y="153"/>
                  </a:lnTo>
                  <a:lnTo>
                    <a:pt x="1335" y="162"/>
                  </a:lnTo>
                  <a:lnTo>
                    <a:pt x="1352" y="169"/>
                  </a:lnTo>
                  <a:lnTo>
                    <a:pt x="1366" y="175"/>
                  </a:lnTo>
                  <a:lnTo>
                    <a:pt x="1376" y="179"/>
                  </a:lnTo>
                  <a:lnTo>
                    <a:pt x="1384" y="183"/>
                  </a:lnTo>
                  <a:lnTo>
                    <a:pt x="1386" y="184"/>
                  </a:lnTo>
                  <a:lnTo>
                    <a:pt x="1386" y="309"/>
                  </a:lnTo>
                  <a:lnTo>
                    <a:pt x="1386" y="309"/>
                  </a:lnTo>
                  <a:lnTo>
                    <a:pt x="1386" y="827"/>
                  </a:lnTo>
                  <a:lnTo>
                    <a:pt x="0" y="827"/>
                  </a:lnTo>
                  <a:lnTo>
                    <a:pt x="1" y="825"/>
                  </a:lnTo>
                  <a:lnTo>
                    <a:pt x="5" y="819"/>
                  </a:lnTo>
                  <a:lnTo>
                    <a:pt x="12" y="809"/>
                  </a:lnTo>
                  <a:lnTo>
                    <a:pt x="19" y="797"/>
                  </a:lnTo>
                  <a:lnTo>
                    <a:pt x="29" y="783"/>
                  </a:lnTo>
                  <a:lnTo>
                    <a:pt x="40" y="765"/>
                  </a:lnTo>
                  <a:lnTo>
                    <a:pt x="53" y="746"/>
                  </a:lnTo>
                  <a:lnTo>
                    <a:pt x="68" y="726"/>
                  </a:lnTo>
                  <a:lnTo>
                    <a:pt x="82" y="703"/>
                  </a:lnTo>
                  <a:lnTo>
                    <a:pt x="92" y="687"/>
                  </a:lnTo>
                  <a:lnTo>
                    <a:pt x="103" y="665"/>
                  </a:lnTo>
                  <a:lnTo>
                    <a:pt x="112" y="640"/>
                  </a:lnTo>
                  <a:lnTo>
                    <a:pt x="122" y="613"/>
                  </a:lnTo>
                  <a:lnTo>
                    <a:pt x="132" y="586"/>
                  </a:lnTo>
                  <a:lnTo>
                    <a:pt x="143" y="561"/>
                  </a:lnTo>
                  <a:lnTo>
                    <a:pt x="153" y="539"/>
                  </a:lnTo>
                  <a:lnTo>
                    <a:pt x="162" y="521"/>
                  </a:lnTo>
                  <a:lnTo>
                    <a:pt x="170" y="505"/>
                  </a:lnTo>
                  <a:lnTo>
                    <a:pt x="176" y="490"/>
                  </a:lnTo>
                  <a:lnTo>
                    <a:pt x="182" y="476"/>
                  </a:lnTo>
                  <a:lnTo>
                    <a:pt x="188" y="462"/>
                  </a:lnTo>
                  <a:lnTo>
                    <a:pt x="195" y="445"/>
                  </a:lnTo>
                  <a:lnTo>
                    <a:pt x="204" y="425"/>
                  </a:lnTo>
                  <a:lnTo>
                    <a:pt x="213" y="401"/>
                  </a:lnTo>
                  <a:lnTo>
                    <a:pt x="225" y="374"/>
                  </a:lnTo>
                  <a:lnTo>
                    <a:pt x="240" y="340"/>
                  </a:lnTo>
                  <a:lnTo>
                    <a:pt x="251" y="310"/>
                  </a:lnTo>
                  <a:lnTo>
                    <a:pt x="260" y="286"/>
                  </a:lnTo>
                  <a:lnTo>
                    <a:pt x="268" y="265"/>
                  </a:lnTo>
                  <a:lnTo>
                    <a:pt x="277" y="249"/>
                  </a:lnTo>
                  <a:lnTo>
                    <a:pt x="285" y="237"/>
                  </a:lnTo>
                  <a:lnTo>
                    <a:pt x="295" y="229"/>
                  </a:lnTo>
                  <a:lnTo>
                    <a:pt x="306" y="225"/>
                  </a:lnTo>
                  <a:lnTo>
                    <a:pt x="317" y="223"/>
                  </a:lnTo>
                  <a:lnTo>
                    <a:pt x="328" y="223"/>
                  </a:lnTo>
                  <a:lnTo>
                    <a:pt x="337" y="224"/>
                  </a:lnTo>
                  <a:lnTo>
                    <a:pt x="348" y="226"/>
                  </a:lnTo>
                  <a:lnTo>
                    <a:pt x="360" y="229"/>
                  </a:lnTo>
                  <a:lnTo>
                    <a:pt x="375" y="234"/>
                  </a:lnTo>
                  <a:lnTo>
                    <a:pt x="393" y="240"/>
                  </a:lnTo>
                  <a:lnTo>
                    <a:pt x="415" y="248"/>
                  </a:lnTo>
                  <a:lnTo>
                    <a:pt x="443" y="257"/>
                  </a:lnTo>
                  <a:lnTo>
                    <a:pt x="475" y="267"/>
                  </a:lnTo>
                  <a:lnTo>
                    <a:pt x="483" y="269"/>
                  </a:lnTo>
                  <a:lnTo>
                    <a:pt x="489" y="268"/>
                  </a:lnTo>
                  <a:lnTo>
                    <a:pt x="495" y="266"/>
                  </a:lnTo>
                  <a:lnTo>
                    <a:pt x="501" y="263"/>
                  </a:lnTo>
                  <a:lnTo>
                    <a:pt x="508" y="260"/>
                  </a:lnTo>
                  <a:lnTo>
                    <a:pt x="518" y="257"/>
                  </a:lnTo>
                  <a:lnTo>
                    <a:pt x="530" y="254"/>
                  </a:lnTo>
                  <a:lnTo>
                    <a:pt x="546" y="254"/>
                  </a:lnTo>
                  <a:lnTo>
                    <a:pt x="567" y="256"/>
                  </a:lnTo>
                  <a:lnTo>
                    <a:pt x="575" y="257"/>
                  </a:lnTo>
                  <a:lnTo>
                    <a:pt x="586" y="259"/>
                  </a:lnTo>
                  <a:lnTo>
                    <a:pt x="601" y="262"/>
                  </a:lnTo>
                  <a:lnTo>
                    <a:pt x="620" y="266"/>
                  </a:lnTo>
                  <a:lnTo>
                    <a:pt x="641" y="271"/>
                  </a:lnTo>
                  <a:lnTo>
                    <a:pt x="663" y="276"/>
                  </a:lnTo>
                  <a:lnTo>
                    <a:pt x="688" y="281"/>
                  </a:lnTo>
                  <a:lnTo>
                    <a:pt x="705" y="266"/>
                  </a:lnTo>
                  <a:lnTo>
                    <a:pt x="723" y="247"/>
                  </a:lnTo>
                  <a:lnTo>
                    <a:pt x="741" y="224"/>
                  </a:lnTo>
                  <a:lnTo>
                    <a:pt x="750" y="211"/>
                  </a:lnTo>
                  <a:lnTo>
                    <a:pt x="763" y="197"/>
                  </a:lnTo>
                  <a:lnTo>
                    <a:pt x="776" y="184"/>
                  </a:lnTo>
                  <a:lnTo>
                    <a:pt x="789" y="170"/>
                  </a:lnTo>
                  <a:lnTo>
                    <a:pt x="800" y="158"/>
                  </a:lnTo>
                  <a:lnTo>
                    <a:pt x="808" y="150"/>
                  </a:lnTo>
                  <a:lnTo>
                    <a:pt x="820" y="136"/>
                  </a:lnTo>
                  <a:lnTo>
                    <a:pt x="831" y="127"/>
                  </a:lnTo>
                  <a:lnTo>
                    <a:pt x="842" y="120"/>
                  </a:lnTo>
                  <a:lnTo>
                    <a:pt x="851" y="115"/>
                  </a:lnTo>
                  <a:lnTo>
                    <a:pt x="861" y="109"/>
                  </a:lnTo>
                  <a:lnTo>
                    <a:pt x="870" y="100"/>
                  </a:lnTo>
                  <a:lnTo>
                    <a:pt x="880" y="88"/>
                  </a:lnTo>
                  <a:lnTo>
                    <a:pt x="892" y="72"/>
                  </a:lnTo>
                  <a:lnTo>
                    <a:pt x="902" y="56"/>
                  </a:lnTo>
                  <a:lnTo>
                    <a:pt x="913" y="39"/>
                  </a:lnTo>
                  <a:lnTo>
                    <a:pt x="923" y="22"/>
                  </a:lnTo>
                  <a:lnTo>
                    <a:pt x="933" y="10"/>
                  </a:lnTo>
                  <a:lnTo>
                    <a:pt x="941" y="3"/>
                  </a:lnTo>
                  <a:lnTo>
                    <a:pt x="951" y="0"/>
                  </a:lnTo>
                  <a:lnTo>
                    <a:pt x="960" y="0"/>
                  </a:lnTo>
                  <a:close/>
                </a:path>
              </a:pathLst>
            </a:custGeom>
            <a:solidFill>
              <a:srgbClr val="92D05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17" name="Freeform 28">
              <a:extLst>
                <a:ext uri="{FF2B5EF4-FFF2-40B4-BE49-F238E27FC236}">
                  <a16:creationId xmlns:a16="http://schemas.microsoft.com/office/drawing/2014/main" id="{79B26987-2C2B-4302-86FD-BAFAA0575AD6}"/>
                </a:ext>
              </a:extLst>
            </p:cNvPr>
            <p:cNvSpPr>
              <a:spLocks/>
            </p:cNvSpPr>
            <p:nvPr/>
          </p:nvSpPr>
          <p:spPr bwMode="auto">
            <a:xfrm>
              <a:off x="3759084" y="3878365"/>
              <a:ext cx="938048" cy="275897"/>
            </a:xfrm>
            <a:custGeom>
              <a:avLst/>
              <a:gdLst>
                <a:gd name="T0" fmla="*/ 839 w 839"/>
                <a:gd name="T1" fmla="*/ 0 h 250"/>
                <a:gd name="T2" fmla="*/ 839 w 839"/>
                <a:gd name="T3" fmla="*/ 250 h 250"/>
                <a:gd name="T4" fmla="*/ 0 w 839"/>
                <a:gd name="T5" fmla="*/ 250 h 250"/>
                <a:gd name="T6" fmla="*/ 2 w 839"/>
                <a:gd name="T7" fmla="*/ 248 h 250"/>
                <a:gd name="T8" fmla="*/ 9 w 839"/>
                <a:gd name="T9" fmla="*/ 244 h 250"/>
                <a:gd name="T10" fmla="*/ 18 w 839"/>
                <a:gd name="T11" fmla="*/ 236 h 250"/>
                <a:gd name="T12" fmla="*/ 31 w 839"/>
                <a:gd name="T13" fmla="*/ 227 h 250"/>
                <a:gd name="T14" fmla="*/ 47 w 839"/>
                <a:gd name="T15" fmla="*/ 216 h 250"/>
                <a:gd name="T16" fmla="*/ 65 w 839"/>
                <a:gd name="T17" fmla="*/ 204 h 250"/>
                <a:gd name="T18" fmla="*/ 86 w 839"/>
                <a:gd name="T19" fmla="*/ 189 h 250"/>
                <a:gd name="T20" fmla="*/ 107 w 839"/>
                <a:gd name="T21" fmla="*/ 175 h 250"/>
                <a:gd name="T22" fmla="*/ 131 w 839"/>
                <a:gd name="T23" fmla="*/ 159 h 250"/>
                <a:gd name="T24" fmla="*/ 156 w 839"/>
                <a:gd name="T25" fmla="*/ 144 h 250"/>
                <a:gd name="T26" fmla="*/ 181 w 839"/>
                <a:gd name="T27" fmla="*/ 130 h 250"/>
                <a:gd name="T28" fmla="*/ 206 w 839"/>
                <a:gd name="T29" fmla="*/ 116 h 250"/>
                <a:gd name="T30" fmla="*/ 232 w 839"/>
                <a:gd name="T31" fmla="*/ 103 h 250"/>
                <a:gd name="T32" fmla="*/ 257 w 839"/>
                <a:gd name="T33" fmla="*/ 92 h 250"/>
                <a:gd name="T34" fmla="*/ 281 w 839"/>
                <a:gd name="T35" fmla="*/ 82 h 250"/>
                <a:gd name="T36" fmla="*/ 304 w 839"/>
                <a:gd name="T37" fmla="*/ 75 h 250"/>
                <a:gd name="T38" fmla="*/ 326 w 839"/>
                <a:gd name="T39" fmla="*/ 70 h 250"/>
                <a:gd name="T40" fmla="*/ 373 w 839"/>
                <a:gd name="T41" fmla="*/ 65 h 250"/>
                <a:gd name="T42" fmla="*/ 419 w 839"/>
                <a:gd name="T43" fmla="*/ 64 h 250"/>
                <a:gd name="T44" fmla="*/ 461 w 839"/>
                <a:gd name="T45" fmla="*/ 67 h 250"/>
                <a:gd name="T46" fmla="*/ 499 w 839"/>
                <a:gd name="T47" fmla="*/ 71 h 250"/>
                <a:gd name="T48" fmla="*/ 517 w 839"/>
                <a:gd name="T49" fmla="*/ 67 h 250"/>
                <a:gd name="T50" fmla="*/ 536 w 839"/>
                <a:gd name="T51" fmla="*/ 65 h 250"/>
                <a:gd name="T52" fmla="*/ 553 w 839"/>
                <a:gd name="T53" fmla="*/ 66 h 250"/>
                <a:gd name="T54" fmla="*/ 569 w 839"/>
                <a:gd name="T55" fmla="*/ 67 h 250"/>
                <a:gd name="T56" fmla="*/ 583 w 839"/>
                <a:gd name="T57" fmla="*/ 69 h 250"/>
                <a:gd name="T58" fmla="*/ 598 w 839"/>
                <a:gd name="T59" fmla="*/ 71 h 250"/>
                <a:gd name="T60" fmla="*/ 612 w 839"/>
                <a:gd name="T61" fmla="*/ 73 h 250"/>
                <a:gd name="T62" fmla="*/ 626 w 839"/>
                <a:gd name="T63" fmla="*/ 74 h 250"/>
                <a:gd name="T64" fmla="*/ 640 w 839"/>
                <a:gd name="T65" fmla="*/ 73 h 250"/>
                <a:gd name="T66" fmla="*/ 655 w 839"/>
                <a:gd name="T67" fmla="*/ 70 h 250"/>
                <a:gd name="T68" fmla="*/ 672 w 839"/>
                <a:gd name="T69" fmla="*/ 66 h 250"/>
                <a:gd name="T70" fmla="*/ 690 w 839"/>
                <a:gd name="T71" fmla="*/ 59 h 250"/>
                <a:gd name="T72" fmla="*/ 710 w 839"/>
                <a:gd name="T73" fmla="*/ 49 h 250"/>
                <a:gd name="T74" fmla="*/ 733 w 839"/>
                <a:gd name="T75" fmla="*/ 36 h 250"/>
                <a:gd name="T76" fmla="*/ 759 w 839"/>
                <a:gd name="T77" fmla="*/ 18 h 250"/>
                <a:gd name="T78" fmla="*/ 770 w 839"/>
                <a:gd name="T79" fmla="*/ 11 h 250"/>
                <a:gd name="T80" fmla="*/ 785 w 839"/>
                <a:gd name="T81" fmla="*/ 6 h 250"/>
                <a:gd name="T82" fmla="*/ 801 w 839"/>
                <a:gd name="T83" fmla="*/ 3 h 250"/>
                <a:gd name="T84" fmla="*/ 815 w 839"/>
                <a:gd name="T85" fmla="*/ 2 h 250"/>
                <a:gd name="T86" fmla="*/ 827 w 839"/>
                <a:gd name="T87" fmla="*/ 1 h 250"/>
                <a:gd name="T88" fmla="*/ 836 w 839"/>
                <a:gd name="T89" fmla="*/ 0 h 250"/>
                <a:gd name="T90" fmla="*/ 839 w 839"/>
                <a:gd name="T9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39" h="250">
                  <a:moveTo>
                    <a:pt x="839" y="0"/>
                  </a:moveTo>
                  <a:lnTo>
                    <a:pt x="839" y="250"/>
                  </a:lnTo>
                  <a:lnTo>
                    <a:pt x="0" y="250"/>
                  </a:lnTo>
                  <a:lnTo>
                    <a:pt x="2" y="248"/>
                  </a:lnTo>
                  <a:lnTo>
                    <a:pt x="9" y="244"/>
                  </a:lnTo>
                  <a:lnTo>
                    <a:pt x="18" y="236"/>
                  </a:lnTo>
                  <a:lnTo>
                    <a:pt x="31" y="227"/>
                  </a:lnTo>
                  <a:lnTo>
                    <a:pt x="47" y="216"/>
                  </a:lnTo>
                  <a:lnTo>
                    <a:pt x="65" y="204"/>
                  </a:lnTo>
                  <a:lnTo>
                    <a:pt x="86" y="189"/>
                  </a:lnTo>
                  <a:lnTo>
                    <a:pt x="107" y="175"/>
                  </a:lnTo>
                  <a:lnTo>
                    <a:pt x="131" y="159"/>
                  </a:lnTo>
                  <a:lnTo>
                    <a:pt x="156" y="144"/>
                  </a:lnTo>
                  <a:lnTo>
                    <a:pt x="181" y="130"/>
                  </a:lnTo>
                  <a:lnTo>
                    <a:pt x="206" y="116"/>
                  </a:lnTo>
                  <a:lnTo>
                    <a:pt x="232" y="103"/>
                  </a:lnTo>
                  <a:lnTo>
                    <a:pt x="257" y="92"/>
                  </a:lnTo>
                  <a:lnTo>
                    <a:pt x="281" y="82"/>
                  </a:lnTo>
                  <a:lnTo>
                    <a:pt x="304" y="75"/>
                  </a:lnTo>
                  <a:lnTo>
                    <a:pt x="326" y="70"/>
                  </a:lnTo>
                  <a:lnTo>
                    <a:pt x="373" y="65"/>
                  </a:lnTo>
                  <a:lnTo>
                    <a:pt x="419" y="64"/>
                  </a:lnTo>
                  <a:lnTo>
                    <a:pt x="461" y="67"/>
                  </a:lnTo>
                  <a:lnTo>
                    <a:pt x="499" y="71"/>
                  </a:lnTo>
                  <a:lnTo>
                    <a:pt x="517" y="67"/>
                  </a:lnTo>
                  <a:lnTo>
                    <a:pt x="536" y="65"/>
                  </a:lnTo>
                  <a:lnTo>
                    <a:pt x="553" y="66"/>
                  </a:lnTo>
                  <a:lnTo>
                    <a:pt x="569" y="67"/>
                  </a:lnTo>
                  <a:lnTo>
                    <a:pt x="583" y="69"/>
                  </a:lnTo>
                  <a:lnTo>
                    <a:pt x="598" y="71"/>
                  </a:lnTo>
                  <a:lnTo>
                    <a:pt x="612" y="73"/>
                  </a:lnTo>
                  <a:lnTo>
                    <a:pt x="626" y="74"/>
                  </a:lnTo>
                  <a:lnTo>
                    <a:pt x="640" y="73"/>
                  </a:lnTo>
                  <a:lnTo>
                    <a:pt x="655" y="70"/>
                  </a:lnTo>
                  <a:lnTo>
                    <a:pt x="672" y="66"/>
                  </a:lnTo>
                  <a:lnTo>
                    <a:pt x="690" y="59"/>
                  </a:lnTo>
                  <a:lnTo>
                    <a:pt x="710" y="49"/>
                  </a:lnTo>
                  <a:lnTo>
                    <a:pt x="733" y="36"/>
                  </a:lnTo>
                  <a:lnTo>
                    <a:pt x="759" y="18"/>
                  </a:lnTo>
                  <a:lnTo>
                    <a:pt x="770" y="11"/>
                  </a:lnTo>
                  <a:lnTo>
                    <a:pt x="785" y="6"/>
                  </a:lnTo>
                  <a:lnTo>
                    <a:pt x="801" y="3"/>
                  </a:lnTo>
                  <a:lnTo>
                    <a:pt x="815" y="2"/>
                  </a:lnTo>
                  <a:lnTo>
                    <a:pt x="827" y="1"/>
                  </a:lnTo>
                  <a:lnTo>
                    <a:pt x="836" y="0"/>
                  </a:lnTo>
                  <a:lnTo>
                    <a:pt x="839"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18" name="Freeform 29">
              <a:extLst>
                <a:ext uri="{FF2B5EF4-FFF2-40B4-BE49-F238E27FC236}">
                  <a16:creationId xmlns:a16="http://schemas.microsoft.com/office/drawing/2014/main" id="{16920532-47D8-4A46-9266-6C6B66EDCE55}"/>
                </a:ext>
              </a:extLst>
            </p:cNvPr>
            <p:cNvSpPr>
              <a:spLocks/>
            </p:cNvSpPr>
            <p:nvPr/>
          </p:nvSpPr>
          <p:spPr bwMode="auto">
            <a:xfrm>
              <a:off x="3230939" y="3610351"/>
              <a:ext cx="1466193" cy="543910"/>
            </a:xfrm>
            <a:custGeom>
              <a:avLst/>
              <a:gdLst>
                <a:gd name="T0" fmla="*/ 1272 w 1306"/>
                <a:gd name="T1" fmla="*/ 0 h 483"/>
                <a:gd name="T2" fmla="*/ 1306 w 1306"/>
                <a:gd name="T3" fmla="*/ 3 h 483"/>
                <a:gd name="T4" fmla="*/ 1304 w 1306"/>
                <a:gd name="T5" fmla="*/ 328 h 483"/>
                <a:gd name="T6" fmla="*/ 1285 w 1306"/>
                <a:gd name="T7" fmla="*/ 334 h 483"/>
                <a:gd name="T8" fmla="*/ 1253 w 1306"/>
                <a:gd name="T9" fmla="*/ 338 h 483"/>
                <a:gd name="T10" fmla="*/ 1214 w 1306"/>
                <a:gd name="T11" fmla="*/ 331 h 483"/>
                <a:gd name="T12" fmla="*/ 1171 w 1306"/>
                <a:gd name="T13" fmla="*/ 318 h 483"/>
                <a:gd name="T14" fmla="*/ 1118 w 1306"/>
                <a:gd name="T15" fmla="*/ 304 h 483"/>
                <a:gd name="T16" fmla="*/ 1111 w 1306"/>
                <a:gd name="T17" fmla="*/ 314 h 483"/>
                <a:gd name="T18" fmla="*/ 1099 w 1306"/>
                <a:gd name="T19" fmla="*/ 313 h 483"/>
                <a:gd name="T20" fmla="*/ 1074 w 1306"/>
                <a:gd name="T21" fmla="*/ 302 h 483"/>
                <a:gd name="T22" fmla="*/ 1035 w 1306"/>
                <a:gd name="T23" fmla="*/ 293 h 483"/>
                <a:gd name="T24" fmla="*/ 992 w 1306"/>
                <a:gd name="T25" fmla="*/ 285 h 483"/>
                <a:gd name="T26" fmla="*/ 954 w 1306"/>
                <a:gd name="T27" fmla="*/ 279 h 483"/>
                <a:gd name="T28" fmla="*/ 929 w 1306"/>
                <a:gd name="T29" fmla="*/ 276 h 483"/>
                <a:gd name="T30" fmla="*/ 920 w 1306"/>
                <a:gd name="T31" fmla="*/ 276 h 483"/>
                <a:gd name="T32" fmla="*/ 895 w 1306"/>
                <a:gd name="T33" fmla="*/ 280 h 483"/>
                <a:gd name="T34" fmla="*/ 856 w 1306"/>
                <a:gd name="T35" fmla="*/ 285 h 483"/>
                <a:gd name="T36" fmla="*/ 811 w 1306"/>
                <a:gd name="T37" fmla="*/ 293 h 483"/>
                <a:gd name="T38" fmla="*/ 767 w 1306"/>
                <a:gd name="T39" fmla="*/ 299 h 483"/>
                <a:gd name="T40" fmla="*/ 735 w 1306"/>
                <a:gd name="T41" fmla="*/ 306 h 483"/>
                <a:gd name="T42" fmla="*/ 719 w 1306"/>
                <a:gd name="T43" fmla="*/ 309 h 483"/>
                <a:gd name="T44" fmla="*/ 708 w 1306"/>
                <a:gd name="T45" fmla="*/ 316 h 483"/>
                <a:gd name="T46" fmla="*/ 682 w 1306"/>
                <a:gd name="T47" fmla="*/ 332 h 483"/>
                <a:gd name="T48" fmla="*/ 645 w 1306"/>
                <a:gd name="T49" fmla="*/ 355 h 483"/>
                <a:gd name="T50" fmla="*/ 601 w 1306"/>
                <a:gd name="T51" fmla="*/ 383 h 483"/>
                <a:gd name="T52" fmla="*/ 556 w 1306"/>
                <a:gd name="T53" fmla="*/ 411 h 483"/>
                <a:gd name="T54" fmla="*/ 514 w 1306"/>
                <a:gd name="T55" fmla="*/ 439 h 483"/>
                <a:gd name="T56" fmla="*/ 478 w 1306"/>
                <a:gd name="T57" fmla="*/ 461 h 483"/>
                <a:gd name="T58" fmla="*/ 454 w 1306"/>
                <a:gd name="T59" fmla="*/ 477 h 483"/>
                <a:gd name="T60" fmla="*/ 444 w 1306"/>
                <a:gd name="T61" fmla="*/ 483 h 483"/>
                <a:gd name="T62" fmla="*/ 2 w 1306"/>
                <a:gd name="T63" fmla="*/ 482 h 483"/>
                <a:gd name="T64" fmla="*/ 21 w 1306"/>
                <a:gd name="T65" fmla="*/ 474 h 483"/>
                <a:gd name="T66" fmla="*/ 57 w 1306"/>
                <a:gd name="T67" fmla="*/ 457 h 483"/>
                <a:gd name="T68" fmla="*/ 104 w 1306"/>
                <a:gd name="T69" fmla="*/ 433 h 483"/>
                <a:gd name="T70" fmla="*/ 160 w 1306"/>
                <a:gd name="T71" fmla="*/ 403 h 483"/>
                <a:gd name="T72" fmla="*/ 220 w 1306"/>
                <a:gd name="T73" fmla="*/ 367 h 483"/>
                <a:gd name="T74" fmla="*/ 280 w 1306"/>
                <a:gd name="T75" fmla="*/ 326 h 483"/>
                <a:gd name="T76" fmla="*/ 338 w 1306"/>
                <a:gd name="T77" fmla="*/ 280 h 483"/>
                <a:gd name="T78" fmla="*/ 396 w 1306"/>
                <a:gd name="T79" fmla="*/ 229 h 483"/>
                <a:gd name="T80" fmla="*/ 464 w 1306"/>
                <a:gd name="T81" fmla="*/ 190 h 483"/>
                <a:gd name="T82" fmla="*/ 537 w 1306"/>
                <a:gd name="T83" fmla="*/ 166 h 483"/>
                <a:gd name="T84" fmla="*/ 612 w 1306"/>
                <a:gd name="T85" fmla="*/ 152 h 483"/>
                <a:gd name="T86" fmla="*/ 687 w 1306"/>
                <a:gd name="T87" fmla="*/ 148 h 483"/>
                <a:gd name="T88" fmla="*/ 758 w 1306"/>
                <a:gd name="T89" fmla="*/ 147 h 483"/>
                <a:gd name="T90" fmla="*/ 821 w 1306"/>
                <a:gd name="T91" fmla="*/ 148 h 483"/>
                <a:gd name="T92" fmla="*/ 876 w 1306"/>
                <a:gd name="T93" fmla="*/ 145 h 483"/>
                <a:gd name="T94" fmla="*/ 941 w 1306"/>
                <a:gd name="T95" fmla="*/ 134 h 483"/>
                <a:gd name="T96" fmla="*/ 988 w 1306"/>
                <a:gd name="T97" fmla="*/ 116 h 483"/>
                <a:gd name="T98" fmla="*/ 1025 w 1306"/>
                <a:gd name="T99" fmla="*/ 93 h 483"/>
                <a:gd name="T100" fmla="*/ 1059 w 1306"/>
                <a:gd name="T101" fmla="*/ 67 h 483"/>
                <a:gd name="T102" fmla="*/ 1094 w 1306"/>
                <a:gd name="T103" fmla="*/ 36 h 483"/>
                <a:gd name="T104" fmla="*/ 1131 w 1306"/>
                <a:gd name="T105" fmla="*/ 15 h 483"/>
                <a:gd name="T106" fmla="*/ 1177 w 1306"/>
                <a:gd name="T107" fmla="*/ 4 h 483"/>
                <a:gd name="T108" fmla="*/ 1227 w 1306"/>
                <a:gd name="T109" fmla="*/ 0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306" h="483">
                  <a:moveTo>
                    <a:pt x="1250" y="0"/>
                  </a:moveTo>
                  <a:lnTo>
                    <a:pt x="1272" y="0"/>
                  </a:lnTo>
                  <a:lnTo>
                    <a:pt x="1291" y="1"/>
                  </a:lnTo>
                  <a:lnTo>
                    <a:pt x="1306" y="3"/>
                  </a:lnTo>
                  <a:lnTo>
                    <a:pt x="1306" y="327"/>
                  </a:lnTo>
                  <a:lnTo>
                    <a:pt x="1304" y="328"/>
                  </a:lnTo>
                  <a:lnTo>
                    <a:pt x="1296" y="331"/>
                  </a:lnTo>
                  <a:lnTo>
                    <a:pt x="1285" y="334"/>
                  </a:lnTo>
                  <a:lnTo>
                    <a:pt x="1270" y="337"/>
                  </a:lnTo>
                  <a:lnTo>
                    <a:pt x="1253" y="338"/>
                  </a:lnTo>
                  <a:lnTo>
                    <a:pt x="1234" y="337"/>
                  </a:lnTo>
                  <a:lnTo>
                    <a:pt x="1214" y="331"/>
                  </a:lnTo>
                  <a:lnTo>
                    <a:pt x="1194" y="325"/>
                  </a:lnTo>
                  <a:lnTo>
                    <a:pt x="1171" y="318"/>
                  </a:lnTo>
                  <a:lnTo>
                    <a:pt x="1144" y="312"/>
                  </a:lnTo>
                  <a:lnTo>
                    <a:pt x="1118" y="304"/>
                  </a:lnTo>
                  <a:lnTo>
                    <a:pt x="1115" y="311"/>
                  </a:lnTo>
                  <a:lnTo>
                    <a:pt x="1111" y="314"/>
                  </a:lnTo>
                  <a:lnTo>
                    <a:pt x="1105" y="315"/>
                  </a:lnTo>
                  <a:lnTo>
                    <a:pt x="1099" y="313"/>
                  </a:lnTo>
                  <a:lnTo>
                    <a:pt x="1088" y="308"/>
                  </a:lnTo>
                  <a:lnTo>
                    <a:pt x="1074" y="302"/>
                  </a:lnTo>
                  <a:lnTo>
                    <a:pt x="1055" y="298"/>
                  </a:lnTo>
                  <a:lnTo>
                    <a:pt x="1035" y="293"/>
                  </a:lnTo>
                  <a:lnTo>
                    <a:pt x="1013" y="290"/>
                  </a:lnTo>
                  <a:lnTo>
                    <a:pt x="992" y="285"/>
                  </a:lnTo>
                  <a:lnTo>
                    <a:pt x="972" y="282"/>
                  </a:lnTo>
                  <a:lnTo>
                    <a:pt x="954" y="279"/>
                  </a:lnTo>
                  <a:lnTo>
                    <a:pt x="939" y="277"/>
                  </a:lnTo>
                  <a:lnTo>
                    <a:pt x="929" y="276"/>
                  </a:lnTo>
                  <a:lnTo>
                    <a:pt x="925" y="276"/>
                  </a:lnTo>
                  <a:lnTo>
                    <a:pt x="920" y="276"/>
                  </a:lnTo>
                  <a:lnTo>
                    <a:pt x="910" y="278"/>
                  </a:lnTo>
                  <a:lnTo>
                    <a:pt x="895" y="280"/>
                  </a:lnTo>
                  <a:lnTo>
                    <a:pt x="877" y="282"/>
                  </a:lnTo>
                  <a:lnTo>
                    <a:pt x="856" y="285"/>
                  </a:lnTo>
                  <a:lnTo>
                    <a:pt x="834" y="289"/>
                  </a:lnTo>
                  <a:lnTo>
                    <a:pt x="811" y="293"/>
                  </a:lnTo>
                  <a:lnTo>
                    <a:pt x="788" y="296"/>
                  </a:lnTo>
                  <a:lnTo>
                    <a:pt x="767" y="299"/>
                  </a:lnTo>
                  <a:lnTo>
                    <a:pt x="749" y="302"/>
                  </a:lnTo>
                  <a:lnTo>
                    <a:pt x="735" y="306"/>
                  </a:lnTo>
                  <a:lnTo>
                    <a:pt x="724" y="308"/>
                  </a:lnTo>
                  <a:lnTo>
                    <a:pt x="719" y="309"/>
                  </a:lnTo>
                  <a:lnTo>
                    <a:pt x="715" y="311"/>
                  </a:lnTo>
                  <a:lnTo>
                    <a:pt x="708" y="316"/>
                  </a:lnTo>
                  <a:lnTo>
                    <a:pt x="696" y="322"/>
                  </a:lnTo>
                  <a:lnTo>
                    <a:pt x="682" y="332"/>
                  </a:lnTo>
                  <a:lnTo>
                    <a:pt x="664" y="344"/>
                  </a:lnTo>
                  <a:lnTo>
                    <a:pt x="645" y="355"/>
                  </a:lnTo>
                  <a:lnTo>
                    <a:pt x="624" y="369"/>
                  </a:lnTo>
                  <a:lnTo>
                    <a:pt x="601" y="383"/>
                  </a:lnTo>
                  <a:lnTo>
                    <a:pt x="578" y="397"/>
                  </a:lnTo>
                  <a:lnTo>
                    <a:pt x="556" y="411"/>
                  </a:lnTo>
                  <a:lnTo>
                    <a:pt x="534" y="425"/>
                  </a:lnTo>
                  <a:lnTo>
                    <a:pt x="514" y="439"/>
                  </a:lnTo>
                  <a:lnTo>
                    <a:pt x="495" y="450"/>
                  </a:lnTo>
                  <a:lnTo>
                    <a:pt x="478" y="461"/>
                  </a:lnTo>
                  <a:lnTo>
                    <a:pt x="464" y="470"/>
                  </a:lnTo>
                  <a:lnTo>
                    <a:pt x="454" y="477"/>
                  </a:lnTo>
                  <a:lnTo>
                    <a:pt x="446" y="481"/>
                  </a:lnTo>
                  <a:lnTo>
                    <a:pt x="444" y="483"/>
                  </a:lnTo>
                  <a:lnTo>
                    <a:pt x="0" y="483"/>
                  </a:lnTo>
                  <a:lnTo>
                    <a:pt x="2" y="482"/>
                  </a:lnTo>
                  <a:lnTo>
                    <a:pt x="10" y="479"/>
                  </a:lnTo>
                  <a:lnTo>
                    <a:pt x="21" y="474"/>
                  </a:lnTo>
                  <a:lnTo>
                    <a:pt x="37" y="466"/>
                  </a:lnTo>
                  <a:lnTo>
                    <a:pt x="57" y="457"/>
                  </a:lnTo>
                  <a:lnTo>
                    <a:pt x="80" y="446"/>
                  </a:lnTo>
                  <a:lnTo>
                    <a:pt x="104" y="433"/>
                  </a:lnTo>
                  <a:lnTo>
                    <a:pt x="131" y="419"/>
                  </a:lnTo>
                  <a:lnTo>
                    <a:pt x="160" y="403"/>
                  </a:lnTo>
                  <a:lnTo>
                    <a:pt x="189" y="386"/>
                  </a:lnTo>
                  <a:lnTo>
                    <a:pt x="220" y="367"/>
                  </a:lnTo>
                  <a:lnTo>
                    <a:pt x="251" y="347"/>
                  </a:lnTo>
                  <a:lnTo>
                    <a:pt x="280" y="326"/>
                  </a:lnTo>
                  <a:lnTo>
                    <a:pt x="310" y="303"/>
                  </a:lnTo>
                  <a:lnTo>
                    <a:pt x="338" y="280"/>
                  </a:lnTo>
                  <a:lnTo>
                    <a:pt x="365" y="256"/>
                  </a:lnTo>
                  <a:lnTo>
                    <a:pt x="396" y="229"/>
                  </a:lnTo>
                  <a:lnTo>
                    <a:pt x="429" y="207"/>
                  </a:lnTo>
                  <a:lnTo>
                    <a:pt x="464" y="190"/>
                  </a:lnTo>
                  <a:lnTo>
                    <a:pt x="500" y="176"/>
                  </a:lnTo>
                  <a:lnTo>
                    <a:pt x="537" y="166"/>
                  </a:lnTo>
                  <a:lnTo>
                    <a:pt x="574" y="158"/>
                  </a:lnTo>
                  <a:lnTo>
                    <a:pt x="612" y="152"/>
                  </a:lnTo>
                  <a:lnTo>
                    <a:pt x="650" y="149"/>
                  </a:lnTo>
                  <a:lnTo>
                    <a:pt x="687" y="148"/>
                  </a:lnTo>
                  <a:lnTo>
                    <a:pt x="723" y="147"/>
                  </a:lnTo>
                  <a:lnTo>
                    <a:pt x="758" y="147"/>
                  </a:lnTo>
                  <a:lnTo>
                    <a:pt x="790" y="148"/>
                  </a:lnTo>
                  <a:lnTo>
                    <a:pt x="821" y="148"/>
                  </a:lnTo>
                  <a:lnTo>
                    <a:pt x="851" y="147"/>
                  </a:lnTo>
                  <a:lnTo>
                    <a:pt x="876" y="145"/>
                  </a:lnTo>
                  <a:lnTo>
                    <a:pt x="911" y="141"/>
                  </a:lnTo>
                  <a:lnTo>
                    <a:pt x="941" y="134"/>
                  </a:lnTo>
                  <a:lnTo>
                    <a:pt x="966" y="126"/>
                  </a:lnTo>
                  <a:lnTo>
                    <a:pt x="988" y="116"/>
                  </a:lnTo>
                  <a:lnTo>
                    <a:pt x="1007" y="106"/>
                  </a:lnTo>
                  <a:lnTo>
                    <a:pt x="1025" y="93"/>
                  </a:lnTo>
                  <a:lnTo>
                    <a:pt x="1042" y="81"/>
                  </a:lnTo>
                  <a:lnTo>
                    <a:pt x="1059" y="67"/>
                  </a:lnTo>
                  <a:lnTo>
                    <a:pt x="1076" y="51"/>
                  </a:lnTo>
                  <a:lnTo>
                    <a:pt x="1094" y="36"/>
                  </a:lnTo>
                  <a:lnTo>
                    <a:pt x="1111" y="25"/>
                  </a:lnTo>
                  <a:lnTo>
                    <a:pt x="1131" y="15"/>
                  </a:lnTo>
                  <a:lnTo>
                    <a:pt x="1153" y="9"/>
                  </a:lnTo>
                  <a:lnTo>
                    <a:pt x="1177" y="4"/>
                  </a:lnTo>
                  <a:lnTo>
                    <a:pt x="1202" y="1"/>
                  </a:lnTo>
                  <a:lnTo>
                    <a:pt x="1227" y="0"/>
                  </a:lnTo>
                  <a:lnTo>
                    <a:pt x="1250"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19" name="Freeform 30">
              <a:extLst>
                <a:ext uri="{FF2B5EF4-FFF2-40B4-BE49-F238E27FC236}">
                  <a16:creationId xmlns:a16="http://schemas.microsoft.com/office/drawing/2014/main" id="{CB4EB99E-8576-4E0F-A4AF-40A74AF84167}"/>
                </a:ext>
              </a:extLst>
            </p:cNvPr>
            <p:cNvSpPr>
              <a:spLocks/>
            </p:cNvSpPr>
            <p:nvPr/>
          </p:nvSpPr>
          <p:spPr bwMode="auto">
            <a:xfrm>
              <a:off x="3569897" y="3673413"/>
              <a:ext cx="1127234" cy="480848"/>
            </a:xfrm>
            <a:custGeom>
              <a:avLst/>
              <a:gdLst>
                <a:gd name="T0" fmla="*/ 999 w 1002"/>
                <a:gd name="T1" fmla="*/ 91 h 432"/>
                <a:gd name="T2" fmla="*/ 958 w 1002"/>
                <a:gd name="T3" fmla="*/ 99 h 432"/>
                <a:gd name="T4" fmla="*/ 901 w 1002"/>
                <a:gd name="T5" fmla="*/ 122 h 432"/>
                <a:gd name="T6" fmla="*/ 867 w 1002"/>
                <a:gd name="T7" fmla="*/ 157 h 432"/>
                <a:gd name="T8" fmla="*/ 859 w 1002"/>
                <a:gd name="T9" fmla="*/ 197 h 432"/>
                <a:gd name="T10" fmla="*/ 863 w 1002"/>
                <a:gd name="T11" fmla="*/ 213 h 432"/>
                <a:gd name="T12" fmla="*/ 881 w 1002"/>
                <a:gd name="T13" fmla="*/ 238 h 432"/>
                <a:gd name="T14" fmla="*/ 919 w 1002"/>
                <a:gd name="T15" fmla="*/ 256 h 432"/>
                <a:gd name="T16" fmla="*/ 970 w 1002"/>
                <a:gd name="T17" fmla="*/ 256 h 432"/>
                <a:gd name="T18" fmla="*/ 1000 w 1002"/>
                <a:gd name="T19" fmla="*/ 248 h 432"/>
                <a:gd name="T20" fmla="*/ 999 w 1002"/>
                <a:gd name="T21" fmla="*/ 344 h 432"/>
                <a:gd name="T22" fmla="*/ 960 w 1002"/>
                <a:gd name="T23" fmla="*/ 348 h 432"/>
                <a:gd name="T24" fmla="*/ 888 w 1002"/>
                <a:gd name="T25" fmla="*/ 348 h 432"/>
                <a:gd name="T26" fmla="*/ 796 w 1002"/>
                <a:gd name="T27" fmla="*/ 332 h 432"/>
                <a:gd name="T28" fmla="*/ 696 w 1002"/>
                <a:gd name="T29" fmla="*/ 289 h 432"/>
                <a:gd name="T30" fmla="*/ 632 w 1002"/>
                <a:gd name="T31" fmla="*/ 260 h 432"/>
                <a:gd name="T32" fmla="*/ 598 w 1002"/>
                <a:gd name="T33" fmla="*/ 251 h 432"/>
                <a:gd name="T34" fmla="*/ 535 w 1002"/>
                <a:gd name="T35" fmla="*/ 257 h 432"/>
                <a:gd name="T36" fmla="*/ 493 w 1002"/>
                <a:gd name="T37" fmla="*/ 280 h 432"/>
                <a:gd name="T38" fmla="*/ 478 w 1002"/>
                <a:gd name="T39" fmla="*/ 315 h 432"/>
                <a:gd name="T40" fmla="*/ 451 w 1002"/>
                <a:gd name="T41" fmla="*/ 342 h 432"/>
                <a:gd name="T42" fmla="*/ 404 w 1002"/>
                <a:gd name="T43" fmla="*/ 348 h 432"/>
                <a:gd name="T44" fmla="*/ 365 w 1002"/>
                <a:gd name="T45" fmla="*/ 353 h 432"/>
                <a:gd name="T46" fmla="*/ 347 w 1002"/>
                <a:gd name="T47" fmla="*/ 376 h 432"/>
                <a:gd name="T48" fmla="*/ 334 w 1002"/>
                <a:gd name="T49" fmla="*/ 402 h 432"/>
                <a:gd name="T50" fmla="*/ 310 w 1002"/>
                <a:gd name="T51" fmla="*/ 423 h 432"/>
                <a:gd name="T52" fmla="*/ 294 w 1002"/>
                <a:gd name="T53" fmla="*/ 432 h 432"/>
                <a:gd name="T54" fmla="*/ 19 w 1002"/>
                <a:gd name="T55" fmla="*/ 428 h 432"/>
                <a:gd name="T56" fmla="*/ 76 w 1002"/>
                <a:gd name="T57" fmla="*/ 414 h 432"/>
                <a:gd name="T58" fmla="*/ 143 w 1002"/>
                <a:gd name="T59" fmla="*/ 392 h 432"/>
                <a:gd name="T60" fmla="*/ 183 w 1002"/>
                <a:gd name="T61" fmla="*/ 369 h 432"/>
                <a:gd name="T62" fmla="*/ 219 w 1002"/>
                <a:gd name="T63" fmla="*/ 333 h 432"/>
                <a:gd name="T64" fmla="*/ 238 w 1002"/>
                <a:gd name="T65" fmla="*/ 295 h 432"/>
                <a:gd name="T66" fmla="*/ 272 w 1002"/>
                <a:gd name="T67" fmla="*/ 275 h 432"/>
                <a:gd name="T68" fmla="*/ 317 w 1002"/>
                <a:gd name="T69" fmla="*/ 273 h 432"/>
                <a:gd name="T70" fmla="*/ 368 w 1002"/>
                <a:gd name="T71" fmla="*/ 257 h 432"/>
                <a:gd name="T72" fmla="*/ 395 w 1002"/>
                <a:gd name="T73" fmla="*/ 222 h 432"/>
                <a:gd name="T74" fmla="*/ 427 w 1002"/>
                <a:gd name="T75" fmla="*/ 188 h 432"/>
                <a:gd name="T76" fmla="*/ 538 w 1002"/>
                <a:gd name="T77" fmla="*/ 157 h 432"/>
                <a:gd name="T78" fmla="*/ 629 w 1002"/>
                <a:gd name="T79" fmla="*/ 159 h 432"/>
                <a:gd name="T80" fmla="*/ 701 w 1002"/>
                <a:gd name="T81" fmla="*/ 176 h 432"/>
                <a:gd name="T82" fmla="*/ 753 w 1002"/>
                <a:gd name="T83" fmla="*/ 191 h 432"/>
                <a:gd name="T84" fmla="*/ 784 w 1002"/>
                <a:gd name="T85" fmla="*/ 184 h 432"/>
                <a:gd name="T86" fmla="*/ 795 w 1002"/>
                <a:gd name="T87" fmla="*/ 147 h 432"/>
                <a:gd name="T88" fmla="*/ 782 w 1002"/>
                <a:gd name="T89" fmla="*/ 109 h 432"/>
                <a:gd name="T90" fmla="*/ 783 w 1002"/>
                <a:gd name="T91" fmla="*/ 74 h 432"/>
                <a:gd name="T92" fmla="*/ 823 w 1002"/>
                <a:gd name="T93" fmla="*/ 47 h 432"/>
                <a:gd name="T94" fmla="*/ 890 w 1002"/>
                <a:gd name="T95" fmla="*/ 25 h 432"/>
                <a:gd name="T96" fmla="*/ 958 w 1002"/>
                <a:gd name="T97" fmla="*/ 8 h 432"/>
                <a:gd name="T98" fmla="*/ 999 w 1002"/>
                <a:gd name="T99" fmla="*/ 0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2" h="432">
                  <a:moveTo>
                    <a:pt x="1002" y="0"/>
                  </a:moveTo>
                  <a:lnTo>
                    <a:pt x="1002" y="90"/>
                  </a:lnTo>
                  <a:lnTo>
                    <a:pt x="999" y="91"/>
                  </a:lnTo>
                  <a:lnTo>
                    <a:pt x="989" y="92"/>
                  </a:lnTo>
                  <a:lnTo>
                    <a:pt x="976" y="95"/>
                  </a:lnTo>
                  <a:lnTo>
                    <a:pt x="958" y="99"/>
                  </a:lnTo>
                  <a:lnTo>
                    <a:pt x="939" y="106"/>
                  </a:lnTo>
                  <a:lnTo>
                    <a:pt x="920" y="113"/>
                  </a:lnTo>
                  <a:lnTo>
                    <a:pt x="901" y="122"/>
                  </a:lnTo>
                  <a:lnTo>
                    <a:pt x="884" y="134"/>
                  </a:lnTo>
                  <a:lnTo>
                    <a:pt x="874" y="145"/>
                  </a:lnTo>
                  <a:lnTo>
                    <a:pt x="867" y="157"/>
                  </a:lnTo>
                  <a:lnTo>
                    <a:pt x="862" y="171"/>
                  </a:lnTo>
                  <a:lnTo>
                    <a:pt x="859" y="185"/>
                  </a:lnTo>
                  <a:lnTo>
                    <a:pt x="859" y="197"/>
                  </a:lnTo>
                  <a:lnTo>
                    <a:pt x="859" y="204"/>
                  </a:lnTo>
                  <a:lnTo>
                    <a:pt x="862" y="209"/>
                  </a:lnTo>
                  <a:lnTo>
                    <a:pt x="863" y="213"/>
                  </a:lnTo>
                  <a:lnTo>
                    <a:pt x="867" y="221"/>
                  </a:lnTo>
                  <a:lnTo>
                    <a:pt x="872" y="229"/>
                  </a:lnTo>
                  <a:lnTo>
                    <a:pt x="881" y="238"/>
                  </a:lnTo>
                  <a:lnTo>
                    <a:pt x="890" y="245"/>
                  </a:lnTo>
                  <a:lnTo>
                    <a:pt x="903" y="251"/>
                  </a:lnTo>
                  <a:lnTo>
                    <a:pt x="919" y="256"/>
                  </a:lnTo>
                  <a:lnTo>
                    <a:pt x="938" y="257"/>
                  </a:lnTo>
                  <a:lnTo>
                    <a:pt x="956" y="257"/>
                  </a:lnTo>
                  <a:lnTo>
                    <a:pt x="970" y="256"/>
                  </a:lnTo>
                  <a:lnTo>
                    <a:pt x="984" y="252"/>
                  </a:lnTo>
                  <a:lnTo>
                    <a:pt x="994" y="250"/>
                  </a:lnTo>
                  <a:lnTo>
                    <a:pt x="1000" y="248"/>
                  </a:lnTo>
                  <a:lnTo>
                    <a:pt x="1002" y="248"/>
                  </a:lnTo>
                  <a:lnTo>
                    <a:pt x="1002" y="343"/>
                  </a:lnTo>
                  <a:lnTo>
                    <a:pt x="999" y="344"/>
                  </a:lnTo>
                  <a:lnTo>
                    <a:pt x="990" y="345"/>
                  </a:lnTo>
                  <a:lnTo>
                    <a:pt x="978" y="346"/>
                  </a:lnTo>
                  <a:lnTo>
                    <a:pt x="960" y="348"/>
                  </a:lnTo>
                  <a:lnTo>
                    <a:pt x="939" y="349"/>
                  </a:lnTo>
                  <a:lnTo>
                    <a:pt x="914" y="349"/>
                  </a:lnTo>
                  <a:lnTo>
                    <a:pt x="888" y="348"/>
                  </a:lnTo>
                  <a:lnTo>
                    <a:pt x="859" y="344"/>
                  </a:lnTo>
                  <a:lnTo>
                    <a:pt x="830" y="340"/>
                  </a:lnTo>
                  <a:lnTo>
                    <a:pt x="796" y="332"/>
                  </a:lnTo>
                  <a:lnTo>
                    <a:pt x="761" y="319"/>
                  </a:lnTo>
                  <a:lnTo>
                    <a:pt x="728" y="305"/>
                  </a:lnTo>
                  <a:lnTo>
                    <a:pt x="696" y="289"/>
                  </a:lnTo>
                  <a:lnTo>
                    <a:pt x="665" y="276"/>
                  </a:lnTo>
                  <a:lnTo>
                    <a:pt x="638" y="263"/>
                  </a:lnTo>
                  <a:lnTo>
                    <a:pt x="632" y="260"/>
                  </a:lnTo>
                  <a:lnTo>
                    <a:pt x="627" y="258"/>
                  </a:lnTo>
                  <a:lnTo>
                    <a:pt x="623" y="256"/>
                  </a:lnTo>
                  <a:lnTo>
                    <a:pt x="598" y="251"/>
                  </a:lnTo>
                  <a:lnTo>
                    <a:pt x="577" y="250"/>
                  </a:lnTo>
                  <a:lnTo>
                    <a:pt x="556" y="251"/>
                  </a:lnTo>
                  <a:lnTo>
                    <a:pt x="535" y="257"/>
                  </a:lnTo>
                  <a:lnTo>
                    <a:pt x="511" y="264"/>
                  </a:lnTo>
                  <a:lnTo>
                    <a:pt x="500" y="270"/>
                  </a:lnTo>
                  <a:lnTo>
                    <a:pt x="493" y="280"/>
                  </a:lnTo>
                  <a:lnTo>
                    <a:pt x="488" y="290"/>
                  </a:lnTo>
                  <a:lnTo>
                    <a:pt x="482" y="303"/>
                  </a:lnTo>
                  <a:lnTo>
                    <a:pt x="478" y="315"/>
                  </a:lnTo>
                  <a:lnTo>
                    <a:pt x="472" y="326"/>
                  </a:lnTo>
                  <a:lnTo>
                    <a:pt x="463" y="336"/>
                  </a:lnTo>
                  <a:lnTo>
                    <a:pt x="451" y="342"/>
                  </a:lnTo>
                  <a:lnTo>
                    <a:pt x="436" y="345"/>
                  </a:lnTo>
                  <a:lnTo>
                    <a:pt x="420" y="348"/>
                  </a:lnTo>
                  <a:lnTo>
                    <a:pt x="404" y="348"/>
                  </a:lnTo>
                  <a:lnTo>
                    <a:pt x="388" y="348"/>
                  </a:lnTo>
                  <a:lnTo>
                    <a:pt x="375" y="350"/>
                  </a:lnTo>
                  <a:lnTo>
                    <a:pt x="365" y="353"/>
                  </a:lnTo>
                  <a:lnTo>
                    <a:pt x="356" y="360"/>
                  </a:lnTo>
                  <a:lnTo>
                    <a:pt x="349" y="368"/>
                  </a:lnTo>
                  <a:lnTo>
                    <a:pt x="347" y="376"/>
                  </a:lnTo>
                  <a:lnTo>
                    <a:pt x="344" y="384"/>
                  </a:lnTo>
                  <a:lnTo>
                    <a:pt x="341" y="393"/>
                  </a:lnTo>
                  <a:lnTo>
                    <a:pt x="334" y="402"/>
                  </a:lnTo>
                  <a:lnTo>
                    <a:pt x="327" y="410"/>
                  </a:lnTo>
                  <a:lnTo>
                    <a:pt x="319" y="416"/>
                  </a:lnTo>
                  <a:lnTo>
                    <a:pt x="310" y="423"/>
                  </a:lnTo>
                  <a:lnTo>
                    <a:pt x="302" y="428"/>
                  </a:lnTo>
                  <a:lnTo>
                    <a:pt x="296" y="431"/>
                  </a:lnTo>
                  <a:lnTo>
                    <a:pt x="294" y="432"/>
                  </a:lnTo>
                  <a:lnTo>
                    <a:pt x="0" y="432"/>
                  </a:lnTo>
                  <a:lnTo>
                    <a:pt x="7" y="431"/>
                  </a:lnTo>
                  <a:lnTo>
                    <a:pt x="19" y="428"/>
                  </a:lnTo>
                  <a:lnTo>
                    <a:pt x="35" y="425"/>
                  </a:lnTo>
                  <a:lnTo>
                    <a:pt x="54" y="420"/>
                  </a:lnTo>
                  <a:lnTo>
                    <a:pt x="76" y="414"/>
                  </a:lnTo>
                  <a:lnTo>
                    <a:pt x="99" y="408"/>
                  </a:lnTo>
                  <a:lnTo>
                    <a:pt x="121" y="400"/>
                  </a:lnTo>
                  <a:lnTo>
                    <a:pt x="143" y="392"/>
                  </a:lnTo>
                  <a:lnTo>
                    <a:pt x="162" y="382"/>
                  </a:lnTo>
                  <a:lnTo>
                    <a:pt x="172" y="376"/>
                  </a:lnTo>
                  <a:lnTo>
                    <a:pt x="183" y="369"/>
                  </a:lnTo>
                  <a:lnTo>
                    <a:pt x="196" y="359"/>
                  </a:lnTo>
                  <a:lnTo>
                    <a:pt x="209" y="346"/>
                  </a:lnTo>
                  <a:lnTo>
                    <a:pt x="219" y="333"/>
                  </a:lnTo>
                  <a:lnTo>
                    <a:pt x="228" y="316"/>
                  </a:lnTo>
                  <a:lnTo>
                    <a:pt x="232" y="304"/>
                  </a:lnTo>
                  <a:lnTo>
                    <a:pt x="238" y="295"/>
                  </a:lnTo>
                  <a:lnTo>
                    <a:pt x="246" y="286"/>
                  </a:lnTo>
                  <a:lnTo>
                    <a:pt x="257" y="279"/>
                  </a:lnTo>
                  <a:lnTo>
                    <a:pt x="272" y="275"/>
                  </a:lnTo>
                  <a:lnTo>
                    <a:pt x="293" y="273"/>
                  </a:lnTo>
                  <a:lnTo>
                    <a:pt x="304" y="273"/>
                  </a:lnTo>
                  <a:lnTo>
                    <a:pt x="317" y="273"/>
                  </a:lnTo>
                  <a:lnTo>
                    <a:pt x="334" y="271"/>
                  </a:lnTo>
                  <a:lnTo>
                    <a:pt x="351" y="266"/>
                  </a:lnTo>
                  <a:lnTo>
                    <a:pt x="368" y="257"/>
                  </a:lnTo>
                  <a:lnTo>
                    <a:pt x="379" y="247"/>
                  </a:lnTo>
                  <a:lnTo>
                    <a:pt x="386" y="234"/>
                  </a:lnTo>
                  <a:lnTo>
                    <a:pt x="395" y="222"/>
                  </a:lnTo>
                  <a:lnTo>
                    <a:pt x="403" y="208"/>
                  </a:lnTo>
                  <a:lnTo>
                    <a:pt x="414" y="196"/>
                  </a:lnTo>
                  <a:lnTo>
                    <a:pt x="427" y="188"/>
                  </a:lnTo>
                  <a:lnTo>
                    <a:pt x="466" y="173"/>
                  </a:lnTo>
                  <a:lnTo>
                    <a:pt x="503" y="163"/>
                  </a:lnTo>
                  <a:lnTo>
                    <a:pt x="538" y="157"/>
                  </a:lnTo>
                  <a:lnTo>
                    <a:pt x="570" y="155"/>
                  </a:lnTo>
                  <a:lnTo>
                    <a:pt x="601" y="156"/>
                  </a:lnTo>
                  <a:lnTo>
                    <a:pt x="629" y="159"/>
                  </a:lnTo>
                  <a:lnTo>
                    <a:pt x="654" y="165"/>
                  </a:lnTo>
                  <a:lnTo>
                    <a:pt x="679" y="170"/>
                  </a:lnTo>
                  <a:lnTo>
                    <a:pt x="701" y="176"/>
                  </a:lnTo>
                  <a:lnTo>
                    <a:pt x="720" y="183"/>
                  </a:lnTo>
                  <a:lnTo>
                    <a:pt x="737" y="188"/>
                  </a:lnTo>
                  <a:lnTo>
                    <a:pt x="753" y="191"/>
                  </a:lnTo>
                  <a:lnTo>
                    <a:pt x="765" y="192"/>
                  </a:lnTo>
                  <a:lnTo>
                    <a:pt x="776" y="190"/>
                  </a:lnTo>
                  <a:lnTo>
                    <a:pt x="784" y="184"/>
                  </a:lnTo>
                  <a:lnTo>
                    <a:pt x="793" y="172"/>
                  </a:lnTo>
                  <a:lnTo>
                    <a:pt x="795" y="159"/>
                  </a:lnTo>
                  <a:lnTo>
                    <a:pt x="795" y="147"/>
                  </a:lnTo>
                  <a:lnTo>
                    <a:pt x="791" y="134"/>
                  </a:lnTo>
                  <a:lnTo>
                    <a:pt x="787" y="121"/>
                  </a:lnTo>
                  <a:lnTo>
                    <a:pt x="782" y="109"/>
                  </a:lnTo>
                  <a:lnTo>
                    <a:pt x="779" y="97"/>
                  </a:lnTo>
                  <a:lnTo>
                    <a:pt x="779" y="86"/>
                  </a:lnTo>
                  <a:lnTo>
                    <a:pt x="783" y="74"/>
                  </a:lnTo>
                  <a:lnTo>
                    <a:pt x="793" y="63"/>
                  </a:lnTo>
                  <a:lnTo>
                    <a:pt x="807" y="55"/>
                  </a:lnTo>
                  <a:lnTo>
                    <a:pt x="823" y="47"/>
                  </a:lnTo>
                  <a:lnTo>
                    <a:pt x="845" y="39"/>
                  </a:lnTo>
                  <a:lnTo>
                    <a:pt x="867" y="32"/>
                  </a:lnTo>
                  <a:lnTo>
                    <a:pt x="890" y="25"/>
                  </a:lnTo>
                  <a:lnTo>
                    <a:pt x="914" y="19"/>
                  </a:lnTo>
                  <a:lnTo>
                    <a:pt x="937" y="14"/>
                  </a:lnTo>
                  <a:lnTo>
                    <a:pt x="958" y="8"/>
                  </a:lnTo>
                  <a:lnTo>
                    <a:pt x="976" y="5"/>
                  </a:lnTo>
                  <a:lnTo>
                    <a:pt x="989" y="2"/>
                  </a:lnTo>
                  <a:lnTo>
                    <a:pt x="999" y="0"/>
                  </a:lnTo>
                  <a:lnTo>
                    <a:pt x="1002"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20" name="Freeform 31">
              <a:extLst>
                <a:ext uri="{FF2B5EF4-FFF2-40B4-BE49-F238E27FC236}">
                  <a16:creationId xmlns:a16="http://schemas.microsoft.com/office/drawing/2014/main" id="{1543EFD3-C8F2-4977-9EC1-D00CFB776B7B}"/>
                </a:ext>
              </a:extLst>
            </p:cNvPr>
            <p:cNvSpPr>
              <a:spLocks/>
            </p:cNvSpPr>
            <p:nvPr/>
          </p:nvSpPr>
          <p:spPr bwMode="auto">
            <a:xfrm>
              <a:off x="3506835" y="3515758"/>
              <a:ext cx="780393" cy="204952"/>
            </a:xfrm>
            <a:custGeom>
              <a:avLst/>
              <a:gdLst>
                <a:gd name="T0" fmla="*/ 3 w 693"/>
                <a:gd name="T1" fmla="*/ 0 h 178"/>
                <a:gd name="T2" fmla="*/ 22 w 693"/>
                <a:gd name="T3" fmla="*/ 5 h 178"/>
                <a:gd name="T4" fmla="*/ 56 w 693"/>
                <a:gd name="T5" fmla="*/ 13 h 178"/>
                <a:gd name="T6" fmla="*/ 96 w 693"/>
                <a:gd name="T7" fmla="*/ 22 h 178"/>
                <a:gd name="T8" fmla="*/ 138 w 693"/>
                <a:gd name="T9" fmla="*/ 30 h 178"/>
                <a:gd name="T10" fmla="*/ 175 w 693"/>
                <a:gd name="T11" fmla="*/ 35 h 178"/>
                <a:gd name="T12" fmla="*/ 219 w 693"/>
                <a:gd name="T13" fmla="*/ 34 h 178"/>
                <a:gd name="T14" fmla="*/ 278 w 693"/>
                <a:gd name="T15" fmla="*/ 35 h 178"/>
                <a:gd name="T16" fmla="*/ 345 w 693"/>
                <a:gd name="T17" fmla="*/ 45 h 178"/>
                <a:gd name="T18" fmla="*/ 381 w 693"/>
                <a:gd name="T19" fmla="*/ 54 h 178"/>
                <a:gd name="T20" fmla="*/ 429 w 693"/>
                <a:gd name="T21" fmla="*/ 63 h 178"/>
                <a:gd name="T22" fmla="*/ 487 w 693"/>
                <a:gd name="T23" fmla="*/ 75 h 178"/>
                <a:gd name="T24" fmla="*/ 546 w 693"/>
                <a:gd name="T25" fmla="*/ 85 h 178"/>
                <a:gd name="T26" fmla="*/ 602 w 693"/>
                <a:gd name="T27" fmla="*/ 96 h 178"/>
                <a:gd name="T28" fmla="*/ 648 w 693"/>
                <a:gd name="T29" fmla="*/ 104 h 178"/>
                <a:gd name="T30" fmla="*/ 680 w 693"/>
                <a:gd name="T31" fmla="*/ 111 h 178"/>
                <a:gd name="T32" fmla="*/ 693 w 693"/>
                <a:gd name="T33" fmla="*/ 113 h 178"/>
                <a:gd name="T34" fmla="*/ 680 w 693"/>
                <a:gd name="T35" fmla="*/ 115 h 178"/>
                <a:gd name="T36" fmla="*/ 646 w 693"/>
                <a:gd name="T37" fmla="*/ 120 h 178"/>
                <a:gd name="T38" fmla="*/ 598 w 693"/>
                <a:gd name="T39" fmla="*/ 129 h 178"/>
                <a:gd name="T40" fmla="*/ 545 w 693"/>
                <a:gd name="T41" fmla="*/ 138 h 178"/>
                <a:gd name="T42" fmla="*/ 490 w 693"/>
                <a:gd name="T43" fmla="*/ 148 h 178"/>
                <a:gd name="T44" fmla="*/ 442 w 693"/>
                <a:gd name="T45" fmla="*/ 156 h 178"/>
                <a:gd name="T46" fmla="*/ 408 w 693"/>
                <a:gd name="T47" fmla="*/ 162 h 178"/>
                <a:gd name="T48" fmla="*/ 380 w 693"/>
                <a:gd name="T49" fmla="*/ 168 h 178"/>
                <a:gd name="T50" fmla="*/ 347 w 693"/>
                <a:gd name="T51" fmla="*/ 174 h 178"/>
                <a:gd name="T52" fmla="*/ 326 w 693"/>
                <a:gd name="T53" fmla="*/ 177 h 178"/>
                <a:gd name="T54" fmla="*/ 321 w 693"/>
                <a:gd name="T55" fmla="*/ 177 h 178"/>
                <a:gd name="T56" fmla="*/ 301 w 693"/>
                <a:gd name="T57" fmla="*/ 170 h 178"/>
                <a:gd name="T58" fmla="*/ 267 w 693"/>
                <a:gd name="T59" fmla="*/ 156 h 178"/>
                <a:gd name="T60" fmla="*/ 227 w 693"/>
                <a:gd name="T61" fmla="*/ 141 h 178"/>
                <a:gd name="T62" fmla="*/ 188 w 693"/>
                <a:gd name="T63" fmla="*/ 125 h 178"/>
                <a:gd name="T64" fmla="*/ 157 w 693"/>
                <a:gd name="T65" fmla="*/ 113 h 178"/>
                <a:gd name="T66" fmla="*/ 0 w 693"/>
                <a:gd name="T67"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93" h="178">
                  <a:moveTo>
                    <a:pt x="0" y="0"/>
                  </a:moveTo>
                  <a:lnTo>
                    <a:pt x="3" y="0"/>
                  </a:lnTo>
                  <a:lnTo>
                    <a:pt x="10" y="2"/>
                  </a:lnTo>
                  <a:lnTo>
                    <a:pt x="22" y="5"/>
                  </a:lnTo>
                  <a:lnTo>
                    <a:pt x="38" y="9"/>
                  </a:lnTo>
                  <a:lnTo>
                    <a:pt x="56" y="13"/>
                  </a:lnTo>
                  <a:lnTo>
                    <a:pt x="75" y="18"/>
                  </a:lnTo>
                  <a:lnTo>
                    <a:pt x="96" y="22"/>
                  </a:lnTo>
                  <a:lnTo>
                    <a:pt x="117" y="26"/>
                  </a:lnTo>
                  <a:lnTo>
                    <a:pt x="138" y="30"/>
                  </a:lnTo>
                  <a:lnTo>
                    <a:pt x="157" y="32"/>
                  </a:lnTo>
                  <a:lnTo>
                    <a:pt x="175" y="35"/>
                  </a:lnTo>
                  <a:lnTo>
                    <a:pt x="189" y="35"/>
                  </a:lnTo>
                  <a:lnTo>
                    <a:pt x="219" y="34"/>
                  </a:lnTo>
                  <a:lnTo>
                    <a:pt x="249" y="34"/>
                  </a:lnTo>
                  <a:lnTo>
                    <a:pt x="278" y="35"/>
                  </a:lnTo>
                  <a:lnTo>
                    <a:pt x="310" y="38"/>
                  </a:lnTo>
                  <a:lnTo>
                    <a:pt x="345" y="45"/>
                  </a:lnTo>
                  <a:lnTo>
                    <a:pt x="361" y="48"/>
                  </a:lnTo>
                  <a:lnTo>
                    <a:pt x="381" y="54"/>
                  </a:lnTo>
                  <a:lnTo>
                    <a:pt x="404" y="58"/>
                  </a:lnTo>
                  <a:lnTo>
                    <a:pt x="429" y="63"/>
                  </a:lnTo>
                  <a:lnTo>
                    <a:pt x="458" y="68"/>
                  </a:lnTo>
                  <a:lnTo>
                    <a:pt x="487" y="75"/>
                  </a:lnTo>
                  <a:lnTo>
                    <a:pt x="516" y="80"/>
                  </a:lnTo>
                  <a:lnTo>
                    <a:pt x="546" y="85"/>
                  </a:lnTo>
                  <a:lnTo>
                    <a:pt x="574" y="91"/>
                  </a:lnTo>
                  <a:lnTo>
                    <a:pt x="602" y="96"/>
                  </a:lnTo>
                  <a:lnTo>
                    <a:pt x="626" y="100"/>
                  </a:lnTo>
                  <a:lnTo>
                    <a:pt x="648" y="104"/>
                  </a:lnTo>
                  <a:lnTo>
                    <a:pt x="666" y="107"/>
                  </a:lnTo>
                  <a:lnTo>
                    <a:pt x="680" y="111"/>
                  </a:lnTo>
                  <a:lnTo>
                    <a:pt x="689" y="112"/>
                  </a:lnTo>
                  <a:lnTo>
                    <a:pt x="693" y="113"/>
                  </a:lnTo>
                  <a:lnTo>
                    <a:pt x="688" y="114"/>
                  </a:lnTo>
                  <a:lnTo>
                    <a:pt x="680" y="115"/>
                  </a:lnTo>
                  <a:lnTo>
                    <a:pt x="665" y="117"/>
                  </a:lnTo>
                  <a:lnTo>
                    <a:pt x="646" y="120"/>
                  </a:lnTo>
                  <a:lnTo>
                    <a:pt x="624" y="124"/>
                  </a:lnTo>
                  <a:lnTo>
                    <a:pt x="598" y="129"/>
                  </a:lnTo>
                  <a:lnTo>
                    <a:pt x="572" y="133"/>
                  </a:lnTo>
                  <a:lnTo>
                    <a:pt x="545" y="138"/>
                  </a:lnTo>
                  <a:lnTo>
                    <a:pt x="517" y="143"/>
                  </a:lnTo>
                  <a:lnTo>
                    <a:pt x="490" y="148"/>
                  </a:lnTo>
                  <a:lnTo>
                    <a:pt x="464" y="152"/>
                  </a:lnTo>
                  <a:lnTo>
                    <a:pt x="442" y="156"/>
                  </a:lnTo>
                  <a:lnTo>
                    <a:pt x="423" y="159"/>
                  </a:lnTo>
                  <a:lnTo>
                    <a:pt x="408" y="162"/>
                  </a:lnTo>
                  <a:lnTo>
                    <a:pt x="398" y="165"/>
                  </a:lnTo>
                  <a:lnTo>
                    <a:pt x="380" y="168"/>
                  </a:lnTo>
                  <a:lnTo>
                    <a:pt x="363" y="171"/>
                  </a:lnTo>
                  <a:lnTo>
                    <a:pt x="347" y="174"/>
                  </a:lnTo>
                  <a:lnTo>
                    <a:pt x="335" y="176"/>
                  </a:lnTo>
                  <a:lnTo>
                    <a:pt x="326" y="177"/>
                  </a:lnTo>
                  <a:lnTo>
                    <a:pt x="324" y="178"/>
                  </a:lnTo>
                  <a:lnTo>
                    <a:pt x="321" y="177"/>
                  </a:lnTo>
                  <a:lnTo>
                    <a:pt x="312" y="174"/>
                  </a:lnTo>
                  <a:lnTo>
                    <a:pt x="301" y="170"/>
                  </a:lnTo>
                  <a:lnTo>
                    <a:pt x="285" y="163"/>
                  </a:lnTo>
                  <a:lnTo>
                    <a:pt x="267" y="156"/>
                  </a:lnTo>
                  <a:lnTo>
                    <a:pt x="247" y="149"/>
                  </a:lnTo>
                  <a:lnTo>
                    <a:pt x="227" y="141"/>
                  </a:lnTo>
                  <a:lnTo>
                    <a:pt x="207" y="133"/>
                  </a:lnTo>
                  <a:lnTo>
                    <a:pt x="188" y="125"/>
                  </a:lnTo>
                  <a:lnTo>
                    <a:pt x="171" y="119"/>
                  </a:lnTo>
                  <a:lnTo>
                    <a:pt x="157" y="113"/>
                  </a:lnTo>
                  <a:lnTo>
                    <a:pt x="112" y="123"/>
                  </a:lnTo>
                  <a:lnTo>
                    <a:pt x="0" y="0"/>
                  </a:lnTo>
                  <a:close/>
                </a:path>
              </a:pathLst>
            </a:custGeom>
            <a:solidFill>
              <a:srgbClr val="50B4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21" name="Freeform 32">
              <a:extLst>
                <a:ext uri="{FF2B5EF4-FFF2-40B4-BE49-F238E27FC236}">
                  <a16:creationId xmlns:a16="http://schemas.microsoft.com/office/drawing/2014/main" id="{7EA2A832-1ED7-4BC6-87E6-C504532934EA}"/>
                </a:ext>
              </a:extLst>
            </p:cNvPr>
            <p:cNvSpPr>
              <a:spLocks/>
            </p:cNvSpPr>
            <p:nvPr/>
          </p:nvSpPr>
          <p:spPr bwMode="auto">
            <a:xfrm>
              <a:off x="4232049" y="3247744"/>
              <a:ext cx="433552" cy="212834"/>
            </a:xfrm>
            <a:custGeom>
              <a:avLst/>
              <a:gdLst>
                <a:gd name="T0" fmla="*/ 0 w 380"/>
                <a:gd name="T1" fmla="*/ 0 h 190"/>
                <a:gd name="T2" fmla="*/ 2 w 380"/>
                <a:gd name="T3" fmla="*/ 1 h 190"/>
                <a:gd name="T4" fmla="*/ 8 w 380"/>
                <a:gd name="T5" fmla="*/ 6 h 190"/>
                <a:gd name="T6" fmla="*/ 18 w 380"/>
                <a:gd name="T7" fmla="*/ 13 h 190"/>
                <a:gd name="T8" fmla="*/ 31 w 380"/>
                <a:gd name="T9" fmla="*/ 22 h 190"/>
                <a:gd name="T10" fmla="*/ 45 w 380"/>
                <a:gd name="T11" fmla="*/ 32 h 190"/>
                <a:gd name="T12" fmla="*/ 61 w 380"/>
                <a:gd name="T13" fmla="*/ 42 h 190"/>
                <a:gd name="T14" fmla="*/ 77 w 380"/>
                <a:gd name="T15" fmla="*/ 54 h 190"/>
                <a:gd name="T16" fmla="*/ 94 w 380"/>
                <a:gd name="T17" fmla="*/ 64 h 190"/>
                <a:gd name="T18" fmla="*/ 111 w 380"/>
                <a:gd name="T19" fmla="*/ 75 h 190"/>
                <a:gd name="T20" fmla="*/ 126 w 380"/>
                <a:gd name="T21" fmla="*/ 83 h 190"/>
                <a:gd name="T22" fmla="*/ 139 w 380"/>
                <a:gd name="T23" fmla="*/ 90 h 190"/>
                <a:gd name="T24" fmla="*/ 150 w 380"/>
                <a:gd name="T25" fmla="*/ 94 h 190"/>
                <a:gd name="T26" fmla="*/ 161 w 380"/>
                <a:gd name="T27" fmla="*/ 97 h 190"/>
                <a:gd name="T28" fmla="*/ 174 w 380"/>
                <a:gd name="T29" fmla="*/ 102 h 190"/>
                <a:gd name="T30" fmla="*/ 192 w 380"/>
                <a:gd name="T31" fmla="*/ 109 h 190"/>
                <a:gd name="T32" fmla="*/ 211 w 380"/>
                <a:gd name="T33" fmla="*/ 116 h 190"/>
                <a:gd name="T34" fmla="*/ 233 w 380"/>
                <a:gd name="T35" fmla="*/ 125 h 190"/>
                <a:gd name="T36" fmla="*/ 256 w 380"/>
                <a:gd name="T37" fmla="*/ 133 h 190"/>
                <a:gd name="T38" fmla="*/ 279 w 380"/>
                <a:gd name="T39" fmla="*/ 143 h 190"/>
                <a:gd name="T40" fmla="*/ 301 w 380"/>
                <a:gd name="T41" fmla="*/ 151 h 190"/>
                <a:gd name="T42" fmla="*/ 322 w 380"/>
                <a:gd name="T43" fmla="*/ 159 h 190"/>
                <a:gd name="T44" fmla="*/ 341 w 380"/>
                <a:gd name="T45" fmla="*/ 167 h 190"/>
                <a:gd name="T46" fmla="*/ 357 w 380"/>
                <a:gd name="T47" fmla="*/ 173 h 190"/>
                <a:gd name="T48" fmla="*/ 370 w 380"/>
                <a:gd name="T49" fmla="*/ 178 h 190"/>
                <a:gd name="T50" fmla="*/ 377 w 380"/>
                <a:gd name="T51" fmla="*/ 182 h 190"/>
                <a:gd name="T52" fmla="*/ 380 w 380"/>
                <a:gd name="T53" fmla="*/ 183 h 190"/>
                <a:gd name="T54" fmla="*/ 223 w 380"/>
                <a:gd name="T55" fmla="*/ 190 h 190"/>
                <a:gd name="T56" fmla="*/ 184 w 380"/>
                <a:gd name="T57" fmla="*/ 164 h 190"/>
                <a:gd name="T58" fmla="*/ 93 w 380"/>
                <a:gd name="T59" fmla="*/ 162 h 190"/>
                <a:gd name="T60" fmla="*/ 18 w 380"/>
                <a:gd name="T61" fmla="*/ 59 h 190"/>
                <a:gd name="T62" fmla="*/ 0 w 380"/>
                <a:gd name="T63" fmla="*/ 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80" h="190">
                  <a:moveTo>
                    <a:pt x="0" y="0"/>
                  </a:moveTo>
                  <a:lnTo>
                    <a:pt x="2" y="1"/>
                  </a:lnTo>
                  <a:lnTo>
                    <a:pt x="8" y="6"/>
                  </a:lnTo>
                  <a:lnTo>
                    <a:pt x="18" y="13"/>
                  </a:lnTo>
                  <a:lnTo>
                    <a:pt x="31" y="22"/>
                  </a:lnTo>
                  <a:lnTo>
                    <a:pt x="45" y="32"/>
                  </a:lnTo>
                  <a:lnTo>
                    <a:pt x="61" y="42"/>
                  </a:lnTo>
                  <a:lnTo>
                    <a:pt x="77" y="54"/>
                  </a:lnTo>
                  <a:lnTo>
                    <a:pt x="94" y="64"/>
                  </a:lnTo>
                  <a:lnTo>
                    <a:pt x="111" y="75"/>
                  </a:lnTo>
                  <a:lnTo>
                    <a:pt x="126" y="83"/>
                  </a:lnTo>
                  <a:lnTo>
                    <a:pt x="139" y="90"/>
                  </a:lnTo>
                  <a:lnTo>
                    <a:pt x="150" y="94"/>
                  </a:lnTo>
                  <a:lnTo>
                    <a:pt x="161" y="97"/>
                  </a:lnTo>
                  <a:lnTo>
                    <a:pt x="174" y="102"/>
                  </a:lnTo>
                  <a:lnTo>
                    <a:pt x="192" y="109"/>
                  </a:lnTo>
                  <a:lnTo>
                    <a:pt x="211" y="116"/>
                  </a:lnTo>
                  <a:lnTo>
                    <a:pt x="233" y="125"/>
                  </a:lnTo>
                  <a:lnTo>
                    <a:pt x="256" y="133"/>
                  </a:lnTo>
                  <a:lnTo>
                    <a:pt x="279" y="143"/>
                  </a:lnTo>
                  <a:lnTo>
                    <a:pt x="301" y="151"/>
                  </a:lnTo>
                  <a:lnTo>
                    <a:pt x="322" y="159"/>
                  </a:lnTo>
                  <a:lnTo>
                    <a:pt x="341" y="167"/>
                  </a:lnTo>
                  <a:lnTo>
                    <a:pt x="357" y="173"/>
                  </a:lnTo>
                  <a:lnTo>
                    <a:pt x="370" y="178"/>
                  </a:lnTo>
                  <a:lnTo>
                    <a:pt x="377" y="182"/>
                  </a:lnTo>
                  <a:lnTo>
                    <a:pt x="380" y="183"/>
                  </a:lnTo>
                  <a:lnTo>
                    <a:pt x="223" y="190"/>
                  </a:lnTo>
                  <a:lnTo>
                    <a:pt x="184" y="164"/>
                  </a:lnTo>
                  <a:lnTo>
                    <a:pt x="93" y="162"/>
                  </a:lnTo>
                  <a:lnTo>
                    <a:pt x="18" y="59"/>
                  </a:lnTo>
                  <a:lnTo>
                    <a:pt x="0" y="0"/>
                  </a:lnTo>
                  <a:close/>
                </a:path>
              </a:pathLst>
            </a:custGeom>
            <a:solidFill>
              <a:srgbClr val="50B4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22" name="Freeform 33">
              <a:extLst>
                <a:ext uri="{FF2B5EF4-FFF2-40B4-BE49-F238E27FC236}">
                  <a16:creationId xmlns:a16="http://schemas.microsoft.com/office/drawing/2014/main" id="{0939376F-8C36-4D8B-A1AA-C4E0517EDFDE}"/>
                </a:ext>
              </a:extLst>
            </p:cNvPr>
            <p:cNvSpPr>
              <a:spLocks/>
            </p:cNvSpPr>
            <p:nvPr/>
          </p:nvSpPr>
          <p:spPr bwMode="auto">
            <a:xfrm>
              <a:off x="3916739" y="3224096"/>
              <a:ext cx="299545" cy="338959"/>
            </a:xfrm>
            <a:custGeom>
              <a:avLst/>
              <a:gdLst>
                <a:gd name="T0" fmla="*/ 265 w 265"/>
                <a:gd name="T1" fmla="*/ 0 h 298"/>
                <a:gd name="T2" fmla="*/ 265 w 265"/>
                <a:gd name="T3" fmla="*/ 13 h 298"/>
                <a:gd name="T4" fmla="*/ 263 w 265"/>
                <a:gd name="T5" fmla="*/ 26 h 298"/>
                <a:gd name="T6" fmla="*/ 258 w 265"/>
                <a:gd name="T7" fmla="*/ 41 h 298"/>
                <a:gd name="T8" fmla="*/ 249 w 265"/>
                <a:gd name="T9" fmla="*/ 58 h 298"/>
                <a:gd name="T10" fmla="*/ 244 w 265"/>
                <a:gd name="T11" fmla="*/ 65 h 298"/>
                <a:gd name="T12" fmla="*/ 238 w 265"/>
                <a:gd name="T13" fmla="*/ 71 h 298"/>
                <a:gd name="T14" fmla="*/ 234 w 265"/>
                <a:gd name="T15" fmla="*/ 76 h 298"/>
                <a:gd name="T16" fmla="*/ 230 w 265"/>
                <a:gd name="T17" fmla="*/ 80 h 298"/>
                <a:gd name="T18" fmla="*/ 227 w 265"/>
                <a:gd name="T19" fmla="*/ 87 h 298"/>
                <a:gd name="T20" fmla="*/ 224 w 265"/>
                <a:gd name="T21" fmla="*/ 97 h 298"/>
                <a:gd name="T22" fmla="*/ 221 w 265"/>
                <a:gd name="T23" fmla="*/ 112 h 298"/>
                <a:gd name="T24" fmla="*/ 219 w 265"/>
                <a:gd name="T25" fmla="*/ 121 h 298"/>
                <a:gd name="T26" fmla="*/ 218 w 265"/>
                <a:gd name="T27" fmla="*/ 130 h 298"/>
                <a:gd name="T28" fmla="*/ 217 w 265"/>
                <a:gd name="T29" fmla="*/ 139 h 298"/>
                <a:gd name="T30" fmla="*/ 215 w 265"/>
                <a:gd name="T31" fmla="*/ 149 h 298"/>
                <a:gd name="T32" fmla="*/ 212 w 265"/>
                <a:gd name="T33" fmla="*/ 158 h 298"/>
                <a:gd name="T34" fmla="*/ 206 w 265"/>
                <a:gd name="T35" fmla="*/ 169 h 298"/>
                <a:gd name="T36" fmla="*/ 197 w 265"/>
                <a:gd name="T37" fmla="*/ 182 h 298"/>
                <a:gd name="T38" fmla="*/ 186 w 265"/>
                <a:gd name="T39" fmla="*/ 195 h 298"/>
                <a:gd name="T40" fmla="*/ 168 w 265"/>
                <a:gd name="T41" fmla="*/ 213 h 298"/>
                <a:gd name="T42" fmla="*/ 152 w 265"/>
                <a:gd name="T43" fmla="*/ 226 h 298"/>
                <a:gd name="T44" fmla="*/ 138 w 265"/>
                <a:gd name="T45" fmla="*/ 235 h 298"/>
                <a:gd name="T46" fmla="*/ 128 w 265"/>
                <a:gd name="T47" fmla="*/ 243 h 298"/>
                <a:gd name="T48" fmla="*/ 120 w 265"/>
                <a:gd name="T49" fmla="*/ 248 h 298"/>
                <a:gd name="T50" fmla="*/ 116 w 265"/>
                <a:gd name="T51" fmla="*/ 253 h 298"/>
                <a:gd name="T52" fmla="*/ 112 w 265"/>
                <a:gd name="T53" fmla="*/ 261 h 298"/>
                <a:gd name="T54" fmla="*/ 107 w 265"/>
                <a:gd name="T55" fmla="*/ 270 h 298"/>
                <a:gd name="T56" fmla="*/ 103 w 265"/>
                <a:gd name="T57" fmla="*/ 280 h 298"/>
                <a:gd name="T58" fmla="*/ 99 w 265"/>
                <a:gd name="T59" fmla="*/ 288 h 298"/>
                <a:gd name="T60" fmla="*/ 96 w 265"/>
                <a:gd name="T61" fmla="*/ 295 h 298"/>
                <a:gd name="T62" fmla="*/ 95 w 265"/>
                <a:gd name="T63" fmla="*/ 298 h 298"/>
                <a:gd name="T64" fmla="*/ 0 w 265"/>
                <a:gd name="T65" fmla="*/ 281 h 298"/>
                <a:gd name="T66" fmla="*/ 17 w 265"/>
                <a:gd name="T67" fmla="*/ 265 h 298"/>
                <a:gd name="T68" fmla="*/ 35 w 265"/>
                <a:gd name="T69" fmla="*/ 246 h 298"/>
                <a:gd name="T70" fmla="*/ 53 w 265"/>
                <a:gd name="T71" fmla="*/ 224 h 298"/>
                <a:gd name="T72" fmla="*/ 62 w 265"/>
                <a:gd name="T73" fmla="*/ 211 h 298"/>
                <a:gd name="T74" fmla="*/ 75 w 265"/>
                <a:gd name="T75" fmla="*/ 197 h 298"/>
                <a:gd name="T76" fmla="*/ 88 w 265"/>
                <a:gd name="T77" fmla="*/ 184 h 298"/>
                <a:gd name="T78" fmla="*/ 101 w 265"/>
                <a:gd name="T79" fmla="*/ 170 h 298"/>
                <a:gd name="T80" fmla="*/ 112 w 265"/>
                <a:gd name="T81" fmla="*/ 158 h 298"/>
                <a:gd name="T82" fmla="*/ 120 w 265"/>
                <a:gd name="T83" fmla="*/ 150 h 298"/>
                <a:gd name="T84" fmla="*/ 132 w 265"/>
                <a:gd name="T85" fmla="*/ 136 h 298"/>
                <a:gd name="T86" fmla="*/ 143 w 265"/>
                <a:gd name="T87" fmla="*/ 127 h 298"/>
                <a:gd name="T88" fmla="*/ 154 w 265"/>
                <a:gd name="T89" fmla="*/ 120 h 298"/>
                <a:gd name="T90" fmla="*/ 163 w 265"/>
                <a:gd name="T91" fmla="*/ 115 h 298"/>
                <a:gd name="T92" fmla="*/ 173 w 265"/>
                <a:gd name="T93" fmla="*/ 109 h 298"/>
                <a:gd name="T94" fmla="*/ 182 w 265"/>
                <a:gd name="T95" fmla="*/ 100 h 298"/>
                <a:gd name="T96" fmla="*/ 192 w 265"/>
                <a:gd name="T97" fmla="*/ 88 h 298"/>
                <a:gd name="T98" fmla="*/ 204 w 265"/>
                <a:gd name="T99" fmla="*/ 72 h 298"/>
                <a:gd name="T100" fmla="*/ 214 w 265"/>
                <a:gd name="T101" fmla="*/ 56 h 298"/>
                <a:gd name="T102" fmla="*/ 225 w 265"/>
                <a:gd name="T103" fmla="*/ 39 h 298"/>
                <a:gd name="T104" fmla="*/ 236 w 265"/>
                <a:gd name="T105" fmla="*/ 21 h 298"/>
                <a:gd name="T106" fmla="*/ 246 w 265"/>
                <a:gd name="T107" fmla="*/ 9 h 298"/>
                <a:gd name="T108" fmla="*/ 255 w 265"/>
                <a:gd name="T109" fmla="*/ 3 h 298"/>
                <a:gd name="T110" fmla="*/ 265 w 265"/>
                <a:gd name="T11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65" h="298">
                  <a:moveTo>
                    <a:pt x="265" y="0"/>
                  </a:moveTo>
                  <a:lnTo>
                    <a:pt x="265" y="13"/>
                  </a:lnTo>
                  <a:lnTo>
                    <a:pt x="263" y="26"/>
                  </a:lnTo>
                  <a:lnTo>
                    <a:pt x="258" y="41"/>
                  </a:lnTo>
                  <a:lnTo>
                    <a:pt x="249" y="58"/>
                  </a:lnTo>
                  <a:lnTo>
                    <a:pt x="244" y="65"/>
                  </a:lnTo>
                  <a:lnTo>
                    <a:pt x="238" y="71"/>
                  </a:lnTo>
                  <a:lnTo>
                    <a:pt x="234" y="76"/>
                  </a:lnTo>
                  <a:lnTo>
                    <a:pt x="230" y="80"/>
                  </a:lnTo>
                  <a:lnTo>
                    <a:pt x="227" y="87"/>
                  </a:lnTo>
                  <a:lnTo>
                    <a:pt x="224" y="97"/>
                  </a:lnTo>
                  <a:lnTo>
                    <a:pt x="221" y="112"/>
                  </a:lnTo>
                  <a:lnTo>
                    <a:pt x="219" y="121"/>
                  </a:lnTo>
                  <a:lnTo>
                    <a:pt x="218" y="130"/>
                  </a:lnTo>
                  <a:lnTo>
                    <a:pt x="217" y="139"/>
                  </a:lnTo>
                  <a:lnTo>
                    <a:pt x="215" y="149"/>
                  </a:lnTo>
                  <a:lnTo>
                    <a:pt x="212" y="158"/>
                  </a:lnTo>
                  <a:lnTo>
                    <a:pt x="206" y="169"/>
                  </a:lnTo>
                  <a:lnTo>
                    <a:pt x="197" y="182"/>
                  </a:lnTo>
                  <a:lnTo>
                    <a:pt x="186" y="195"/>
                  </a:lnTo>
                  <a:lnTo>
                    <a:pt x="168" y="213"/>
                  </a:lnTo>
                  <a:lnTo>
                    <a:pt x="152" y="226"/>
                  </a:lnTo>
                  <a:lnTo>
                    <a:pt x="138" y="235"/>
                  </a:lnTo>
                  <a:lnTo>
                    <a:pt x="128" y="243"/>
                  </a:lnTo>
                  <a:lnTo>
                    <a:pt x="120" y="248"/>
                  </a:lnTo>
                  <a:lnTo>
                    <a:pt x="116" y="253"/>
                  </a:lnTo>
                  <a:lnTo>
                    <a:pt x="112" y="261"/>
                  </a:lnTo>
                  <a:lnTo>
                    <a:pt x="107" y="270"/>
                  </a:lnTo>
                  <a:lnTo>
                    <a:pt x="103" y="280"/>
                  </a:lnTo>
                  <a:lnTo>
                    <a:pt x="99" y="288"/>
                  </a:lnTo>
                  <a:lnTo>
                    <a:pt x="96" y="295"/>
                  </a:lnTo>
                  <a:lnTo>
                    <a:pt x="95" y="298"/>
                  </a:lnTo>
                  <a:lnTo>
                    <a:pt x="0" y="281"/>
                  </a:lnTo>
                  <a:lnTo>
                    <a:pt x="17" y="265"/>
                  </a:lnTo>
                  <a:lnTo>
                    <a:pt x="35" y="246"/>
                  </a:lnTo>
                  <a:lnTo>
                    <a:pt x="53" y="224"/>
                  </a:lnTo>
                  <a:lnTo>
                    <a:pt x="62" y="211"/>
                  </a:lnTo>
                  <a:lnTo>
                    <a:pt x="75" y="197"/>
                  </a:lnTo>
                  <a:lnTo>
                    <a:pt x="88" y="184"/>
                  </a:lnTo>
                  <a:lnTo>
                    <a:pt x="101" y="170"/>
                  </a:lnTo>
                  <a:lnTo>
                    <a:pt x="112" y="158"/>
                  </a:lnTo>
                  <a:lnTo>
                    <a:pt x="120" y="150"/>
                  </a:lnTo>
                  <a:lnTo>
                    <a:pt x="132" y="136"/>
                  </a:lnTo>
                  <a:lnTo>
                    <a:pt x="143" y="127"/>
                  </a:lnTo>
                  <a:lnTo>
                    <a:pt x="154" y="120"/>
                  </a:lnTo>
                  <a:lnTo>
                    <a:pt x="163" y="115"/>
                  </a:lnTo>
                  <a:lnTo>
                    <a:pt x="173" y="109"/>
                  </a:lnTo>
                  <a:lnTo>
                    <a:pt x="182" y="100"/>
                  </a:lnTo>
                  <a:lnTo>
                    <a:pt x="192" y="88"/>
                  </a:lnTo>
                  <a:lnTo>
                    <a:pt x="204" y="72"/>
                  </a:lnTo>
                  <a:lnTo>
                    <a:pt x="214" y="56"/>
                  </a:lnTo>
                  <a:lnTo>
                    <a:pt x="225" y="39"/>
                  </a:lnTo>
                  <a:lnTo>
                    <a:pt x="236" y="21"/>
                  </a:lnTo>
                  <a:lnTo>
                    <a:pt x="246" y="9"/>
                  </a:lnTo>
                  <a:lnTo>
                    <a:pt x="255" y="3"/>
                  </a:lnTo>
                  <a:lnTo>
                    <a:pt x="26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23" name="Freeform 34">
              <a:extLst>
                <a:ext uri="{FF2B5EF4-FFF2-40B4-BE49-F238E27FC236}">
                  <a16:creationId xmlns:a16="http://schemas.microsoft.com/office/drawing/2014/main" id="{83E08882-71B2-4796-B07B-42065DD82603}"/>
                </a:ext>
              </a:extLst>
            </p:cNvPr>
            <p:cNvSpPr>
              <a:spLocks/>
            </p:cNvSpPr>
            <p:nvPr/>
          </p:nvSpPr>
          <p:spPr bwMode="auto">
            <a:xfrm>
              <a:off x="3136346" y="3484227"/>
              <a:ext cx="338959" cy="670034"/>
            </a:xfrm>
            <a:custGeom>
              <a:avLst/>
              <a:gdLst>
                <a:gd name="T0" fmla="*/ 293 w 297"/>
                <a:gd name="T1" fmla="*/ 16 h 594"/>
                <a:gd name="T2" fmla="*/ 297 w 297"/>
                <a:gd name="T3" fmla="*/ 54 h 594"/>
                <a:gd name="T4" fmla="*/ 295 w 297"/>
                <a:gd name="T5" fmla="*/ 88 h 594"/>
                <a:gd name="T6" fmla="*/ 280 w 297"/>
                <a:gd name="T7" fmla="*/ 117 h 594"/>
                <a:gd name="T8" fmla="*/ 261 w 297"/>
                <a:gd name="T9" fmla="*/ 143 h 594"/>
                <a:gd name="T10" fmla="*/ 248 w 297"/>
                <a:gd name="T11" fmla="*/ 171 h 594"/>
                <a:gd name="T12" fmla="*/ 248 w 297"/>
                <a:gd name="T13" fmla="*/ 208 h 594"/>
                <a:gd name="T14" fmla="*/ 251 w 297"/>
                <a:gd name="T15" fmla="*/ 251 h 594"/>
                <a:gd name="T16" fmla="*/ 239 w 297"/>
                <a:gd name="T17" fmla="*/ 297 h 594"/>
                <a:gd name="T18" fmla="*/ 206 w 297"/>
                <a:gd name="T19" fmla="*/ 348 h 594"/>
                <a:gd name="T20" fmla="*/ 179 w 297"/>
                <a:gd name="T21" fmla="*/ 390 h 594"/>
                <a:gd name="T22" fmla="*/ 166 w 297"/>
                <a:gd name="T23" fmla="*/ 420 h 594"/>
                <a:gd name="T24" fmla="*/ 166 w 297"/>
                <a:gd name="T25" fmla="*/ 445 h 594"/>
                <a:gd name="T26" fmla="*/ 164 w 297"/>
                <a:gd name="T27" fmla="*/ 470 h 594"/>
                <a:gd name="T28" fmla="*/ 149 w 297"/>
                <a:gd name="T29" fmla="*/ 494 h 594"/>
                <a:gd name="T30" fmla="*/ 125 w 297"/>
                <a:gd name="T31" fmla="*/ 516 h 594"/>
                <a:gd name="T32" fmla="*/ 97 w 297"/>
                <a:gd name="T33" fmla="*/ 538 h 594"/>
                <a:gd name="T34" fmla="*/ 76 w 297"/>
                <a:gd name="T35" fmla="*/ 557 h 594"/>
                <a:gd name="T36" fmla="*/ 64 w 297"/>
                <a:gd name="T37" fmla="*/ 573 h 594"/>
                <a:gd name="T38" fmla="*/ 43 w 297"/>
                <a:gd name="T39" fmla="*/ 594 h 594"/>
                <a:gd name="T40" fmla="*/ 1 w 297"/>
                <a:gd name="T41" fmla="*/ 592 h 594"/>
                <a:gd name="T42" fmla="*/ 12 w 297"/>
                <a:gd name="T43" fmla="*/ 576 h 594"/>
                <a:gd name="T44" fmla="*/ 29 w 297"/>
                <a:gd name="T45" fmla="*/ 550 h 594"/>
                <a:gd name="T46" fmla="*/ 53 w 297"/>
                <a:gd name="T47" fmla="*/ 513 h 594"/>
                <a:gd name="T48" fmla="*/ 82 w 297"/>
                <a:gd name="T49" fmla="*/ 470 h 594"/>
                <a:gd name="T50" fmla="*/ 103 w 297"/>
                <a:gd name="T51" fmla="*/ 432 h 594"/>
                <a:gd name="T52" fmla="*/ 122 w 297"/>
                <a:gd name="T53" fmla="*/ 380 h 594"/>
                <a:gd name="T54" fmla="*/ 143 w 297"/>
                <a:gd name="T55" fmla="*/ 328 h 594"/>
                <a:gd name="T56" fmla="*/ 162 w 297"/>
                <a:gd name="T57" fmla="*/ 288 h 594"/>
                <a:gd name="T58" fmla="*/ 176 w 297"/>
                <a:gd name="T59" fmla="*/ 257 h 594"/>
                <a:gd name="T60" fmla="*/ 188 w 297"/>
                <a:gd name="T61" fmla="*/ 229 h 594"/>
                <a:gd name="T62" fmla="*/ 204 w 297"/>
                <a:gd name="T63" fmla="*/ 192 h 594"/>
                <a:gd name="T64" fmla="*/ 225 w 297"/>
                <a:gd name="T65" fmla="*/ 141 h 594"/>
                <a:gd name="T66" fmla="*/ 249 w 297"/>
                <a:gd name="T67" fmla="*/ 83 h 594"/>
                <a:gd name="T68" fmla="*/ 266 w 297"/>
                <a:gd name="T69" fmla="*/ 38 h 594"/>
                <a:gd name="T70" fmla="*/ 281 w 297"/>
                <a:gd name="T71" fmla="*/ 10 h 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7" h="594">
                  <a:moveTo>
                    <a:pt x="289" y="0"/>
                  </a:moveTo>
                  <a:lnTo>
                    <a:pt x="293" y="16"/>
                  </a:lnTo>
                  <a:lnTo>
                    <a:pt x="295" y="35"/>
                  </a:lnTo>
                  <a:lnTo>
                    <a:pt x="297" y="54"/>
                  </a:lnTo>
                  <a:lnTo>
                    <a:pt x="297" y="72"/>
                  </a:lnTo>
                  <a:lnTo>
                    <a:pt x="295" y="88"/>
                  </a:lnTo>
                  <a:lnTo>
                    <a:pt x="288" y="103"/>
                  </a:lnTo>
                  <a:lnTo>
                    <a:pt x="280" y="117"/>
                  </a:lnTo>
                  <a:lnTo>
                    <a:pt x="270" y="130"/>
                  </a:lnTo>
                  <a:lnTo>
                    <a:pt x="261" y="143"/>
                  </a:lnTo>
                  <a:lnTo>
                    <a:pt x="253" y="157"/>
                  </a:lnTo>
                  <a:lnTo>
                    <a:pt x="248" y="171"/>
                  </a:lnTo>
                  <a:lnTo>
                    <a:pt x="247" y="189"/>
                  </a:lnTo>
                  <a:lnTo>
                    <a:pt x="248" y="208"/>
                  </a:lnTo>
                  <a:lnTo>
                    <a:pt x="251" y="229"/>
                  </a:lnTo>
                  <a:lnTo>
                    <a:pt x="251" y="251"/>
                  </a:lnTo>
                  <a:lnTo>
                    <a:pt x="248" y="274"/>
                  </a:lnTo>
                  <a:lnTo>
                    <a:pt x="239" y="297"/>
                  </a:lnTo>
                  <a:lnTo>
                    <a:pt x="223" y="324"/>
                  </a:lnTo>
                  <a:lnTo>
                    <a:pt x="206" y="348"/>
                  </a:lnTo>
                  <a:lnTo>
                    <a:pt x="191" y="370"/>
                  </a:lnTo>
                  <a:lnTo>
                    <a:pt x="179" y="390"/>
                  </a:lnTo>
                  <a:lnTo>
                    <a:pt x="169" y="407"/>
                  </a:lnTo>
                  <a:lnTo>
                    <a:pt x="166" y="420"/>
                  </a:lnTo>
                  <a:lnTo>
                    <a:pt x="165" y="432"/>
                  </a:lnTo>
                  <a:lnTo>
                    <a:pt x="166" y="445"/>
                  </a:lnTo>
                  <a:lnTo>
                    <a:pt x="166" y="458"/>
                  </a:lnTo>
                  <a:lnTo>
                    <a:pt x="164" y="470"/>
                  </a:lnTo>
                  <a:lnTo>
                    <a:pt x="157" y="483"/>
                  </a:lnTo>
                  <a:lnTo>
                    <a:pt x="149" y="494"/>
                  </a:lnTo>
                  <a:lnTo>
                    <a:pt x="137" y="504"/>
                  </a:lnTo>
                  <a:lnTo>
                    <a:pt x="125" y="516"/>
                  </a:lnTo>
                  <a:lnTo>
                    <a:pt x="111" y="526"/>
                  </a:lnTo>
                  <a:lnTo>
                    <a:pt x="97" y="538"/>
                  </a:lnTo>
                  <a:lnTo>
                    <a:pt x="86" y="548"/>
                  </a:lnTo>
                  <a:lnTo>
                    <a:pt x="76" y="557"/>
                  </a:lnTo>
                  <a:lnTo>
                    <a:pt x="71" y="564"/>
                  </a:lnTo>
                  <a:lnTo>
                    <a:pt x="64" y="573"/>
                  </a:lnTo>
                  <a:lnTo>
                    <a:pt x="54" y="583"/>
                  </a:lnTo>
                  <a:lnTo>
                    <a:pt x="43" y="594"/>
                  </a:lnTo>
                  <a:lnTo>
                    <a:pt x="0" y="594"/>
                  </a:lnTo>
                  <a:lnTo>
                    <a:pt x="1" y="592"/>
                  </a:lnTo>
                  <a:lnTo>
                    <a:pt x="5" y="586"/>
                  </a:lnTo>
                  <a:lnTo>
                    <a:pt x="12" y="576"/>
                  </a:lnTo>
                  <a:lnTo>
                    <a:pt x="19" y="564"/>
                  </a:lnTo>
                  <a:lnTo>
                    <a:pt x="29" y="550"/>
                  </a:lnTo>
                  <a:lnTo>
                    <a:pt x="40" y="532"/>
                  </a:lnTo>
                  <a:lnTo>
                    <a:pt x="53" y="513"/>
                  </a:lnTo>
                  <a:lnTo>
                    <a:pt x="68" y="493"/>
                  </a:lnTo>
                  <a:lnTo>
                    <a:pt x="82" y="470"/>
                  </a:lnTo>
                  <a:lnTo>
                    <a:pt x="92" y="454"/>
                  </a:lnTo>
                  <a:lnTo>
                    <a:pt x="103" y="432"/>
                  </a:lnTo>
                  <a:lnTo>
                    <a:pt x="112" y="407"/>
                  </a:lnTo>
                  <a:lnTo>
                    <a:pt x="122" y="380"/>
                  </a:lnTo>
                  <a:lnTo>
                    <a:pt x="132" y="353"/>
                  </a:lnTo>
                  <a:lnTo>
                    <a:pt x="143" y="328"/>
                  </a:lnTo>
                  <a:lnTo>
                    <a:pt x="153" y="306"/>
                  </a:lnTo>
                  <a:lnTo>
                    <a:pt x="162" y="288"/>
                  </a:lnTo>
                  <a:lnTo>
                    <a:pt x="169" y="272"/>
                  </a:lnTo>
                  <a:lnTo>
                    <a:pt x="176" y="257"/>
                  </a:lnTo>
                  <a:lnTo>
                    <a:pt x="182" y="243"/>
                  </a:lnTo>
                  <a:lnTo>
                    <a:pt x="188" y="229"/>
                  </a:lnTo>
                  <a:lnTo>
                    <a:pt x="195" y="212"/>
                  </a:lnTo>
                  <a:lnTo>
                    <a:pt x="204" y="192"/>
                  </a:lnTo>
                  <a:lnTo>
                    <a:pt x="213" y="168"/>
                  </a:lnTo>
                  <a:lnTo>
                    <a:pt x="225" y="141"/>
                  </a:lnTo>
                  <a:lnTo>
                    <a:pt x="239" y="110"/>
                  </a:lnTo>
                  <a:lnTo>
                    <a:pt x="249" y="83"/>
                  </a:lnTo>
                  <a:lnTo>
                    <a:pt x="259" y="58"/>
                  </a:lnTo>
                  <a:lnTo>
                    <a:pt x="266" y="38"/>
                  </a:lnTo>
                  <a:lnTo>
                    <a:pt x="274" y="23"/>
                  </a:lnTo>
                  <a:lnTo>
                    <a:pt x="281" y="10"/>
                  </a:lnTo>
                  <a:lnTo>
                    <a:pt x="289"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24" name="Freeform 35">
              <a:extLst>
                <a:ext uri="{FF2B5EF4-FFF2-40B4-BE49-F238E27FC236}">
                  <a16:creationId xmlns:a16="http://schemas.microsoft.com/office/drawing/2014/main" id="{6FA3602E-B8EA-40DE-AD40-9D820CE2E844}"/>
                </a:ext>
              </a:extLst>
            </p:cNvPr>
            <p:cNvSpPr>
              <a:spLocks noEditPoints="1"/>
            </p:cNvSpPr>
            <p:nvPr/>
          </p:nvSpPr>
          <p:spPr bwMode="auto">
            <a:xfrm>
              <a:off x="2797387" y="2829958"/>
              <a:ext cx="2159876" cy="1576552"/>
            </a:xfrm>
            <a:custGeom>
              <a:avLst/>
              <a:gdLst>
                <a:gd name="T0" fmla="*/ 113 w 1912"/>
                <a:gd name="T1" fmla="*/ 113 h 1406"/>
                <a:gd name="T2" fmla="*/ 113 w 1912"/>
                <a:gd name="T3" fmla="*/ 1293 h 1406"/>
                <a:gd name="T4" fmla="*/ 1799 w 1912"/>
                <a:gd name="T5" fmla="*/ 1293 h 1406"/>
                <a:gd name="T6" fmla="*/ 1799 w 1912"/>
                <a:gd name="T7" fmla="*/ 113 h 1406"/>
                <a:gd name="T8" fmla="*/ 113 w 1912"/>
                <a:gd name="T9" fmla="*/ 113 h 1406"/>
                <a:gd name="T10" fmla="*/ 0 w 1912"/>
                <a:gd name="T11" fmla="*/ 0 h 1406"/>
                <a:gd name="T12" fmla="*/ 1912 w 1912"/>
                <a:gd name="T13" fmla="*/ 0 h 1406"/>
                <a:gd name="T14" fmla="*/ 1912 w 1912"/>
                <a:gd name="T15" fmla="*/ 1406 h 1406"/>
                <a:gd name="T16" fmla="*/ 0 w 1912"/>
                <a:gd name="T17" fmla="*/ 1406 h 1406"/>
                <a:gd name="T18" fmla="*/ 0 w 1912"/>
                <a:gd name="T19" fmla="*/ 0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12" h="1406">
                  <a:moveTo>
                    <a:pt x="113" y="113"/>
                  </a:moveTo>
                  <a:lnTo>
                    <a:pt x="113" y="1293"/>
                  </a:lnTo>
                  <a:lnTo>
                    <a:pt x="1799" y="1293"/>
                  </a:lnTo>
                  <a:lnTo>
                    <a:pt x="1799" y="113"/>
                  </a:lnTo>
                  <a:lnTo>
                    <a:pt x="113" y="113"/>
                  </a:lnTo>
                  <a:close/>
                  <a:moveTo>
                    <a:pt x="0" y="0"/>
                  </a:moveTo>
                  <a:lnTo>
                    <a:pt x="1912" y="0"/>
                  </a:lnTo>
                  <a:lnTo>
                    <a:pt x="1912" y="1406"/>
                  </a:lnTo>
                  <a:lnTo>
                    <a:pt x="0" y="1406"/>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565" name="Group 564">
            <a:extLst>
              <a:ext uri="{FF2B5EF4-FFF2-40B4-BE49-F238E27FC236}">
                <a16:creationId xmlns:a16="http://schemas.microsoft.com/office/drawing/2014/main" id="{9D78DEA6-A89F-4128-868F-050393C183D1}"/>
              </a:ext>
            </a:extLst>
          </p:cNvPr>
          <p:cNvGrpSpPr>
            <a:grpSpLocks noChangeAspect="1"/>
          </p:cNvGrpSpPr>
          <p:nvPr/>
        </p:nvGrpSpPr>
        <p:grpSpPr>
          <a:xfrm>
            <a:off x="3787198" y="5232576"/>
            <a:ext cx="542728" cy="411480"/>
            <a:chOff x="5238518" y="2705921"/>
            <a:chExt cx="2412124" cy="1828800"/>
          </a:xfrm>
        </p:grpSpPr>
        <p:sp useBgFill="1">
          <p:nvSpPr>
            <p:cNvPr id="566" name="Freeform 40">
              <a:extLst>
                <a:ext uri="{FF2B5EF4-FFF2-40B4-BE49-F238E27FC236}">
                  <a16:creationId xmlns:a16="http://schemas.microsoft.com/office/drawing/2014/main" id="{19A60DE8-4286-4CB5-9F44-0EF3B4B79144}"/>
                </a:ext>
              </a:extLst>
            </p:cNvPr>
            <p:cNvSpPr>
              <a:spLocks/>
            </p:cNvSpPr>
            <p:nvPr/>
          </p:nvSpPr>
          <p:spPr bwMode="auto">
            <a:xfrm>
              <a:off x="5238518" y="2705921"/>
              <a:ext cx="2412124" cy="1828800"/>
            </a:xfrm>
            <a:custGeom>
              <a:avLst/>
              <a:gdLst>
                <a:gd name="T0" fmla="*/ 112 w 2136"/>
                <a:gd name="T1" fmla="*/ 0 h 1630"/>
                <a:gd name="T2" fmla="*/ 2024 w 2136"/>
                <a:gd name="T3" fmla="*/ 0 h 1630"/>
                <a:gd name="T4" fmla="*/ 2049 w 2136"/>
                <a:gd name="T5" fmla="*/ 2 h 1630"/>
                <a:gd name="T6" fmla="*/ 2074 w 2136"/>
                <a:gd name="T7" fmla="*/ 11 h 1630"/>
                <a:gd name="T8" fmla="*/ 2094 w 2136"/>
                <a:gd name="T9" fmla="*/ 24 h 1630"/>
                <a:gd name="T10" fmla="*/ 2112 w 2136"/>
                <a:gd name="T11" fmla="*/ 41 h 1630"/>
                <a:gd name="T12" fmla="*/ 2124 w 2136"/>
                <a:gd name="T13" fmla="*/ 62 h 1630"/>
                <a:gd name="T14" fmla="*/ 2133 w 2136"/>
                <a:gd name="T15" fmla="*/ 87 h 1630"/>
                <a:gd name="T16" fmla="*/ 2136 w 2136"/>
                <a:gd name="T17" fmla="*/ 112 h 1630"/>
                <a:gd name="T18" fmla="*/ 2136 w 2136"/>
                <a:gd name="T19" fmla="*/ 1518 h 1630"/>
                <a:gd name="T20" fmla="*/ 2133 w 2136"/>
                <a:gd name="T21" fmla="*/ 1543 h 1630"/>
                <a:gd name="T22" fmla="*/ 2124 w 2136"/>
                <a:gd name="T23" fmla="*/ 1568 h 1630"/>
                <a:gd name="T24" fmla="*/ 2112 w 2136"/>
                <a:gd name="T25" fmla="*/ 1588 h 1630"/>
                <a:gd name="T26" fmla="*/ 2094 w 2136"/>
                <a:gd name="T27" fmla="*/ 1606 h 1630"/>
                <a:gd name="T28" fmla="*/ 2074 w 2136"/>
                <a:gd name="T29" fmla="*/ 1618 h 1630"/>
                <a:gd name="T30" fmla="*/ 2049 w 2136"/>
                <a:gd name="T31" fmla="*/ 1627 h 1630"/>
                <a:gd name="T32" fmla="*/ 2024 w 2136"/>
                <a:gd name="T33" fmla="*/ 1630 h 1630"/>
                <a:gd name="T34" fmla="*/ 112 w 2136"/>
                <a:gd name="T35" fmla="*/ 1630 h 1630"/>
                <a:gd name="T36" fmla="*/ 87 w 2136"/>
                <a:gd name="T37" fmla="*/ 1627 h 1630"/>
                <a:gd name="T38" fmla="*/ 62 w 2136"/>
                <a:gd name="T39" fmla="*/ 1618 h 1630"/>
                <a:gd name="T40" fmla="*/ 42 w 2136"/>
                <a:gd name="T41" fmla="*/ 1606 h 1630"/>
                <a:gd name="T42" fmla="*/ 24 w 2136"/>
                <a:gd name="T43" fmla="*/ 1588 h 1630"/>
                <a:gd name="T44" fmla="*/ 12 w 2136"/>
                <a:gd name="T45" fmla="*/ 1568 h 1630"/>
                <a:gd name="T46" fmla="*/ 3 w 2136"/>
                <a:gd name="T47" fmla="*/ 1543 h 1630"/>
                <a:gd name="T48" fmla="*/ 0 w 2136"/>
                <a:gd name="T49" fmla="*/ 1518 h 1630"/>
                <a:gd name="T50" fmla="*/ 0 w 2136"/>
                <a:gd name="T51" fmla="*/ 112 h 1630"/>
                <a:gd name="T52" fmla="*/ 3 w 2136"/>
                <a:gd name="T53" fmla="*/ 87 h 1630"/>
                <a:gd name="T54" fmla="*/ 12 w 2136"/>
                <a:gd name="T55" fmla="*/ 62 h 1630"/>
                <a:gd name="T56" fmla="*/ 24 w 2136"/>
                <a:gd name="T57" fmla="*/ 41 h 1630"/>
                <a:gd name="T58" fmla="*/ 42 w 2136"/>
                <a:gd name="T59" fmla="*/ 24 h 1630"/>
                <a:gd name="T60" fmla="*/ 62 w 2136"/>
                <a:gd name="T61" fmla="*/ 11 h 1630"/>
                <a:gd name="T62" fmla="*/ 87 w 2136"/>
                <a:gd name="T63" fmla="*/ 2 h 1630"/>
                <a:gd name="T64" fmla="*/ 112 w 2136"/>
                <a:gd name="T65"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36" h="1630">
                  <a:moveTo>
                    <a:pt x="112" y="0"/>
                  </a:moveTo>
                  <a:lnTo>
                    <a:pt x="2024" y="0"/>
                  </a:lnTo>
                  <a:lnTo>
                    <a:pt x="2049" y="2"/>
                  </a:lnTo>
                  <a:lnTo>
                    <a:pt x="2074" y="11"/>
                  </a:lnTo>
                  <a:lnTo>
                    <a:pt x="2094" y="24"/>
                  </a:lnTo>
                  <a:lnTo>
                    <a:pt x="2112" y="41"/>
                  </a:lnTo>
                  <a:lnTo>
                    <a:pt x="2124" y="62"/>
                  </a:lnTo>
                  <a:lnTo>
                    <a:pt x="2133" y="87"/>
                  </a:lnTo>
                  <a:lnTo>
                    <a:pt x="2136" y="112"/>
                  </a:lnTo>
                  <a:lnTo>
                    <a:pt x="2136" y="1518"/>
                  </a:lnTo>
                  <a:lnTo>
                    <a:pt x="2133" y="1543"/>
                  </a:lnTo>
                  <a:lnTo>
                    <a:pt x="2124" y="1568"/>
                  </a:lnTo>
                  <a:lnTo>
                    <a:pt x="2112" y="1588"/>
                  </a:lnTo>
                  <a:lnTo>
                    <a:pt x="2094" y="1606"/>
                  </a:lnTo>
                  <a:lnTo>
                    <a:pt x="2074" y="1618"/>
                  </a:lnTo>
                  <a:lnTo>
                    <a:pt x="2049" y="1627"/>
                  </a:lnTo>
                  <a:lnTo>
                    <a:pt x="2024" y="1630"/>
                  </a:lnTo>
                  <a:lnTo>
                    <a:pt x="112" y="1630"/>
                  </a:lnTo>
                  <a:lnTo>
                    <a:pt x="87" y="1627"/>
                  </a:lnTo>
                  <a:lnTo>
                    <a:pt x="62" y="1618"/>
                  </a:lnTo>
                  <a:lnTo>
                    <a:pt x="42" y="1606"/>
                  </a:lnTo>
                  <a:lnTo>
                    <a:pt x="24" y="1588"/>
                  </a:lnTo>
                  <a:lnTo>
                    <a:pt x="12" y="1568"/>
                  </a:lnTo>
                  <a:lnTo>
                    <a:pt x="3" y="1543"/>
                  </a:lnTo>
                  <a:lnTo>
                    <a:pt x="0" y="1518"/>
                  </a:lnTo>
                  <a:lnTo>
                    <a:pt x="0" y="112"/>
                  </a:lnTo>
                  <a:lnTo>
                    <a:pt x="3" y="87"/>
                  </a:lnTo>
                  <a:lnTo>
                    <a:pt x="12" y="62"/>
                  </a:lnTo>
                  <a:lnTo>
                    <a:pt x="24" y="41"/>
                  </a:lnTo>
                  <a:lnTo>
                    <a:pt x="42" y="24"/>
                  </a:lnTo>
                  <a:lnTo>
                    <a:pt x="62" y="11"/>
                  </a:lnTo>
                  <a:lnTo>
                    <a:pt x="87" y="2"/>
                  </a:lnTo>
                  <a:lnTo>
                    <a:pt x="112"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67" name="Rectangle 41">
              <a:extLst>
                <a:ext uri="{FF2B5EF4-FFF2-40B4-BE49-F238E27FC236}">
                  <a16:creationId xmlns:a16="http://schemas.microsoft.com/office/drawing/2014/main" id="{CFEDFB88-9174-4F73-BBCD-BBFF20CEA49A}"/>
                </a:ext>
              </a:extLst>
            </p:cNvPr>
            <p:cNvSpPr>
              <a:spLocks noChangeArrowheads="1"/>
            </p:cNvSpPr>
            <p:nvPr/>
          </p:nvSpPr>
          <p:spPr bwMode="auto">
            <a:xfrm>
              <a:off x="5624773" y="3084291"/>
              <a:ext cx="1639614" cy="1072055"/>
            </a:xfrm>
            <a:prstGeom prst="rect">
              <a:avLst/>
            </a:prstGeom>
            <a:solidFill>
              <a:srgbClr val="007AC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68" name="Freeform 42">
              <a:extLst>
                <a:ext uri="{FF2B5EF4-FFF2-40B4-BE49-F238E27FC236}">
                  <a16:creationId xmlns:a16="http://schemas.microsoft.com/office/drawing/2014/main" id="{52FC9A17-AF00-4740-A13B-D5B014201641}"/>
                </a:ext>
              </a:extLst>
            </p:cNvPr>
            <p:cNvSpPr>
              <a:spLocks/>
            </p:cNvSpPr>
            <p:nvPr/>
          </p:nvSpPr>
          <p:spPr bwMode="auto">
            <a:xfrm>
              <a:off x="5624773" y="3297126"/>
              <a:ext cx="1639614" cy="859220"/>
            </a:xfrm>
            <a:custGeom>
              <a:avLst/>
              <a:gdLst>
                <a:gd name="T0" fmla="*/ 1251 w 1462"/>
                <a:gd name="T1" fmla="*/ 0 h 766"/>
                <a:gd name="T2" fmla="*/ 1294 w 1462"/>
                <a:gd name="T3" fmla="*/ 1 h 766"/>
                <a:gd name="T4" fmla="*/ 1338 w 1462"/>
                <a:gd name="T5" fmla="*/ 3 h 766"/>
                <a:gd name="T6" fmla="*/ 1371 w 1462"/>
                <a:gd name="T7" fmla="*/ 5 h 766"/>
                <a:gd name="T8" fmla="*/ 1441 w 1462"/>
                <a:gd name="T9" fmla="*/ 13 h 766"/>
                <a:gd name="T10" fmla="*/ 1447 w 1462"/>
                <a:gd name="T11" fmla="*/ 14 h 766"/>
                <a:gd name="T12" fmla="*/ 1455 w 1462"/>
                <a:gd name="T13" fmla="*/ 14 h 766"/>
                <a:gd name="T14" fmla="*/ 1455 w 1462"/>
                <a:gd name="T15" fmla="*/ 14 h 766"/>
                <a:gd name="T16" fmla="*/ 1462 w 1462"/>
                <a:gd name="T17" fmla="*/ 15 h 766"/>
                <a:gd name="T18" fmla="*/ 1462 w 1462"/>
                <a:gd name="T19" fmla="*/ 766 h 766"/>
                <a:gd name="T20" fmla="*/ 0 w 1462"/>
                <a:gd name="T21" fmla="*/ 766 h 766"/>
                <a:gd name="T22" fmla="*/ 0 w 1462"/>
                <a:gd name="T23" fmla="*/ 645 h 766"/>
                <a:gd name="T24" fmla="*/ 58 w 1462"/>
                <a:gd name="T25" fmla="*/ 568 h 766"/>
                <a:gd name="T26" fmla="*/ 120 w 1462"/>
                <a:gd name="T27" fmla="*/ 497 h 766"/>
                <a:gd name="T28" fmla="*/ 187 w 1462"/>
                <a:gd name="T29" fmla="*/ 429 h 766"/>
                <a:gd name="T30" fmla="*/ 258 w 1462"/>
                <a:gd name="T31" fmla="*/ 366 h 766"/>
                <a:gd name="T32" fmla="*/ 332 w 1462"/>
                <a:gd name="T33" fmla="*/ 306 h 766"/>
                <a:gd name="T34" fmla="*/ 410 w 1462"/>
                <a:gd name="T35" fmla="*/ 252 h 766"/>
                <a:gd name="T36" fmla="*/ 491 w 1462"/>
                <a:gd name="T37" fmla="*/ 202 h 766"/>
                <a:gd name="T38" fmla="*/ 576 w 1462"/>
                <a:gd name="T39" fmla="*/ 156 h 766"/>
                <a:gd name="T40" fmla="*/ 663 w 1462"/>
                <a:gd name="T41" fmla="*/ 117 h 766"/>
                <a:gd name="T42" fmla="*/ 754 w 1462"/>
                <a:gd name="T43" fmla="*/ 83 h 766"/>
                <a:gd name="T44" fmla="*/ 847 w 1462"/>
                <a:gd name="T45" fmla="*/ 54 h 766"/>
                <a:gd name="T46" fmla="*/ 942 w 1462"/>
                <a:gd name="T47" fmla="*/ 32 h 766"/>
                <a:gd name="T48" fmla="*/ 1041 w 1462"/>
                <a:gd name="T49" fmla="*/ 15 h 766"/>
                <a:gd name="T50" fmla="*/ 1041 w 1462"/>
                <a:gd name="T51" fmla="*/ 15 h 766"/>
                <a:gd name="T52" fmla="*/ 1091 w 1462"/>
                <a:gd name="T53" fmla="*/ 9 h 766"/>
                <a:gd name="T54" fmla="*/ 1141 w 1462"/>
                <a:gd name="T55" fmla="*/ 4 h 766"/>
                <a:gd name="T56" fmla="*/ 1145 w 1462"/>
                <a:gd name="T57" fmla="*/ 4 h 766"/>
                <a:gd name="T58" fmla="*/ 1198 w 1462"/>
                <a:gd name="T59" fmla="*/ 1 h 766"/>
                <a:gd name="T60" fmla="*/ 1251 w 1462"/>
                <a:gd name="T61" fmla="*/ 0 h 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462" h="766">
                  <a:moveTo>
                    <a:pt x="1251" y="0"/>
                  </a:moveTo>
                  <a:lnTo>
                    <a:pt x="1294" y="1"/>
                  </a:lnTo>
                  <a:lnTo>
                    <a:pt x="1338" y="3"/>
                  </a:lnTo>
                  <a:lnTo>
                    <a:pt x="1371" y="5"/>
                  </a:lnTo>
                  <a:lnTo>
                    <a:pt x="1441" y="13"/>
                  </a:lnTo>
                  <a:lnTo>
                    <a:pt x="1447" y="14"/>
                  </a:lnTo>
                  <a:lnTo>
                    <a:pt x="1455" y="14"/>
                  </a:lnTo>
                  <a:lnTo>
                    <a:pt x="1455" y="14"/>
                  </a:lnTo>
                  <a:lnTo>
                    <a:pt x="1462" y="15"/>
                  </a:lnTo>
                  <a:lnTo>
                    <a:pt x="1462" y="766"/>
                  </a:lnTo>
                  <a:lnTo>
                    <a:pt x="0" y="766"/>
                  </a:lnTo>
                  <a:lnTo>
                    <a:pt x="0" y="645"/>
                  </a:lnTo>
                  <a:lnTo>
                    <a:pt x="58" y="568"/>
                  </a:lnTo>
                  <a:lnTo>
                    <a:pt x="120" y="497"/>
                  </a:lnTo>
                  <a:lnTo>
                    <a:pt x="187" y="429"/>
                  </a:lnTo>
                  <a:lnTo>
                    <a:pt x="258" y="366"/>
                  </a:lnTo>
                  <a:lnTo>
                    <a:pt x="332" y="306"/>
                  </a:lnTo>
                  <a:lnTo>
                    <a:pt x="410" y="252"/>
                  </a:lnTo>
                  <a:lnTo>
                    <a:pt x="491" y="202"/>
                  </a:lnTo>
                  <a:lnTo>
                    <a:pt x="576" y="156"/>
                  </a:lnTo>
                  <a:lnTo>
                    <a:pt x="663" y="117"/>
                  </a:lnTo>
                  <a:lnTo>
                    <a:pt x="754" y="83"/>
                  </a:lnTo>
                  <a:lnTo>
                    <a:pt x="847" y="54"/>
                  </a:lnTo>
                  <a:lnTo>
                    <a:pt x="942" y="32"/>
                  </a:lnTo>
                  <a:lnTo>
                    <a:pt x="1041" y="15"/>
                  </a:lnTo>
                  <a:lnTo>
                    <a:pt x="1041" y="15"/>
                  </a:lnTo>
                  <a:lnTo>
                    <a:pt x="1091" y="9"/>
                  </a:lnTo>
                  <a:lnTo>
                    <a:pt x="1141" y="4"/>
                  </a:lnTo>
                  <a:lnTo>
                    <a:pt x="1145" y="4"/>
                  </a:lnTo>
                  <a:lnTo>
                    <a:pt x="1198" y="1"/>
                  </a:lnTo>
                  <a:lnTo>
                    <a:pt x="1251" y="0"/>
                  </a:lnTo>
                  <a:close/>
                </a:path>
              </a:pathLst>
            </a:custGeom>
            <a:solidFill>
              <a:srgbClr val="94E6E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69" name="Freeform 43">
              <a:extLst>
                <a:ext uri="{FF2B5EF4-FFF2-40B4-BE49-F238E27FC236}">
                  <a16:creationId xmlns:a16="http://schemas.microsoft.com/office/drawing/2014/main" id="{507F217F-1420-4714-9338-998BE728C80E}"/>
                </a:ext>
              </a:extLst>
            </p:cNvPr>
            <p:cNvSpPr>
              <a:spLocks/>
            </p:cNvSpPr>
            <p:nvPr/>
          </p:nvSpPr>
          <p:spPr bwMode="auto">
            <a:xfrm>
              <a:off x="5624773" y="3297126"/>
              <a:ext cx="1639614" cy="859220"/>
            </a:xfrm>
            <a:custGeom>
              <a:avLst/>
              <a:gdLst>
                <a:gd name="T0" fmla="*/ 1251 w 1462"/>
                <a:gd name="T1" fmla="*/ 0 h 766"/>
                <a:gd name="T2" fmla="*/ 1322 w 1462"/>
                <a:gd name="T3" fmla="*/ 2 h 766"/>
                <a:gd name="T4" fmla="*/ 1393 w 1462"/>
                <a:gd name="T5" fmla="*/ 8 h 766"/>
                <a:gd name="T6" fmla="*/ 1462 w 1462"/>
                <a:gd name="T7" fmla="*/ 15 h 766"/>
                <a:gd name="T8" fmla="*/ 1462 w 1462"/>
                <a:gd name="T9" fmla="*/ 766 h 766"/>
                <a:gd name="T10" fmla="*/ 0 w 1462"/>
                <a:gd name="T11" fmla="*/ 766 h 766"/>
                <a:gd name="T12" fmla="*/ 0 w 1462"/>
                <a:gd name="T13" fmla="*/ 698 h 766"/>
                <a:gd name="T14" fmla="*/ 24 w 1462"/>
                <a:gd name="T15" fmla="*/ 689 h 766"/>
                <a:gd name="T16" fmla="*/ 50 w 1462"/>
                <a:gd name="T17" fmla="*/ 684 h 766"/>
                <a:gd name="T18" fmla="*/ 76 w 1462"/>
                <a:gd name="T19" fmla="*/ 677 h 766"/>
                <a:gd name="T20" fmla="*/ 104 w 1462"/>
                <a:gd name="T21" fmla="*/ 672 h 766"/>
                <a:gd name="T22" fmla="*/ 131 w 1462"/>
                <a:gd name="T23" fmla="*/ 666 h 766"/>
                <a:gd name="T24" fmla="*/ 158 w 1462"/>
                <a:gd name="T25" fmla="*/ 656 h 766"/>
                <a:gd name="T26" fmla="*/ 188 w 1462"/>
                <a:gd name="T27" fmla="*/ 642 h 766"/>
                <a:gd name="T28" fmla="*/ 217 w 1462"/>
                <a:gd name="T29" fmla="*/ 624 h 766"/>
                <a:gd name="T30" fmla="*/ 247 w 1462"/>
                <a:gd name="T31" fmla="*/ 600 h 766"/>
                <a:gd name="T32" fmla="*/ 277 w 1462"/>
                <a:gd name="T33" fmla="*/ 570 h 766"/>
                <a:gd name="T34" fmla="*/ 305 w 1462"/>
                <a:gd name="T35" fmla="*/ 537 h 766"/>
                <a:gd name="T36" fmla="*/ 332 w 1462"/>
                <a:gd name="T37" fmla="*/ 503 h 766"/>
                <a:gd name="T38" fmla="*/ 359 w 1462"/>
                <a:gd name="T39" fmla="*/ 468 h 766"/>
                <a:gd name="T40" fmla="*/ 386 w 1462"/>
                <a:gd name="T41" fmla="*/ 432 h 766"/>
                <a:gd name="T42" fmla="*/ 414 w 1462"/>
                <a:gd name="T43" fmla="*/ 396 h 766"/>
                <a:gd name="T44" fmla="*/ 444 w 1462"/>
                <a:gd name="T45" fmla="*/ 360 h 766"/>
                <a:gd name="T46" fmla="*/ 476 w 1462"/>
                <a:gd name="T47" fmla="*/ 327 h 766"/>
                <a:gd name="T48" fmla="*/ 512 w 1462"/>
                <a:gd name="T49" fmla="*/ 294 h 766"/>
                <a:gd name="T50" fmla="*/ 551 w 1462"/>
                <a:gd name="T51" fmla="*/ 264 h 766"/>
                <a:gd name="T52" fmla="*/ 579 w 1462"/>
                <a:gd name="T53" fmla="*/ 248 h 766"/>
                <a:gd name="T54" fmla="*/ 610 w 1462"/>
                <a:gd name="T55" fmla="*/ 238 h 766"/>
                <a:gd name="T56" fmla="*/ 640 w 1462"/>
                <a:gd name="T57" fmla="*/ 230 h 766"/>
                <a:gd name="T58" fmla="*/ 673 w 1462"/>
                <a:gd name="T59" fmla="*/ 225 h 766"/>
                <a:gd name="T60" fmla="*/ 706 w 1462"/>
                <a:gd name="T61" fmla="*/ 221 h 766"/>
                <a:gd name="T62" fmla="*/ 738 w 1462"/>
                <a:gd name="T63" fmla="*/ 217 h 766"/>
                <a:gd name="T64" fmla="*/ 771 w 1462"/>
                <a:gd name="T65" fmla="*/ 212 h 766"/>
                <a:gd name="T66" fmla="*/ 802 w 1462"/>
                <a:gd name="T67" fmla="*/ 205 h 766"/>
                <a:gd name="T68" fmla="*/ 831 w 1462"/>
                <a:gd name="T69" fmla="*/ 195 h 766"/>
                <a:gd name="T70" fmla="*/ 859 w 1462"/>
                <a:gd name="T71" fmla="*/ 180 h 766"/>
                <a:gd name="T72" fmla="*/ 882 w 1462"/>
                <a:gd name="T73" fmla="*/ 162 h 766"/>
                <a:gd name="T74" fmla="*/ 905 w 1462"/>
                <a:gd name="T75" fmla="*/ 140 h 766"/>
                <a:gd name="T76" fmla="*/ 926 w 1462"/>
                <a:gd name="T77" fmla="*/ 117 h 766"/>
                <a:gd name="T78" fmla="*/ 948 w 1462"/>
                <a:gd name="T79" fmla="*/ 93 h 766"/>
                <a:gd name="T80" fmla="*/ 968 w 1462"/>
                <a:gd name="T81" fmla="*/ 71 h 766"/>
                <a:gd name="T82" fmla="*/ 988 w 1462"/>
                <a:gd name="T83" fmla="*/ 51 h 766"/>
                <a:gd name="T84" fmla="*/ 1008 w 1462"/>
                <a:gd name="T85" fmla="*/ 33 h 766"/>
                <a:gd name="T86" fmla="*/ 1029 w 1462"/>
                <a:gd name="T87" fmla="*/ 21 h 766"/>
                <a:gd name="T88" fmla="*/ 1041 w 1462"/>
                <a:gd name="T89" fmla="*/ 15 h 766"/>
                <a:gd name="T90" fmla="*/ 1110 w 1462"/>
                <a:gd name="T91" fmla="*/ 8 h 766"/>
                <a:gd name="T92" fmla="*/ 1180 w 1462"/>
                <a:gd name="T93" fmla="*/ 2 h 766"/>
                <a:gd name="T94" fmla="*/ 1251 w 1462"/>
                <a:gd name="T95" fmla="*/ 0 h 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62" h="766">
                  <a:moveTo>
                    <a:pt x="1251" y="0"/>
                  </a:moveTo>
                  <a:lnTo>
                    <a:pt x="1322" y="2"/>
                  </a:lnTo>
                  <a:lnTo>
                    <a:pt x="1393" y="8"/>
                  </a:lnTo>
                  <a:lnTo>
                    <a:pt x="1462" y="15"/>
                  </a:lnTo>
                  <a:lnTo>
                    <a:pt x="1462" y="766"/>
                  </a:lnTo>
                  <a:lnTo>
                    <a:pt x="0" y="766"/>
                  </a:lnTo>
                  <a:lnTo>
                    <a:pt x="0" y="698"/>
                  </a:lnTo>
                  <a:lnTo>
                    <a:pt x="24" y="689"/>
                  </a:lnTo>
                  <a:lnTo>
                    <a:pt x="50" y="684"/>
                  </a:lnTo>
                  <a:lnTo>
                    <a:pt x="76" y="677"/>
                  </a:lnTo>
                  <a:lnTo>
                    <a:pt x="104" y="672"/>
                  </a:lnTo>
                  <a:lnTo>
                    <a:pt x="131" y="666"/>
                  </a:lnTo>
                  <a:lnTo>
                    <a:pt x="158" y="656"/>
                  </a:lnTo>
                  <a:lnTo>
                    <a:pt x="188" y="642"/>
                  </a:lnTo>
                  <a:lnTo>
                    <a:pt x="217" y="624"/>
                  </a:lnTo>
                  <a:lnTo>
                    <a:pt x="247" y="600"/>
                  </a:lnTo>
                  <a:lnTo>
                    <a:pt x="277" y="570"/>
                  </a:lnTo>
                  <a:lnTo>
                    <a:pt x="305" y="537"/>
                  </a:lnTo>
                  <a:lnTo>
                    <a:pt x="332" y="503"/>
                  </a:lnTo>
                  <a:lnTo>
                    <a:pt x="359" y="468"/>
                  </a:lnTo>
                  <a:lnTo>
                    <a:pt x="386" y="432"/>
                  </a:lnTo>
                  <a:lnTo>
                    <a:pt x="414" y="396"/>
                  </a:lnTo>
                  <a:lnTo>
                    <a:pt x="444" y="360"/>
                  </a:lnTo>
                  <a:lnTo>
                    <a:pt x="476" y="327"/>
                  </a:lnTo>
                  <a:lnTo>
                    <a:pt x="512" y="294"/>
                  </a:lnTo>
                  <a:lnTo>
                    <a:pt x="551" y="264"/>
                  </a:lnTo>
                  <a:lnTo>
                    <a:pt x="579" y="248"/>
                  </a:lnTo>
                  <a:lnTo>
                    <a:pt x="610" y="238"/>
                  </a:lnTo>
                  <a:lnTo>
                    <a:pt x="640" y="230"/>
                  </a:lnTo>
                  <a:lnTo>
                    <a:pt x="673" y="225"/>
                  </a:lnTo>
                  <a:lnTo>
                    <a:pt x="706" y="221"/>
                  </a:lnTo>
                  <a:lnTo>
                    <a:pt x="738" y="217"/>
                  </a:lnTo>
                  <a:lnTo>
                    <a:pt x="771" y="212"/>
                  </a:lnTo>
                  <a:lnTo>
                    <a:pt x="802" y="205"/>
                  </a:lnTo>
                  <a:lnTo>
                    <a:pt x="831" y="195"/>
                  </a:lnTo>
                  <a:lnTo>
                    <a:pt x="859" y="180"/>
                  </a:lnTo>
                  <a:lnTo>
                    <a:pt x="882" y="162"/>
                  </a:lnTo>
                  <a:lnTo>
                    <a:pt x="905" y="140"/>
                  </a:lnTo>
                  <a:lnTo>
                    <a:pt x="926" y="117"/>
                  </a:lnTo>
                  <a:lnTo>
                    <a:pt x="948" y="93"/>
                  </a:lnTo>
                  <a:lnTo>
                    <a:pt x="968" y="71"/>
                  </a:lnTo>
                  <a:lnTo>
                    <a:pt x="988" y="51"/>
                  </a:lnTo>
                  <a:lnTo>
                    <a:pt x="1008" y="33"/>
                  </a:lnTo>
                  <a:lnTo>
                    <a:pt x="1029" y="21"/>
                  </a:lnTo>
                  <a:lnTo>
                    <a:pt x="1041" y="15"/>
                  </a:lnTo>
                  <a:lnTo>
                    <a:pt x="1110" y="8"/>
                  </a:lnTo>
                  <a:lnTo>
                    <a:pt x="1180" y="2"/>
                  </a:lnTo>
                  <a:lnTo>
                    <a:pt x="1251" y="0"/>
                  </a:lnTo>
                  <a:close/>
                </a:path>
              </a:pathLst>
            </a:custGeom>
            <a:solidFill>
              <a:srgbClr val="92D05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70" name="Freeform 44">
              <a:extLst>
                <a:ext uri="{FF2B5EF4-FFF2-40B4-BE49-F238E27FC236}">
                  <a16:creationId xmlns:a16="http://schemas.microsoft.com/office/drawing/2014/main" id="{DB47A0A9-4C76-4639-9E79-FB32FDF4F1B5}"/>
                </a:ext>
              </a:extLst>
            </p:cNvPr>
            <p:cNvSpPr>
              <a:spLocks/>
            </p:cNvSpPr>
            <p:nvPr/>
          </p:nvSpPr>
          <p:spPr bwMode="auto">
            <a:xfrm>
              <a:off x="6318458" y="3872571"/>
              <a:ext cx="945930" cy="283780"/>
            </a:xfrm>
            <a:custGeom>
              <a:avLst/>
              <a:gdLst>
                <a:gd name="T0" fmla="*/ 844 w 844"/>
                <a:gd name="T1" fmla="*/ 0 h 252"/>
                <a:gd name="T2" fmla="*/ 844 w 844"/>
                <a:gd name="T3" fmla="*/ 252 h 252"/>
                <a:gd name="T4" fmla="*/ 0 w 844"/>
                <a:gd name="T5" fmla="*/ 252 h 252"/>
                <a:gd name="T6" fmla="*/ 2 w 844"/>
                <a:gd name="T7" fmla="*/ 250 h 252"/>
                <a:gd name="T8" fmla="*/ 8 w 844"/>
                <a:gd name="T9" fmla="*/ 246 h 252"/>
                <a:gd name="T10" fmla="*/ 18 w 844"/>
                <a:gd name="T11" fmla="*/ 238 h 252"/>
                <a:gd name="T12" fmla="*/ 31 w 844"/>
                <a:gd name="T13" fmla="*/ 229 h 252"/>
                <a:gd name="T14" fmla="*/ 46 w 844"/>
                <a:gd name="T15" fmla="*/ 217 h 252"/>
                <a:gd name="T16" fmla="*/ 64 w 844"/>
                <a:gd name="T17" fmla="*/ 204 h 252"/>
                <a:gd name="T18" fmla="*/ 86 w 844"/>
                <a:gd name="T19" fmla="*/ 191 h 252"/>
                <a:gd name="T20" fmla="*/ 108 w 844"/>
                <a:gd name="T21" fmla="*/ 176 h 252"/>
                <a:gd name="T22" fmla="*/ 131 w 844"/>
                <a:gd name="T23" fmla="*/ 161 h 252"/>
                <a:gd name="T24" fmla="*/ 155 w 844"/>
                <a:gd name="T25" fmla="*/ 145 h 252"/>
                <a:gd name="T26" fmla="*/ 181 w 844"/>
                <a:gd name="T27" fmla="*/ 131 h 252"/>
                <a:gd name="T28" fmla="*/ 206 w 844"/>
                <a:gd name="T29" fmla="*/ 117 h 252"/>
                <a:gd name="T30" fmla="*/ 232 w 844"/>
                <a:gd name="T31" fmla="*/ 104 h 252"/>
                <a:gd name="T32" fmla="*/ 257 w 844"/>
                <a:gd name="T33" fmla="*/ 93 h 252"/>
                <a:gd name="T34" fmla="*/ 281 w 844"/>
                <a:gd name="T35" fmla="*/ 83 h 252"/>
                <a:gd name="T36" fmla="*/ 304 w 844"/>
                <a:gd name="T37" fmla="*/ 76 h 252"/>
                <a:gd name="T38" fmla="*/ 325 w 844"/>
                <a:gd name="T39" fmla="*/ 70 h 252"/>
                <a:gd name="T40" fmla="*/ 373 w 844"/>
                <a:gd name="T41" fmla="*/ 66 h 252"/>
                <a:gd name="T42" fmla="*/ 418 w 844"/>
                <a:gd name="T43" fmla="*/ 65 h 252"/>
                <a:gd name="T44" fmla="*/ 461 w 844"/>
                <a:gd name="T45" fmla="*/ 67 h 252"/>
                <a:gd name="T46" fmla="*/ 498 w 844"/>
                <a:gd name="T47" fmla="*/ 71 h 252"/>
                <a:gd name="T48" fmla="*/ 515 w 844"/>
                <a:gd name="T49" fmla="*/ 67 h 252"/>
                <a:gd name="T50" fmla="*/ 533 w 844"/>
                <a:gd name="T51" fmla="*/ 66 h 252"/>
                <a:gd name="T52" fmla="*/ 551 w 844"/>
                <a:gd name="T53" fmla="*/ 66 h 252"/>
                <a:gd name="T54" fmla="*/ 567 w 844"/>
                <a:gd name="T55" fmla="*/ 68 h 252"/>
                <a:gd name="T56" fmla="*/ 582 w 844"/>
                <a:gd name="T57" fmla="*/ 70 h 252"/>
                <a:gd name="T58" fmla="*/ 596 w 844"/>
                <a:gd name="T59" fmla="*/ 72 h 252"/>
                <a:gd name="T60" fmla="*/ 609 w 844"/>
                <a:gd name="T61" fmla="*/ 73 h 252"/>
                <a:gd name="T62" fmla="*/ 623 w 844"/>
                <a:gd name="T63" fmla="*/ 75 h 252"/>
                <a:gd name="T64" fmla="*/ 638 w 844"/>
                <a:gd name="T65" fmla="*/ 73 h 252"/>
                <a:gd name="T66" fmla="*/ 653 w 844"/>
                <a:gd name="T67" fmla="*/ 71 h 252"/>
                <a:gd name="T68" fmla="*/ 670 w 844"/>
                <a:gd name="T69" fmla="*/ 67 h 252"/>
                <a:gd name="T70" fmla="*/ 688 w 844"/>
                <a:gd name="T71" fmla="*/ 60 h 252"/>
                <a:gd name="T72" fmla="*/ 708 w 844"/>
                <a:gd name="T73" fmla="*/ 49 h 252"/>
                <a:gd name="T74" fmla="*/ 731 w 844"/>
                <a:gd name="T75" fmla="*/ 35 h 252"/>
                <a:gd name="T76" fmla="*/ 756 w 844"/>
                <a:gd name="T77" fmla="*/ 19 h 252"/>
                <a:gd name="T78" fmla="*/ 768 w 844"/>
                <a:gd name="T79" fmla="*/ 11 h 252"/>
                <a:gd name="T80" fmla="*/ 784 w 844"/>
                <a:gd name="T81" fmla="*/ 7 h 252"/>
                <a:gd name="T82" fmla="*/ 801 w 844"/>
                <a:gd name="T83" fmla="*/ 4 h 252"/>
                <a:gd name="T84" fmla="*/ 817 w 844"/>
                <a:gd name="T85" fmla="*/ 2 h 252"/>
                <a:gd name="T86" fmla="*/ 830 w 844"/>
                <a:gd name="T87" fmla="*/ 1 h 252"/>
                <a:gd name="T88" fmla="*/ 840 w 844"/>
                <a:gd name="T89" fmla="*/ 0 h 252"/>
                <a:gd name="T90" fmla="*/ 844 w 844"/>
                <a:gd name="T91"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44" h="252">
                  <a:moveTo>
                    <a:pt x="844" y="0"/>
                  </a:moveTo>
                  <a:lnTo>
                    <a:pt x="844" y="252"/>
                  </a:lnTo>
                  <a:lnTo>
                    <a:pt x="0" y="252"/>
                  </a:lnTo>
                  <a:lnTo>
                    <a:pt x="2" y="250"/>
                  </a:lnTo>
                  <a:lnTo>
                    <a:pt x="8" y="246"/>
                  </a:lnTo>
                  <a:lnTo>
                    <a:pt x="18" y="238"/>
                  </a:lnTo>
                  <a:lnTo>
                    <a:pt x="31" y="229"/>
                  </a:lnTo>
                  <a:lnTo>
                    <a:pt x="46" y="217"/>
                  </a:lnTo>
                  <a:lnTo>
                    <a:pt x="64" y="204"/>
                  </a:lnTo>
                  <a:lnTo>
                    <a:pt x="86" y="191"/>
                  </a:lnTo>
                  <a:lnTo>
                    <a:pt x="108" y="176"/>
                  </a:lnTo>
                  <a:lnTo>
                    <a:pt x="131" y="161"/>
                  </a:lnTo>
                  <a:lnTo>
                    <a:pt x="155" y="145"/>
                  </a:lnTo>
                  <a:lnTo>
                    <a:pt x="181" y="131"/>
                  </a:lnTo>
                  <a:lnTo>
                    <a:pt x="206" y="117"/>
                  </a:lnTo>
                  <a:lnTo>
                    <a:pt x="232" y="104"/>
                  </a:lnTo>
                  <a:lnTo>
                    <a:pt x="257" y="93"/>
                  </a:lnTo>
                  <a:lnTo>
                    <a:pt x="281" y="83"/>
                  </a:lnTo>
                  <a:lnTo>
                    <a:pt x="304" y="76"/>
                  </a:lnTo>
                  <a:lnTo>
                    <a:pt x="325" y="70"/>
                  </a:lnTo>
                  <a:lnTo>
                    <a:pt x="373" y="66"/>
                  </a:lnTo>
                  <a:lnTo>
                    <a:pt x="418" y="65"/>
                  </a:lnTo>
                  <a:lnTo>
                    <a:pt x="461" y="67"/>
                  </a:lnTo>
                  <a:lnTo>
                    <a:pt x="498" y="71"/>
                  </a:lnTo>
                  <a:lnTo>
                    <a:pt x="515" y="67"/>
                  </a:lnTo>
                  <a:lnTo>
                    <a:pt x="533" y="66"/>
                  </a:lnTo>
                  <a:lnTo>
                    <a:pt x="551" y="66"/>
                  </a:lnTo>
                  <a:lnTo>
                    <a:pt x="567" y="68"/>
                  </a:lnTo>
                  <a:lnTo>
                    <a:pt x="582" y="70"/>
                  </a:lnTo>
                  <a:lnTo>
                    <a:pt x="596" y="72"/>
                  </a:lnTo>
                  <a:lnTo>
                    <a:pt x="609" y="73"/>
                  </a:lnTo>
                  <a:lnTo>
                    <a:pt x="623" y="75"/>
                  </a:lnTo>
                  <a:lnTo>
                    <a:pt x="638" y="73"/>
                  </a:lnTo>
                  <a:lnTo>
                    <a:pt x="653" y="71"/>
                  </a:lnTo>
                  <a:lnTo>
                    <a:pt x="670" y="67"/>
                  </a:lnTo>
                  <a:lnTo>
                    <a:pt x="688" y="60"/>
                  </a:lnTo>
                  <a:lnTo>
                    <a:pt x="708" y="49"/>
                  </a:lnTo>
                  <a:lnTo>
                    <a:pt x="731" y="35"/>
                  </a:lnTo>
                  <a:lnTo>
                    <a:pt x="756" y="19"/>
                  </a:lnTo>
                  <a:lnTo>
                    <a:pt x="768" y="11"/>
                  </a:lnTo>
                  <a:lnTo>
                    <a:pt x="784" y="7"/>
                  </a:lnTo>
                  <a:lnTo>
                    <a:pt x="801" y="4"/>
                  </a:lnTo>
                  <a:lnTo>
                    <a:pt x="817" y="2"/>
                  </a:lnTo>
                  <a:lnTo>
                    <a:pt x="830" y="1"/>
                  </a:lnTo>
                  <a:lnTo>
                    <a:pt x="840" y="0"/>
                  </a:lnTo>
                  <a:lnTo>
                    <a:pt x="844"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71" name="Freeform 45">
              <a:extLst>
                <a:ext uri="{FF2B5EF4-FFF2-40B4-BE49-F238E27FC236}">
                  <a16:creationId xmlns:a16="http://schemas.microsoft.com/office/drawing/2014/main" id="{B387C111-9476-4FD6-A01E-372677686AEF}"/>
                </a:ext>
              </a:extLst>
            </p:cNvPr>
            <p:cNvSpPr>
              <a:spLocks/>
            </p:cNvSpPr>
            <p:nvPr/>
          </p:nvSpPr>
          <p:spPr bwMode="auto">
            <a:xfrm>
              <a:off x="5790313" y="3604556"/>
              <a:ext cx="1474074" cy="551795"/>
            </a:xfrm>
            <a:custGeom>
              <a:avLst/>
              <a:gdLst>
                <a:gd name="T0" fmla="*/ 1212 w 1311"/>
                <a:gd name="T1" fmla="*/ 1 h 489"/>
                <a:gd name="T2" fmla="*/ 1260 w 1311"/>
                <a:gd name="T3" fmla="*/ 4 h 489"/>
                <a:gd name="T4" fmla="*/ 1297 w 1311"/>
                <a:gd name="T5" fmla="*/ 7 h 489"/>
                <a:gd name="T6" fmla="*/ 1311 w 1311"/>
                <a:gd name="T7" fmla="*/ 332 h 489"/>
                <a:gd name="T8" fmla="*/ 1303 w 1311"/>
                <a:gd name="T9" fmla="*/ 335 h 489"/>
                <a:gd name="T10" fmla="*/ 1279 w 1311"/>
                <a:gd name="T11" fmla="*/ 341 h 489"/>
                <a:gd name="T12" fmla="*/ 1248 w 1311"/>
                <a:gd name="T13" fmla="*/ 343 h 489"/>
                <a:gd name="T14" fmla="*/ 1212 w 1311"/>
                <a:gd name="T15" fmla="*/ 336 h 489"/>
                <a:gd name="T16" fmla="*/ 1168 w 1311"/>
                <a:gd name="T17" fmla="*/ 323 h 489"/>
                <a:gd name="T18" fmla="*/ 1117 w 1311"/>
                <a:gd name="T19" fmla="*/ 309 h 489"/>
                <a:gd name="T20" fmla="*/ 1109 w 1311"/>
                <a:gd name="T21" fmla="*/ 319 h 489"/>
                <a:gd name="T22" fmla="*/ 1098 w 1311"/>
                <a:gd name="T23" fmla="*/ 317 h 489"/>
                <a:gd name="T24" fmla="*/ 1072 w 1311"/>
                <a:gd name="T25" fmla="*/ 307 h 489"/>
                <a:gd name="T26" fmla="*/ 1033 w 1311"/>
                <a:gd name="T27" fmla="*/ 298 h 489"/>
                <a:gd name="T28" fmla="*/ 991 w 1311"/>
                <a:gd name="T29" fmla="*/ 290 h 489"/>
                <a:gd name="T30" fmla="*/ 953 w 1311"/>
                <a:gd name="T31" fmla="*/ 284 h 489"/>
                <a:gd name="T32" fmla="*/ 929 w 1311"/>
                <a:gd name="T33" fmla="*/ 281 h 489"/>
                <a:gd name="T34" fmla="*/ 919 w 1311"/>
                <a:gd name="T35" fmla="*/ 281 h 489"/>
                <a:gd name="T36" fmla="*/ 895 w 1311"/>
                <a:gd name="T37" fmla="*/ 284 h 489"/>
                <a:gd name="T38" fmla="*/ 856 w 1311"/>
                <a:gd name="T39" fmla="*/ 290 h 489"/>
                <a:gd name="T40" fmla="*/ 811 w 1311"/>
                <a:gd name="T41" fmla="*/ 298 h 489"/>
                <a:gd name="T42" fmla="*/ 768 w 1311"/>
                <a:gd name="T43" fmla="*/ 304 h 489"/>
                <a:gd name="T44" fmla="*/ 734 w 1311"/>
                <a:gd name="T45" fmla="*/ 310 h 489"/>
                <a:gd name="T46" fmla="*/ 719 w 1311"/>
                <a:gd name="T47" fmla="*/ 314 h 489"/>
                <a:gd name="T48" fmla="*/ 708 w 1311"/>
                <a:gd name="T49" fmla="*/ 320 h 489"/>
                <a:gd name="T50" fmla="*/ 681 w 1311"/>
                <a:gd name="T51" fmla="*/ 337 h 489"/>
                <a:gd name="T52" fmla="*/ 644 w 1311"/>
                <a:gd name="T53" fmla="*/ 360 h 489"/>
                <a:gd name="T54" fmla="*/ 602 w 1311"/>
                <a:gd name="T55" fmla="*/ 388 h 489"/>
                <a:gd name="T56" fmla="*/ 557 w 1311"/>
                <a:gd name="T57" fmla="*/ 417 h 489"/>
                <a:gd name="T58" fmla="*/ 515 w 1311"/>
                <a:gd name="T59" fmla="*/ 445 h 489"/>
                <a:gd name="T60" fmla="*/ 479 w 1311"/>
                <a:gd name="T61" fmla="*/ 467 h 489"/>
                <a:gd name="T62" fmla="*/ 453 w 1311"/>
                <a:gd name="T63" fmla="*/ 483 h 489"/>
                <a:gd name="T64" fmla="*/ 445 w 1311"/>
                <a:gd name="T65" fmla="*/ 489 h 489"/>
                <a:gd name="T66" fmla="*/ 3 w 1311"/>
                <a:gd name="T67" fmla="*/ 488 h 489"/>
                <a:gd name="T68" fmla="*/ 22 w 1311"/>
                <a:gd name="T69" fmla="*/ 480 h 489"/>
                <a:gd name="T70" fmla="*/ 58 w 1311"/>
                <a:gd name="T71" fmla="*/ 463 h 489"/>
                <a:gd name="T72" fmla="*/ 106 w 1311"/>
                <a:gd name="T73" fmla="*/ 438 h 489"/>
                <a:gd name="T74" fmla="*/ 162 w 1311"/>
                <a:gd name="T75" fmla="*/ 408 h 489"/>
                <a:gd name="T76" fmla="*/ 222 w 1311"/>
                <a:gd name="T77" fmla="*/ 372 h 489"/>
                <a:gd name="T78" fmla="*/ 283 w 1311"/>
                <a:gd name="T79" fmla="*/ 331 h 489"/>
                <a:gd name="T80" fmla="*/ 341 w 1311"/>
                <a:gd name="T81" fmla="*/ 285 h 489"/>
                <a:gd name="T82" fmla="*/ 398 w 1311"/>
                <a:gd name="T83" fmla="*/ 234 h 489"/>
                <a:gd name="T84" fmla="*/ 466 w 1311"/>
                <a:gd name="T85" fmla="*/ 195 h 489"/>
                <a:gd name="T86" fmla="*/ 539 w 1311"/>
                <a:gd name="T87" fmla="*/ 171 h 489"/>
                <a:gd name="T88" fmla="*/ 613 w 1311"/>
                <a:gd name="T89" fmla="*/ 158 h 489"/>
                <a:gd name="T90" fmla="*/ 687 w 1311"/>
                <a:gd name="T91" fmla="*/ 153 h 489"/>
                <a:gd name="T92" fmla="*/ 757 w 1311"/>
                <a:gd name="T93" fmla="*/ 152 h 489"/>
                <a:gd name="T94" fmla="*/ 822 w 1311"/>
                <a:gd name="T95" fmla="*/ 153 h 489"/>
                <a:gd name="T96" fmla="*/ 876 w 1311"/>
                <a:gd name="T97" fmla="*/ 150 h 489"/>
                <a:gd name="T98" fmla="*/ 928 w 1311"/>
                <a:gd name="T99" fmla="*/ 140 h 489"/>
                <a:gd name="T100" fmla="*/ 963 w 1311"/>
                <a:gd name="T101" fmla="*/ 125 h 489"/>
                <a:gd name="T102" fmla="*/ 989 w 1311"/>
                <a:gd name="T103" fmla="*/ 103 h 489"/>
                <a:gd name="T104" fmla="*/ 1010 w 1311"/>
                <a:gd name="T105" fmla="*/ 79 h 489"/>
                <a:gd name="T106" fmla="*/ 1031 w 1311"/>
                <a:gd name="T107" fmla="*/ 53 h 489"/>
                <a:gd name="T108" fmla="*/ 1057 w 1311"/>
                <a:gd name="T109" fmla="*/ 26 h 489"/>
                <a:gd name="T110" fmla="*/ 1090 w 1311"/>
                <a:gd name="T111" fmla="*/ 9 h 489"/>
                <a:gd name="T112" fmla="*/ 1136 w 1311"/>
                <a:gd name="T113" fmla="*/ 2 h 489"/>
                <a:gd name="T114" fmla="*/ 1186 w 1311"/>
                <a:gd name="T115" fmla="*/ 0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1" h="489">
                  <a:moveTo>
                    <a:pt x="1186" y="0"/>
                  </a:moveTo>
                  <a:lnTo>
                    <a:pt x="1212" y="1"/>
                  </a:lnTo>
                  <a:lnTo>
                    <a:pt x="1237" y="2"/>
                  </a:lnTo>
                  <a:lnTo>
                    <a:pt x="1260" y="4"/>
                  </a:lnTo>
                  <a:lnTo>
                    <a:pt x="1280" y="6"/>
                  </a:lnTo>
                  <a:lnTo>
                    <a:pt x="1297" y="7"/>
                  </a:lnTo>
                  <a:lnTo>
                    <a:pt x="1311" y="9"/>
                  </a:lnTo>
                  <a:lnTo>
                    <a:pt x="1311" y="332"/>
                  </a:lnTo>
                  <a:lnTo>
                    <a:pt x="1309" y="333"/>
                  </a:lnTo>
                  <a:lnTo>
                    <a:pt x="1303" y="335"/>
                  </a:lnTo>
                  <a:lnTo>
                    <a:pt x="1292" y="338"/>
                  </a:lnTo>
                  <a:lnTo>
                    <a:pt x="1279" y="341"/>
                  </a:lnTo>
                  <a:lnTo>
                    <a:pt x="1265" y="343"/>
                  </a:lnTo>
                  <a:lnTo>
                    <a:pt x="1248" y="343"/>
                  </a:lnTo>
                  <a:lnTo>
                    <a:pt x="1230" y="341"/>
                  </a:lnTo>
                  <a:lnTo>
                    <a:pt x="1212" y="336"/>
                  </a:lnTo>
                  <a:lnTo>
                    <a:pt x="1193" y="330"/>
                  </a:lnTo>
                  <a:lnTo>
                    <a:pt x="1168" y="323"/>
                  </a:lnTo>
                  <a:lnTo>
                    <a:pt x="1143" y="317"/>
                  </a:lnTo>
                  <a:lnTo>
                    <a:pt x="1117" y="309"/>
                  </a:lnTo>
                  <a:lnTo>
                    <a:pt x="1113" y="316"/>
                  </a:lnTo>
                  <a:lnTo>
                    <a:pt x="1109" y="319"/>
                  </a:lnTo>
                  <a:lnTo>
                    <a:pt x="1104" y="320"/>
                  </a:lnTo>
                  <a:lnTo>
                    <a:pt x="1098" y="317"/>
                  </a:lnTo>
                  <a:lnTo>
                    <a:pt x="1087" y="313"/>
                  </a:lnTo>
                  <a:lnTo>
                    <a:pt x="1072" y="307"/>
                  </a:lnTo>
                  <a:lnTo>
                    <a:pt x="1054" y="303"/>
                  </a:lnTo>
                  <a:lnTo>
                    <a:pt x="1033" y="298"/>
                  </a:lnTo>
                  <a:lnTo>
                    <a:pt x="1012" y="294"/>
                  </a:lnTo>
                  <a:lnTo>
                    <a:pt x="991" y="290"/>
                  </a:lnTo>
                  <a:lnTo>
                    <a:pt x="971" y="287"/>
                  </a:lnTo>
                  <a:lnTo>
                    <a:pt x="953" y="284"/>
                  </a:lnTo>
                  <a:lnTo>
                    <a:pt x="939" y="282"/>
                  </a:lnTo>
                  <a:lnTo>
                    <a:pt x="929" y="281"/>
                  </a:lnTo>
                  <a:lnTo>
                    <a:pt x="924" y="281"/>
                  </a:lnTo>
                  <a:lnTo>
                    <a:pt x="919" y="281"/>
                  </a:lnTo>
                  <a:lnTo>
                    <a:pt x="910" y="282"/>
                  </a:lnTo>
                  <a:lnTo>
                    <a:pt x="895" y="284"/>
                  </a:lnTo>
                  <a:lnTo>
                    <a:pt x="877" y="287"/>
                  </a:lnTo>
                  <a:lnTo>
                    <a:pt x="856" y="290"/>
                  </a:lnTo>
                  <a:lnTo>
                    <a:pt x="834" y="294"/>
                  </a:lnTo>
                  <a:lnTo>
                    <a:pt x="811" y="298"/>
                  </a:lnTo>
                  <a:lnTo>
                    <a:pt x="789" y="301"/>
                  </a:lnTo>
                  <a:lnTo>
                    <a:pt x="768" y="304"/>
                  </a:lnTo>
                  <a:lnTo>
                    <a:pt x="749" y="307"/>
                  </a:lnTo>
                  <a:lnTo>
                    <a:pt x="734" y="310"/>
                  </a:lnTo>
                  <a:lnTo>
                    <a:pt x="725" y="313"/>
                  </a:lnTo>
                  <a:lnTo>
                    <a:pt x="719" y="314"/>
                  </a:lnTo>
                  <a:lnTo>
                    <a:pt x="716" y="316"/>
                  </a:lnTo>
                  <a:lnTo>
                    <a:pt x="708" y="320"/>
                  </a:lnTo>
                  <a:lnTo>
                    <a:pt x="696" y="327"/>
                  </a:lnTo>
                  <a:lnTo>
                    <a:pt x="681" y="337"/>
                  </a:lnTo>
                  <a:lnTo>
                    <a:pt x="665" y="349"/>
                  </a:lnTo>
                  <a:lnTo>
                    <a:pt x="644" y="360"/>
                  </a:lnTo>
                  <a:lnTo>
                    <a:pt x="624" y="374"/>
                  </a:lnTo>
                  <a:lnTo>
                    <a:pt x="602" y="388"/>
                  </a:lnTo>
                  <a:lnTo>
                    <a:pt x="579" y="402"/>
                  </a:lnTo>
                  <a:lnTo>
                    <a:pt x="557" y="417"/>
                  </a:lnTo>
                  <a:lnTo>
                    <a:pt x="535" y="431"/>
                  </a:lnTo>
                  <a:lnTo>
                    <a:pt x="515" y="445"/>
                  </a:lnTo>
                  <a:lnTo>
                    <a:pt x="495" y="456"/>
                  </a:lnTo>
                  <a:lnTo>
                    <a:pt x="479" y="467"/>
                  </a:lnTo>
                  <a:lnTo>
                    <a:pt x="464" y="476"/>
                  </a:lnTo>
                  <a:lnTo>
                    <a:pt x="453" y="483"/>
                  </a:lnTo>
                  <a:lnTo>
                    <a:pt x="447" y="487"/>
                  </a:lnTo>
                  <a:lnTo>
                    <a:pt x="445" y="489"/>
                  </a:lnTo>
                  <a:lnTo>
                    <a:pt x="0" y="489"/>
                  </a:lnTo>
                  <a:lnTo>
                    <a:pt x="3" y="488"/>
                  </a:lnTo>
                  <a:lnTo>
                    <a:pt x="11" y="485"/>
                  </a:lnTo>
                  <a:lnTo>
                    <a:pt x="22" y="480"/>
                  </a:lnTo>
                  <a:lnTo>
                    <a:pt x="39" y="472"/>
                  </a:lnTo>
                  <a:lnTo>
                    <a:pt x="58" y="463"/>
                  </a:lnTo>
                  <a:lnTo>
                    <a:pt x="80" y="451"/>
                  </a:lnTo>
                  <a:lnTo>
                    <a:pt x="106" y="438"/>
                  </a:lnTo>
                  <a:lnTo>
                    <a:pt x="133" y="425"/>
                  </a:lnTo>
                  <a:lnTo>
                    <a:pt x="162" y="408"/>
                  </a:lnTo>
                  <a:lnTo>
                    <a:pt x="191" y="391"/>
                  </a:lnTo>
                  <a:lnTo>
                    <a:pt x="222" y="372"/>
                  </a:lnTo>
                  <a:lnTo>
                    <a:pt x="253" y="352"/>
                  </a:lnTo>
                  <a:lnTo>
                    <a:pt x="283" y="331"/>
                  </a:lnTo>
                  <a:lnTo>
                    <a:pt x="313" y="308"/>
                  </a:lnTo>
                  <a:lnTo>
                    <a:pt x="341" y="285"/>
                  </a:lnTo>
                  <a:lnTo>
                    <a:pt x="368" y="261"/>
                  </a:lnTo>
                  <a:lnTo>
                    <a:pt x="398" y="234"/>
                  </a:lnTo>
                  <a:lnTo>
                    <a:pt x="431" y="212"/>
                  </a:lnTo>
                  <a:lnTo>
                    <a:pt x="466" y="195"/>
                  </a:lnTo>
                  <a:lnTo>
                    <a:pt x="502" y="181"/>
                  </a:lnTo>
                  <a:lnTo>
                    <a:pt x="539" y="171"/>
                  </a:lnTo>
                  <a:lnTo>
                    <a:pt x="576" y="163"/>
                  </a:lnTo>
                  <a:lnTo>
                    <a:pt x="613" y="158"/>
                  </a:lnTo>
                  <a:lnTo>
                    <a:pt x="651" y="155"/>
                  </a:lnTo>
                  <a:lnTo>
                    <a:pt x="687" y="153"/>
                  </a:lnTo>
                  <a:lnTo>
                    <a:pt x="723" y="152"/>
                  </a:lnTo>
                  <a:lnTo>
                    <a:pt x="757" y="152"/>
                  </a:lnTo>
                  <a:lnTo>
                    <a:pt x="790" y="153"/>
                  </a:lnTo>
                  <a:lnTo>
                    <a:pt x="822" y="153"/>
                  </a:lnTo>
                  <a:lnTo>
                    <a:pt x="850" y="152"/>
                  </a:lnTo>
                  <a:lnTo>
                    <a:pt x="876" y="150"/>
                  </a:lnTo>
                  <a:lnTo>
                    <a:pt x="904" y="146"/>
                  </a:lnTo>
                  <a:lnTo>
                    <a:pt x="928" y="140"/>
                  </a:lnTo>
                  <a:lnTo>
                    <a:pt x="948" y="133"/>
                  </a:lnTo>
                  <a:lnTo>
                    <a:pt x="963" y="125"/>
                  </a:lnTo>
                  <a:lnTo>
                    <a:pt x="977" y="114"/>
                  </a:lnTo>
                  <a:lnTo>
                    <a:pt x="989" y="103"/>
                  </a:lnTo>
                  <a:lnTo>
                    <a:pt x="999" y="92"/>
                  </a:lnTo>
                  <a:lnTo>
                    <a:pt x="1010" y="79"/>
                  </a:lnTo>
                  <a:lnTo>
                    <a:pt x="1019" y="66"/>
                  </a:lnTo>
                  <a:lnTo>
                    <a:pt x="1031" y="53"/>
                  </a:lnTo>
                  <a:lnTo>
                    <a:pt x="1043" y="40"/>
                  </a:lnTo>
                  <a:lnTo>
                    <a:pt x="1057" y="26"/>
                  </a:lnTo>
                  <a:lnTo>
                    <a:pt x="1071" y="17"/>
                  </a:lnTo>
                  <a:lnTo>
                    <a:pt x="1090" y="9"/>
                  </a:lnTo>
                  <a:lnTo>
                    <a:pt x="1111" y="5"/>
                  </a:lnTo>
                  <a:lnTo>
                    <a:pt x="1136" y="2"/>
                  </a:lnTo>
                  <a:lnTo>
                    <a:pt x="1161" y="0"/>
                  </a:lnTo>
                  <a:lnTo>
                    <a:pt x="1186"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72" name="Freeform 46">
              <a:extLst>
                <a:ext uri="{FF2B5EF4-FFF2-40B4-BE49-F238E27FC236}">
                  <a16:creationId xmlns:a16="http://schemas.microsoft.com/office/drawing/2014/main" id="{BDE320B7-1629-43AC-A916-12D2B739849C}"/>
                </a:ext>
              </a:extLst>
            </p:cNvPr>
            <p:cNvSpPr>
              <a:spLocks/>
            </p:cNvSpPr>
            <p:nvPr/>
          </p:nvSpPr>
          <p:spPr bwMode="auto">
            <a:xfrm>
              <a:off x="6129268" y="3667616"/>
              <a:ext cx="1135114" cy="488730"/>
            </a:xfrm>
            <a:custGeom>
              <a:avLst/>
              <a:gdLst>
                <a:gd name="T0" fmla="*/ 1008 w 1011"/>
                <a:gd name="T1" fmla="*/ 91 h 434"/>
                <a:gd name="T2" fmla="*/ 968 w 1011"/>
                <a:gd name="T3" fmla="*/ 99 h 434"/>
                <a:gd name="T4" fmla="*/ 911 w 1011"/>
                <a:gd name="T5" fmla="*/ 121 h 434"/>
                <a:gd name="T6" fmla="*/ 877 w 1011"/>
                <a:gd name="T7" fmla="*/ 157 h 434"/>
                <a:gd name="T8" fmla="*/ 869 w 1011"/>
                <a:gd name="T9" fmla="*/ 197 h 434"/>
                <a:gd name="T10" fmla="*/ 874 w 1011"/>
                <a:gd name="T11" fmla="*/ 213 h 434"/>
                <a:gd name="T12" fmla="*/ 891 w 1011"/>
                <a:gd name="T13" fmla="*/ 236 h 434"/>
                <a:gd name="T14" fmla="*/ 929 w 1011"/>
                <a:gd name="T15" fmla="*/ 254 h 434"/>
                <a:gd name="T16" fmla="*/ 987 w 1011"/>
                <a:gd name="T17" fmla="*/ 253 h 434"/>
                <a:gd name="T18" fmla="*/ 1011 w 1011"/>
                <a:gd name="T19" fmla="*/ 247 h 434"/>
                <a:gd name="T20" fmla="*/ 999 w 1011"/>
                <a:gd name="T21" fmla="*/ 345 h 434"/>
                <a:gd name="T22" fmla="*/ 949 w 1011"/>
                <a:gd name="T23" fmla="*/ 348 h 434"/>
                <a:gd name="T24" fmla="*/ 871 w 1011"/>
                <a:gd name="T25" fmla="*/ 344 h 434"/>
                <a:gd name="T26" fmla="*/ 772 w 1011"/>
                <a:gd name="T27" fmla="*/ 318 h 434"/>
                <a:gd name="T28" fmla="*/ 677 w 1011"/>
                <a:gd name="T29" fmla="*/ 275 h 434"/>
                <a:gd name="T30" fmla="*/ 639 w 1011"/>
                <a:gd name="T31" fmla="*/ 257 h 434"/>
                <a:gd name="T32" fmla="*/ 590 w 1011"/>
                <a:gd name="T33" fmla="*/ 249 h 434"/>
                <a:gd name="T34" fmla="*/ 523 w 1011"/>
                <a:gd name="T35" fmla="*/ 263 h 434"/>
                <a:gd name="T36" fmla="*/ 500 w 1011"/>
                <a:gd name="T37" fmla="*/ 290 h 434"/>
                <a:gd name="T38" fmla="*/ 484 w 1011"/>
                <a:gd name="T39" fmla="*/ 325 h 434"/>
                <a:gd name="T40" fmla="*/ 449 w 1011"/>
                <a:gd name="T41" fmla="*/ 344 h 434"/>
                <a:gd name="T42" fmla="*/ 401 w 1011"/>
                <a:gd name="T43" fmla="*/ 347 h 434"/>
                <a:gd name="T44" fmla="*/ 369 w 1011"/>
                <a:gd name="T45" fmla="*/ 359 h 434"/>
                <a:gd name="T46" fmla="*/ 358 w 1011"/>
                <a:gd name="T47" fmla="*/ 383 h 434"/>
                <a:gd name="T48" fmla="*/ 340 w 1011"/>
                <a:gd name="T49" fmla="*/ 409 h 434"/>
                <a:gd name="T50" fmla="*/ 314 w 1011"/>
                <a:gd name="T51" fmla="*/ 429 h 434"/>
                <a:gd name="T52" fmla="*/ 0 w 1011"/>
                <a:gd name="T53" fmla="*/ 434 h 434"/>
                <a:gd name="T54" fmla="*/ 33 w 1011"/>
                <a:gd name="T55" fmla="*/ 427 h 434"/>
                <a:gd name="T56" fmla="*/ 94 w 1011"/>
                <a:gd name="T57" fmla="*/ 412 h 434"/>
                <a:gd name="T58" fmla="*/ 159 w 1011"/>
                <a:gd name="T59" fmla="*/ 390 h 434"/>
                <a:gd name="T60" fmla="*/ 198 w 1011"/>
                <a:gd name="T61" fmla="*/ 367 h 434"/>
                <a:gd name="T62" fmla="*/ 234 w 1011"/>
                <a:gd name="T63" fmla="*/ 332 h 434"/>
                <a:gd name="T64" fmla="*/ 251 w 1011"/>
                <a:gd name="T65" fmla="*/ 294 h 434"/>
                <a:gd name="T66" fmla="*/ 286 w 1011"/>
                <a:gd name="T67" fmla="*/ 273 h 434"/>
                <a:gd name="T68" fmla="*/ 332 w 1011"/>
                <a:gd name="T69" fmla="*/ 271 h 434"/>
                <a:gd name="T70" fmla="*/ 381 w 1011"/>
                <a:gd name="T71" fmla="*/ 257 h 434"/>
                <a:gd name="T72" fmla="*/ 408 w 1011"/>
                <a:gd name="T73" fmla="*/ 221 h 434"/>
                <a:gd name="T74" fmla="*/ 441 w 1011"/>
                <a:gd name="T75" fmla="*/ 188 h 434"/>
                <a:gd name="T76" fmla="*/ 550 w 1011"/>
                <a:gd name="T77" fmla="*/ 156 h 434"/>
                <a:gd name="T78" fmla="*/ 641 w 1011"/>
                <a:gd name="T79" fmla="*/ 158 h 434"/>
                <a:gd name="T80" fmla="*/ 712 w 1011"/>
                <a:gd name="T81" fmla="*/ 176 h 434"/>
                <a:gd name="T82" fmla="*/ 764 w 1011"/>
                <a:gd name="T83" fmla="*/ 190 h 434"/>
                <a:gd name="T84" fmla="*/ 796 w 1011"/>
                <a:gd name="T85" fmla="*/ 184 h 434"/>
                <a:gd name="T86" fmla="*/ 806 w 1011"/>
                <a:gd name="T87" fmla="*/ 146 h 434"/>
                <a:gd name="T88" fmla="*/ 793 w 1011"/>
                <a:gd name="T89" fmla="*/ 109 h 434"/>
                <a:gd name="T90" fmla="*/ 794 w 1011"/>
                <a:gd name="T91" fmla="*/ 74 h 434"/>
                <a:gd name="T92" fmla="*/ 835 w 1011"/>
                <a:gd name="T93" fmla="*/ 46 h 434"/>
                <a:gd name="T94" fmla="*/ 900 w 1011"/>
                <a:gd name="T95" fmla="*/ 25 h 434"/>
                <a:gd name="T96" fmla="*/ 967 w 1011"/>
                <a:gd name="T97" fmla="*/ 8 h 434"/>
                <a:gd name="T98" fmla="*/ 1008 w 1011"/>
                <a:gd name="T99" fmla="*/ 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11" h="434">
                  <a:moveTo>
                    <a:pt x="1011" y="0"/>
                  </a:moveTo>
                  <a:lnTo>
                    <a:pt x="1011" y="90"/>
                  </a:lnTo>
                  <a:lnTo>
                    <a:pt x="1008" y="91"/>
                  </a:lnTo>
                  <a:lnTo>
                    <a:pt x="998" y="92"/>
                  </a:lnTo>
                  <a:lnTo>
                    <a:pt x="985" y="95"/>
                  </a:lnTo>
                  <a:lnTo>
                    <a:pt x="968" y="99"/>
                  </a:lnTo>
                  <a:lnTo>
                    <a:pt x="949" y="104"/>
                  </a:lnTo>
                  <a:lnTo>
                    <a:pt x="930" y="112"/>
                  </a:lnTo>
                  <a:lnTo>
                    <a:pt x="911" y="121"/>
                  </a:lnTo>
                  <a:lnTo>
                    <a:pt x="895" y="133"/>
                  </a:lnTo>
                  <a:lnTo>
                    <a:pt x="884" y="144"/>
                  </a:lnTo>
                  <a:lnTo>
                    <a:pt x="877" y="157"/>
                  </a:lnTo>
                  <a:lnTo>
                    <a:pt x="873" y="171"/>
                  </a:lnTo>
                  <a:lnTo>
                    <a:pt x="869" y="185"/>
                  </a:lnTo>
                  <a:lnTo>
                    <a:pt x="869" y="197"/>
                  </a:lnTo>
                  <a:lnTo>
                    <a:pt x="871" y="203"/>
                  </a:lnTo>
                  <a:lnTo>
                    <a:pt x="872" y="208"/>
                  </a:lnTo>
                  <a:lnTo>
                    <a:pt x="874" y="213"/>
                  </a:lnTo>
                  <a:lnTo>
                    <a:pt x="877" y="221"/>
                  </a:lnTo>
                  <a:lnTo>
                    <a:pt x="883" y="228"/>
                  </a:lnTo>
                  <a:lnTo>
                    <a:pt x="891" y="236"/>
                  </a:lnTo>
                  <a:lnTo>
                    <a:pt x="901" y="244"/>
                  </a:lnTo>
                  <a:lnTo>
                    <a:pt x="914" y="250"/>
                  </a:lnTo>
                  <a:lnTo>
                    <a:pt x="929" y="254"/>
                  </a:lnTo>
                  <a:lnTo>
                    <a:pt x="951" y="257"/>
                  </a:lnTo>
                  <a:lnTo>
                    <a:pt x="971" y="255"/>
                  </a:lnTo>
                  <a:lnTo>
                    <a:pt x="987" y="253"/>
                  </a:lnTo>
                  <a:lnTo>
                    <a:pt x="999" y="251"/>
                  </a:lnTo>
                  <a:lnTo>
                    <a:pt x="1008" y="248"/>
                  </a:lnTo>
                  <a:lnTo>
                    <a:pt x="1011" y="247"/>
                  </a:lnTo>
                  <a:lnTo>
                    <a:pt x="1011" y="344"/>
                  </a:lnTo>
                  <a:lnTo>
                    <a:pt x="1008" y="344"/>
                  </a:lnTo>
                  <a:lnTo>
                    <a:pt x="999" y="345"/>
                  </a:lnTo>
                  <a:lnTo>
                    <a:pt x="987" y="346"/>
                  </a:lnTo>
                  <a:lnTo>
                    <a:pt x="970" y="347"/>
                  </a:lnTo>
                  <a:lnTo>
                    <a:pt x="949" y="348"/>
                  </a:lnTo>
                  <a:lnTo>
                    <a:pt x="925" y="348"/>
                  </a:lnTo>
                  <a:lnTo>
                    <a:pt x="899" y="347"/>
                  </a:lnTo>
                  <a:lnTo>
                    <a:pt x="871" y="344"/>
                  </a:lnTo>
                  <a:lnTo>
                    <a:pt x="840" y="339"/>
                  </a:lnTo>
                  <a:lnTo>
                    <a:pt x="806" y="330"/>
                  </a:lnTo>
                  <a:lnTo>
                    <a:pt x="772" y="318"/>
                  </a:lnTo>
                  <a:lnTo>
                    <a:pt x="740" y="304"/>
                  </a:lnTo>
                  <a:lnTo>
                    <a:pt x="708" y="289"/>
                  </a:lnTo>
                  <a:lnTo>
                    <a:pt x="677" y="275"/>
                  </a:lnTo>
                  <a:lnTo>
                    <a:pt x="650" y="262"/>
                  </a:lnTo>
                  <a:lnTo>
                    <a:pt x="644" y="260"/>
                  </a:lnTo>
                  <a:lnTo>
                    <a:pt x="639" y="257"/>
                  </a:lnTo>
                  <a:lnTo>
                    <a:pt x="635" y="254"/>
                  </a:lnTo>
                  <a:lnTo>
                    <a:pt x="611" y="250"/>
                  </a:lnTo>
                  <a:lnTo>
                    <a:pt x="590" y="249"/>
                  </a:lnTo>
                  <a:lnTo>
                    <a:pt x="568" y="251"/>
                  </a:lnTo>
                  <a:lnTo>
                    <a:pt x="547" y="255"/>
                  </a:lnTo>
                  <a:lnTo>
                    <a:pt x="523" y="263"/>
                  </a:lnTo>
                  <a:lnTo>
                    <a:pt x="512" y="269"/>
                  </a:lnTo>
                  <a:lnTo>
                    <a:pt x="505" y="279"/>
                  </a:lnTo>
                  <a:lnTo>
                    <a:pt x="500" y="290"/>
                  </a:lnTo>
                  <a:lnTo>
                    <a:pt x="495" y="302"/>
                  </a:lnTo>
                  <a:lnTo>
                    <a:pt x="490" y="315"/>
                  </a:lnTo>
                  <a:lnTo>
                    <a:pt x="484" y="325"/>
                  </a:lnTo>
                  <a:lnTo>
                    <a:pt x="475" y="335"/>
                  </a:lnTo>
                  <a:lnTo>
                    <a:pt x="464" y="341"/>
                  </a:lnTo>
                  <a:lnTo>
                    <a:pt x="449" y="344"/>
                  </a:lnTo>
                  <a:lnTo>
                    <a:pt x="433" y="346"/>
                  </a:lnTo>
                  <a:lnTo>
                    <a:pt x="417" y="346"/>
                  </a:lnTo>
                  <a:lnTo>
                    <a:pt x="401" y="347"/>
                  </a:lnTo>
                  <a:lnTo>
                    <a:pt x="388" y="348"/>
                  </a:lnTo>
                  <a:lnTo>
                    <a:pt x="378" y="352"/>
                  </a:lnTo>
                  <a:lnTo>
                    <a:pt x="369" y="359"/>
                  </a:lnTo>
                  <a:lnTo>
                    <a:pt x="363" y="367"/>
                  </a:lnTo>
                  <a:lnTo>
                    <a:pt x="360" y="375"/>
                  </a:lnTo>
                  <a:lnTo>
                    <a:pt x="358" y="383"/>
                  </a:lnTo>
                  <a:lnTo>
                    <a:pt x="354" y="392"/>
                  </a:lnTo>
                  <a:lnTo>
                    <a:pt x="348" y="401"/>
                  </a:lnTo>
                  <a:lnTo>
                    <a:pt x="340" y="409"/>
                  </a:lnTo>
                  <a:lnTo>
                    <a:pt x="331" y="416"/>
                  </a:lnTo>
                  <a:lnTo>
                    <a:pt x="322" y="423"/>
                  </a:lnTo>
                  <a:lnTo>
                    <a:pt x="314" y="429"/>
                  </a:lnTo>
                  <a:lnTo>
                    <a:pt x="307" y="432"/>
                  </a:lnTo>
                  <a:lnTo>
                    <a:pt x="305" y="434"/>
                  </a:lnTo>
                  <a:lnTo>
                    <a:pt x="0" y="434"/>
                  </a:lnTo>
                  <a:lnTo>
                    <a:pt x="6" y="433"/>
                  </a:lnTo>
                  <a:lnTo>
                    <a:pt x="17" y="431"/>
                  </a:lnTo>
                  <a:lnTo>
                    <a:pt x="33" y="427"/>
                  </a:lnTo>
                  <a:lnTo>
                    <a:pt x="52" y="423"/>
                  </a:lnTo>
                  <a:lnTo>
                    <a:pt x="72" y="418"/>
                  </a:lnTo>
                  <a:lnTo>
                    <a:pt x="94" y="412"/>
                  </a:lnTo>
                  <a:lnTo>
                    <a:pt x="117" y="405"/>
                  </a:lnTo>
                  <a:lnTo>
                    <a:pt x="138" y="398"/>
                  </a:lnTo>
                  <a:lnTo>
                    <a:pt x="159" y="390"/>
                  </a:lnTo>
                  <a:lnTo>
                    <a:pt x="176" y="381"/>
                  </a:lnTo>
                  <a:lnTo>
                    <a:pt x="186" y="376"/>
                  </a:lnTo>
                  <a:lnTo>
                    <a:pt x="198" y="367"/>
                  </a:lnTo>
                  <a:lnTo>
                    <a:pt x="210" y="358"/>
                  </a:lnTo>
                  <a:lnTo>
                    <a:pt x="223" y="345"/>
                  </a:lnTo>
                  <a:lnTo>
                    <a:pt x="234" y="332"/>
                  </a:lnTo>
                  <a:lnTo>
                    <a:pt x="241" y="315"/>
                  </a:lnTo>
                  <a:lnTo>
                    <a:pt x="246" y="304"/>
                  </a:lnTo>
                  <a:lnTo>
                    <a:pt x="251" y="294"/>
                  </a:lnTo>
                  <a:lnTo>
                    <a:pt x="260" y="285"/>
                  </a:lnTo>
                  <a:lnTo>
                    <a:pt x="272" y="279"/>
                  </a:lnTo>
                  <a:lnTo>
                    <a:pt x="286" y="273"/>
                  </a:lnTo>
                  <a:lnTo>
                    <a:pt x="306" y="271"/>
                  </a:lnTo>
                  <a:lnTo>
                    <a:pt x="317" y="271"/>
                  </a:lnTo>
                  <a:lnTo>
                    <a:pt x="332" y="271"/>
                  </a:lnTo>
                  <a:lnTo>
                    <a:pt x="348" y="270"/>
                  </a:lnTo>
                  <a:lnTo>
                    <a:pt x="365" y="266"/>
                  </a:lnTo>
                  <a:lnTo>
                    <a:pt x="381" y="257"/>
                  </a:lnTo>
                  <a:lnTo>
                    <a:pt x="392" y="246"/>
                  </a:lnTo>
                  <a:lnTo>
                    <a:pt x="399" y="234"/>
                  </a:lnTo>
                  <a:lnTo>
                    <a:pt x="408" y="221"/>
                  </a:lnTo>
                  <a:lnTo>
                    <a:pt x="416" y="208"/>
                  </a:lnTo>
                  <a:lnTo>
                    <a:pt x="427" y="196"/>
                  </a:lnTo>
                  <a:lnTo>
                    <a:pt x="441" y="188"/>
                  </a:lnTo>
                  <a:lnTo>
                    <a:pt x="480" y="172"/>
                  </a:lnTo>
                  <a:lnTo>
                    <a:pt x="516" y="161"/>
                  </a:lnTo>
                  <a:lnTo>
                    <a:pt x="550" y="156"/>
                  </a:lnTo>
                  <a:lnTo>
                    <a:pt x="582" y="154"/>
                  </a:lnTo>
                  <a:lnTo>
                    <a:pt x="613" y="155"/>
                  </a:lnTo>
                  <a:lnTo>
                    <a:pt x="641" y="158"/>
                  </a:lnTo>
                  <a:lnTo>
                    <a:pt x="667" y="164"/>
                  </a:lnTo>
                  <a:lnTo>
                    <a:pt x="691" y="170"/>
                  </a:lnTo>
                  <a:lnTo>
                    <a:pt x="712" y="176"/>
                  </a:lnTo>
                  <a:lnTo>
                    <a:pt x="731" y="183"/>
                  </a:lnTo>
                  <a:lnTo>
                    <a:pt x="749" y="187"/>
                  </a:lnTo>
                  <a:lnTo>
                    <a:pt x="764" y="190"/>
                  </a:lnTo>
                  <a:lnTo>
                    <a:pt x="776" y="191"/>
                  </a:lnTo>
                  <a:lnTo>
                    <a:pt x="787" y="189"/>
                  </a:lnTo>
                  <a:lnTo>
                    <a:pt x="796" y="184"/>
                  </a:lnTo>
                  <a:lnTo>
                    <a:pt x="804" y="171"/>
                  </a:lnTo>
                  <a:lnTo>
                    <a:pt x="806" y="158"/>
                  </a:lnTo>
                  <a:lnTo>
                    <a:pt x="806" y="146"/>
                  </a:lnTo>
                  <a:lnTo>
                    <a:pt x="802" y="133"/>
                  </a:lnTo>
                  <a:lnTo>
                    <a:pt x="798" y="120"/>
                  </a:lnTo>
                  <a:lnTo>
                    <a:pt x="793" y="109"/>
                  </a:lnTo>
                  <a:lnTo>
                    <a:pt x="790" y="96"/>
                  </a:lnTo>
                  <a:lnTo>
                    <a:pt x="790" y="84"/>
                  </a:lnTo>
                  <a:lnTo>
                    <a:pt x="794" y="74"/>
                  </a:lnTo>
                  <a:lnTo>
                    <a:pt x="804" y="63"/>
                  </a:lnTo>
                  <a:lnTo>
                    <a:pt x="818" y="55"/>
                  </a:lnTo>
                  <a:lnTo>
                    <a:pt x="835" y="46"/>
                  </a:lnTo>
                  <a:lnTo>
                    <a:pt x="855" y="39"/>
                  </a:lnTo>
                  <a:lnTo>
                    <a:pt x="877" y="32"/>
                  </a:lnTo>
                  <a:lnTo>
                    <a:pt x="900" y="25"/>
                  </a:lnTo>
                  <a:lnTo>
                    <a:pt x="924" y="19"/>
                  </a:lnTo>
                  <a:lnTo>
                    <a:pt x="947" y="14"/>
                  </a:lnTo>
                  <a:lnTo>
                    <a:pt x="967" y="8"/>
                  </a:lnTo>
                  <a:lnTo>
                    <a:pt x="985" y="5"/>
                  </a:lnTo>
                  <a:lnTo>
                    <a:pt x="998" y="2"/>
                  </a:lnTo>
                  <a:lnTo>
                    <a:pt x="1008" y="0"/>
                  </a:lnTo>
                  <a:lnTo>
                    <a:pt x="1011"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73" name="Freeform 47">
              <a:extLst>
                <a:ext uri="{FF2B5EF4-FFF2-40B4-BE49-F238E27FC236}">
                  <a16:creationId xmlns:a16="http://schemas.microsoft.com/office/drawing/2014/main" id="{B2EFAAFC-4912-41E2-97C4-8757985C4820}"/>
                </a:ext>
              </a:extLst>
            </p:cNvPr>
            <p:cNvSpPr>
              <a:spLocks/>
            </p:cNvSpPr>
            <p:nvPr/>
          </p:nvSpPr>
          <p:spPr bwMode="auto">
            <a:xfrm>
              <a:off x="6649532" y="3399606"/>
              <a:ext cx="252250" cy="220715"/>
            </a:xfrm>
            <a:custGeom>
              <a:avLst/>
              <a:gdLst>
                <a:gd name="T0" fmla="*/ 129 w 221"/>
                <a:gd name="T1" fmla="*/ 0 h 190"/>
                <a:gd name="T2" fmla="*/ 221 w 221"/>
                <a:gd name="T3" fmla="*/ 61 h 190"/>
                <a:gd name="T4" fmla="*/ 44 w 221"/>
                <a:gd name="T5" fmla="*/ 190 h 190"/>
                <a:gd name="T6" fmla="*/ 0 w 221"/>
                <a:gd name="T7" fmla="*/ 44 h 190"/>
                <a:gd name="T8" fmla="*/ 129 w 221"/>
                <a:gd name="T9" fmla="*/ 0 h 190"/>
              </a:gdLst>
              <a:ahLst/>
              <a:cxnLst>
                <a:cxn ang="0">
                  <a:pos x="T0" y="T1"/>
                </a:cxn>
                <a:cxn ang="0">
                  <a:pos x="T2" y="T3"/>
                </a:cxn>
                <a:cxn ang="0">
                  <a:pos x="T4" y="T5"/>
                </a:cxn>
                <a:cxn ang="0">
                  <a:pos x="T6" y="T7"/>
                </a:cxn>
                <a:cxn ang="0">
                  <a:pos x="T8" y="T9"/>
                </a:cxn>
              </a:cxnLst>
              <a:rect l="0" t="0" r="r" b="b"/>
              <a:pathLst>
                <a:path w="221" h="190">
                  <a:moveTo>
                    <a:pt x="129" y="0"/>
                  </a:moveTo>
                  <a:lnTo>
                    <a:pt x="221" y="61"/>
                  </a:lnTo>
                  <a:lnTo>
                    <a:pt x="44" y="190"/>
                  </a:lnTo>
                  <a:lnTo>
                    <a:pt x="0" y="44"/>
                  </a:lnTo>
                  <a:lnTo>
                    <a:pt x="129" y="0"/>
                  </a:lnTo>
                  <a:close/>
                </a:path>
              </a:pathLst>
            </a:custGeom>
            <a:solidFill>
              <a:srgbClr val="50B4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74" name="Freeform 48">
              <a:extLst>
                <a:ext uri="{FF2B5EF4-FFF2-40B4-BE49-F238E27FC236}">
                  <a16:creationId xmlns:a16="http://schemas.microsoft.com/office/drawing/2014/main" id="{BB6CD59F-9FE4-40CD-94E9-635F9ACD46CE}"/>
                </a:ext>
              </a:extLst>
            </p:cNvPr>
            <p:cNvSpPr>
              <a:spLocks/>
            </p:cNvSpPr>
            <p:nvPr/>
          </p:nvSpPr>
          <p:spPr bwMode="auto">
            <a:xfrm>
              <a:off x="7004257" y="3620321"/>
              <a:ext cx="118240" cy="110360"/>
            </a:xfrm>
            <a:custGeom>
              <a:avLst/>
              <a:gdLst>
                <a:gd name="T0" fmla="*/ 63 w 108"/>
                <a:gd name="T1" fmla="*/ 0 h 103"/>
                <a:gd name="T2" fmla="*/ 108 w 108"/>
                <a:gd name="T3" fmla="*/ 33 h 103"/>
                <a:gd name="T4" fmla="*/ 20 w 108"/>
                <a:gd name="T5" fmla="*/ 103 h 103"/>
                <a:gd name="T6" fmla="*/ 0 w 108"/>
                <a:gd name="T7" fmla="*/ 25 h 103"/>
                <a:gd name="T8" fmla="*/ 63 w 108"/>
                <a:gd name="T9" fmla="*/ 0 h 103"/>
              </a:gdLst>
              <a:ahLst/>
              <a:cxnLst>
                <a:cxn ang="0">
                  <a:pos x="T0" y="T1"/>
                </a:cxn>
                <a:cxn ang="0">
                  <a:pos x="T2" y="T3"/>
                </a:cxn>
                <a:cxn ang="0">
                  <a:pos x="T4" y="T5"/>
                </a:cxn>
                <a:cxn ang="0">
                  <a:pos x="T6" y="T7"/>
                </a:cxn>
                <a:cxn ang="0">
                  <a:pos x="T8" y="T9"/>
                </a:cxn>
              </a:cxnLst>
              <a:rect l="0" t="0" r="r" b="b"/>
              <a:pathLst>
                <a:path w="108" h="103">
                  <a:moveTo>
                    <a:pt x="63" y="0"/>
                  </a:moveTo>
                  <a:lnTo>
                    <a:pt x="108" y="33"/>
                  </a:lnTo>
                  <a:lnTo>
                    <a:pt x="20" y="103"/>
                  </a:lnTo>
                  <a:lnTo>
                    <a:pt x="0" y="25"/>
                  </a:lnTo>
                  <a:lnTo>
                    <a:pt x="63" y="0"/>
                  </a:lnTo>
                  <a:close/>
                </a:path>
              </a:pathLst>
            </a:custGeom>
            <a:solidFill>
              <a:srgbClr val="FED52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75" name="Freeform 49">
              <a:extLst>
                <a:ext uri="{FF2B5EF4-FFF2-40B4-BE49-F238E27FC236}">
                  <a16:creationId xmlns:a16="http://schemas.microsoft.com/office/drawing/2014/main" id="{81B1A0C2-E548-4A9C-8B5F-D1FD33BDBBBD}"/>
                </a:ext>
              </a:extLst>
            </p:cNvPr>
            <p:cNvSpPr>
              <a:spLocks/>
            </p:cNvSpPr>
            <p:nvPr/>
          </p:nvSpPr>
          <p:spPr bwMode="auto">
            <a:xfrm>
              <a:off x="6168683" y="3620321"/>
              <a:ext cx="173420" cy="157655"/>
            </a:xfrm>
            <a:custGeom>
              <a:avLst/>
              <a:gdLst>
                <a:gd name="T0" fmla="*/ 89 w 148"/>
                <a:gd name="T1" fmla="*/ 0 h 136"/>
                <a:gd name="T2" fmla="*/ 148 w 148"/>
                <a:gd name="T3" fmla="*/ 48 h 136"/>
                <a:gd name="T4" fmla="*/ 65 w 148"/>
                <a:gd name="T5" fmla="*/ 136 h 136"/>
                <a:gd name="T6" fmla="*/ 0 w 148"/>
                <a:gd name="T7" fmla="*/ 36 h 136"/>
                <a:gd name="T8" fmla="*/ 89 w 148"/>
                <a:gd name="T9" fmla="*/ 0 h 136"/>
              </a:gdLst>
              <a:ahLst/>
              <a:cxnLst>
                <a:cxn ang="0">
                  <a:pos x="T0" y="T1"/>
                </a:cxn>
                <a:cxn ang="0">
                  <a:pos x="T2" y="T3"/>
                </a:cxn>
                <a:cxn ang="0">
                  <a:pos x="T4" y="T5"/>
                </a:cxn>
                <a:cxn ang="0">
                  <a:pos x="T6" y="T7"/>
                </a:cxn>
                <a:cxn ang="0">
                  <a:pos x="T8" y="T9"/>
                </a:cxn>
              </a:cxnLst>
              <a:rect l="0" t="0" r="r" b="b"/>
              <a:pathLst>
                <a:path w="148" h="136">
                  <a:moveTo>
                    <a:pt x="89" y="0"/>
                  </a:moveTo>
                  <a:lnTo>
                    <a:pt x="148" y="48"/>
                  </a:lnTo>
                  <a:lnTo>
                    <a:pt x="65" y="136"/>
                  </a:lnTo>
                  <a:lnTo>
                    <a:pt x="0" y="36"/>
                  </a:lnTo>
                  <a:lnTo>
                    <a:pt x="89" y="0"/>
                  </a:lnTo>
                  <a:close/>
                </a:path>
              </a:pathLst>
            </a:custGeom>
            <a:solidFill>
              <a:srgbClr val="50B448"/>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76" name="Freeform 50">
              <a:extLst>
                <a:ext uri="{FF2B5EF4-FFF2-40B4-BE49-F238E27FC236}">
                  <a16:creationId xmlns:a16="http://schemas.microsoft.com/office/drawing/2014/main" id="{9C5ECD3D-9CE5-4F28-9B8D-36765096F6CF}"/>
                </a:ext>
              </a:extLst>
            </p:cNvPr>
            <p:cNvSpPr>
              <a:spLocks/>
            </p:cNvSpPr>
            <p:nvPr/>
          </p:nvSpPr>
          <p:spPr bwMode="auto">
            <a:xfrm>
              <a:off x="6357868" y="3249831"/>
              <a:ext cx="346840" cy="433550"/>
            </a:xfrm>
            <a:custGeom>
              <a:avLst/>
              <a:gdLst>
                <a:gd name="T0" fmla="*/ 215 w 308"/>
                <a:gd name="T1" fmla="*/ 0 h 391"/>
                <a:gd name="T2" fmla="*/ 308 w 308"/>
                <a:gd name="T3" fmla="*/ 329 h 391"/>
                <a:gd name="T4" fmla="*/ 92 w 308"/>
                <a:gd name="T5" fmla="*/ 391 h 391"/>
                <a:gd name="T6" fmla="*/ 0 w 308"/>
                <a:gd name="T7" fmla="*/ 60 h 391"/>
                <a:gd name="T8" fmla="*/ 215 w 308"/>
                <a:gd name="T9" fmla="*/ 0 h 391"/>
              </a:gdLst>
              <a:ahLst/>
              <a:cxnLst>
                <a:cxn ang="0">
                  <a:pos x="T0" y="T1"/>
                </a:cxn>
                <a:cxn ang="0">
                  <a:pos x="T2" y="T3"/>
                </a:cxn>
                <a:cxn ang="0">
                  <a:pos x="T4" y="T5"/>
                </a:cxn>
                <a:cxn ang="0">
                  <a:pos x="T6" y="T7"/>
                </a:cxn>
                <a:cxn ang="0">
                  <a:pos x="T8" y="T9"/>
                </a:cxn>
              </a:cxnLst>
              <a:rect l="0" t="0" r="r" b="b"/>
              <a:pathLst>
                <a:path w="308" h="391">
                  <a:moveTo>
                    <a:pt x="215" y="0"/>
                  </a:moveTo>
                  <a:lnTo>
                    <a:pt x="308" y="329"/>
                  </a:lnTo>
                  <a:lnTo>
                    <a:pt x="92" y="391"/>
                  </a:lnTo>
                  <a:lnTo>
                    <a:pt x="0" y="60"/>
                  </a:lnTo>
                  <a:lnTo>
                    <a:pt x="215"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77" name="Freeform 51">
              <a:extLst>
                <a:ext uri="{FF2B5EF4-FFF2-40B4-BE49-F238E27FC236}">
                  <a16:creationId xmlns:a16="http://schemas.microsoft.com/office/drawing/2014/main" id="{A533057D-C274-49A6-80C1-6DE0E790639E}"/>
                </a:ext>
              </a:extLst>
            </p:cNvPr>
            <p:cNvSpPr>
              <a:spLocks/>
            </p:cNvSpPr>
            <p:nvPr/>
          </p:nvSpPr>
          <p:spPr bwMode="auto">
            <a:xfrm>
              <a:off x="6360378" y="3194278"/>
              <a:ext cx="236485" cy="126125"/>
            </a:xfrm>
            <a:custGeom>
              <a:avLst/>
              <a:gdLst>
                <a:gd name="T0" fmla="*/ 152 w 215"/>
                <a:gd name="T1" fmla="*/ 0 h 111"/>
                <a:gd name="T2" fmla="*/ 215 w 215"/>
                <a:gd name="T3" fmla="*/ 51 h 111"/>
                <a:gd name="T4" fmla="*/ 0 w 215"/>
                <a:gd name="T5" fmla="*/ 111 h 111"/>
                <a:gd name="T6" fmla="*/ 31 w 215"/>
                <a:gd name="T7" fmla="*/ 35 h 111"/>
                <a:gd name="T8" fmla="*/ 152 w 215"/>
                <a:gd name="T9" fmla="*/ 0 h 111"/>
              </a:gdLst>
              <a:ahLst/>
              <a:cxnLst>
                <a:cxn ang="0">
                  <a:pos x="T0" y="T1"/>
                </a:cxn>
                <a:cxn ang="0">
                  <a:pos x="T2" y="T3"/>
                </a:cxn>
                <a:cxn ang="0">
                  <a:pos x="T4" y="T5"/>
                </a:cxn>
                <a:cxn ang="0">
                  <a:pos x="T6" y="T7"/>
                </a:cxn>
                <a:cxn ang="0">
                  <a:pos x="T8" y="T9"/>
                </a:cxn>
              </a:cxnLst>
              <a:rect l="0" t="0" r="r" b="b"/>
              <a:pathLst>
                <a:path w="215" h="111">
                  <a:moveTo>
                    <a:pt x="152" y="0"/>
                  </a:moveTo>
                  <a:lnTo>
                    <a:pt x="215" y="51"/>
                  </a:lnTo>
                  <a:lnTo>
                    <a:pt x="0" y="111"/>
                  </a:lnTo>
                  <a:lnTo>
                    <a:pt x="31" y="35"/>
                  </a:lnTo>
                  <a:lnTo>
                    <a:pt x="152" y="0"/>
                  </a:lnTo>
                  <a:close/>
                </a:path>
              </a:pathLst>
            </a:custGeom>
            <a:solidFill>
              <a:srgbClr val="D76C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78" name="Freeform 52">
              <a:extLst>
                <a:ext uri="{FF2B5EF4-FFF2-40B4-BE49-F238E27FC236}">
                  <a16:creationId xmlns:a16="http://schemas.microsoft.com/office/drawing/2014/main" id="{A78433E9-1207-47DD-83E8-6413DE15EE2A}"/>
                </a:ext>
              </a:extLst>
            </p:cNvPr>
            <p:cNvSpPr>
              <a:spLocks/>
            </p:cNvSpPr>
            <p:nvPr/>
          </p:nvSpPr>
          <p:spPr bwMode="auto">
            <a:xfrm>
              <a:off x="5877023" y="3525726"/>
              <a:ext cx="370490" cy="386255"/>
            </a:xfrm>
            <a:custGeom>
              <a:avLst/>
              <a:gdLst>
                <a:gd name="T0" fmla="*/ 190 w 328"/>
                <a:gd name="T1" fmla="*/ 0 h 340"/>
                <a:gd name="T2" fmla="*/ 328 w 328"/>
                <a:gd name="T3" fmla="*/ 221 h 340"/>
                <a:gd name="T4" fmla="*/ 137 w 328"/>
                <a:gd name="T5" fmla="*/ 340 h 340"/>
                <a:gd name="T6" fmla="*/ 0 w 328"/>
                <a:gd name="T7" fmla="*/ 119 h 340"/>
                <a:gd name="T8" fmla="*/ 190 w 328"/>
                <a:gd name="T9" fmla="*/ 0 h 340"/>
              </a:gdLst>
              <a:ahLst/>
              <a:cxnLst>
                <a:cxn ang="0">
                  <a:pos x="T0" y="T1"/>
                </a:cxn>
                <a:cxn ang="0">
                  <a:pos x="T2" y="T3"/>
                </a:cxn>
                <a:cxn ang="0">
                  <a:pos x="T4" y="T5"/>
                </a:cxn>
                <a:cxn ang="0">
                  <a:pos x="T6" y="T7"/>
                </a:cxn>
                <a:cxn ang="0">
                  <a:pos x="T8" y="T9"/>
                </a:cxn>
              </a:cxnLst>
              <a:rect l="0" t="0" r="r" b="b"/>
              <a:pathLst>
                <a:path w="328" h="340">
                  <a:moveTo>
                    <a:pt x="190" y="0"/>
                  </a:moveTo>
                  <a:lnTo>
                    <a:pt x="328" y="221"/>
                  </a:lnTo>
                  <a:lnTo>
                    <a:pt x="137" y="340"/>
                  </a:lnTo>
                  <a:lnTo>
                    <a:pt x="0" y="119"/>
                  </a:lnTo>
                  <a:lnTo>
                    <a:pt x="190"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79" name="Freeform 53">
              <a:extLst>
                <a:ext uri="{FF2B5EF4-FFF2-40B4-BE49-F238E27FC236}">
                  <a16:creationId xmlns:a16="http://schemas.microsoft.com/office/drawing/2014/main" id="{0E3A0514-92BD-49C1-B358-03D6A26ED4F4}"/>
                </a:ext>
              </a:extLst>
            </p:cNvPr>
            <p:cNvSpPr>
              <a:spLocks/>
            </p:cNvSpPr>
            <p:nvPr/>
          </p:nvSpPr>
          <p:spPr bwMode="auto">
            <a:xfrm>
              <a:off x="5877023" y="3483451"/>
              <a:ext cx="212835" cy="181305"/>
            </a:xfrm>
            <a:custGeom>
              <a:avLst/>
              <a:gdLst>
                <a:gd name="T0" fmla="*/ 134 w 190"/>
                <a:gd name="T1" fmla="*/ 0 h 163"/>
                <a:gd name="T2" fmla="*/ 190 w 190"/>
                <a:gd name="T3" fmla="*/ 44 h 163"/>
                <a:gd name="T4" fmla="*/ 0 w 190"/>
                <a:gd name="T5" fmla="*/ 163 h 163"/>
                <a:gd name="T6" fmla="*/ 29 w 190"/>
                <a:gd name="T7" fmla="*/ 67 h 163"/>
                <a:gd name="T8" fmla="*/ 134 w 190"/>
                <a:gd name="T9" fmla="*/ 0 h 163"/>
              </a:gdLst>
              <a:ahLst/>
              <a:cxnLst>
                <a:cxn ang="0">
                  <a:pos x="T0" y="T1"/>
                </a:cxn>
                <a:cxn ang="0">
                  <a:pos x="T2" y="T3"/>
                </a:cxn>
                <a:cxn ang="0">
                  <a:pos x="T4" y="T5"/>
                </a:cxn>
                <a:cxn ang="0">
                  <a:pos x="T6" y="T7"/>
                </a:cxn>
                <a:cxn ang="0">
                  <a:pos x="T8" y="T9"/>
                </a:cxn>
              </a:cxnLst>
              <a:rect l="0" t="0" r="r" b="b"/>
              <a:pathLst>
                <a:path w="190" h="163">
                  <a:moveTo>
                    <a:pt x="134" y="0"/>
                  </a:moveTo>
                  <a:lnTo>
                    <a:pt x="190" y="44"/>
                  </a:lnTo>
                  <a:lnTo>
                    <a:pt x="0" y="163"/>
                  </a:lnTo>
                  <a:lnTo>
                    <a:pt x="29" y="67"/>
                  </a:lnTo>
                  <a:lnTo>
                    <a:pt x="134" y="0"/>
                  </a:lnTo>
                  <a:close/>
                </a:path>
              </a:pathLst>
            </a:custGeom>
            <a:solidFill>
              <a:srgbClr val="D76C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80" name="Freeform 54">
              <a:extLst>
                <a:ext uri="{FF2B5EF4-FFF2-40B4-BE49-F238E27FC236}">
                  <a16:creationId xmlns:a16="http://schemas.microsoft.com/office/drawing/2014/main" id="{DBA69E31-C57E-4A12-ADAC-FDE59F7C31A3}"/>
                </a:ext>
              </a:extLst>
            </p:cNvPr>
            <p:cNvSpPr>
              <a:spLocks/>
            </p:cNvSpPr>
            <p:nvPr/>
          </p:nvSpPr>
          <p:spPr bwMode="auto">
            <a:xfrm>
              <a:off x="6531292" y="3431136"/>
              <a:ext cx="70945" cy="70945"/>
            </a:xfrm>
            <a:custGeom>
              <a:avLst/>
              <a:gdLst>
                <a:gd name="T0" fmla="*/ 46 w 59"/>
                <a:gd name="T1" fmla="*/ 0 h 64"/>
                <a:gd name="T2" fmla="*/ 59 w 59"/>
                <a:gd name="T3" fmla="*/ 52 h 64"/>
                <a:gd name="T4" fmla="*/ 15 w 59"/>
                <a:gd name="T5" fmla="*/ 64 h 64"/>
                <a:gd name="T6" fmla="*/ 0 w 59"/>
                <a:gd name="T7" fmla="*/ 13 h 64"/>
                <a:gd name="T8" fmla="*/ 46 w 59"/>
                <a:gd name="T9" fmla="*/ 0 h 64"/>
              </a:gdLst>
              <a:ahLst/>
              <a:cxnLst>
                <a:cxn ang="0">
                  <a:pos x="T0" y="T1"/>
                </a:cxn>
                <a:cxn ang="0">
                  <a:pos x="T2" y="T3"/>
                </a:cxn>
                <a:cxn ang="0">
                  <a:pos x="T4" y="T5"/>
                </a:cxn>
                <a:cxn ang="0">
                  <a:pos x="T6" y="T7"/>
                </a:cxn>
                <a:cxn ang="0">
                  <a:pos x="T8" y="T9"/>
                </a:cxn>
              </a:cxnLst>
              <a:rect l="0" t="0" r="r" b="b"/>
              <a:pathLst>
                <a:path w="59" h="64">
                  <a:moveTo>
                    <a:pt x="46" y="0"/>
                  </a:moveTo>
                  <a:lnTo>
                    <a:pt x="59" y="52"/>
                  </a:lnTo>
                  <a:lnTo>
                    <a:pt x="15" y="64"/>
                  </a:lnTo>
                  <a:lnTo>
                    <a:pt x="0" y="13"/>
                  </a:lnTo>
                  <a:lnTo>
                    <a:pt x="46" y="0"/>
                  </a:lnTo>
                  <a:close/>
                </a:path>
              </a:pathLst>
            </a:custGeom>
            <a:solidFill>
              <a:srgbClr val="FED52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81" name="Freeform 55">
              <a:extLst>
                <a:ext uri="{FF2B5EF4-FFF2-40B4-BE49-F238E27FC236}">
                  <a16:creationId xmlns:a16="http://schemas.microsoft.com/office/drawing/2014/main" id="{344D54DA-69A2-495B-9251-AC66979B451F}"/>
                </a:ext>
              </a:extLst>
            </p:cNvPr>
            <p:cNvSpPr>
              <a:spLocks/>
            </p:cNvSpPr>
            <p:nvPr/>
          </p:nvSpPr>
          <p:spPr bwMode="auto">
            <a:xfrm>
              <a:off x="6507642" y="3328661"/>
              <a:ext cx="63060" cy="70945"/>
            </a:xfrm>
            <a:custGeom>
              <a:avLst/>
              <a:gdLst>
                <a:gd name="T0" fmla="*/ 44 w 59"/>
                <a:gd name="T1" fmla="*/ 0 h 63"/>
                <a:gd name="T2" fmla="*/ 59 w 59"/>
                <a:gd name="T3" fmla="*/ 52 h 63"/>
                <a:gd name="T4" fmla="*/ 14 w 59"/>
                <a:gd name="T5" fmla="*/ 63 h 63"/>
                <a:gd name="T6" fmla="*/ 0 w 59"/>
                <a:gd name="T7" fmla="*/ 12 h 63"/>
                <a:gd name="T8" fmla="*/ 44 w 59"/>
                <a:gd name="T9" fmla="*/ 0 h 63"/>
              </a:gdLst>
              <a:ahLst/>
              <a:cxnLst>
                <a:cxn ang="0">
                  <a:pos x="T0" y="T1"/>
                </a:cxn>
                <a:cxn ang="0">
                  <a:pos x="T2" y="T3"/>
                </a:cxn>
                <a:cxn ang="0">
                  <a:pos x="T4" y="T5"/>
                </a:cxn>
                <a:cxn ang="0">
                  <a:pos x="T6" y="T7"/>
                </a:cxn>
                <a:cxn ang="0">
                  <a:pos x="T8" y="T9"/>
                </a:cxn>
              </a:cxnLst>
              <a:rect l="0" t="0" r="r" b="b"/>
              <a:pathLst>
                <a:path w="59" h="63">
                  <a:moveTo>
                    <a:pt x="44" y="0"/>
                  </a:moveTo>
                  <a:lnTo>
                    <a:pt x="59" y="52"/>
                  </a:lnTo>
                  <a:lnTo>
                    <a:pt x="14" y="63"/>
                  </a:lnTo>
                  <a:lnTo>
                    <a:pt x="0" y="12"/>
                  </a:lnTo>
                  <a:lnTo>
                    <a:pt x="44"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82" name="Freeform 56">
              <a:extLst>
                <a:ext uri="{FF2B5EF4-FFF2-40B4-BE49-F238E27FC236}">
                  <a16:creationId xmlns:a16="http://schemas.microsoft.com/office/drawing/2014/main" id="{19086D2B-7D78-4AD3-AEAB-223F89D0208B}"/>
                </a:ext>
              </a:extLst>
            </p:cNvPr>
            <p:cNvSpPr>
              <a:spLocks/>
            </p:cNvSpPr>
            <p:nvPr/>
          </p:nvSpPr>
          <p:spPr bwMode="auto">
            <a:xfrm>
              <a:off x="6460347" y="3454781"/>
              <a:ext cx="63060" cy="70945"/>
            </a:xfrm>
            <a:custGeom>
              <a:avLst/>
              <a:gdLst>
                <a:gd name="T0" fmla="*/ 45 w 59"/>
                <a:gd name="T1" fmla="*/ 0 h 63"/>
                <a:gd name="T2" fmla="*/ 59 w 59"/>
                <a:gd name="T3" fmla="*/ 50 h 63"/>
                <a:gd name="T4" fmla="*/ 13 w 59"/>
                <a:gd name="T5" fmla="*/ 63 h 63"/>
                <a:gd name="T6" fmla="*/ 0 w 59"/>
                <a:gd name="T7" fmla="*/ 11 h 63"/>
                <a:gd name="T8" fmla="*/ 45 w 59"/>
                <a:gd name="T9" fmla="*/ 0 h 63"/>
              </a:gdLst>
              <a:ahLst/>
              <a:cxnLst>
                <a:cxn ang="0">
                  <a:pos x="T0" y="T1"/>
                </a:cxn>
                <a:cxn ang="0">
                  <a:pos x="T2" y="T3"/>
                </a:cxn>
                <a:cxn ang="0">
                  <a:pos x="T4" y="T5"/>
                </a:cxn>
                <a:cxn ang="0">
                  <a:pos x="T6" y="T7"/>
                </a:cxn>
                <a:cxn ang="0">
                  <a:pos x="T8" y="T9"/>
                </a:cxn>
              </a:cxnLst>
              <a:rect l="0" t="0" r="r" b="b"/>
              <a:pathLst>
                <a:path w="59" h="63">
                  <a:moveTo>
                    <a:pt x="45" y="0"/>
                  </a:moveTo>
                  <a:lnTo>
                    <a:pt x="59" y="50"/>
                  </a:lnTo>
                  <a:lnTo>
                    <a:pt x="13" y="63"/>
                  </a:lnTo>
                  <a:lnTo>
                    <a:pt x="0" y="11"/>
                  </a:lnTo>
                  <a:lnTo>
                    <a:pt x="45" y="0"/>
                  </a:lnTo>
                  <a:close/>
                </a:path>
              </a:pathLst>
            </a:custGeom>
            <a:solidFill>
              <a:srgbClr val="FED52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83" name="Freeform 57">
              <a:extLst>
                <a:ext uri="{FF2B5EF4-FFF2-40B4-BE49-F238E27FC236}">
                  <a16:creationId xmlns:a16="http://schemas.microsoft.com/office/drawing/2014/main" id="{C758534A-DC84-49EC-840E-5BD0DE790FEA}"/>
                </a:ext>
              </a:extLst>
            </p:cNvPr>
            <p:cNvSpPr>
              <a:spLocks/>
            </p:cNvSpPr>
            <p:nvPr/>
          </p:nvSpPr>
          <p:spPr bwMode="auto">
            <a:xfrm>
              <a:off x="6428813" y="3352306"/>
              <a:ext cx="63060" cy="70945"/>
            </a:xfrm>
            <a:custGeom>
              <a:avLst/>
              <a:gdLst>
                <a:gd name="T0" fmla="*/ 45 w 58"/>
                <a:gd name="T1" fmla="*/ 0 h 63"/>
                <a:gd name="T2" fmla="*/ 58 w 58"/>
                <a:gd name="T3" fmla="*/ 52 h 63"/>
                <a:gd name="T4" fmla="*/ 13 w 58"/>
                <a:gd name="T5" fmla="*/ 63 h 63"/>
                <a:gd name="T6" fmla="*/ 0 w 58"/>
                <a:gd name="T7" fmla="*/ 12 h 63"/>
                <a:gd name="T8" fmla="*/ 45 w 58"/>
                <a:gd name="T9" fmla="*/ 0 h 63"/>
              </a:gdLst>
              <a:ahLst/>
              <a:cxnLst>
                <a:cxn ang="0">
                  <a:pos x="T0" y="T1"/>
                </a:cxn>
                <a:cxn ang="0">
                  <a:pos x="T2" y="T3"/>
                </a:cxn>
                <a:cxn ang="0">
                  <a:pos x="T4" y="T5"/>
                </a:cxn>
                <a:cxn ang="0">
                  <a:pos x="T6" y="T7"/>
                </a:cxn>
                <a:cxn ang="0">
                  <a:pos x="T8" y="T9"/>
                </a:cxn>
              </a:cxnLst>
              <a:rect l="0" t="0" r="r" b="b"/>
              <a:pathLst>
                <a:path w="58" h="63">
                  <a:moveTo>
                    <a:pt x="45" y="0"/>
                  </a:moveTo>
                  <a:lnTo>
                    <a:pt x="58" y="52"/>
                  </a:lnTo>
                  <a:lnTo>
                    <a:pt x="13" y="63"/>
                  </a:lnTo>
                  <a:lnTo>
                    <a:pt x="0" y="12"/>
                  </a:lnTo>
                  <a:lnTo>
                    <a:pt x="45" y="0"/>
                  </a:lnTo>
                  <a:close/>
                </a:path>
              </a:pathLst>
            </a:custGeom>
            <a:solidFill>
              <a:srgbClr val="FED52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84" name="Freeform 58">
              <a:extLst>
                <a:ext uri="{FF2B5EF4-FFF2-40B4-BE49-F238E27FC236}">
                  <a16:creationId xmlns:a16="http://schemas.microsoft.com/office/drawing/2014/main" id="{67BB796F-E5B8-44A8-9E5C-E48E72E861B3}"/>
                </a:ext>
              </a:extLst>
            </p:cNvPr>
            <p:cNvSpPr>
              <a:spLocks/>
            </p:cNvSpPr>
            <p:nvPr/>
          </p:nvSpPr>
          <p:spPr bwMode="auto">
            <a:xfrm>
              <a:off x="6562822" y="3525726"/>
              <a:ext cx="70945" cy="78830"/>
            </a:xfrm>
            <a:custGeom>
              <a:avLst/>
              <a:gdLst>
                <a:gd name="T0" fmla="*/ 44 w 59"/>
                <a:gd name="T1" fmla="*/ 0 h 64"/>
                <a:gd name="T2" fmla="*/ 59 w 59"/>
                <a:gd name="T3" fmla="*/ 51 h 64"/>
                <a:gd name="T4" fmla="*/ 13 w 59"/>
                <a:gd name="T5" fmla="*/ 64 h 64"/>
                <a:gd name="T6" fmla="*/ 0 w 59"/>
                <a:gd name="T7" fmla="*/ 12 h 64"/>
                <a:gd name="T8" fmla="*/ 44 w 59"/>
                <a:gd name="T9" fmla="*/ 0 h 64"/>
              </a:gdLst>
              <a:ahLst/>
              <a:cxnLst>
                <a:cxn ang="0">
                  <a:pos x="T0" y="T1"/>
                </a:cxn>
                <a:cxn ang="0">
                  <a:pos x="T2" y="T3"/>
                </a:cxn>
                <a:cxn ang="0">
                  <a:pos x="T4" y="T5"/>
                </a:cxn>
                <a:cxn ang="0">
                  <a:pos x="T6" y="T7"/>
                </a:cxn>
                <a:cxn ang="0">
                  <a:pos x="T8" y="T9"/>
                </a:cxn>
              </a:cxnLst>
              <a:rect l="0" t="0" r="r" b="b"/>
              <a:pathLst>
                <a:path w="59" h="64">
                  <a:moveTo>
                    <a:pt x="44" y="0"/>
                  </a:moveTo>
                  <a:lnTo>
                    <a:pt x="59" y="51"/>
                  </a:lnTo>
                  <a:lnTo>
                    <a:pt x="13" y="64"/>
                  </a:lnTo>
                  <a:lnTo>
                    <a:pt x="0" y="12"/>
                  </a:lnTo>
                  <a:lnTo>
                    <a:pt x="44"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85" name="Freeform 59">
              <a:extLst>
                <a:ext uri="{FF2B5EF4-FFF2-40B4-BE49-F238E27FC236}">
                  <a16:creationId xmlns:a16="http://schemas.microsoft.com/office/drawing/2014/main" id="{2C502808-A3C2-49ED-9687-C18839A2BF36}"/>
                </a:ext>
              </a:extLst>
            </p:cNvPr>
            <p:cNvSpPr>
              <a:spLocks/>
            </p:cNvSpPr>
            <p:nvPr/>
          </p:nvSpPr>
          <p:spPr bwMode="auto">
            <a:xfrm>
              <a:off x="6483992" y="3549376"/>
              <a:ext cx="63060" cy="70945"/>
            </a:xfrm>
            <a:custGeom>
              <a:avLst/>
              <a:gdLst>
                <a:gd name="T0" fmla="*/ 44 w 58"/>
                <a:gd name="T1" fmla="*/ 0 h 64"/>
                <a:gd name="T2" fmla="*/ 58 w 58"/>
                <a:gd name="T3" fmla="*/ 51 h 64"/>
                <a:gd name="T4" fmla="*/ 14 w 58"/>
                <a:gd name="T5" fmla="*/ 64 h 64"/>
                <a:gd name="T6" fmla="*/ 0 w 58"/>
                <a:gd name="T7" fmla="*/ 12 h 64"/>
                <a:gd name="T8" fmla="*/ 44 w 58"/>
                <a:gd name="T9" fmla="*/ 0 h 64"/>
              </a:gdLst>
              <a:ahLst/>
              <a:cxnLst>
                <a:cxn ang="0">
                  <a:pos x="T0" y="T1"/>
                </a:cxn>
                <a:cxn ang="0">
                  <a:pos x="T2" y="T3"/>
                </a:cxn>
                <a:cxn ang="0">
                  <a:pos x="T4" y="T5"/>
                </a:cxn>
                <a:cxn ang="0">
                  <a:pos x="T6" y="T7"/>
                </a:cxn>
                <a:cxn ang="0">
                  <a:pos x="T8" y="T9"/>
                </a:cxn>
              </a:cxnLst>
              <a:rect l="0" t="0" r="r" b="b"/>
              <a:pathLst>
                <a:path w="58" h="64">
                  <a:moveTo>
                    <a:pt x="44" y="0"/>
                  </a:moveTo>
                  <a:lnTo>
                    <a:pt x="58" y="51"/>
                  </a:lnTo>
                  <a:lnTo>
                    <a:pt x="14" y="64"/>
                  </a:lnTo>
                  <a:lnTo>
                    <a:pt x="0" y="12"/>
                  </a:lnTo>
                  <a:lnTo>
                    <a:pt x="44" y="0"/>
                  </a:lnTo>
                  <a:close/>
                </a:path>
              </a:pathLst>
            </a:custGeom>
            <a:solidFill>
              <a:srgbClr val="FED52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86" name="Freeform 60">
              <a:extLst>
                <a:ext uri="{FF2B5EF4-FFF2-40B4-BE49-F238E27FC236}">
                  <a16:creationId xmlns:a16="http://schemas.microsoft.com/office/drawing/2014/main" id="{18A165DD-1863-49A9-BBB6-415FABB2D287}"/>
                </a:ext>
              </a:extLst>
            </p:cNvPr>
            <p:cNvSpPr>
              <a:spLocks/>
            </p:cNvSpPr>
            <p:nvPr/>
          </p:nvSpPr>
          <p:spPr bwMode="auto">
            <a:xfrm>
              <a:off x="6736242" y="3565141"/>
              <a:ext cx="291660" cy="236485"/>
            </a:xfrm>
            <a:custGeom>
              <a:avLst/>
              <a:gdLst>
                <a:gd name="T0" fmla="*/ 217 w 257"/>
                <a:gd name="T1" fmla="*/ 0 h 208"/>
                <a:gd name="T2" fmla="*/ 257 w 257"/>
                <a:gd name="T3" fmla="*/ 147 h 208"/>
                <a:gd name="T4" fmla="*/ 41 w 257"/>
                <a:gd name="T5" fmla="*/ 208 h 208"/>
                <a:gd name="T6" fmla="*/ 0 w 257"/>
                <a:gd name="T7" fmla="*/ 61 h 208"/>
                <a:gd name="T8" fmla="*/ 217 w 257"/>
                <a:gd name="T9" fmla="*/ 0 h 208"/>
              </a:gdLst>
              <a:ahLst/>
              <a:cxnLst>
                <a:cxn ang="0">
                  <a:pos x="T0" y="T1"/>
                </a:cxn>
                <a:cxn ang="0">
                  <a:pos x="T2" y="T3"/>
                </a:cxn>
                <a:cxn ang="0">
                  <a:pos x="T4" y="T5"/>
                </a:cxn>
                <a:cxn ang="0">
                  <a:pos x="T6" y="T7"/>
                </a:cxn>
                <a:cxn ang="0">
                  <a:pos x="T8" y="T9"/>
                </a:cxn>
              </a:cxnLst>
              <a:rect l="0" t="0" r="r" b="b"/>
              <a:pathLst>
                <a:path w="257" h="208">
                  <a:moveTo>
                    <a:pt x="217" y="0"/>
                  </a:moveTo>
                  <a:lnTo>
                    <a:pt x="257" y="147"/>
                  </a:lnTo>
                  <a:lnTo>
                    <a:pt x="41" y="208"/>
                  </a:lnTo>
                  <a:lnTo>
                    <a:pt x="0" y="61"/>
                  </a:lnTo>
                  <a:lnTo>
                    <a:pt x="217"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87" name="Freeform 61">
              <a:extLst>
                <a:ext uri="{FF2B5EF4-FFF2-40B4-BE49-F238E27FC236}">
                  <a16:creationId xmlns:a16="http://schemas.microsoft.com/office/drawing/2014/main" id="{231DBD9D-3750-4AC6-96FA-AC107DAA15C3}"/>
                </a:ext>
              </a:extLst>
            </p:cNvPr>
            <p:cNvSpPr>
              <a:spLocks/>
            </p:cNvSpPr>
            <p:nvPr/>
          </p:nvSpPr>
          <p:spPr bwMode="auto">
            <a:xfrm>
              <a:off x="6736242" y="3523216"/>
              <a:ext cx="244365" cy="110360"/>
            </a:xfrm>
            <a:custGeom>
              <a:avLst/>
              <a:gdLst>
                <a:gd name="T0" fmla="*/ 136 w 217"/>
                <a:gd name="T1" fmla="*/ 0 h 100"/>
                <a:gd name="T2" fmla="*/ 217 w 217"/>
                <a:gd name="T3" fmla="*/ 39 h 100"/>
                <a:gd name="T4" fmla="*/ 0 w 217"/>
                <a:gd name="T5" fmla="*/ 100 h 100"/>
                <a:gd name="T6" fmla="*/ 16 w 217"/>
                <a:gd name="T7" fmla="*/ 35 h 100"/>
                <a:gd name="T8" fmla="*/ 136 w 217"/>
                <a:gd name="T9" fmla="*/ 0 h 100"/>
              </a:gdLst>
              <a:ahLst/>
              <a:cxnLst>
                <a:cxn ang="0">
                  <a:pos x="T0" y="T1"/>
                </a:cxn>
                <a:cxn ang="0">
                  <a:pos x="T2" y="T3"/>
                </a:cxn>
                <a:cxn ang="0">
                  <a:pos x="T4" y="T5"/>
                </a:cxn>
                <a:cxn ang="0">
                  <a:pos x="T6" y="T7"/>
                </a:cxn>
                <a:cxn ang="0">
                  <a:pos x="T8" y="T9"/>
                </a:cxn>
              </a:cxnLst>
              <a:rect l="0" t="0" r="r" b="b"/>
              <a:pathLst>
                <a:path w="217" h="100">
                  <a:moveTo>
                    <a:pt x="136" y="0"/>
                  </a:moveTo>
                  <a:lnTo>
                    <a:pt x="217" y="39"/>
                  </a:lnTo>
                  <a:lnTo>
                    <a:pt x="0" y="100"/>
                  </a:lnTo>
                  <a:lnTo>
                    <a:pt x="16" y="35"/>
                  </a:lnTo>
                  <a:lnTo>
                    <a:pt x="136" y="0"/>
                  </a:lnTo>
                  <a:close/>
                </a:path>
              </a:pathLst>
            </a:custGeom>
            <a:solidFill>
              <a:srgbClr val="D76C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88" name="Freeform 62">
              <a:extLst>
                <a:ext uri="{FF2B5EF4-FFF2-40B4-BE49-F238E27FC236}">
                  <a16:creationId xmlns:a16="http://schemas.microsoft.com/office/drawing/2014/main" id="{B7DE73A9-C565-4EAA-ABC7-83BA66E83AE7}"/>
                </a:ext>
              </a:extLst>
            </p:cNvPr>
            <p:cNvSpPr>
              <a:spLocks/>
            </p:cNvSpPr>
            <p:nvPr/>
          </p:nvSpPr>
          <p:spPr bwMode="auto">
            <a:xfrm>
              <a:off x="6081973" y="3691266"/>
              <a:ext cx="78830" cy="78830"/>
            </a:xfrm>
            <a:custGeom>
              <a:avLst/>
              <a:gdLst>
                <a:gd name="T0" fmla="*/ 40 w 70"/>
                <a:gd name="T1" fmla="*/ 0 h 72"/>
                <a:gd name="T2" fmla="*/ 70 w 70"/>
                <a:gd name="T3" fmla="*/ 46 h 72"/>
                <a:gd name="T4" fmla="*/ 28 w 70"/>
                <a:gd name="T5" fmla="*/ 72 h 72"/>
                <a:gd name="T6" fmla="*/ 0 w 70"/>
                <a:gd name="T7" fmla="*/ 25 h 72"/>
                <a:gd name="T8" fmla="*/ 40 w 70"/>
                <a:gd name="T9" fmla="*/ 0 h 72"/>
              </a:gdLst>
              <a:ahLst/>
              <a:cxnLst>
                <a:cxn ang="0">
                  <a:pos x="T0" y="T1"/>
                </a:cxn>
                <a:cxn ang="0">
                  <a:pos x="T2" y="T3"/>
                </a:cxn>
                <a:cxn ang="0">
                  <a:pos x="T4" y="T5"/>
                </a:cxn>
                <a:cxn ang="0">
                  <a:pos x="T6" y="T7"/>
                </a:cxn>
                <a:cxn ang="0">
                  <a:pos x="T8" y="T9"/>
                </a:cxn>
              </a:cxnLst>
              <a:rect l="0" t="0" r="r" b="b"/>
              <a:pathLst>
                <a:path w="70" h="72">
                  <a:moveTo>
                    <a:pt x="40" y="0"/>
                  </a:moveTo>
                  <a:lnTo>
                    <a:pt x="70" y="46"/>
                  </a:lnTo>
                  <a:lnTo>
                    <a:pt x="28" y="72"/>
                  </a:lnTo>
                  <a:lnTo>
                    <a:pt x="0" y="25"/>
                  </a:lnTo>
                  <a:lnTo>
                    <a:pt x="40"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89" name="Freeform 63">
              <a:extLst>
                <a:ext uri="{FF2B5EF4-FFF2-40B4-BE49-F238E27FC236}">
                  <a16:creationId xmlns:a16="http://schemas.microsoft.com/office/drawing/2014/main" id="{D4CC6F2C-536E-41EA-9EFB-248A610E786D}"/>
                </a:ext>
              </a:extLst>
            </p:cNvPr>
            <p:cNvSpPr>
              <a:spLocks/>
            </p:cNvSpPr>
            <p:nvPr/>
          </p:nvSpPr>
          <p:spPr bwMode="auto">
            <a:xfrm>
              <a:off x="6026793" y="3596671"/>
              <a:ext cx="78830" cy="78830"/>
            </a:xfrm>
            <a:custGeom>
              <a:avLst/>
              <a:gdLst>
                <a:gd name="T0" fmla="*/ 41 w 71"/>
                <a:gd name="T1" fmla="*/ 0 h 72"/>
                <a:gd name="T2" fmla="*/ 71 w 71"/>
                <a:gd name="T3" fmla="*/ 47 h 72"/>
                <a:gd name="T4" fmla="*/ 30 w 71"/>
                <a:gd name="T5" fmla="*/ 72 h 72"/>
                <a:gd name="T6" fmla="*/ 0 w 71"/>
                <a:gd name="T7" fmla="*/ 26 h 72"/>
                <a:gd name="T8" fmla="*/ 41 w 71"/>
                <a:gd name="T9" fmla="*/ 0 h 72"/>
              </a:gdLst>
              <a:ahLst/>
              <a:cxnLst>
                <a:cxn ang="0">
                  <a:pos x="T0" y="T1"/>
                </a:cxn>
                <a:cxn ang="0">
                  <a:pos x="T2" y="T3"/>
                </a:cxn>
                <a:cxn ang="0">
                  <a:pos x="T4" y="T5"/>
                </a:cxn>
                <a:cxn ang="0">
                  <a:pos x="T6" y="T7"/>
                </a:cxn>
                <a:cxn ang="0">
                  <a:pos x="T8" y="T9"/>
                </a:cxn>
              </a:cxnLst>
              <a:rect l="0" t="0" r="r" b="b"/>
              <a:pathLst>
                <a:path w="71" h="72">
                  <a:moveTo>
                    <a:pt x="41" y="0"/>
                  </a:moveTo>
                  <a:lnTo>
                    <a:pt x="71" y="47"/>
                  </a:lnTo>
                  <a:lnTo>
                    <a:pt x="30" y="72"/>
                  </a:lnTo>
                  <a:lnTo>
                    <a:pt x="0" y="26"/>
                  </a:lnTo>
                  <a:lnTo>
                    <a:pt x="41" y="0"/>
                  </a:lnTo>
                  <a:close/>
                </a:path>
              </a:pathLst>
            </a:custGeom>
            <a:solidFill>
              <a:srgbClr val="FED52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90" name="Freeform 64">
              <a:extLst>
                <a:ext uri="{FF2B5EF4-FFF2-40B4-BE49-F238E27FC236}">
                  <a16:creationId xmlns:a16="http://schemas.microsoft.com/office/drawing/2014/main" id="{3BD085EB-6128-442B-B756-939159297F93}"/>
                </a:ext>
              </a:extLst>
            </p:cNvPr>
            <p:cNvSpPr>
              <a:spLocks/>
            </p:cNvSpPr>
            <p:nvPr/>
          </p:nvSpPr>
          <p:spPr bwMode="auto">
            <a:xfrm>
              <a:off x="6011028" y="3730681"/>
              <a:ext cx="78830" cy="86710"/>
            </a:xfrm>
            <a:custGeom>
              <a:avLst/>
              <a:gdLst>
                <a:gd name="T0" fmla="*/ 42 w 70"/>
                <a:gd name="T1" fmla="*/ 0 h 72"/>
                <a:gd name="T2" fmla="*/ 70 w 70"/>
                <a:gd name="T3" fmla="*/ 46 h 72"/>
                <a:gd name="T4" fmla="*/ 30 w 70"/>
                <a:gd name="T5" fmla="*/ 72 h 72"/>
                <a:gd name="T6" fmla="*/ 0 w 70"/>
                <a:gd name="T7" fmla="*/ 25 h 72"/>
                <a:gd name="T8" fmla="*/ 42 w 70"/>
                <a:gd name="T9" fmla="*/ 0 h 72"/>
              </a:gdLst>
              <a:ahLst/>
              <a:cxnLst>
                <a:cxn ang="0">
                  <a:pos x="T0" y="T1"/>
                </a:cxn>
                <a:cxn ang="0">
                  <a:pos x="T2" y="T3"/>
                </a:cxn>
                <a:cxn ang="0">
                  <a:pos x="T4" y="T5"/>
                </a:cxn>
                <a:cxn ang="0">
                  <a:pos x="T6" y="T7"/>
                </a:cxn>
                <a:cxn ang="0">
                  <a:pos x="T8" y="T9"/>
                </a:cxn>
              </a:cxnLst>
              <a:rect l="0" t="0" r="r" b="b"/>
              <a:pathLst>
                <a:path w="70" h="72">
                  <a:moveTo>
                    <a:pt x="42" y="0"/>
                  </a:moveTo>
                  <a:lnTo>
                    <a:pt x="70" y="46"/>
                  </a:lnTo>
                  <a:lnTo>
                    <a:pt x="30" y="72"/>
                  </a:lnTo>
                  <a:lnTo>
                    <a:pt x="0" y="25"/>
                  </a:lnTo>
                  <a:lnTo>
                    <a:pt x="42" y="0"/>
                  </a:lnTo>
                  <a:close/>
                </a:path>
              </a:pathLst>
            </a:custGeom>
            <a:solidFill>
              <a:srgbClr val="FED52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91" name="Freeform 65">
              <a:extLst>
                <a:ext uri="{FF2B5EF4-FFF2-40B4-BE49-F238E27FC236}">
                  <a16:creationId xmlns:a16="http://schemas.microsoft.com/office/drawing/2014/main" id="{711906BB-73A5-44DB-99FD-3B56950C2190}"/>
                </a:ext>
              </a:extLst>
            </p:cNvPr>
            <p:cNvSpPr>
              <a:spLocks/>
            </p:cNvSpPr>
            <p:nvPr/>
          </p:nvSpPr>
          <p:spPr bwMode="auto">
            <a:xfrm>
              <a:off x="5955848" y="3643971"/>
              <a:ext cx="70945" cy="78830"/>
            </a:xfrm>
            <a:custGeom>
              <a:avLst/>
              <a:gdLst>
                <a:gd name="T0" fmla="*/ 41 w 69"/>
                <a:gd name="T1" fmla="*/ 0 h 71"/>
                <a:gd name="T2" fmla="*/ 69 w 69"/>
                <a:gd name="T3" fmla="*/ 46 h 71"/>
                <a:gd name="T4" fmla="*/ 29 w 69"/>
                <a:gd name="T5" fmla="*/ 71 h 71"/>
                <a:gd name="T6" fmla="*/ 0 w 69"/>
                <a:gd name="T7" fmla="*/ 25 h 71"/>
                <a:gd name="T8" fmla="*/ 41 w 69"/>
                <a:gd name="T9" fmla="*/ 0 h 71"/>
              </a:gdLst>
              <a:ahLst/>
              <a:cxnLst>
                <a:cxn ang="0">
                  <a:pos x="T0" y="T1"/>
                </a:cxn>
                <a:cxn ang="0">
                  <a:pos x="T2" y="T3"/>
                </a:cxn>
                <a:cxn ang="0">
                  <a:pos x="T4" y="T5"/>
                </a:cxn>
                <a:cxn ang="0">
                  <a:pos x="T6" y="T7"/>
                </a:cxn>
                <a:cxn ang="0">
                  <a:pos x="T8" y="T9"/>
                </a:cxn>
              </a:cxnLst>
              <a:rect l="0" t="0" r="r" b="b"/>
              <a:pathLst>
                <a:path w="69" h="71">
                  <a:moveTo>
                    <a:pt x="41" y="0"/>
                  </a:moveTo>
                  <a:lnTo>
                    <a:pt x="69" y="46"/>
                  </a:lnTo>
                  <a:lnTo>
                    <a:pt x="29" y="71"/>
                  </a:lnTo>
                  <a:lnTo>
                    <a:pt x="0" y="25"/>
                  </a:lnTo>
                  <a:lnTo>
                    <a:pt x="41"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92" name="Freeform 66">
              <a:extLst>
                <a:ext uri="{FF2B5EF4-FFF2-40B4-BE49-F238E27FC236}">
                  <a16:creationId xmlns:a16="http://schemas.microsoft.com/office/drawing/2014/main" id="{ED235E4E-5279-450E-9FB2-10853306B4CB}"/>
                </a:ext>
              </a:extLst>
            </p:cNvPr>
            <p:cNvSpPr>
              <a:spLocks/>
            </p:cNvSpPr>
            <p:nvPr/>
          </p:nvSpPr>
          <p:spPr bwMode="auto">
            <a:xfrm>
              <a:off x="6886012" y="3628206"/>
              <a:ext cx="70945" cy="78830"/>
            </a:xfrm>
            <a:custGeom>
              <a:avLst/>
              <a:gdLst>
                <a:gd name="T0" fmla="*/ 45 w 61"/>
                <a:gd name="T1" fmla="*/ 0 h 67"/>
                <a:gd name="T2" fmla="*/ 61 w 61"/>
                <a:gd name="T3" fmla="*/ 53 h 67"/>
                <a:gd name="T4" fmla="*/ 15 w 61"/>
                <a:gd name="T5" fmla="*/ 67 h 67"/>
                <a:gd name="T6" fmla="*/ 0 w 61"/>
                <a:gd name="T7" fmla="*/ 14 h 67"/>
                <a:gd name="T8" fmla="*/ 45 w 61"/>
                <a:gd name="T9" fmla="*/ 0 h 67"/>
              </a:gdLst>
              <a:ahLst/>
              <a:cxnLst>
                <a:cxn ang="0">
                  <a:pos x="T0" y="T1"/>
                </a:cxn>
                <a:cxn ang="0">
                  <a:pos x="T2" y="T3"/>
                </a:cxn>
                <a:cxn ang="0">
                  <a:pos x="T4" y="T5"/>
                </a:cxn>
                <a:cxn ang="0">
                  <a:pos x="T6" y="T7"/>
                </a:cxn>
                <a:cxn ang="0">
                  <a:pos x="T8" y="T9"/>
                </a:cxn>
              </a:cxnLst>
              <a:rect l="0" t="0" r="r" b="b"/>
              <a:pathLst>
                <a:path w="61" h="67">
                  <a:moveTo>
                    <a:pt x="45" y="0"/>
                  </a:moveTo>
                  <a:lnTo>
                    <a:pt x="61" y="53"/>
                  </a:lnTo>
                  <a:lnTo>
                    <a:pt x="15" y="67"/>
                  </a:lnTo>
                  <a:lnTo>
                    <a:pt x="0" y="14"/>
                  </a:lnTo>
                  <a:lnTo>
                    <a:pt x="45" y="0"/>
                  </a:lnTo>
                  <a:close/>
                </a:path>
              </a:pathLst>
            </a:custGeom>
            <a:solidFill>
              <a:srgbClr val="FED52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93" name="Freeform 67">
              <a:extLst>
                <a:ext uri="{FF2B5EF4-FFF2-40B4-BE49-F238E27FC236}">
                  <a16:creationId xmlns:a16="http://schemas.microsoft.com/office/drawing/2014/main" id="{9053AE72-6946-4F29-8B90-2AFE4C27ABE5}"/>
                </a:ext>
              </a:extLst>
            </p:cNvPr>
            <p:cNvSpPr>
              <a:spLocks/>
            </p:cNvSpPr>
            <p:nvPr/>
          </p:nvSpPr>
          <p:spPr bwMode="auto">
            <a:xfrm>
              <a:off x="6807187" y="3651851"/>
              <a:ext cx="70945" cy="78830"/>
            </a:xfrm>
            <a:custGeom>
              <a:avLst/>
              <a:gdLst>
                <a:gd name="T0" fmla="*/ 47 w 62"/>
                <a:gd name="T1" fmla="*/ 0 h 67"/>
                <a:gd name="T2" fmla="*/ 62 w 62"/>
                <a:gd name="T3" fmla="*/ 53 h 67"/>
                <a:gd name="T4" fmla="*/ 16 w 62"/>
                <a:gd name="T5" fmla="*/ 67 h 67"/>
                <a:gd name="T6" fmla="*/ 0 w 62"/>
                <a:gd name="T7" fmla="*/ 14 h 67"/>
                <a:gd name="T8" fmla="*/ 47 w 62"/>
                <a:gd name="T9" fmla="*/ 0 h 67"/>
              </a:gdLst>
              <a:ahLst/>
              <a:cxnLst>
                <a:cxn ang="0">
                  <a:pos x="T0" y="T1"/>
                </a:cxn>
                <a:cxn ang="0">
                  <a:pos x="T2" y="T3"/>
                </a:cxn>
                <a:cxn ang="0">
                  <a:pos x="T4" y="T5"/>
                </a:cxn>
                <a:cxn ang="0">
                  <a:pos x="T6" y="T7"/>
                </a:cxn>
                <a:cxn ang="0">
                  <a:pos x="T8" y="T9"/>
                </a:cxn>
              </a:cxnLst>
              <a:rect l="0" t="0" r="r" b="b"/>
              <a:pathLst>
                <a:path w="62" h="67">
                  <a:moveTo>
                    <a:pt x="47" y="0"/>
                  </a:moveTo>
                  <a:lnTo>
                    <a:pt x="62" y="53"/>
                  </a:lnTo>
                  <a:lnTo>
                    <a:pt x="16" y="67"/>
                  </a:lnTo>
                  <a:lnTo>
                    <a:pt x="0" y="14"/>
                  </a:lnTo>
                  <a:lnTo>
                    <a:pt x="47"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94" name="Freeform 68">
              <a:extLst>
                <a:ext uri="{FF2B5EF4-FFF2-40B4-BE49-F238E27FC236}">
                  <a16:creationId xmlns:a16="http://schemas.microsoft.com/office/drawing/2014/main" id="{BE155919-34F2-4472-9972-18385B01C175}"/>
                </a:ext>
              </a:extLst>
            </p:cNvPr>
            <p:cNvSpPr>
              <a:spLocks noEditPoints="1"/>
            </p:cNvSpPr>
            <p:nvPr/>
          </p:nvSpPr>
          <p:spPr bwMode="auto">
            <a:xfrm>
              <a:off x="5364643" y="2832046"/>
              <a:ext cx="2159874" cy="1576550"/>
            </a:xfrm>
            <a:custGeom>
              <a:avLst/>
              <a:gdLst>
                <a:gd name="T0" fmla="*/ 113 w 1912"/>
                <a:gd name="T1" fmla="*/ 113 h 1406"/>
                <a:gd name="T2" fmla="*/ 113 w 1912"/>
                <a:gd name="T3" fmla="*/ 1293 h 1406"/>
                <a:gd name="T4" fmla="*/ 1799 w 1912"/>
                <a:gd name="T5" fmla="*/ 1293 h 1406"/>
                <a:gd name="T6" fmla="*/ 1799 w 1912"/>
                <a:gd name="T7" fmla="*/ 113 h 1406"/>
                <a:gd name="T8" fmla="*/ 113 w 1912"/>
                <a:gd name="T9" fmla="*/ 113 h 1406"/>
                <a:gd name="T10" fmla="*/ 0 w 1912"/>
                <a:gd name="T11" fmla="*/ 0 h 1406"/>
                <a:gd name="T12" fmla="*/ 1912 w 1912"/>
                <a:gd name="T13" fmla="*/ 0 h 1406"/>
                <a:gd name="T14" fmla="*/ 1912 w 1912"/>
                <a:gd name="T15" fmla="*/ 1406 h 1406"/>
                <a:gd name="T16" fmla="*/ 0 w 1912"/>
                <a:gd name="T17" fmla="*/ 1406 h 1406"/>
                <a:gd name="T18" fmla="*/ 0 w 1912"/>
                <a:gd name="T19" fmla="*/ 0 h 1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12" h="1406">
                  <a:moveTo>
                    <a:pt x="113" y="113"/>
                  </a:moveTo>
                  <a:lnTo>
                    <a:pt x="113" y="1293"/>
                  </a:lnTo>
                  <a:lnTo>
                    <a:pt x="1799" y="1293"/>
                  </a:lnTo>
                  <a:lnTo>
                    <a:pt x="1799" y="113"/>
                  </a:lnTo>
                  <a:lnTo>
                    <a:pt x="113" y="113"/>
                  </a:lnTo>
                  <a:close/>
                  <a:moveTo>
                    <a:pt x="0" y="0"/>
                  </a:moveTo>
                  <a:lnTo>
                    <a:pt x="1912" y="0"/>
                  </a:lnTo>
                  <a:lnTo>
                    <a:pt x="1912" y="1406"/>
                  </a:lnTo>
                  <a:lnTo>
                    <a:pt x="0" y="1406"/>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595" name="Group 594">
            <a:extLst>
              <a:ext uri="{FF2B5EF4-FFF2-40B4-BE49-F238E27FC236}">
                <a16:creationId xmlns:a16="http://schemas.microsoft.com/office/drawing/2014/main" id="{4838A21A-C34C-4187-9B5F-0D1BEF512744}"/>
              </a:ext>
            </a:extLst>
          </p:cNvPr>
          <p:cNvGrpSpPr>
            <a:grpSpLocks noChangeAspect="1"/>
          </p:cNvGrpSpPr>
          <p:nvPr/>
        </p:nvGrpSpPr>
        <p:grpSpPr>
          <a:xfrm>
            <a:off x="3781353" y="5864293"/>
            <a:ext cx="612106" cy="502920"/>
            <a:chOff x="3910012" y="3889375"/>
            <a:chExt cx="2225842" cy="1828800"/>
          </a:xfrm>
        </p:grpSpPr>
        <p:sp useBgFill="1">
          <p:nvSpPr>
            <p:cNvPr id="596" name="Freeform 182">
              <a:extLst>
                <a:ext uri="{FF2B5EF4-FFF2-40B4-BE49-F238E27FC236}">
                  <a16:creationId xmlns:a16="http://schemas.microsoft.com/office/drawing/2014/main" id="{EB226373-6D41-43B2-95C3-07217C1D63AB}"/>
                </a:ext>
              </a:extLst>
            </p:cNvPr>
            <p:cNvSpPr>
              <a:spLocks/>
            </p:cNvSpPr>
            <p:nvPr/>
          </p:nvSpPr>
          <p:spPr bwMode="auto">
            <a:xfrm>
              <a:off x="3910012" y="3889375"/>
              <a:ext cx="2225842" cy="1828800"/>
            </a:xfrm>
            <a:custGeom>
              <a:avLst/>
              <a:gdLst>
                <a:gd name="T0" fmla="*/ 1364 w 2584"/>
                <a:gd name="T1" fmla="*/ 0 h 2129"/>
                <a:gd name="T2" fmla="*/ 1405 w 2584"/>
                <a:gd name="T3" fmla="*/ 8 h 2129"/>
                <a:gd name="T4" fmla="*/ 1441 w 2584"/>
                <a:gd name="T5" fmla="*/ 31 h 2129"/>
                <a:gd name="T6" fmla="*/ 1536 w 2584"/>
                <a:gd name="T7" fmla="*/ 157 h 2129"/>
                <a:gd name="T8" fmla="*/ 1555 w 2584"/>
                <a:gd name="T9" fmla="*/ 200 h 2129"/>
                <a:gd name="T10" fmla="*/ 1559 w 2584"/>
                <a:gd name="T11" fmla="*/ 511 h 2129"/>
                <a:gd name="T12" fmla="*/ 1621 w 2584"/>
                <a:gd name="T13" fmla="*/ 471 h 2129"/>
                <a:gd name="T14" fmla="*/ 1652 w 2584"/>
                <a:gd name="T15" fmla="*/ 435 h 2129"/>
                <a:gd name="T16" fmla="*/ 1696 w 2584"/>
                <a:gd name="T17" fmla="*/ 415 h 2129"/>
                <a:gd name="T18" fmla="*/ 1910 w 2584"/>
                <a:gd name="T19" fmla="*/ 413 h 2129"/>
                <a:gd name="T20" fmla="*/ 1950 w 2584"/>
                <a:gd name="T21" fmla="*/ 420 h 2129"/>
                <a:gd name="T22" fmla="*/ 1985 w 2584"/>
                <a:gd name="T23" fmla="*/ 442 h 2129"/>
                <a:gd name="T24" fmla="*/ 2102 w 2584"/>
                <a:gd name="T25" fmla="*/ 551 h 2129"/>
                <a:gd name="T26" fmla="*/ 2121 w 2584"/>
                <a:gd name="T27" fmla="*/ 594 h 2129"/>
                <a:gd name="T28" fmla="*/ 2124 w 2584"/>
                <a:gd name="T29" fmla="*/ 852 h 2129"/>
                <a:gd name="T30" fmla="*/ 2503 w 2584"/>
                <a:gd name="T31" fmla="*/ 1085 h 2129"/>
                <a:gd name="T32" fmla="*/ 2546 w 2584"/>
                <a:gd name="T33" fmla="*/ 1133 h 2129"/>
                <a:gd name="T34" fmla="*/ 2574 w 2584"/>
                <a:gd name="T35" fmla="*/ 1193 h 2129"/>
                <a:gd name="T36" fmla="*/ 2584 w 2584"/>
                <a:gd name="T37" fmla="*/ 1258 h 2129"/>
                <a:gd name="T38" fmla="*/ 2574 w 2584"/>
                <a:gd name="T39" fmla="*/ 1324 h 2129"/>
                <a:gd name="T40" fmla="*/ 2547 w 2584"/>
                <a:gd name="T41" fmla="*/ 1382 h 2129"/>
                <a:gd name="T42" fmla="*/ 2503 w 2584"/>
                <a:gd name="T43" fmla="*/ 1431 h 2129"/>
                <a:gd name="T44" fmla="*/ 1861 w 2584"/>
                <a:gd name="T45" fmla="*/ 1824 h 2129"/>
                <a:gd name="T46" fmla="*/ 1385 w 2584"/>
                <a:gd name="T47" fmla="*/ 2111 h 2129"/>
                <a:gd name="T48" fmla="*/ 1327 w 2584"/>
                <a:gd name="T49" fmla="*/ 2126 h 2129"/>
                <a:gd name="T50" fmla="*/ 1259 w 2584"/>
                <a:gd name="T51" fmla="*/ 2126 h 2129"/>
                <a:gd name="T52" fmla="*/ 1190 w 2584"/>
                <a:gd name="T53" fmla="*/ 2102 h 2129"/>
                <a:gd name="T54" fmla="*/ 1181 w 2584"/>
                <a:gd name="T55" fmla="*/ 2098 h 2129"/>
                <a:gd name="T56" fmla="*/ 1162 w 2584"/>
                <a:gd name="T57" fmla="*/ 2087 h 2129"/>
                <a:gd name="T58" fmla="*/ 1140 w 2584"/>
                <a:gd name="T59" fmla="*/ 2076 h 2129"/>
                <a:gd name="T60" fmla="*/ 1124 w 2584"/>
                <a:gd name="T61" fmla="*/ 2067 h 2129"/>
                <a:gd name="T62" fmla="*/ 108 w 2584"/>
                <a:gd name="T63" fmla="*/ 1451 h 2129"/>
                <a:gd name="T64" fmla="*/ 57 w 2584"/>
                <a:gd name="T65" fmla="*/ 1410 h 2129"/>
                <a:gd name="T66" fmla="*/ 21 w 2584"/>
                <a:gd name="T67" fmla="*/ 1355 h 2129"/>
                <a:gd name="T68" fmla="*/ 2 w 2584"/>
                <a:gd name="T69" fmla="*/ 1293 h 2129"/>
                <a:gd name="T70" fmla="*/ 2 w 2584"/>
                <a:gd name="T71" fmla="*/ 1227 h 2129"/>
                <a:gd name="T72" fmla="*/ 21 w 2584"/>
                <a:gd name="T73" fmla="*/ 1165 h 2129"/>
                <a:gd name="T74" fmla="*/ 56 w 2584"/>
                <a:gd name="T75" fmla="*/ 1110 h 2129"/>
                <a:gd name="T76" fmla="*/ 107 w 2584"/>
                <a:gd name="T77" fmla="*/ 1068 h 2129"/>
                <a:gd name="T78" fmla="*/ 378 w 2584"/>
                <a:gd name="T79" fmla="*/ 902 h 2129"/>
                <a:gd name="T80" fmla="*/ 378 w 2584"/>
                <a:gd name="T81" fmla="*/ 634 h 2129"/>
                <a:gd name="T82" fmla="*/ 397 w 2584"/>
                <a:gd name="T83" fmla="*/ 591 h 2129"/>
                <a:gd name="T84" fmla="*/ 530 w 2584"/>
                <a:gd name="T85" fmla="*/ 468 h 2129"/>
                <a:gd name="T86" fmla="*/ 566 w 2584"/>
                <a:gd name="T87" fmla="*/ 447 h 2129"/>
                <a:gd name="T88" fmla="*/ 605 w 2584"/>
                <a:gd name="T89" fmla="*/ 439 h 2129"/>
                <a:gd name="T90" fmla="*/ 621 w 2584"/>
                <a:gd name="T91" fmla="*/ 441 h 2129"/>
                <a:gd name="T92" fmla="*/ 831 w 2584"/>
                <a:gd name="T93" fmla="*/ 444 h 2129"/>
                <a:gd name="T94" fmla="*/ 874 w 2584"/>
                <a:gd name="T95" fmla="*/ 462 h 2129"/>
                <a:gd name="T96" fmla="*/ 905 w 2584"/>
                <a:gd name="T97" fmla="*/ 495 h 2129"/>
                <a:gd name="T98" fmla="*/ 932 w 2584"/>
                <a:gd name="T99" fmla="*/ 567 h 2129"/>
                <a:gd name="T100" fmla="*/ 947 w 2584"/>
                <a:gd name="T101" fmla="*/ 226 h 2129"/>
                <a:gd name="T102" fmla="*/ 957 w 2584"/>
                <a:gd name="T103" fmla="*/ 177 h 2129"/>
                <a:gd name="T104" fmla="*/ 1057 w 2584"/>
                <a:gd name="T105" fmla="*/ 43 h 2129"/>
                <a:gd name="T106" fmla="*/ 1088 w 2584"/>
                <a:gd name="T107" fmla="*/ 16 h 2129"/>
                <a:gd name="T108" fmla="*/ 1125 w 2584"/>
                <a:gd name="T109" fmla="*/ 2 h 2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84" h="2129">
                  <a:moveTo>
                    <a:pt x="1146" y="0"/>
                  </a:moveTo>
                  <a:lnTo>
                    <a:pt x="1364" y="0"/>
                  </a:lnTo>
                  <a:lnTo>
                    <a:pt x="1385" y="2"/>
                  </a:lnTo>
                  <a:lnTo>
                    <a:pt x="1405" y="8"/>
                  </a:lnTo>
                  <a:lnTo>
                    <a:pt x="1424" y="18"/>
                  </a:lnTo>
                  <a:lnTo>
                    <a:pt x="1441" y="31"/>
                  </a:lnTo>
                  <a:lnTo>
                    <a:pt x="1455" y="46"/>
                  </a:lnTo>
                  <a:lnTo>
                    <a:pt x="1536" y="157"/>
                  </a:lnTo>
                  <a:lnTo>
                    <a:pt x="1548" y="177"/>
                  </a:lnTo>
                  <a:lnTo>
                    <a:pt x="1555" y="200"/>
                  </a:lnTo>
                  <a:lnTo>
                    <a:pt x="1557" y="223"/>
                  </a:lnTo>
                  <a:lnTo>
                    <a:pt x="1559" y="511"/>
                  </a:lnTo>
                  <a:lnTo>
                    <a:pt x="1589" y="529"/>
                  </a:lnTo>
                  <a:lnTo>
                    <a:pt x="1621" y="471"/>
                  </a:lnTo>
                  <a:lnTo>
                    <a:pt x="1634" y="451"/>
                  </a:lnTo>
                  <a:lnTo>
                    <a:pt x="1652" y="435"/>
                  </a:lnTo>
                  <a:lnTo>
                    <a:pt x="1672" y="423"/>
                  </a:lnTo>
                  <a:lnTo>
                    <a:pt x="1696" y="415"/>
                  </a:lnTo>
                  <a:lnTo>
                    <a:pt x="1719" y="413"/>
                  </a:lnTo>
                  <a:lnTo>
                    <a:pt x="1910" y="413"/>
                  </a:lnTo>
                  <a:lnTo>
                    <a:pt x="1930" y="415"/>
                  </a:lnTo>
                  <a:lnTo>
                    <a:pt x="1950" y="420"/>
                  </a:lnTo>
                  <a:lnTo>
                    <a:pt x="1968" y="429"/>
                  </a:lnTo>
                  <a:lnTo>
                    <a:pt x="1985" y="442"/>
                  </a:lnTo>
                  <a:lnTo>
                    <a:pt x="2087" y="533"/>
                  </a:lnTo>
                  <a:lnTo>
                    <a:pt x="2102" y="551"/>
                  </a:lnTo>
                  <a:lnTo>
                    <a:pt x="2115" y="571"/>
                  </a:lnTo>
                  <a:lnTo>
                    <a:pt x="2121" y="594"/>
                  </a:lnTo>
                  <a:lnTo>
                    <a:pt x="2124" y="617"/>
                  </a:lnTo>
                  <a:lnTo>
                    <a:pt x="2124" y="852"/>
                  </a:lnTo>
                  <a:lnTo>
                    <a:pt x="2475" y="1066"/>
                  </a:lnTo>
                  <a:lnTo>
                    <a:pt x="2503" y="1085"/>
                  </a:lnTo>
                  <a:lnTo>
                    <a:pt x="2526" y="1108"/>
                  </a:lnTo>
                  <a:lnTo>
                    <a:pt x="2546" y="1133"/>
                  </a:lnTo>
                  <a:lnTo>
                    <a:pt x="2563" y="1162"/>
                  </a:lnTo>
                  <a:lnTo>
                    <a:pt x="2574" y="1193"/>
                  </a:lnTo>
                  <a:lnTo>
                    <a:pt x="2582" y="1224"/>
                  </a:lnTo>
                  <a:lnTo>
                    <a:pt x="2584" y="1258"/>
                  </a:lnTo>
                  <a:lnTo>
                    <a:pt x="2582" y="1291"/>
                  </a:lnTo>
                  <a:lnTo>
                    <a:pt x="2574" y="1324"/>
                  </a:lnTo>
                  <a:lnTo>
                    <a:pt x="2563" y="1353"/>
                  </a:lnTo>
                  <a:lnTo>
                    <a:pt x="2547" y="1382"/>
                  </a:lnTo>
                  <a:lnTo>
                    <a:pt x="2527" y="1408"/>
                  </a:lnTo>
                  <a:lnTo>
                    <a:pt x="2503" y="1431"/>
                  </a:lnTo>
                  <a:lnTo>
                    <a:pt x="2476" y="1450"/>
                  </a:lnTo>
                  <a:lnTo>
                    <a:pt x="1861" y="1824"/>
                  </a:lnTo>
                  <a:lnTo>
                    <a:pt x="1412" y="2097"/>
                  </a:lnTo>
                  <a:lnTo>
                    <a:pt x="1385" y="2111"/>
                  </a:lnTo>
                  <a:lnTo>
                    <a:pt x="1356" y="2121"/>
                  </a:lnTo>
                  <a:lnTo>
                    <a:pt x="1327" y="2126"/>
                  </a:lnTo>
                  <a:lnTo>
                    <a:pt x="1296" y="2129"/>
                  </a:lnTo>
                  <a:lnTo>
                    <a:pt x="1259" y="2126"/>
                  </a:lnTo>
                  <a:lnTo>
                    <a:pt x="1223" y="2117"/>
                  </a:lnTo>
                  <a:lnTo>
                    <a:pt x="1190" y="2102"/>
                  </a:lnTo>
                  <a:lnTo>
                    <a:pt x="1187" y="2101"/>
                  </a:lnTo>
                  <a:lnTo>
                    <a:pt x="1181" y="2098"/>
                  </a:lnTo>
                  <a:lnTo>
                    <a:pt x="1173" y="2093"/>
                  </a:lnTo>
                  <a:lnTo>
                    <a:pt x="1162" y="2087"/>
                  </a:lnTo>
                  <a:lnTo>
                    <a:pt x="1150" y="2081"/>
                  </a:lnTo>
                  <a:lnTo>
                    <a:pt x="1140" y="2076"/>
                  </a:lnTo>
                  <a:lnTo>
                    <a:pt x="1131" y="2070"/>
                  </a:lnTo>
                  <a:lnTo>
                    <a:pt x="1124" y="2067"/>
                  </a:lnTo>
                  <a:lnTo>
                    <a:pt x="1122" y="2065"/>
                  </a:lnTo>
                  <a:lnTo>
                    <a:pt x="108" y="1451"/>
                  </a:lnTo>
                  <a:lnTo>
                    <a:pt x="81" y="1432"/>
                  </a:lnTo>
                  <a:lnTo>
                    <a:pt x="57" y="1410"/>
                  </a:lnTo>
                  <a:lnTo>
                    <a:pt x="37" y="1384"/>
                  </a:lnTo>
                  <a:lnTo>
                    <a:pt x="21" y="1355"/>
                  </a:lnTo>
                  <a:lnTo>
                    <a:pt x="10" y="1326"/>
                  </a:lnTo>
                  <a:lnTo>
                    <a:pt x="2" y="1293"/>
                  </a:lnTo>
                  <a:lnTo>
                    <a:pt x="0" y="1260"/>
                  </a:lnTo>
                  <a:lnTo>
                    <a:pt x="2" y="1227"/>
                  </a:lnTo>
                  <a:lnTo>
                    <a:pt x="10" y="1196"/>
                  </a:lnTo>
                  <a:lnTo>
                    <a:pt x="21" y="1165"/>
                  </a:lnTo>
                  <a:lnTo>
                    <a:pt x="36" y="1137"/>
                  </a:lnTo>
                  <a:lnTo>
                    <a:pt x="56" y="1110"/>
                  </a:lnTo>
                  <a:lnTo>
                    <a:pt x="79" y="1088"/>
                  </a:lnTo>
                  <a:lnTo>
                    <a:pt x="107" y="1068"/>
                  </a:lnTo>
                  <a:lnTo>
                    <a:pt x="184" y="1020"/>
                  </a:lnTo>
                  <a:lnTo>
                    <a:pt x="378" y="902"/>
                  </a:lnTo>
                  <a:lnTo>
                    <a:pt x="375" y="658"/>
                  </a:lnTo>
                  <a:lnTo>
                    <a:pt x="378" y="634"/>
                  </a:lnTo>
                  <a:lnTo>
                    <a:pt x="385" y="612"/>
                  </a:lnTo>
                  <a:lnTo>
                    <a:pt x="397" y="591"/>
                  </a:lnTo>
                  <a:lnTo>
                    <a:pt x="413" y="573"/>
                  </a:lnTo>
                  <a:lnTo>
                    <a:pt x="530" y="468"/>
                  </a:lnTo>
                  <a:lnTo>
                    <a:pt x="547" y="455"/>
                  </a:lnTo>
                  <a:lnTo>
                    <a:pt x="566" y="447"/>
                  </a:lnTo>
                  <a:lnTo>
                    <a:pt x="585" y="442"/>
                  </a:lnTo>
                  <a:lnTo>
                    <a:pt x="605" y="439"/>
                  </a:lnTo>
                  <a:lnTo>
                    <a:pt x="614" y="441"/>
                  </a:lnTo>
                  <a:lnTo>
                    <a:pt x="621" y="441"/>
                  </a:lnTo>
                  <a:lnTo>
                    <a:pt x="808" y="441"/>
                  </a:lnTo>
                  <a:lnTo>
                    <a:pt x="831" y="444"/>
                  </a:lnTo>
                  <a:lnTo>
                    <a:pt x="854" y="450"/>
                  </a:lnTo>
                  <a:lnTo>
                    <a:pt x="874" y="462"/>
                  </a:lnTo>
                  <a:lnTo>
                    <a:pt x="891" y="476"/>
                  </a:lnTo>
                  <a:lnTo>
                    <a:pt x="905" y="495"/>
                  </a:lnTo>
                  <a:lnTo>
                    <a:pt x="915" y="517"/>
                  </a:lnTo>
                  <a:lnTo>
                    <a:pt x="932" y="567"/>
                  </a:lnTo>
                  <a:lnTo>
                    <a:pt x="949" y="558"/>
                  </a:lnTo>
                  <a:lnTo>
                    <a:pt x="947" y="226"/>
                  </a:lnTo>
                  <a:lnTo>
                    <a:pt x="949" y="201"/>
                  </a:lnTo>
                  <a:lnTo>
                    <a:pt x="957" y="177"/>
                  </a:lnTo>
                  <a:lnTo>
                    <a:pt x="970" y="155"/>
                  </a:lnTo>
                  <a:lnTo>
                    <a:pt x="1057" y="43"/>
                  </a:lnTo>
                  <a:lnTo>
                    <a:pt x="1071" y="29"/>
                  </a:lnTo>
                  <a:lnTo>
                    <a:pt x="1088" y="16"/>
                  </a:lnTo>
                  <a:lnTo>
                    <a:pt x="1106" y="7"/>
                  </a:lnTo>
                  <a:lnTo>
                    <a:pt x="1125" y="2"/>
                  </a:lnTo>
                  <a:lnTo>
                    <a:pt x="1146"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97" name="Freeform 183">
              <a:extLst>
                <a:ext uri="{FF2B5EF4-FFF2-40B4-BE49-F238E27FC236}">
                  <a16:creationId xmlns:a16="http://schemas.microsoft.com/office/drawing/2014/main" id="{41FA2CC0-A07F-488C-8467-32A37AF1E591}"/>
                </a:ext>
              </a:extLst>
            </p:cNvPr>
            <p:cNvSpPr>
              <a:spLocks/>
            </p:cNvSpPr>
            <p:nvPr/>
          </p:nvSpPr>
          <p:spPr bwMode="auto">
            <a:xfrm>
              <a:off x="4006265" y="4322512"/>
              <a:ext cx="2033337" cy="1299411"/>
            </a:xfrm>
            <a:custGeom>
              <a:avLst/>
              <a:gdLst>
                <a:gd name="T0" fmla="*/ 1180 w 2360"/>
                <a:gd name="T1" fmla="*/ 0 h 1517"/>
                <a:gd name="T2" fmla="*/ 1200 w 2360"/>
                <a:gd name="T3" fmla="*/ 2 h 1517"/>
                <a:gd name="T4" fmla="*/ 1220 w 2360"/>
                <a:gd name="T5" fmla="*/ 7 h 1517"/>
                <a:gd name="T6" fmla="*/ 1238 w 2360"/>
                <a:gd name="T7" fmla="*/ 17 h 1517"/>
                <a:gd name="T8" fmla="*/ 2305 w 2360"/>
                <a:gd name="T9" fmla="*/ 662 h 1517"/>
                <a:gd name="T10" fmla="*/ 2324 w 2360"/>
                <a:gd name="T11" fmla="*/ 676 h 1517"/>
                <a:gd name="T12" fmla="*/ 2339 w 2360"/>
                <a:gd name="T13" fmla="*/ 694 h 1517"/>
                <a:gd name="T14" fmla="*/ 2350 w 2360"/>
                <a:gd name="T15" fmla="*/ 713 h 1517"/>
                <a:gd name="T16" fmla="*/ 2357 w 2360"/>
                <a:gd name="T17" fmla="*/ 735 h 1517"/>
                <a:gd name="T18" fmla="*/ 2360 w 2360"/>
                <a:gd name="T19" fmla="*/ 758 h 1517"/>
                <a:gd name="T20" fmla="*/ 2357 w 2360"/>
                <a:gd name="T21" fmla="*/ 781 h 1517"/>
                <a:gd name="T22" fmla="*/ 2350 w 2360"/>
                <a:gd name="T23" fmla="*/ 804 h 1517"/>
                <a:gd name="T24" fmla="*/ 2339 w 2360"/>
                <a:gd name="T25" fmla="*/ 823 h 1517"/>
                <a:gd name="T26" fmla="*/ 2324 w 2360"/>
                <a:gd name="T27" fmla="*/ 841 h 1517"/>
                <a:gd name="T28" fmla="*/ 2306 w 2360"/>
                <a:gd name="T29" fmla="*/ 854 h 1517"/>
                <a:gd name="T30" fmla="*/ 1690 w 2360"/>
                <a:gd name="T31" fmla="*/ 1228 h 1517"/>
                <a:gd name="T32" fmla="*/ 1242 w 2360"/>
                <a:gd name="T33" fmla="*/ 1501 h 1517"/>
                <a:gd name="T34" fmla="*/ 1223 w 2360"/>
                <a:gd name="T35" fmla="*/ 1509 h 1517"/>
                <a:gd name="T36" fmla="*/ 1204 w 2360"/>
                <a:gd name="T37" fmla="*/ 1514 h 1517"/>
                <a:gd name="T38" fmla="*/ 1184 w 2360"/>
                <a:gd name="T39" fmla="*/ 1517 h 1517"/>
                <a:gd name="T40" fmla="*/ 1165 w 2360"/>
                <a:gd name="T41" fmla="*/ 1516 h 1517"/>
                <a:gd name="T42" fmla="*/ 1148 w 2360"/>
                <a:gd name="T43" fmla="*/ 1510 h 1517"/>
                <a:gd name="T44" fmla="*/ 1130 w 2360"/>
                <a:gd name="T45" fmla="*/ 1503 h 1517"/>
                <a:gd name="T46" fmla="*/ 1128 w 2360"/>
                <a:gd name="T47" fmla="*/ 1502 h 1517"/>
                <a:gd name="T48" fmla="*/ 1123 w 2360"/>
                <a:gd name="T49" fmla="*/ 1499 h 1517"/>
                <a:gd name="T50" fmla="*/ 1115 w 2360"/>
                <a:gd name="T51" fmla="*/ 1494 h 1517"/>
                <a:gd name="T52" fmla="*/ 1105 w 2360"/>
                <a:gd name="T53" fmla="*/ 1489 h 1517"/>
                <a:gd name="T54" fmla="*/ 1095 w 2360"/>
                <a:gd name="T55" fmla="*/ 1484 h 1517"/>
                <a:gd name="T56" fmla="*/ 1086 w 2360"/>
                <a:gd name="T57" fmla="*/ 1479 h 1517"/>
                <a:gd name="T58" fmla="*/ 1078 w 2360"/>
                <a:gd name="T59" fmla="*/ 1474 h 1517"/>
                <a:gd name="T60" fmla="*/ 1071 w 2360"/>
                <a:gd name="T61" fmla="*/ 1471 h 1517"/>
                <a:gd name="T62" fmla="*/ 1069 w 2360"/>
                <a:gd name="T63" fmla="*/ 1470 h 1517"/>
                <a:gd name="T64" fmla="*/ 54 w 2360"/>
                <a:gd name="T65" fmla="*/ 855 h 1517"/>
                <a:gd name="T66" fmla="*/ 36 w 2360"/>
                <a:gd name="T67" fmla="*/ 842 h 1517"/>
                <a:gd name="T68" fmla="*/ 21 w 2360"/>
                <a:gd name="T69" fmla="*/ 825 h 1517"/>
                <a:gd name="T70" fmla="*/ 10 w 2360"/>
                <a:gd name="T71" fmla="*/ 805 h 1517"/>
                <a:gd name="T72" fmla="*/ 2 w 2360"/>
                <a:gd name="T73" fmla="*/ 783 h 1517"/>
                <a:gd name="T74" fmla="*/ 0 w 2360"/>
                <a:gd name="T75" fmla="*/ 760 h 1517"/>
                <a:gd name="T76" fmla="*/ 2 w 2360"/>
                <a:gd name="T77" fmla="*/ 736 h 1517"/>
                <a:gd name="T78" fmla="*/ 10 w 2360"/>
                <a:gd name="T79" fmla="*/ 715 h 1517"/>
                <a:gd name="T80" fmla="*/ 20 w 2360"/>
                <a:gd name="T81" fmla="*/ 696 h 1517"/>
                <a:gd name="T82" fmla="*/ 35 w 2360"/>
                <a:gd name="T83" fmla="*/ 678 h 1517"/>
                <a:gd name="T84" fmla="*/ 54 w 2360"/>
                <a:gd name="T85" fmla="*/ 664 h 1517"/>
                <a:gd name="T86" fmla="*/ 131 w 2360"/>
                <a:gd name="T87" fmla="*/ 616 h 1517"/>
                <a:gd name="T88" fmla="*/ 1122 w 2360"/>
                <a:gd name="T89" fmla="*/ 17 h 1517"/>
                <a:gd name="T90" fmla="*/ 1140 w 2360"/>
                <a:gd name="T91" fmla="*/ 7 h 1517"/>
                <a:gd name="T92" fmla="*/ 1160 w 2360"/>
                <a:gd name="T93" fmla="*/ 2 h 1517"/>
                <a:gd name="T94" fmla="*/ 1180 w 2360"/>
                <a:gd name="T95" fmla="*/ 0 h 1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60" h="1517">
                  <a:moveTo>
                    <a:pt x="1180" y="0"/>
                  </a:moveTo>
                  <a:lnTo>
                    <a:pt x="1200" y="2"/>
                  </a:lnTo>
                  <a:lnTo>
                    <a:pt x="1220" y="7"/>
                  </a:lnTo>
                  <a:lnTo>
                    <a:pt x="1238" y="17"/>
                  </a:lnTo>
                  <a:lnTo>
                    <a:pt x="2305" y="662"/>
                  </a:lnTo>
                  <a:lnTo>
                    <a:pt x="2324" y="676"/>
                  </a:lnTo>
                  <a:lnTo>
                    <a:pt x="2339" y="694"/>
                  </a:lnTo>
                  <a:lnTo>
                    <a:pt x="2350" y="713"/>
                  </a:lnTo>
                  <a:lnTo>
                    <a:pt x="2357" y="735"/>
                  </a:lnTo>
                  <a:lnTo>
                    <a:pt x="2360" y="758"/>
                  </a:lnTo>
                  <a:lnTo>
                    <a:pt x="2357" y="781"/>
                  </a:lnTo>
                  <a:lnTo>
                    <a:pt x="2350" y="804"/>
                  </a:lnTo>
                  <a:lnTo>
                    <a:pt x="2339" y="823"/>
                  </a:lnTo>
                  <a:lnTo>
                    <a:pt x="2324" y="841"/>
                  </a:lnTo>
                  <a:lnTo>
                    <a:pt x="2306" y="854"/>
                  </a:lnTo>
                  <a:lnTo>
                    <a:pt x="1690" y="1228"/>
                  </a:lnTo>
                  <a:lnTo>
                    <a:pt x="1242" y="1501"/>
                  </a:lnTo>
                  <a:lnTo>
                    <a:pt x="1223" y="1509"/>
                  </a:lnTo>
                  <a:lnTo>
                    <a:pt x="1204" y="1514"/>
                  </a:lnTo>
                  <a:lnTo>
                    <a:pt x="1184" y="1517"/>
                  </a:lnTo>
                  <a:lnTo>
                    <a:pt x="1165" y="1516"/>
                  </a:lnTo>
                  <a:lnTo>
                    <a:pt x="1148" y="1510"/>
                  </a:lnTo>
                  <a:lnTo>
                    <a:pt x="1130" y="1503"/>
                  </a:lnTo>
                  <a:lnTo>
                    <a:pt x="1128" y="1502"/>
                  </a:lnTo>
                  <a:lnTo>
                    <a:pt x="1123" y="1499"/>
                  </a:lnTo>
                  <a:lnTo>
                    <a:pt x="1115" y="1494"/>
                  </a:lnTo>
                  <a:lnTo>
                    <a:pt x="1105" y="1489"/>
                  </a:lnTo>
                  <a:lnTo>
                    <a:pt x="1095" y="1484"/>
                  </a:lnTo>
                  <a:lnTo>
                    <a:pt x="1086" y="1479"/>
                  </a:lnTo>
                  <a:lnTo>
                    <a:pt x="1078" y="1474"/>
                  </a:lnTo>
                  <a:lnTo>
                    <a:pt x="1071" y="1471"/>
                  </a:lnTo>
                  <a:lnTo>
                    <a:pt x="1069" y="1470"/>
                  </a:lnTo>
                  <a:lnTo>
                    <a:pt x="54" y="855"/>
                  </a:lnTo>
                  <a:lnTo>
                    <a:pt x="36" y="842"/>
                  </a:lnTo>
                  <a:lnTo>
                    <a:pt x="21" y="825"/>
                  </a:lnTo>
                  <a:lnTo>
                    <a:pt x="10" y="805"/>
                  </a:lnTo>
                  <a:lnTo>
                    <a:pt x="2" y="783"/>
                  </a:lnTo>
                  <a:lnTo>
                    <a:pt x="0" y="760"/>
                  </a:lnTo>
                  <a:lnTo>
                    <a:pt x="2" y="736"/>
                  </a:lnTo>
                  <a:lnTo>
                    <a:pt x="10" y="715"/>
                  </a:lnTo>
                  <a:lnTo>
                    <a:pt x="20" y="696"/>
                  </a:lnTo>
                  <a:lnTo>
                    <a:pt x="35" y="678"/>
                  </a:lnTo>
                  <a:lnTo>
                    <a:pt x="54" y="664"/>
                  </a:lnTo>
                  <a:lnTo>
                    <a:pt x="131" y="616"/>
                  </a:lnTo>
                  <a:lnTo>
                    <a:pt x="1122" y="17"/>
                  </a:lnTo>
                  <a:lnTo>
                    <a:pt x="1140" y="7"/>
                  </a:lnTo>
                  <a:lnTo>
                    <a:pt x="1160" y="2"/>
                  </a:lnTo>
                  <a:lnTo>
                    <a:pt x="118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98" name="Freeform 184">
              <a:extLst>
                <a:ext uri="{FF2B5EF4-FFF2-40B4-BE49-F238E27FC236}">
                  <a16:creationId xmlns:a16="http://schemas.microsoft.com/office/drawing/2014/main" id="{439E14BB-D785-46B7-95DC-D18EC3E803B5}"/>
                </a:ext>
              </a:extLst>
            </p:cNvPr>
            <p:cNvSpPr>
              <a:spLocks/>
            </p:cNvSpPr>
            <p:nvPr/>
          </p:nvSpPr>
          <p:spPr bwMode="auto">
            <a:xfrm>
              <a:off x="4108535" y="4418764"/>
              <a:ext cx="1828800" cy="1106905"/>
            </a:xfrm>
            <a:custGeom>
              <a:avLst/>
              <a:gdLst>
                <a:gd name="T0" fmla="*/ 1067 w 2134"/>
                <a:gd name="T1" fmla="*/ 0 h 1292"/>
                <a:gd name="T2" fmla="*/ 2134 w 2134"/>
                <a:gd name="T3" fmla="*/ 645 h 1292"/>
                <a:gd name="T4" fmla="*/ 1519 w 2134"/>
                <a:gd name="T5" fmla="*/ 1019 h 1292"/>
                <a:gd name="T6" fmla="*/ 1071 w 2134"/>
                <a:gd name="T7" fmla="*/ 1292 h 1292"/>
                <a:gd name="T8" fmla="*/ 1014 w 2134"/>
                <a:gd name="T9" fmla="*/ 1261 h 1292"/>
                <a:gd name="T10" fmla="*/ 225 w 2134"/>
                <a:gd name="T11" fmla="*/ 784 h 1292"/>
                <a:gd name="T12" fmla="*/ 0 w 2134"/>
                <a:gd name="T13" fmla="*/ 646 h 1292"/>
                <a:gd name="T14" fmla="*/ 77 w 2134"/>
                <a:gd name="T15" fmla="*/ 599 h 1292"/>
                <a:gd name="T16" fmla="*/ 112 w 2134"/>
                <a:gd name="T17" fmla="*/ 578 h 1292"/>
                <a:gd name="T18" fmla="*/ 1067 w 2134"/>
                <a:gd name="T19" fmla="*/ 0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4" h="1292">
                  <a:moveTo>
                    <a:pt x="1067" y="0"/>
                  </a:moveTo>
                  <a:lnTo>
                    <a:pt x="2134" y="645"/>
                  </a:lnTo>
                  <a:lnTo>
                    <a:pt x="1519" y="1019"/>
                  </a:lnTo>
                  <a:lnTo>
                    <a:pt x="1071" y="1292"/>
                  </a:lnTo>
                  <a:lnTo>
                    <a:pt x="1014" y="1261"/>
                  </a:lnTo>
                  <a:lnTo>
                    <a:pt x="225" y="784"/>
                  </a:lnTo>
                  <a:lnTo>
                    <a:pt x="0" y="646"/>
                  </a:lnTo>
                  <a:lnTo>
                    <a:pt x="77" y="599"/>
                  </a:lnTo>
                  <a:lnTo>
                    <a:pt x="112" y="578"/>
                  </a:lnTo>
                  <a:lnTo>
                    <a:pt x="1067" y="0"/>
                  </a:lnTo>
                  <a:close/>
                </a:path>
              </a:pathLst>
            </a:custGeom>
            <a:solidFill>
              <a:srgbClr val="AAD04A"/>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99" name="Freeform 185">
              <a:extLst>
                <a:ext uri="{FF2B5EF4-FFF2-40B4-BE49-F238E27FC236}">
                  <a16:creationId xmlns:a16="http://schemas.microsoft.com/office/drawing/2014/main" id="{6B21C078-D5C5-40E9-83FB-33807A70E1FB}"/>
                </a:ext>
              </a:extLst>
            </p:cNvPr>
            <p:cNvSpPr>
              <a:spLocks/>
            </p:cNvSpPr>
            <p:nvPr/>
          </p:nvSpPr>
          <p:spPr bwMode="auto">
            <a:xfrm>
              <a:off x="4102517" y="4629319"/>
              <a:ext cx="1834818" cy="896355"/>
            </a:xfrm>
            <a:custGeom>
              <a:avLst/>
              <a:gdLst>
                <a:gd name="T0" fmla="*/ 1386 w 2135"/>
                <a:gd name="T1" fmla="*/ 0 h 1049"/>
                <a:gd name="T2" fmla="*/ 1390 w 2135"/>
                <a:gd name="T3" fmla="*/ 0 h 1049"/>
                <a:gd name="T4" fmla="*/ 1399 w 2135"/>
                <a:gd name="T5" fmla="*/ 2 h 1049"/>
                <a:gd name="T6" fmla="*/ 1411 w 2135"/>
                <a:gd name="T7" fmla="*/ 4 h 1049"/>
                <a:gd name="T8" fmla="*/ 1427 w 2135"/>
                <a:gd name="T9" fmla="*/ 7 h 1049"/>
                <a:gd name="T10" fmla="*/ 1444 w 2135"/>
                <a:gd name="T11" fmla="*/ 10 h 1049"/>
                <a:gd name="T12" fmla="*/ 1463 w 2135"/>
                <a:gd name="T13" fmla="*/ 14 h 1049"/>
                <a:gd name="T14" fmla="*/ 1481 w 2135"/>
                <a:gd name="T15" fmla="*/ 18 h 1049"/>
                <a:gd name="T16" fmla="*/ 1498 w 2135"/>
                <a:gd name="T17" fmla="*/ 22 h 1049"/>
                <a:gd name="T18" fmla="*/ 1514 w 2135"/>
                <a:gd name="T19" fmla="*/ 26 h 1049"/>
                <a:gd name="T20" fmla="*/ 2135 w 2135"/>
                <a:gd name="T21" fmla="*/ 402 h 1049"/>
                <a:gd name="T22" fmla="*/ 2004 w 2135"/>
                <a:gd name="T23" fmla="*/ 482 h 1049"/>
                <a:gd name="T24" fmla="*/ 2004 w 2135"/>
                <a:gd name="T25" fmla="*/ 482 h 1049"/>
                <a:gd name="T26" fmla="*/ 1700 w 2135"/>
                <a:gd name="T27" fmla="*/ 667 h 1049"/>
                <a:gd name="T28" fmla="*/ 1072 w 2135"/>
                <a:gd name="T29" fmla="*/ 1049 h 1049"/>
                <a:gd name="T30" fmla="*/ 1015 w 2135"/>
                <a:gd name="T31" fmla="*/ 1018 h 1049"/>
                <a:gd name="T32" fmla="*/ 226 w 2135"/>
                <a:gd name="T33" fmla="*/ 541 h 1049"/>
                <a:gd name="T34" fmla="*/ 0 w 2135"/>
                <a:gd name="T35" fmla="*/ 403 h 1049"/>
                <a:gd name="T36" fmla="*/ 273 w 2135"/>
                <a:gd name="T37" fmla="*/ 237 h 1049"/>
                <a:gd name="T38" fmla="*/ 298 w 2135"/>
                <a:gd name="T39" fmla="*/ 239 h 1049"/>
                <a:gd name="T40" fmla="*/ 322 w 2135"/>
                <a:gd name="T41" fmla="*/ 242 h 1049"/>
                <a:gd name="T42" fmla="*/ 348 w 2135"/>
                <a:gd name="T43" fmla="*/ 245 h 1049"/>
                <a:gd name="T44" fmla="*/ 373 w 2135"/>
                <a:gd name="T45" fmla="*/ 247 h 1049"/>
                <a:gd name="T46" fmla="*/ 399 w 2135"/>
                <a:gd name="T47" fmla="*/ 248 h 1049"/>
                <a:gd name="T48" fmla="*/ 428 w 2135"/>
                <a:gd name="T49" fmla="*/ 247 h 1049"/>
                <a:gd name="T50" fmla="*/ 458 w 2135"/>
                <a:gd name="T51" fmla="*/ 244 h 1049"/>
                <a:gd name="T52" fmla="*/ 491 w 2135"/>
                <a:gd name="T53" fmla="*/ 237 h 1049"/>
                <a:gd name="T54" fmla="*/ 526 w 2135"/>
                <a:gd name="T55" fmla="*/ 227 h 1049"/>
                <a:gd name="T56" fmla="*/ 564 w 2135"/>
                <a:gd name="T57" fmla="*/ 211 h 1049"/>
                <a:gd name="T58" fmla="*/ 601 w 2135"/>
                <a:gd name="T59" fmla="*/ 193 h 1049"/>
                <a:gd name="T60" fmla="*/ 638 w 2135"/>
                <a:gd name="T61" fmla="*/ 174 h 1049"/>
                <a:gd name="T62" fmla="*/ 675 w 2135"/>
                <a:gd name="T63" fmla="*/ 153 h 1049"/>
                <a:gd name="T64" fmla="*/ 713 w 2135"/>
                <a:gd name="T65" fmla="*/ 131 h 1049"/>
                <a:gd name="T66" fmla="*/ 751 w 2135"/>
                <a:gd name="T67" fmla="*/ 111 h 1049"/>
                <a:gd name="T68" fmla="*/ 791 w 2135"/>
                <a:gd name="T69" fmla="*/ 91 h 1049"/>
                <a:gd name="T70" fmla="*/ 832 w 2135"/>
                <a:gd name="T71" fmla="*/ 73 h 1049"/>
                <a:gd name="T72" fmla="*/ 876 w 2135"/>
                <a:gd name="T73" fmla="*/ 58 h 1049"/>
                <a:gd name="T74" fmla="*/ 922 w 2135"/>
                <a:gd name="T75" fmla="*/ 46 h 1049"/>
                <a:gd name="T76" fmla="*/ 964 w 2135"/>
                <a:gd name="T77" fmla="*/ 41 h 1049"/>
                <a:gd name="T78" fmla="*/ 1007 w 2135"/>
                <a:gd name="T79" fmla="*/ 39 h 1049"/>
                <a:gd name="T80" fmla="*/ 1048 w 2135"/>
                <a:gd name="T81" fmla="*/ 40 h 1049"/>
                <a:gd name="T82" fmla="*/ 1088 w 2135"/>
                <a:gd name="T83" fmla="*/ 42 h 1049"/>
                <a:gd name="T84" fmla="*/ 1129 w 2135"/>
                <a:gd name="T85" fmla="*/ 43 h 1049"/>
                <a:gd name="T86" fmla="*/ 1169 w 2135"/>
                <a:gd name="T87" fmla="*/ 42 h 1049"/>
                <a:gd name="T88" fmla="*/ 1212 w 2135"/>
                <a:gd name="T89" fmla="*/ 37 h 1049"/>
                <a:gd name="T90" fmla="*/ 1245 w 2135"/>
                <a:gd name="T91" fmla="*/ 29 h 1049"/>
                <a:gd name="T92" fmla="*/ 1276 w 2135"/>
                <a:gd name="T93" fmla="*/ 22 h 1049"/>
                <a:gd name="T94" fmla="*/ 1305 w 2135"/>
                <a:gd name="T95" fmla="*/ 13 h 1049"/>
                <a:gd name="T96" fmla="*/ 1331 w 2135"/>
                <a:gd name="T97" fmla="*/ 7 h 1049"/>
                <a:gd name="T98" fmla="*/ 1357 w 2135"/>
                <a:gd name="T99" fmla="*/ 2 h 1049"/>
                <a:gd name="T100" fmla="*/ 1386 w 2135"/>
                <a:gd name="T101" fmla="*/ 0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35" h="1049">
                  <a:moveTo>
                    <a:pt x="1386" y="0"/>
                  </a:moveTo>
                  <a:lnTo>
                    <a:pt x="1390" y="0"/>
                  </a:lnTo>
                  <a:lnTo>
                    <a:pt x="1399" y="2"/>
                  </a:lnTo>
                  <a:lnTo>
                    <a:pt x="1411" y="4"/>
                  </a:lnTo>
                  <a:lnTo>
                    <a:pt x="1427" y="7"/>
                  </a:lnTo>
                  <a:lnTo>
                    <a:pt x="1444" y="10"/>
                  </a:lnTo>
                  <a:lnTo>
                    <a:pt x="1463" y="14"/>
                  </a:lnTo>
                  <a:lnTo>
                    <a:pt x="1481" y="18"/>
                  </a:lnTo>
                  <a:lnTo>
                    <a:pt x="1498" y="22"/>
                  </a:lnTo>
                  <a:lnTo>
                    <a:pt x="1514" y="26"/>
                  </a:lnTo>
                  <a:lnTo>
                    <a:pt x="2135" y="402"/>
                  </a:lnTo>
                  <a:lnTo>
                    <a:pt x="2004" y="482"/>
                  </a:lnTo>
                  <a:lnTo>
                    <a:pt x="2004" y="482"/>
                  </a:lnTo>
                  <a:lnTo>
                    <a:pt x="1700" y="667"/>
                  </a:lnTo>
                  <a:lnTo>
                    <a:pt x="1072" y="1049"/>
                  </a:lnTo>
                  <a:lnTo>
                    <a:pt x="1015" y="1018"/>
                  </a:lnTo>
                  <a:lnTo>
                    <a:pt x="226" y="541"/>
                  </a:lnTo>
                  <a:lnTo>
                    <a:pt x="0" y="403"/>
                  </a:lnTo>
                  <a:lnTo>
                    <a:pt x="273" y="237"/>
                  </a:lnTo>
                  <a:lnTo>
                    <a:pt x="298" y="239"/>
                  </a:lnTo>
                  <a:lnTo>
                    <a:pt x="322" y="242"/>
                  </a:lnTo>
                  <a:lnTo>
                    <a:pt x="348" y="245"/>
                  </a:lnTo>
                  <a:lnTo>
                    <a:pt x="373" y="247"/>
                  </a:lnTo>
                  <a:lnTo>
                    <a:pt x="399" y="248"/>
                  </a:lnTo>
                  <a:lnTo>
                    <a:pt x="428" y="247"/>
                  </a:lnTo>
                  <a:lnTo>
                    <a:pt x="458" y="244"/>
                  </a:lnTo>
                  <a:lnTo>
                    <a:pt x="491" y="237"/>
                  </a:lnTo>
                  <a:lnTo>
                    <a:pt x="526" y="227"/>
                  </a:lnTo>
                  <a:lnTo>
                    <a:pt x="564" y="211"/>
                  </a:lnTo>
                  <a:lnTo>
                    <a:pt x="601" y="193"/>
                  </a:lnTo>
                  <a:lnTo>
                    <a:pt x="638" y="174"/>
                  </a:lnTo>
                  <a:lnTo>
                    <a:pt x="675" y="153"/>
                  </a:lnTo>
                  <a:lnTo>
                    <a:pt x="713" y="131"/>
                  </a:lnTo>
                  <a:lnTo>
                    <a:pt x="751" y="111"/>
                  </a:lnTo>
                  <a:lnTo>
                    <a:pt x="791" y="91"/>
                  </a:lnTo>
                  <a:lnTo>
                    <a:pt x="832" y="73"/>
                  </a:lnTo>
                  <a:lnTo>
                    <a:pt x="876" y="58"/>
                  </a:lnTo>
                  <a:lnTo>
                    <a:pt x="922" y="46"/>
                  </a:lnTo>
                  <a:lnTo>
                    <a:pt x="964" y="41"/>
                  </a:lnTo>
                  <a:lnTo>
                    <a:pt x="1007" y="39"/>
                  </a:lnTo>
                  <a:lnTo>
                    <a:pt x="1048" y="40"/>
                  </a:lnTo>
                  <a:lnTo>
                    <a:pt x="1088" y="42"/>
                  </a:lnTo>
                  <a:lnTo>
                    <a:pt x="1129" y="43"/>
                  </a:lnTo>
                  <a:lnTo>
                    <a:pt x="1169" y="42"/>
                  </a:lnTo>
                  <a:lnTo>
                    <a:pt x="1212" y="37"/>
                  </a:lnTo>
                  <a:lnTo>
                    <a:pt x="1245" y="29"/>
                  </a:lnTo>
                  <a:lnTo>
                    <a:pt x="1276" y="22"/>
                  </a:lnTo>
                  <a:lnTo>
                    <a:pt x="1305" y="13"/>
                  </a:lnTo>
                  <a:lnTo>
                    <a:pt x="1331" y="7"/>
                  </a:lnTo>
                  <a:lnTo>
                    <a:pt x="1357" y="2"/>
                  </a:lnTo>
                  <a:lnTo>
                    <a:pt x="1386"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00" name="Freeform 186">
              <a:extLst>
                <a:ext uri="{FF2B5EF4-FFF2-40B4-BE49-F238E27FC236}">
                  <a16:creationId xmlns:a16="http://schemas.microsoft.com/office/drawing/2014/main" id="{0AE87C8D-E4DE-4928-AFCD-31ACDD217754}"/>
                </a:ext>
              </a:extLst>
            </p:cNvPr>
            <p:cNvSpPr>
              <a:spLocks/>
            </p:cNvSpPr>
            <p:nvPr/>
          </p:nvSpPr>
          <p:spPr bwMode="auto">
            <a:xfrm>
              <a:off x="4331117" y="4990266"/>
              <a:ext cx="1239253" cy="391028"/>
            </a:xfrm>
            <a:custGeom>
              <a:avLst/>
              <a:gdLst>
                <a:gd name="T0" fmla="*/ 937 w 1438"/>
                <a:gd name="T1" fmla="*/ 1 h 453"/>
                <a:gd name="T2" fmla="*/ 987 w 1438"/>
                <a:gd name="T3" fmla="*/ 13 h 453"/>
                <a:gd name="T4" fmla="*/ 1026 w 1438"/>
                <a:gd name="T5" fmla="*/ 38 h 453"/>
                <a:gd name="T6" fmla="*/ 1063 w 1438"/>
                <a:gd name="T7" fmla="*/ 69 h 453"/>
                <a:gd name="T8" fmla="*/ 1098 w 1438"/>
                <a:gd name="T9" fmla="*/ 99 h 453"/>
                <a:gd name="T10" fmla="*/ 1125 w 1438"/>
                <a:gd name="T11" fmla="*/ 125 h 453"/>
                <a:gd name="T12" fmla="*/ 1142 w 1438"/>
                <a:gd name="T13" fmla="*/ 142 h 453"/>
                <a:gd name="T14" fmla="*/ 1148 w 1438"/>
                <a:gd name="T15" fmla="*/ 149 h 453"/>
                <a:gd name="T16" fmla="*/ 1163 w 1438"/>
                <a:gd name="T17" fmla="*/ 168 h 453"/>
                <a:gd name="T18" fmla="*/ 1195 w 1438"/>
                <a:gd name="T19" fmla="*/ 193 h 453"/>
                <a:gd name="T20" fmla="*/ 1245 w 1438"/>
                <a:gd name="T21" fmla="*/ 215 h 453"/>
                <a:gd name="T22" fmla="*/ 1294 w 1438"/>
                <a:gd name="T23" fmla="*/ 226 h 453"/>
                <a:gd name="T24" fmla="*/ 1345 w 1438"/>
                <a:gd name="T25" fmla="*/ 234 h 453"/>
                <a:gd name="T26" fmla="*/ 1391 w 1438"/>
                <a:gd name="T27" fmla="*/ 238 h 453"/>
                <a:gd name="T28" fmla="*/ 1425 w 1438"/>
                <a:gd name="T29" fmla="*/ 239 h 453"/>
                <a:gd name="T30" fmla="*/ 1438 w 1438"/>
                <a:gd name="T31" fmla="*/ 240 h 453"/>
                <a:gd name="T32" fmla="*/ 1111 w 1438"/>
                <a:gd name="T33" fmla="*/ 438 h 453"/>
                <a:gd name="T34" fmla="*/ 1088 w 1438"/>
                <a:gd name="T35" fmla="*/ 442 h 453"/>
                <a:gd name="T36" fmla="*/ 1044 w 1438"/>
                <a:gd name="T37" fmla="*/ 448 h 453"/>
                <a:gd name="T38" fmla="*/ 982 w 1438"/>
                <a:gd name="T39" fmla="*/ 453 h 453"/>
                <a:gd name="T40" fmla="*/ 903 w 1438"/>
                <a:gd name="T41" fmla="*/ 453 h 453"/>
                <a:gd name="T42" fmla="*/ 832 w 1438"/>
                <a:gd name="T43" fmla="*/ 441 h 453"/>
                <a:gd name="T44" fmla="*/ 753 w 1438"/>
                <a:gd name="T45" fmla="*/ 417 h 453"/>
                <a:gd name="T46" fmla="*/ 675 w 1438"/>
                <a:gd name="T47" fmla="*/ 385 h 453"/>
                <a:gd name="T48" fmla="*/ 600 w 1438"/>
                <a:gd name="T49" fmla="*/ 354 h 453"/>
                <a:gd name="T50" fmla="*/ 534 w 1438"/>
                <a:gd name="T51" fmla="*/ 331 h 453"/>
                <a:gd name="T52" fmla="*/ 468 w 1438"/>
                <a:gd name="T53" fmla="*/ 316 h 453"/>
                <a:gd name="T54" fmla="*/ 405 w 1438"/>
                <a:gd name="T55" fmla="*/ 312 h 453"/>
                <a:gd name="T56" fmla="*/ 357 w 1438"/>
                <a:gd name="T57" fmla="*/ 313 h 453"/>
                <a:gd name="T58" fmla="*/ 326 w 1438"/>
                <a:gd name="T59" fmla="*/ 318 h 453"/>
                <a:gd name="T60" fmla="*/ 310 w 1438"/>
                <a:gd name="T61" fmla="*/ 324 h 453"/>
                <a:gd name="T62" fmla="*/ 0 w 1438"/>
                <a:gd name="T63" fmla="*/ 138 h 453"/>
                <a:gd name="T64" fmla="*/ 52 w 1438"/>
                <a:gd name="T65" fmla="*/ 128 h 453"/>
                <a:gd name="T66" fmla="*/ 78 w 1438"/>
                <a:gd name="T67" fmla="*/ 128 h 453"/>
                <a:gd name="T68" fmla="*/ 125 w 1438"/>
                <a:gd name="T69" fmla="*/ 126 h 453"/>
                <a:gd name="T70" fmla="*/ 186 w 1438"/>
                <a:gd name="T71" fmla="*/ 123 h 453"/>
                <a:gd name="T72" fmla="*/ 255 w 1438"/>
                <a:gd name="T73" fmla="*/ 119 h 453"/>
                <a:gd name="T74" fmla="*/ 324 w 1438"/>
                <a:gd name="T75" fmla="*/ 113 h 453"/>
                <a:gd name="T76" fmla="*/ 390 w 1438"/>
                <a:gd name="T77" fmla="*/ 106 h 453"/>
                <a:gd name="T78" fmla="*/ 445 w 1438"/>
                <a:gd name="T79" fmla="*/ 97 h 453"/>
                <a:gd name="T80" fmla="*/ 517 w 1438"/>
                <a:gd name="T81" fmla="*/ 76 h 453"/>
                <a:gd name="T82" fmla="*/ 626 w 1438"/>
                <a:gd name="T83" fmla="*/ 53 h 453"/>
                <a:gd name="T84" fmla="*/ 726 w 1438"/>
                <a:gd name="T85" fmla="*/ 32 h 453"/>
                <a:gd name="T86" fmla="*/ 796 w 1438"/>
                <a:gd name="T87" fmla="*/ 16 h 453"/>
                <a:gd name="T88" fmla="*/ 853 w 1438"/>
                <a:gd name="T89" fmla="*/ 6 h 453"/>
                <a:gd name="T90" fmla="*/ 910 w 1438"/>
                <a:gd name="T91" fmla="*/ 0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38" h="453">
                  <a:moveTo>
                    <a:pt x="910" y="0"/>
                  </a:moveTo>
                  <a:lnTo>
                    <a:pt x="937" y="1"/>
                  </a:lnTo>
                  <a:lnTo>
                    <a:pt x="963" y="5"/>
                  </a:lnTo>
                  <a:lnTo>
                    <a:pt x="987" y="13"/>
                  </a:lnTo>
                  <a:lnTo>
                    <a:pt x="1008" y="25"/>
                  </a:lnTo>
                  <a:lnTo>
                    <a:pt x="1026" y="38"/>
                  </a:lnTo>
                  <a:lnTo>
                    <a:pt x="1045" y="53"/>
                  </a:lnTo>
                  <a:lnTo>
                    <a:pt x="1063" y="69"/>
                  </a:lnTo>
                  <a:lnTo>
                    <a:pt x="1081" y="84"/>
                  </a:lnTo>
                  <a:lnTo>
                    <a:pt x="1098" y="99"/>
                  </a:lnTo>
                  <a:lnTo>
                    <a:pt x="1113" y="112"/>
                  </a:lnTo>
                  <a:lnTo>
                    <a:pt x="1125" y="125"/>
                  </a:lnTo>
                  <a:lnTo>
                    <a:pt x="1136" y="135"/>
                  </a:lnTo>
                  <a:lnTo>
                    <a:pt x="1142" y="142"/>
                  </a:lnTo>
                  <a:lnTo>
                    <a:pt x="1145" y="146"/>
                  </a:lnTo>
                  <a:lnTo>
                    <a:pt x="1148" y="149"/>
                  </a:lnTo>
                  <a:lnTo>
                    <a:pt x="1154" y="158"/>
                  </a:lnTo>
                  <a:lnTo>
                    <a:pt x="1163" y="168"/>
                  </a:lnTo>
                  <a:lnTo>
                    <a:pt x="1177" y="180"/>
                  </a:lnTo>
                  <a:lnTo>
                    <a:pt x="1195" y="193"/>
                  </a:lnTo>
                  <a:lnTo>
                    <a:pt x="1217" y="205"/>
                  </a:lnTo>
                  <a:lnTo>
                    <a:pt x="1245" y="215"/>
                  </a:lnTo>
                  <a:lnTo>
                    <a:pt x="1269" y="222"/>
                  </a:lnTo>
                  <a:lnTo>
                    <a:pt x="1294" y="226"/>
                  </a:lnTo>
                  <a:lnTo>
                    <a:pt x="1320" y="231"/>
                  </a:lnTo>
                  <a:lnTo>
                    <a:pt x="1345" y="234"/>
                  </a:lnTo>
                  <a:lnTo>
                    <a:pt x="1369" y="236"/>
                  </a:lnTo>
                  <a:lnTo>
                    <a:pt x="1391" y="238"/>
                  </a:lnTo>
                  <a:lnTo>
                    <a:pt x="1410" y="239"/>
                  </a:lnTo>
                  <a:lnTo>
                    <a:pt x="1425" y="239"/>
                  </a:lnTo>
                  <a:lnTo>
                    <a:pt x="1435" y="240"/>
                  </a:lnTo>
                  <a:lnTo>
                    <a:pt x="1438" y="240"/>
                  </a:lnTo>
                  <a:lnTo>
                    <a:pt x="1115" y="437"/>
                  </a:lnTo>
                  <a:lnTo>
                    <a:pt x="1111" y="438"/>
                  </a:lnTo>
                  <a:lnTo>
                    <a:pt x="1103" y="439"/>
                  </a:lnTo>
                  <a:lnTo>
                    <a:pt x="1088" y="442"/>
                  </a:lnTo>
                  <a:lnTo>
                    <a:pt x="1068" y="445"/>
                  </a:lnTo>
                  <a:lnTo>
                    <a:pt x="1044" y="448"/>
                  </a:lnTo>
                  <a:lnTo>
                    <a:pt x="1015" y="450"/>
                  </a:lnTo>
                  <a:lnTo>
                    <a:pt x="982" y="453"/>
                  </a:lnTo>
                  <a:lnTo>
                    <a:pt x="945" y="453"/>
                  </a:lnTo>
                  <a:lnTo>
                    <a:pt x="903" y="453"/>
                  </a:lnTo>
                  <a:lnTo>
                    <a:pt x="868" y="448"/>
                  </a:lnTo>
                  <a:lnTo>
                    <a:pt x="832" y="441"/>
                  </a:lnTo>
                  <a:lnTo>
                    <a:pt x="792" y="429"/>
                  </a:lnTo>
                  <a:lnTo>
                    <a:pt x="753" y="417"/>
                  </a:lnTo>
                  <a:lnTo>
                    <a:pt x="714" y="401"/>
                  </a:lnTo>
                  <a:lnTo>
                    <a:pt x="675" y="385"/>
                  </a:lnTo>
                  <a:lnTo>
                    <a:pt x="636" y="369"/>
                  </a:lnTo>
                  <a:lnTo>
                    <a:pt x="600" y="354"/>
                  </a:lnTo>
                  <a:lnTo>
                    <a:pt x="565" y="342"/>
                  </a:lnTo>
                  <a:lnTo>
                    <a:pt x="534" y="331"/>
                  </a:lnTo>
                  <a:lnTo>
                    <a:pt x="505" y="324"/>
                  </a:lnTo>
                  <a:lnTo>
                    <a:pt x="468" y="316"/>
                  </a:lnTo>
                  <a:lnTo>
                    <a:pt x="434" y="313"/>
                  </a:lnTo>
                  <a:lnTo>
                    <a:pt x="405" y="312"/>
                  </a:lnTo>
                  <a:lnTo>
                    <a:pt x="379" y="312"/>
                  </a:lnTo>
                  <a:lnTo>
                    <a:pt x="357" y="313"/>
                  </a:lnTo>
                  <a:lnTo>
                    <a:pt x="339" y="316"/>
                  </a:lnTo>
                  <a:lnTo>
                    <a:pt x="326" y="318"/>
                  </a:lnTo>
                  <a:lnTo>
                    <a:pt x="316" y="322"/>
                  </a:lnTo>
                  <a:lnTo>
                    <a:pt x="310" y="324"/>
                  </a:lnTo>
                  <a:lnTo>
                    <a:pt x="309" y="324"/>
                  </a:lnTo>
                  <a:lnTo>
                    <a:pt x="0" y="138"/>
                  </a:lnTo>
                  <a:lnTo>
                    <a:pt x="48" y="129"/>
                  </a:lnTo>
                  <a:lnTo>
                    <a:pt x="52" y="128"/>
                  </a:lnTo>
                  <a:lnTo>
                    <a:pt x="61" y="128"/>
                  </a:lnTo>
                  <a:lnTo>
                    <a:pt x="78" y="128"/>
                  </a:lnTo>
                  <a:lnTo>
                    <a:pt x="99" y="127"/>
                  </a:lnTo>
                  <a:lnTo>
                    <a:pt x="125" y="126"/>
                  </a:lnTo>
                  <a:lnTo>
                    <a:pt x="154" y="125"/>
                  </a:lnTo>
                  <a:lnTo>
                    <a:pt x="186" y="123"/>
                  </a:lnTo>
                  <a:lnTo>
                    <a:pt x="220" y="121"/>
                  </a:lnTo>
                  <a:lnTo>
                    <a:pt x="255" y="119"/>
                  </a:lnTo>
                  <a:lnTo>
                    <a:pt x="290" y="117"/>
                  </a:lnTo>
                  <a:lnTo>
                    <a:pt x="324" y="113"/>
                  </a:lnTo>
                  <a:lnTo>
                    <a:pt x="358" y="109"/>
                  </a:lnTo>
                  <a:lnTo>
                    <a:pt x="390" y="106"/>
                  </a:lnTo>
                  <a:lnTo>
                    <a:pt x="420" y="102"/>
                  </a:lnTo>
                  <a:lnTo>
                    <a:pt x="445" y="97"/>
                  </a:lnTo>
                  <a:lnTo>
                    <a:pt x="465" y="91"/>
                  </a:lnTo>
                  <a:lnTo>
                    <a:pt x="517" y="76"/>
                  </a:lnTo>
                  <a:lnTo>
                    <a:pt x="571" y="64"/>
                  </a:lnTo>
                  <a:lnTo>
                    <a:pt x="626" y="53"/>
                  </a:lnTo>
                  <a:lnTo>
                    <a:pt x="677" y="43"/>
                  </a:lnTo>
                  <a:lnTo>
                    <a:pt x="726" y="32"/>
                  </a:lnTo>
                  <a:lnTo>
                    <a:pt x="769" y="23"/>
                  </a:lnTo>
                  <a:lnTo>
                    <a:pt x="796" y="16"/>
                  </a:lnTo>
                  <a:lnTo>
                    <a:pt x="824" y="11"/>
                  </a:lnTo>
                  <a:lnTo>
                    <a:pt x="853" y="6"/>
                  </a:lnTo>
                  <a:lnTo>
                    <a:pt x="881" y="1"/>
                  </a:lnTo>
                  <a:lnTo>
                    <a:pt x="910"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01" name="Freeform 187">
              <a:extLst>
                <a:ext uri="{FF2B5EF4-FFF2-40B4-BE49-F238E27FC236}">
                  <a16:creationId xmlns:a16="http://schemas.microsoft.com/office/drawing/2014/main" id="{FF93B368-C37C-4511-AE97-E4E2E2A56966}"/>
                </a:ext>
              </a:extLst>
            </p:cNvPr>
            <p:cNvSpPr>
              <a:spLocks/>
            </p:cNvSpPr>
            <p:nvPr/>
          </p:nvSpPr>
          <p:spPr bwMode="auto">
            <a:xfrm>
              <a:off x="4595812" y="5260975"/>
              <a:ext cx="691818" cy="264695"/>
            </a:xfrm>
            <a:custGeom>
              <a:avLst/>
              <a:gdLst>
                <a:gd name="T0" fmla="*/ 96 w 802"/>
                <a:gd name="T1" fmla="*/ 0 h 311"/>
                <a:gd name="T2" fmla="*/ 125 w 802"/>
                <a:gd name="T3" fmla="*/ 1 h 311"/>
                <a:gd name="T4" fmla="*/ 159 w 802"/>
                <a:gd name="T5" fmla="*/ 4 h 311"/>
                <a:gd name="T6" fmla="*/ 196 w 802"/>
                <a:gd name="T7" fmla="*/ 12 h 311"/>
                <a:gd name="T8" fmla="*/ 225 w 802"/>
                <a:gd name="T9" fmla="*/ 19 h 311"/>
                <a:gd name="T10" fmla="*/ 256 w 802"/>
                <a:gd name="T11" fmla="*/ 30 h 311"/>
                <a:gd name="T12" fmla="*/ 291 w 802"/>
                <a:gd name="T13" fmla="*/ 42 h 311"/>
                <a:gd name="T14" fmla="*/ 327 w 802"/>
                <a:gd name="T15" fmla="*/ 57 h 311"/>
                <a:gd name="T16" fmla="*/ 366 w 802"/>
                <a:gd name="T17" fmla="*/ 73 h 311"/>
                <a:gd name="T18" fmla="*/ 405 w 802"/>
                <a:gd name="T19" fmla="*/ 89 h 311"/>
                <a:gd name="T20" fmla="*/ 444 w 802"/>
                <a:gd name="T21" fmla="*/ 105 h 311"/>
                <a:gd name="T22" fmla="*/ 483 w 802"/>
                <a:gd name="T23" fmla="*/ 117 h 311"/>
                <a:gd name="T24" fmla="*/ 523 w 802"/>
                <a:gd name="T25" fmla="*/ 129 h 311"/>
                <a:gd name="T26" fmla="*/ 559 w 802"/>
                <a:gd name="T27" fmla="*/ 136 h 311"/>
                <a:gd name="T28" fmla="*/ 594 w 802"/>
                <a:gd name="T29" fmla="*/ 141 h 311"/>
                <a:gd name="T30" fmla="*/ 637 w 802"/>
                <a:gd name="T31" fmla="*/ 141 h 311"/>
                <a:gd name="T32" fmla="*/ 675 w 802"/>
                <a:gd name="T33" fmla="*/ 141 h 311"/>
                <a:gd name="T34" fmla="*/ 708 w 802"/>
                <a:gd name="T35" fmla="*/ 138 h 311"/>
                <a:gd name="T36" fmla="*/ 737 w 802"/>
                <a:gd name="T37" fmla="*/ 135 h 311"/>
                <a:gd name="T38" fmla="*/ 761 w 802"/>
                <a:gd name="T39" fmla="*/ 132 h 311"/>
                <a:gd name="T40" fmla="*/ 781 w 802"/>
                <a:gd name="T41" fmla="*/ 130 h 311"/>
                <a:gd name="T42" fmla="*/ 795 w 802"/>
                <a:gd name="T43" fmla="*/ 127 h 311"/>
                <a:gd name="T44" fmla="*/ 802 w 802"/>
                <a:gd name="T45" fmla="*/ 126 h 311"/>
                <a:gd name="T46" fmla="*/ 498 w 802"/>
                <a:gd name="T47" fmla="*/ 311 h 311"/>
                <a:gd name="T48" fmla="*/ 441 w 802"/>
                <a:gd name="T49" fmla="*/ 280 h 311"/>
                <a:gd name="T50" fmla="*/ 0 w 802"/>
                <a:gd name="T51" fmla="*/ 12 h 311"/>
                <a:gd name="T52" fmla="*/ 1 w 802"/>
                <a:gd name="T53" fmla="*/ 12 h 311"/>
                <a:gd name="T54" fmla="*/ 7 w 802"/>
                <a:gd name="T55" fmla="*/ 10 h 311"/>
                <a:gd name="T56" fmla="*/ 17 w 802"/>
                <a:gd name="T57" fmla="*/ 6 h 311"/>
                <a:gd name="T58" fmla="*/ 30 w 802"/>
                <a:gd name="T59" fmla="*/ 4 h 311"/>
                <a:gd name="T60" fmla="*/ 48 w 802"/>
                <a:gd name="T61" fmla="*/ 1 h 311"/>
                <a:gd name="T62" fmla="*/ 70 w 802"/>
                <a:gd name="T63" fmla="*/ 0 h 311"/>
                <a:gd name="T64" fmla="*/ 96 w 802"/>
                <a:gd name="T65" fmla="*/ 0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02" h="311">
                  <a:moveTo>
                    <a:pt x="96" y="0"/>
                  </a:moveTo>
                  <a:lnTo>
                    <a:pt x="125" y="1"/>
                  </a:lnTo>
                  <a:lnTo>
                    <a:pt x="159" y="4"/>
                  </a:lnTo>
                  <a:lnTo>
                    <a:pt x="196" y="12"/>
                  </a:lnTo>
                  <a:lnTo>
                    <a:pt x="225" y="19"/>
                  </a:lnTo>
                  <a:lnTo>
                    <a:pt x="256" y="30"/>
                  </a:lnTo>
                  <a:lnTo>
                    <a:pt x="291" y="42"/>
                  </a:lnTo>
                  <a:lnTo>
                    <a:pt x="327" y="57"/>
                  </a:lnTo>
                  <a:lnTo>
                    <a:pt x="366" y="73"/>
                  </a:lnTo>
                  <a:lnTo>
                    <a:pt x="405" y="89"/>
                  </a:lnTo>
                  <a:lnTo>
                    <a:pt x="444" y="105"/>
                  </a:lnTo>
                  <a:lnTo>
                    <a:pt x="483" y="117"/>
                  </a:lnTo>
                  <a:lnTo>
                    <a:pt x="523" y="129"/>
                  </a:lnTo>
                  <a:lnTo>
                    <a:pt x="559" y="136"/>
                  </a:lnTo>
                  <a:lnTo>
                    <a:pt x="594" y="141"/>
                  </a:lnTo>
                  <a:lnTo>
                    <a:pt x="637" y="141"/>
                  </a:lnTo>
                  <a:lnTo>
                    <a:pt x="675" y="141"/>
                  </a:lnTo>
                  <a:lnTo>
                    <a:pt x="708" y="138"/>
                  </a:lnTo>
                  <a:lnTo>
                    <a:pt x="737" y="135"/>
                  </a:lnTo>
                  <a:lnTo>
                    <a:pt x="761" y="132"/>
                  </a:lnTo>
                  <a:lnTo>
                    <a:pt x="781" y="130"/>
                  </a:lnTo>
                  <a:lnTo>
                    <a:pt x="795" y="127"/>
                  </a:lnTo>
                  <a:lnTo>
                    <a:pt x="802" y="126"/>
                  </a:lnTo>
                  <a:lnTo>
                    <a:pt x="498" y="311"/>
                  </a:lnTo>
                  <a:lnTo>
                    <a:pt x="441" y="280"/>
                  </a:lnTo>
                  <a:lnTo>
                    <a:pt x="0" y="12"/>
                  </a:lnTo>
                  <a:lnTo>
                    <a:pt x="1" y="12"/>
                  </a:lnTo>
                  <a:lnTo>
                    <a:pt x="7" y="10"/>
                  </a:lnTo>
                  <a:lnTo>
                    <a:pt x="17" y="6"/>
                  </a:lnTo>
                  <a:lnTo>
                    <a:pt x="30" y="4"/>
                  </a:lnTo>
                  <a:lnTo>
                    <a:pt x="48" y="1"/>
                  </a:lnTo>
                  <a:lnTo>
                    <a:pt x="70" y="0"/>
                  </a:lnTo>
                  <a:lnTo>
                    <a:pt x="96"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02" name="Freeform 188">
              <a:extLst>
                <a:ext uri="{FF2B5EF4-FFF2-40B4-BE49-F238E27FC236}">
                  <a16:creationId xmlns:a16="http://schemas.microsoft.com/office/drawing/2014/main" id="{BFC5D2ED-64F9-4CEB-9C8B-D4CAF8DA6185}"/>
                </a:ext>
              </a:extLst>
            </p:cNvPr>
            <p:cNvSpPr>
              <a:spLocks/>
            </p:cNvSpPr>
            <p:nvPr/>
          </p:nvSpPr>
          <p:spPr bwMode="auto">
            <a:xfrm>
              <a:off x="4162675" y="4960186"/>
              <a:ext cx="1696453" cy="288758"/>
            </a:xfrm>
            <a:custGeom>
              <a:avLst/>
              <a:gdLst>
                <a:gd name="T0" fmla="*/ 1133 w 1975"/>
                <a:gd name="T1" fmla="*/ 12 h 334"/>
                <a:gd name="T2" fmla="*/ 1228 w 1975"/>
                <a:gd name="T3" fmla="*/ 57 h 334"/>
                <a:gd name="T4" fmla="*/ 1291 w 1975"/>
                <a:gd name="T5" fmla="*/ 101 h 334"/>
                <a:gd name="T6" fmla="*/ 1334 w 1975"/>
                <a:gd name="T7" fmla="*/ 109 h 334"/>
                <a:gd name="T8" fmla="*/ 1358 w 1975"/>
                <a:gd name="T9" fmla="*/ 68 h 334"/>
                <a:gd name="T10" fmla="*/ 1368 w 1975"/>
                <a:gd name="T11" fmla="*/ 26 h 334"/>
                <a:gd name="T12" fmla="*/ 1426 w 1975"/>
                <a:gd name="T13" fmla="*/ 5 h 334"/>
                <a:gd name="T14" fmla="*/ 1523 w 1975"/>
                <a:gd name="T15" fmla="*/ 2 h 334"/>
                <a:gd name="T16" fmla="*/ 1590 w 1975"/>
                <a:gd name="T17" fmla="*/ 5 h 334"/>
                <a:gd name="T18" fmla="*/ 1610 w 1975"/>
                <a:gd name="T19" fmla="*/ 7 h 334"/>
                <a:gd name="T20" fmla="*/ 1693 w 1975"/>
                <a:gd name="T21" fmla="*/ 19 h 334"/>
                <a:gd name="T22" fmla="*/ 1858 w 1975"/>
                <a:gd name="T23" fmla="*/ 46 h 334"/>
                <a:gd name="T24" fmla="*/ 1938 w 1975"/>
                <a:gd name="T25" fmla="*/ 91 h 334"/>
                <a:gd name="T26" fmla="*/ 1840 w 1975"/>
                <a:gd name="T27" fmla="*/ 142 h 334"/>
                <a:gd name="T28" fmla="*/ 1767 w 1975"/>
                <a:gd name="T29" fmla="*/ 122 h 334"/>
                <a:gd name="T30" fmla="*/ 1660 w 1975"/>
                <a:gd name="T31" fmla="*/ 99 h 334"/>
                <a:gd name="T32" fmla="*/ 1564 w 1975"/>
                <a:gd name="T33" fmla="*/ 86 h 334"/>
                <a:gd name="T34" fmla="*/ 1482 w 1975"/>
                <a:gd name="T35" fmla="*/ 83 h 334"/>
                <a:gd name="T36" fmla="*/ 1416 w 1975"/>
                <a:gd name="T37" fmla="*/ 111 h 334"/>
                <a:gd name="T38" fmla="*/ 1399 w 1975"/>
                <a:gd name="T39" fmla="*/ 170 h 334"/>
                <a:gd name="T40" fmla="*/ 1437 w 1975"/>
                <a:gd name="T41" fmla="*/ 219 h 334"/>
                <a:gd name="T42" fmla="*/ 1510 w 1975"/>
                <a:gd name="T43" fmla="*/ 239 h 334"/>
                <a:gd name="T44" fmla="*/ 1645 w 1975"/>
                <a:gd name="T45" fmla="*/ 245 h 334"/>
                <a:gd name="T46" fmla="*/ 1636 w 1975"/>
                <a:gd name="T47" fmla="*/ 275 h 334"/>
                <a:gd name="T48" fmla="*/ 1456 w 1975"/>
                <a:gd name="T49" fmla="*/ 326 h 334"/>
                <a:gd name="T50" fmla="*/ 1324 w 1975"/>
                <a:gd name="T51" fmla="*/ 271 h 334"/>
                <a:gd name="T52" fmla="*/ 1227 w 1975"/>
                <a:gd name="T53" fmla="*/ 192 h 334"/>
                <a:gd name="T54" fmla="*/ 1149 w 1975"/>
                <a:gd name="T55" fmla="*/ 122 h 334"/>
                <a:gd name="T56" fmla="*/ 1051 w 1975"/>
                <a:gd name="T57" fmla="*/ 101 h 334"/>
                <a:gd name="T58" fmla="*/ 1013 w 1975"/>
                <a:gd name="T59" fmla="*/ 129 h 334"/>
                <a:gd name="T60" fmla="*/ 970 w 1975"/>
                <a:gd name="T61" fmla="*/ 157 h 334"/>
                <a:gd name="T62" fmla="*/ 910 w 1975"/>
                <a:gd name="T63" fmla="*/ 143 h 334"/>
                <a:gd name="T64" fmla="*/ 867 w 1975"/>
                <a:gd name="T65" fmla="*/ 150 h 334"/>
                <a:gd name="T66" fmla="*/ 842 w 1975"/>
                <a:gd name="T67" fmla="*/ 178 h 334"/>
                <a:gd name="T68" fmla="*/ 752 w 1975"/>
                <a:gd name="T69" fmla="*/ 202 h 334"/>
                <a:gd name="T70" fmla="*/ 611 w 1975"/>
                <a:gd name="T71" fmla="*/ 218 h 334"/>
                <a:gd name="T72" fmla="*/ 484 w 1975"/>
                <a:gd name="T73" fmla="*/ 226 h 334"/>
                <a:gd name="T74" fmla="*/ 364 w 1975"/>
                <a:gd name="T75" fmla="*/ 221 h 334"/>
                <a:gd name="T76" fmla="*/ 281 w 1975"/>
                <a:gd name="T77" fmla="*/ 215 h 334"/>
                <a:gd name="T78" fmla="*/ 160 w 1975"/>
                <a:gd name="T79" fmla="*/ 150 h 334"/>
                <a:gd name="T80" fmla="*/ 62 w 1975"/>
                <a:gd name="T81" fmla="*/ 67 h 334"/>
                <a:gd name="T82" fmla="*/ 202 w 1975"/>
                <a:gd name="T83" fmla="*/ 96 h 334"/>
                <a:gd name="T84" fmla="*/ 369 w 1975"/>
                <a:gd name="T85" fmla="*/ 115 h 334"/>
                <a:gd name="T86" fmla="*/ 525 w 1975"/>
                <a:gd name="T87" fmla="*/ 109 h 334"/>
                <a:gd name="T88" fmla="*/ 561 w 1975"/>
                <a:gd name="T89" fmla="*/ 111 h 334"/>
                <a:gd name="T90" fmla="*/ 686 w 1975"/>
                <a:gd name="T91" fmla="*/ 105 h 334"/>
                <a:gd name="T92" fmla="*/ 741 w 1975"/>
                <a:gd name="T93" fmla="*/ 86 h 334"/>
                <a:gd name="T94" fmla="*/ 781 w 1975"/>
                <a:gd name="T95" fmla="*/ 47 h 334"/>
                <a:gd name="T96" fmla="*/ 826 w 1975"/>
                <a:gd name="T97" fmla="*/ 38 h 334"/>
                <a:gd name="T98" fmla="*/ 883 w 1975"/>
                <a:gd name="T99" fmla="*/ 52 h 334"/>
                <a:gd name="T100" fmla="*/ 943 w 1975"/>
                <a:gd name="T101" fmla="*/ 34 h 334"/>
                <a:gd name="T102" fmla="*/ 996 w 1975"/>
                <a:gd name="T103" fmla="*/ 3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75" h="334">
                  <a:moveTo>
                    <a:pt x="1035" y="0"/>
                  </a:moveTo>
                  <a:lnTo>
                    <a:pt x="1071" y="1"/>
                  </a:lnTo>
                  <a:lnTo>
                    <a:pt x="1103" y="6"/>
                  </a:lnTo>
                  <a:lnTo>
                    <a:pt x="1133" y="12"/>
                  </a:lnTo>
                  <a:lnTo>
                    <a:pt x="1160" y="22"/>
                  </a:lnTo>
                  <a:lnTo>
                    <a:pt x="1185" y="32"/>
                  </a:lnTo>
                  <a:lnTo>
                    <a:pt x="1208" y="45"/>
                  </a:lnTo>
                  <a:lnTo>
                    <a:pt x="1228" y="57"/>
                  </a:lnTo>
                  <a:lnTo>
                    <a:pt x="1246" y="69"/>
                  </a:lnTo>
                  <a:lnTo>
                    <a:pt x="1263" y="81"/>
                  </a:lnTo>
                  <a:lnTo>
                    <a:pt x="1278" y="91"/>
                  </a:lnTo>
                  <a:lnTo>
                    <a:pt x="1291" y="101"/>
                  </a:lnTo>
                  <a:lnTo>
                    <a:pt x="1303" y="107"/>
                  </a:lnTo>
                  <a:lnTo>
                    <a:pt x="1315" y="111"/>
                  </a:lnTo>
                  <a:lnTo>
                    <a:pt x="1324" y="113"/>
                  </a:lnTo>
                  <a:lnTo>
                    <a:pt x="1334" y="109"/>
                  </a:lnTo>
                  <a:lnTo>
                    <a:pt x="1345" y="101"/>
                  </a:lnTo>
                  <a:lnTo>
                    <a:pt x="1353" y="90"/>
                  </a:lnTo>
                  <a:lnTo>
                    <a:pt x="1357" y="80"/>
                  </a:lnTo>
                  <a:lnTo>
                    <a:pt x="1358" y="68"/>
                  </a:lnTo>
                  <a:lnTo>
                    <a:pt x="1359" y="58"/>
                  </a:lnTo>
                  <a:lnTo>
                    <a:pt x="1361" y="46"/>
                  </a:lnTo>
                  <a:lnTo>
                    <a:pt x="1363" y="35"/>
                  </a:lnTo>
                  <a:lnTo>
                    <a:pt x="1368" y="26"/>
                  </a:lnTo>
                  <a:lnTo>
                    <a:pt x="1376" y="19"/>
                  </a:lnTo>
                  <a:lnTo>
                    <a:pt x="1389" y="11"/>
                  </a:lnTo>
                  <a:lnTo>
                    <a:pt x="1406" y="7"/>
                  </a:lnTo>
                  <a:lnTo>
                    <a:pt x="1426" y="5"/>
                  </a:lnTo>
                  <a:lnTo>
                    <a:pt x="1449" y="3"/>
                  </a:lnTo>
                  <a:lnTo>
                    <a:pt x="1473" y="2"/>
                  </a:lnTo>
                  <a:lnTo>
                    <a:pt x="1498" y="2"/>
                  </a:lnTo>
                  <a:lnTo>
                    <a:pt x="1523" y="2"/>
                  </a:lnTo>
                  <a:lnTo>
                    <a:pt x="1545" y="3"/>
                  </a:lnTo>
                  <a:lnTo>
                    <a:pt x="1565" y="4"/>
                  </a:lnTo>
                  <a:lnTo>
                    <a:pt x="1581" y="4"/>
                  </a:lnTo>
                  <a:lnTo>
                    <a:pt x="1590" y="5"/>
                  </a:lnTo>
                  <a:lnTo>
                    <a:pt x="1595" y="5"/>
                  </a:lnTo>
                  <a:lnTo>
                    <a:pt x="1596" y="6"/>
                  </a:lnTo>
                  <a:lnTo>
                    <a:pt x="1601" y="6"/>
                  </a:lnTo>
                  <a:lnTo>
                    <a:pt x="1610" y="7"/>
                  </a:lnTo>
                  <a:lnTo>
                    <a:pt x="1624" y="9"/>
                  </a:lnTo>
                  <a:lnTo>
                    <a:pt x="1642" y="11"/>
                  </a:lnTo>
                  <a:lnTo>
                    <a:pt x="1665" y="14"/>
                  </a:lnTo>
                  <a:lnTo>
                    <a:pt x="1693" y="19"/>
                  </a:lnTo>
                  <a:lnTo>
                    <a:pt x="1726" y="24"/>
                  </a:lnTo>
                  <a:lnTo>
                    <a:pt x="1764" y="30"/>
                  </a:lnTo>
                  <a:lnTo>
                    <a:pt x="1808" y="38"/>
                  </a:lnTo>
                  <a:lnTo>
                    <a:pt x="1858" y="46"/>
                  </a:lnTo>
                  <a:lnTo>
                    <a:pt x="1913" y="57"/>
                  </a:lnTo>
                  <a:lnTo>
                    <a:pt x="1975" y="69"/>
                  </a:lnTo>
                  <a:lnTo>
                    <a:pt x="1938" y="91"/>
                  </a:lnTo>
                  <a:lnTo>
                    <a:pt x="1938" y="91"/>
                  </a:lnTo>
                  <a:lnTo>
                    <a:pt x="1850" y="145"/>
                  </a:lnTo>
                  <a:lnTo>
                    <a:pt x="1850" y="145"/>
                  </a:lnTo>
                  <a:lnTo>
                    <a:pt x="1847" y="144"/>
                  </a:lnTo>
                  <a:lnTo>
                    <a:pt x="1840" y="142"/>
                  </a:lnTo>
                  <a:lnTo>
                    <a:pt x="1826" y="138"/>
                  </a:lnTo>
                  <a:lnTo>
                    <a:pt x="1810" y="134"/>
                  </a:lnTo>
                  <a:lnTo>
                    <a:pt x="1789" y="127"/>
                  </a:lnTo>
                  <a:lnTo>
                    <a:pt x="1767" y="122"/>
                  </a:lnTo>
                  <a:lnTo>
                    <a:pt x="1741" y="116"/>
                  </a:lnTo>
                  <a:lnTo>
                    <a:pt x="1715" y="109"/>
                  </a:lnTo>
                  <a:lnTo>
                    <a:pt x="1688" y="104"/>
                  </a:lnTo>
                  <a:lnTo>
                    <a:pt x="1660" y="99"/>
                  </a:lnTo>
                  <a:lnTo>
                    <a:pt x="1640" y="96"/>
                  </a:lnTo>
                  <a:lnTo>
                    <a:pt x="1616" y="92"/>
                  </a:lnTo>
                  <a:lnTo>
                    <a:pt x="1589" y="89"/>
                  </a:lnTo>
                  <a:lnTo>
                    <a:pt x="1564" y="86"/>
                  </a:lnTo>
                  <a:lnTo>
                    <a:pt x="1541" y="84"/>
                  </a:lnTo>
                  <a:lnTo>
                    <a:pt x="1523" y="82"/>
                  </a:lnTo>
                  <a:lnTo>
                    <a:pt x="1503" y="82"/>
                  </a:lnTo>
                  <a:lnTo>
                    <a:pt x="1482" y="83"/>
                  </a:lnTo>
                  <a:lnTo>
                    <a:pt x="1462" y="86"/>
                  </a:lnTo>
                  <a:lnTo>
                    <a:pt x="1443" y="92"/>
                  </a:lnTo>
                  <a:lnTo>
                    <a:pt x="1428" y="100"/>
                  </a:lnTo>
                  <a:lnTo>
                    <a:pt x="1416" y="111"/>
                  </a:lnTo>
                  <a:lnTo>
                    <a:pt x="1407" y="124"/>
                  </a:lnTo>
                  <a:lnTo>
                    <a:pt x="1401" y="139"/>
                  </a:lnTo>
                  <a:lnTo>
                    <a:pt x="1399" y="154"/>
                  </a:lnTo>
                  <a:lnTo>
                    <a:pt x="1399" y="170"/>
                  </a:lnTo>
                  <a:lnTo>
                    <a:pt x="1403" y="184"/>
                  </a:lnTo>
                  <a:lnTo>
                    <a:pt x="1411" y="198"/>
                  </a:lnTo>
                  <a:lnTo>
                    <a:pt x="1422" y="210"/>
                  </a:lnTo>
                  <a:lnTo>
                    <a:pt x="1437" y="219"/>
                  </a:lnTo>
                  <a:lnTo>
                    <a:pt x="1458" y="227"/>
                  </a:lnTo>
                  <a:lnTo>
                    <a:pt x="1476" y="233"/>
                  </a:lnTo>
                  <a:lnTo>
                    <a:pt x="1493" y="237"/>
                  </a:lnTo>
                  <a:lnTo>
                    <a:pt x="1510" y="239"/>
                  </a:lnTo>
                  <a:lnTo>
                    <a:pt x="1551" y="242"/>
                  </a:lnTo>
                  <a:lnTo>
                    <a:pt x="1588" y="245"/>
                  </a:lnTo>
                  <a:lnTo>
                    <a:pt x="1620" y="245"/>
                  </a:lnTo>
                  <a:lnTo>
                    <a:pt x="1645" y="245"/>
                  </a:lnTo>
                  <a:lnTo>
                    <a:pt x="1666" y="245"/>
                  </a:lnTo>
                  <a:lnTo>
                    <a:pt x="1681" y="244"/>
                  </a:lnTo>
                  <a:lnTo>
                    <a:pt x="1690" y="242"/>
                  </a:lnTo>
                  <a:lnTo>
                    <a:pt x="1636" y="275"/>
                  </a:lnTo>
                  <a:lnTo>
                    <a:pt x="1566" y="317"/>
                  </a:lnTo>
                  <a:lnTo>
                    <a:pt x="1539" y="334"/>
                  </a:lnTo>
                  <a:lnTo>
                    <a:pt x="1496" y="332"/>
                  </a:lnTo>
                  <a:lnTo>
                    <a:pt x="1456" y="326"/>
                  </a:lnTo>
                  <a:lnTo>
                    <a:pt x="1419" y="316"/>
                  </a:lnTo>
                  <a:lnTo>
                    <a:pt x="1385" y="304"/>
                  </a:lnTo>
                  <a:lnTo>
                    <a:pt x="1354" y="288"/>
                  </a:lnTo>
                  <a:lnTo>
                    <a:pt x="1324" y="271"/>
                  </a:lnTo>
                  <a:lnTo>
                    <a:pt x="1297" y="252"/>
                  </a:lnTo>
                  <a:lnTo>
                    <a:pt x="1271" y="232"/>
                  </a:lnTo>
                  <a:lnTo>
                    <a:pt x="1248" y="212"/>
                  </a:lnTo>
                  <a:lnTo>
                    <a:pt x="1227" y="192"/>
                  </a:lnTo>
                  <a:lnTo>
                    <a:pt x="1207" y="173"/>
                  </a:lnTo>
                  <a:lnTo>
                    <a:pt x="1188" y="155"/>
                  </a:lnTo>
                  <a:lnTo>
                    <a:pt x="1171" y="139"/>
                  </a:lnTo>
                  <a:lnTo>
                    <a:pt x="1149" y="122"/>
                  </a:lnTo>
                  <a:lnTo>
                    <a:pt x="1127" y="110"/>
                  </a:lnTo>
                  <a:lnTo>
                    <a:pt x="1103" y="104"/>
                  </a:lnTo>
                  <a:lnTo>
                    <a:pt x="1078" y="101"/>
                  </a:lnTo>
                  <a:lnTo>
                    <a:pt x="1051" y="101"/>
                  </a:lnTo>
                  <a:lnTo>
                    <a:pt x="1039" y="103"/>
                  </a:lnTo>
                  <a:lnTo>
                    <a:pt x="1029" y="110"/>
                  </a:lnTo>
                  <a:lnTo>
                    <a:pt x="1020" y="119"/>
                  </a:lnTo>
                  <a:lnTo>
                    <a:pt x="1013" y="129"/>
                  </a:lnTo>
                  <a:lnTo>
                    <a:pt x="1004" y="139"/>
                  </a:lnTo>
                  <a:lnTo>
                    <a:pt x="995" y="148"/>
                  </a:lnTo>
                  <a:lnTo>
                    <a:pt x="984" y="155"/>
                  </a:lnTo>
                  <a:lnTo>
                    <a:pt x="970" y="157"/>
                  </a:lnTo>
                  <a:lnTo>
                    <a:pt x="956" y="156"/>
                  </a:lnTo>
                  <a:lnTo>
                    <a:pt x="940" y="152"/>
                  </a:lnTo>
                  <a:lnTo>
                    <a:pt x="925" y="147"/>
                  </a:lnTo>
                  <a:lnTo>
                    <a:pt x="910" y="143"/>
                  </a:lnTo>
                  <a:lnTo>
                    <a:pt x="896" y="140"/>
                  </a:lnTo>
                  <a:lnTo>
                    <a:pt x="886" y="140"/>
                  </a:lnTo>
                  <a:lnTo>
                    <a:pt x="874" y="144"/>
                  </a:lnTo>
                  <a:lnTo>
                    <a:pt x="867" y="150"/>
                  </a:lnTo>
                  <a:lnTo>
                    <a:pt x="862" y="157"/>
                  </a:lnTo>
                  <a:lnTo>
                    <a:pt x="857" y="163"/>
                  </a:lnTo>
                  <a:lnTo>
                    <a:pt x="851" y="171"/>
                  </a:lnTo>
                  <a:lnTo>
                    <a:pt x="842" y="178"/>
                  </a:lnTo>
                  <a:lnTo>
                    <a:pt x="828" y="184"/>
                  </a:lnTo>
                  <a:lnTo>
                    <a:pt x="807" y="191"/>
                  </a:lnTo>
                  <a:lnTo>
                    <a:pt x="781" y="197"/>
                  </a:lnTo>
                  <a:lnTo>
                    <a:pt x="752" y="202"/>
                  </a:lnTo>
                  <a:lnTo>
                    <a:pt x="718" y="207"/>
                  </a:lnTo>
                  <a:lnTo>
                    <a:pt x="683" y="211"/>
                  </a:lnTo>
                  <a:lnTo>
                    <a:pt x="647" y="215"/>
                  </a:lnTo>
                  <a:lnTo>
                    <a:pt x="611" y="218"/>
                  </a:lnTo>
                  <a:lnTo>
                    <a:pt x="575" y="220"/>
                  </a:lnTo>
                  <a:lnTo>
                    <a:pt x="541" y="222"/>
                  </a:lnTo>
                  <a:lnTo>
                    <a:pt x="511" y="225"/>
                  </a:lnTo>
                  <a:lnTo>
                    <a:pt x="484" y="226"/>
                  </a:lnTo>
                  <a:lnTo>
                    <a:pt x="462" y="226"/>
                  </a:lnTo>
                  <a:lnTo>
                    <a:pt x="445" y="226"/>
                  </a:lnTo>
                  <a:lnTo>
                    <a:pt x="401" y="223"/>
                  </a:lnTo>
                  <a:lnTo>
                    <a:pt x="364" y="221"/>
                  </a:lnTo>
                  <a:lnTo>
                    <a:pt x="334" y="220"/>
                  </a:lnTo>
                  <a:lnTo>
                    <a:pt x="311" y="218"/>
                  </a:lnTo>
                  <a:lnTo>
                    <a:pt x="293" y="217"/>
                  </a:lnTo>
                  <a:lnTo>
                    <a:pt x="281" y="215"/>
                  </a:lnTo>
                  <a:lnTo>
                    <a:pt x="272" y="215"/>
                  </a:lnTo>
                  <a:lnTo>
                    <a:pt x="268" y="214"/>
                  </a:lnTo>
                  <a:lnTo>
                    <a:pt x="267" y="214"/>
                  </a:lnTo>
                  <a:lnTo>
                    <a:pt x="160" y="150"/>
                  </a:lnTo>
                  <a:lnTo>
                    <a:pt x="0" y="52"/>
                  </a:lnTo>
                  <a:lnTo>
                    <a:pt x="15" y="55"/>
                  </a:lnTo>
                  <a:lnTo>
                    <a:pt x="36" y="61"/>
                  </a:lnTo>
                  <a:lnTo>
                    <a:pt x="62" y="67"/>
                  </a:lnTo>
                  <a:lnTo>
                    <a:pt x="92" y="75"/>
                  </a:lnTo>
                  <a:lnTo>
                    <a:pt x="126" y="81"/>
                  </a:lnTo>
                  <a:lnTo>
                    <a:pt x="162" y="88"/>
                  </a:lnTo>
                  <a:lnTo>
                    <a:pt x="202" y="96"/>
                  </a:lnTo>
                  <a:lnTo>
                    <a:pt x="242" y="102"/>
                  </a:lnTo>
                  <a:lnTo>
                    <a:pt x="285" y="107"/>
                  </a:lnTo>
                  <a:lnTo>
                    <a:pt x="328" y="113"/>
                  </a:lnTo>
                  <a:lnTo>
                    <a:pt x="369" y="115"/>
                  </a:lnTo>
                  <a:lnTo>
                    <a:pt x="410" y="114"/>
                  </a:lnTo>
                  <a:lnTo>
                    <a:pt x="452" y="111"/>
                  </a:lnTo>
                  <a:lnTo>
                    <a:pt x="490" y="109"/>
                  </a:lnTo>
                  <a:lnTo>
                    <a:pt x="525" y="109"/>
                  </a:lnTo>
                  <a:lnTo>
                    <a:pt x="523" y="109"/>
                  </a:lnTo>
                  <a:lnTo>
                    <a:pt x="527" y="109"/>
                  </a:lnTo>
                  <a:lnTo>
                    <a:pt x="532" y="110"/>
                  </a:lnTo>
                  <a:lnTo>
                    <a:pt x="561" y="111"/>
                  </a:lnTo>
                  <a:lnTo>
                    <a:pt x="593" y="113"/>
                  </a:lnTo>
                  <a:lnTo>
                    <a:pt x="625" y="111"/>
                  </a:lnTo>
                  <a:lnTo>
                    <a:pt x="657" y="109"/>
                  </a:lnTo>
                  <a:lnTo>
                    <a:pt x="686" y="105"/>
                  </a:lnTo>
                  <a:lnTo>
                    <a:pt x="697" y="103"/>
                  </a:lnTo>
                  <a:lnTo>
                    <a:pt x="710" y="99"/>
                  </a:lnTo>
                  <a:lnTo>
                    <a:pt x="725" y="94"/>
                  </a:lnTo>
                  <a:lnTo>
                    <a:pt x="741" y="86"/>
                  </a:lnTo>
                  <a:lnTo>
                    <a:pt x="755" y="76"/>
                  </a:lnTo>
                  <a:lnTo>
                    <a:pt x="767" y="63"/>
                  </a:lnTo>
                  <a:lnTo>
                    <a:pt x="775" y="54"/>
                  </a:lnTo>
                  <a:lnTo>
                    <a:pt x="781" y="47"/>
                  </a:lnTo>
                  <a:lnTo>
                    <a:pt x="790" y="42"/>
                  </a:lnTo>
                  <a:lnTo>
                    <a:pt x="799" y="38"/>
                  </a:lnTo>
                  <a:lnTo>
                    <a:pt x="812" y="36"/>
                  </a:lnTo>
                  <a:lnTo>
                    <a:pt x="826" y="38"/>
                  </a:lnTo>
                  <a:lnTo>
                    <a:pt x="842" y="41"/>
                  </a:lnTo>
                  <a:lnTo>
                    <a:pt x="853" y="44"/>
                  </a:lnTo>
                  <a:lnTo>
                    <a:pt x="867" y="49"/>
                  </a:lnTo>
                  <a:lnTo>
                    <a:pt x="883" y="52"/>
                  </a:lnTo>
                  <a:lnTo>
                    <a:pt x="900" y="53"/>
                  </a:lnTo>
                  <a:lnTo>
                    <a:pt x="919" y="50"/>
                  </a:lnTo>
                  <a:lnTo>
                    <a:pt x="931" y="44"/>
                  </a:lnTo>
                  <a:lnTo>
                    <a:pt x="943" y="34"/>
                  </a:lnTo>
                  <a:lnTo>
                    <a:pt x="954" y="24"/>
                  </a:lnTo>
                  <a:lnTo>
                    <a:pt x="966" y="14"/>
                  </a:lnTo>
                  <a:lnTo>
                    <a:pt x="980" y="7"/>
                  </a:lnTo>
                  <a:lnTo>
                    <a:pt x="996" y="3"/>
                  </a:lnTo>
                  <a:lnTo>
                    <a:pt x="1035" y="0"/>
                  </a:lnTo>
                  <a:close/>
                </a:path>
              </a:pathLst>
            </a:custGeom>
            <a:solidFill>
              <a:srgbClr val="007AC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03" name="Freeform 189">
              <a:extLst>
                <a:ext uri="{FF2B5EF4-FFF2-40B4-BE49-F238E27FC236}">
                  <a16:creationId xmlns:a16="http://schemas.microsoft.com/office/drawing/2014/main" id="{58F53CE9-7257-4952-92FA-129B8F6E5ADD}"/>
                </a:ext>
              </a:extLst>
            </p:cNvPr>
            <p:cNvSpPr>
              <a:spLocks/>
            </p:cNvSpPr>
            <p:nvPr/>
          </p:nvSpPr>
          <p:spPr bwMode="auto">
            <a:xfrm>
              <a:off x="5137233" y="4779712"/>
              <a:ext cx="240632" cy="132347"/>
            </a:xfrm>
            <a:custGeom>
              <a:avLst/>
              <a:gdLst>
                <a:gd name="T0" fmla="*/ 216 w 284"/>
                <a:gd name="T1" fmla="*/ 0 h 149"/>
                <a:gd name="T2" fmla="*/ 284 w 284"/>
                <a:gd name="T3" fmla="*/ 114 h 149"/>
                <a:gd name="T4" fmla="*/ 30 w 284"/>
                <a:gd name="T5" fmla="*/ 149 h 149"/>
                <a:gd name="T6" fmla="*/ 0 w 284"/>
                <a:gd name="T7" fmla="*/ 16 h 149"/>
                <a:gd name="T8" fmla="*/ 216 w 284"/>
                <a:gd name="T9" fmla="*/ 0 h 149"/>
              </a:gdLst>
              <a:ahLst/>
              <a:cxnLst>
                <a:cxn ang="0">
                  <a:pos x="T0" y="T1"/>
                </a:cxn>
                <a:cxn ang="0">
                  <a:pos x="T2" y="T3"/>
                </a:cxn>
                <a:cxn ang="0">
                  <a:pos x="T4" y="T5"/>
                </a:cxn>
                <a:cxn ang="0">
                  <a:pos x="T6" y="T7"/>
                </a:cxn>
                <a:cxn ang="0">
                  <a:pos x="T8" y="T9"/>
                </a:cxn>
              </a:cxnLst>
              <a:rect l="0" t="0" r="r" b="b"/>
              <a:pathLst>
                <a:path w="284" h="149">
                  <a:moveTo>
                    <a:pt x="216" y="0"/>
                  </a:moveTo>
                  <a:lnTo>
                    <a:pt x="284" y="114"/>
                  </a:lnTo>
                  <a:lnTo>
                    <a:pt x="30" y="149"/>
                  </a:lnTo>
                  <a:lnTo>
                    <a:pt x="0" y="16"/>
                  </a:lnTo>
                  <a:lnTo>
                    <a:pt x="216"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04" name="Freeform 190">
              <a:extLst>
                <a:ext uri="{FF2B5EF4-FFF2-40B4-BE49-F238E27FC236}">
                  <a16:creationId xmlns:a16="http://schemas.microsoft.com/office/drawing/2014/main" id="{F90DD838-CD19-436B-8156-48A5203451C5}"/>
                </a:ext>
              </a:extLst>
            </p:cNvPr>
            <p:cNvSpPr>
              <a:spLocks/>
            </p:cNvSpPr>
            <p:nvPr/>
          </p:nvSpPr>
          <p:spPr bwMode="auto">
            <a:xfrm>
              <a:off x="5642559" y="4857919"/>
              <a:ext cx="192505" cy="84221"/>
            </a:xfrm>
            <a:custGeom>
              <a:avLst/>
              <a:gdLst>
                <a:gd name="T0" fmla="*/ 0 w 229"/>
                <a:gd name="T1" fmla="*/ 0 h 100"/>
                <a:gd name="T2" fmla="*/ 141 w 229"/>
                <a:gd name="T3" fmla="*/ 10 h 100"/>
                <a:gd name="T4" fmla="*/ 229 w 229"/>
                <a:gd name="T5" fmla="*/ 63 h 100"/>
                <a:gd name="T6" fmla="*/ 1 w 229"/>
                <a:gd name="T7" fmla="*/ 100 h 100"/>
                <a:gd name="T8" fmla="*/ 0 w 229"/>
                <a:gd name="T9" fmla="*/ 0 h 100"/>
              </a:gdLst>
              <a:ahLst/>
              <a:cxnLst>
                <a:cxn ang="0">
                  <a:pos x="T0" y="T1"/>
                </a:cxn>
                <a:cxn ang="0">
                  <a:pos x="T2" y="T3"/>
                </a:cxn>
                <a:cxn ang="0">
                  <a:pos x="T4" y="T5"/>
                </a:cxn>
                <a:cxn ang="0">
                  <a:pos x="T6" y="T7"/>
                </a:cxn>
                <a:cxn ang="0">
                  <a:pos x="T8" y="T9"/>
                </a:cxn>
              </a:cxnLst>
              <a:rect l="0" t="0" r="r" b="b"/>
              <a:pathLst>
                <a:path w="229" h="100">
                  <a:moveTo>
                    <a:pt x="0" y="0"/>
                  </a:moveTo>
                  <a:lnTo>
                    <a:pt x="141" y="10"/>
                  </a:lnTo>
                  <a:lnTo>
                    <a:pt x="229" y="63"/>
                  </a:lnTo>
                  <a:lnTo>
                    <a:pt x="1" y="100"/>
                  </a:lnTo>
                  <a:lnTo>
                    <a:pt x="0"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05" name="Freeform 191">
              <a:extLst>
                <a:ext uri="{FF2B5EF4-FFF2-40B4-BE49-F238E27FC236}">
                  <a16:creationId xmlns:a16="http://schemas.microsoft.com/office/drawing/2014/main" id="{D8D11709-5C6E-492F-8E97-A384B944762D}"/>
                </a:ext>
              </a:extLst>
            </p:cNvPr>
            <p:cNvSpPr>
              <a:spLocks/>
            </p:cNvSpPr>
            <p:nvPr/>
          </p:nvSpPr>
          <p:spPr bwMode="auto">
            <a:xfrm>
              <a:off x="4643938" y="4779712"/>
              <a:ext cx="174460" cy="108284"/>
            </a:xfrm>
            <a:custGeom>
              <a:avLst/>
              <a:gdLst>
                <a:gd name="T0" fmla="*/ 192 w 208"/>
                <a:gd name="T1" fmla="*/ 0 h 130"/>
                <a:gd name="T2" fmla="*/ 208 w 208"/>
                <a:gd name="T3" fmla="*/ 87 h 130"/>
                <a:gd name="T4" fmla="*/ 1 w 208"/>
                <a:gd name="T5" fmla="*/ 130 h 130"/>
                <a:gd name="T6" fmla="*/ 0 w 208"/>
                <a:gd name="T7" fmla="*/ 15 h 130"/>
                <a:gd name="T8" fmla="*/ 192 w 208"/>
                <a:gd name="T9" fmla="*/ 0 h 130"/>
              </a:gdLst>
              <a:ahLst/>
              <a:cxnLst>
                <a:cxn ang="0">
                  <a:pos x="T0" y="T1"/>
                </a:cxn>
                <a:cxn ang="0">
                  <a:pos x="T2" y="T3"/>
                </a:cxn>
                <a:cxn ang="0">
                  <a:pos x="T4" y="T5"/>
                </a:cxn>
                <a:cxn ang="0">
                  <a:pos x="T6" y="T7"/>
                </a:cxn>
                <a:cxn ang="0">
                  <a:pos x="T8" y="T9"/>
                </a:cxn>
              </a:cxnLst>
              <a:rect l="0" t="0" r="r" b="b"/>
              <a:pathLst>
                <a:path w="208" h="130">
                  <a:moveTo>
                    <a:pt x="192" y="0"/>
                  </a:moveTo>
                  <a:lnTo>
                    <a:pt x="208" y="87"/>
                  </a:lnTo>
                  <a:lnTo>
                    <a:pt x="1" y="130"/>
                  </a:lnTo>
                  <a:lnTo>
                    <a:pt x="0" y="15"/>
                  </a:lnTo>
                  <a:lnTo>
                    <a:pt x="192"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06" name="Freeform 192">
              <a:extLst>
                <a:ext uri="{FF2B5EF4-FFF2-40B4-BE49-F238E27FC236}">
                  <a16:creationId xmlns:a16="http://schemas.microsoft.com/office/drawing/2014/main" id="{D56482A2-7165-48A2-9548-1FCDF8552D94}"/>
                </a:ext>
              </a:extLst>
            </p:cNvPr>
            <p:cNvSpPr>
              <a:spLocks/>
            </p:cNvSpPr>
            <p:nvPr/>
          </p:nvSpPr>
          <p:spPr bwMode="auto">
            <a:xfrm>
              <a:off x="4824412" y="4081880"/>
              <a:ext cx="336884" cy="830179"/>
            </a:xfrm>
            <a:custGeom>
              <a:avLst/>
              <a:gdLst>
                <a:gd name="T0" fmla="*/ 386 w 393"/>
                <a:gd name="T1" fmla="*/ 0 h 964"/>
                <a:gd name="T2" fmla="*/ 393 w 393"/>
                <a:gd name="T3" fmla="*/ 962 h 964"/>
                <a:gd name="T4" fmla="*/ 6 w 393"/>
                <a:gd name="T5" fmla="*/ 964 h 964"/>
                <a:gd name="T6" fmla="*/ 0 w 393"/>
                <a:gd name="T7" fmla="*/ 2 h 964"/>
                <a:gd name="T8" fmla="*/ 386 w 393"/>
                <a:gd name="T9" fmla="*/ 0 h 964"/>
              </a:gdLst>
              <a:ahLst/>
              <a:cxnLst>
                <a:cxn ang="0">
                  <a:pos x="T0" y="T1"/>
                </a:cxn>
                <a:cxn ang="0">
                  <a:pos x="T2" y="T3"/>
                </a:cxn>
                <a:cxn ang="0">
                  <a:pos x="T4" y="T5"/>
                </a:cxn>
                <a:cxn ang="0">
                  <a:pos x="T6" y="T7"/>
                </a:cxn>
                <a:cxn ang="0">
                  <a:pos x="T8" y="T9"/>
                </a:cxn>
              </a:cxnLst>
              <a:rect l="0" t="0" r="r" b="b"/>
              <a:pathLst>
                <a:path w="393" h="964">
                  <a:moveTo>
                    <a:pt x="386" y="0"/>
                  </a:moveTo>
                  <a:lnTo>
                    <a:pt x="393" y="962"/>
                  </a:lnTo>
                  <a:lnTo>
                    <a:pt x="6" y="964"/>
                  </a:lnTo>
                  <a:lnTo>
                    <a:pt x="0" y="2"/>
                  </a:lnTo>
                  <a:lnTo>
                    <a:pt x="386"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07" name="Freeform 193">
              <a:extLst>
                <a:ext uri="{FF2B5EF4-FFF2-40B4-BE49-F238E27FC236}">
                  <a16:creationId xmlns:a16="http://schemas.microsoft.com/office/drawing/2014/main" id="{B15AEC73-0A85-4CFF-9C09-F0E613BCC970}"/>
                </a:ext>
              </a:extLst>
            </p:cNvPr>
            <p:cNvSpPr>
              <a:spLocks/>
            </p:cNvSpPr>
            <p:nvPr/>
          </p:nvSpPr>
          <p:spPr bwMode="auto">
            <a:xfrm>
              <a:off x="4331117" y="4454859"/>
              <a:ext cx="312821" cy="433137"/>
            </a:xfrm>
            <a:custGeom>
              <a:avLst/>
              <a:gdLst>
                <a:gd name="T0" fmla="*/ 0 w 361"/>
                <a:gd name="T1" fmla="*/ 0 h 505"/>
                <a:gd name="T2" fmla="*/ 356 w 361"/>
                <a:gd name="T3" fmla="*/ 0 h 505"/>
                <a:gd name="T4" fmla="*/ 361 w 361"/>
                <a:gd name="T5" fmla="*/ 505 h 505"/>
                <a:gd name="T6" fmla="*/ 5 w 361"/>
                <a:gd name="T7" fmla="*/ 504 h 505"/>
                <a:gd name="T8" fmla="*/ 0 w 361"/>
                <a:gd name="T9" fmla="*/ 0 h 505"/>
              </a:gdLst>
              <a:ahLst/>
              <a:cxnLst>
                <a:cxn ang="0">
                  <a:pos x="T0" y="T1"/>
                </a:cxn>
                <a:cxn ang="0">
                  <a:pos x="T2" y="T3"/>
                </a:cxn>
                <a:cxn ang="0">
                  <a:pos x="T4" y="T5"/>
                </a:cxn>
                <a:cxn ang="0">
                  <a:pos x="T6" y="T7"/>
                </a:cxn>
                <a:cxn ang="0">
                  <a:pos x="T8" y="T9"/>
                </a:cxn>
              </a:cxnLst>
              <a:rect l="0" t="0" r="r" b="b"/>
              <a:pathLst>
                <a:path w="361" h="505">
                  <a:moveTo>
                    <a:pt x="0" y="0"/>
                  </a:moveTo>
                  <a:lnTo>
                    <a:pt x="356" y="0"/>
                  </a:lnTo>
                  <a:lnTo>
                    <a:pt x="361" y="505"/>
                  </a:lnTo>
                  <a:lnTo>
                    <a:pt x="5" y="504"/>
                  </a:lnTo>
                  <a:lnTo>
                    <a:pt x="0"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08" name="Freeform 194">
              <a:extLst>
                <a:ext uri="{FF2B5EF4-FFF2-40B4-BE49-F238E27FC236}">
                  <a16:creationId xmlns:a16="http://schemas.microsoft.com/office/drawing/2014/main" id="{89642DA5-B4BD-4915-92A2-86EF5A78026B}"/>
                </a:ext>
              </a:extLst>
            </p:cNvPr>
            <p:cNvSpPr>
              <a:spLocks/>
            </p:cNvSpPr>
            <p:nvPr/>
          </p:nvSpPr>
          <p:spPr bwMode="auto">
            <a:xfrm>
              <a:off x="5015362" y="4298449"/>
              <a:ext cx="70655" cy="84221"/>
            </a:xfrm>
            <a:custGeom>
              <a:avLst/>
              <a:gdLst>
                <a:gd name="T0" fmla="*/ 1 w 81"/>
                <a:gd name="T1" fmla="*/ 0 h 93"/>
                <a:gd name="T2" fmla="*/ 81 w 81"/>
                <a:gd name="T3" fmla="*/ 0 h 93"/>
                <a:gd name="T4" fmla="*/ 80 w 81"/>
                <a:gd name="T5" fmla="*/ 93 h 93"/>
                <a:gd name="T6" fmla="*/ 0 w 81"/>
                <a:gd name="T7" fmla="*/ 92 h 93"/>
                <a:gd name="T8" fmla="*/ 1 w 81"/>
                <a:gd name="T9" fmla="*/ 0 h 93"/>
              </a:gdLst>
              <a:ahLst/>
              <a:cxnLst>
                <a:cxn ang="0">
                  <a:pos x="T0" y="T1"/>
                </a:cxn>
                <a:cxn ang="0">
                  <a:pos x="T2" y="T3"/>
                </a:cxn>
                <a:cxn ang="0">
                  <a:pos x="T4" y="T5"/>
                </a:cxn>
                <a:cxn ang="0">
                  <a:pos x="T6" y="T7"/>
                </a:cxn>
                <a:cxn ang="0">
                  <a:pos x="T8" y="T9"/>
                </a:cxn>
              </a:cxnLst>
              <a:rect l="0" t="0" r="r" b="b"/>
              <a:pathLst>
                <a:path w="81" h="93">
                  <a:moveTo>
                    <a:pt x="1" y="0"/>
                  </a:moveTo>
                  <a:lnTo>
                    <a:pt x="81" y="0"/>
                  </a:lnTo>
                  <a:lnTo>
                    <a:pt x="80" y="93"/>
                  </a:lnTo>
                  <a:lnTo>
                    <a:pt x="0" y="92"/>
                  </a:lnTo>
                  <a:lnTo>
                    <a:pt x="1"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09" name="Freeform 195">
              <a:extLst>
                <a:ext uri="{FF2B5EF4-FFF2-40B4-BE49-F238E27FC236}">
                  <a16:creationId xmlns:a16="http://schemas.microsoft.com/office/drawing/2014/main" id="{926E978E-DE4A-4349-9765-366FDD98EA7E}"/>
                </a:ext>
              </a:extLst>
            </p:cNvPr>
            <p:cNvSpPr>
              <a:spLocks/>
            </p:cNvSpPr>
            <p:nvPr/>
          </p:nvSpPr>
          <p:spPr bwMode="auto">
            <a:xfrm>
              <a:off x="5015362" y="4166101"/>
              <a:ext cx="70655" cy="78207"/>
            </a:xfrm>
            <a:custGeom>
              <a:avLst/>
              <a:gdLst>
                <a:gd name="T0" fmla="*/ 1 w 81"/>
                <a:gd name="T1" fmla="*/ 0 h 93"/>
                <a:gd name="T2" fmla="*/ 81 w 81"/>
                <a:gd name="T3" fmla="*/ 1 h 93"/>
                <a:gd name="T4" fmla="*/ 80 w 81"/>
                <a:gd name="T5" fmla="*/ 93 h 93"/>
                <a:gd name="T6" fmla="*/ 0 w 81"/>
                <a:gd name="T7" fmla="*/ 93 h 93"/>
                <a:gd name="T8" fmla="*/ 1 w 81"/>
                <a:gd name="T9" fmla="*/ 0 h 93"/>
              </a:gdLst>
              <a:ahLst/>
              <a:cxnLst>
                <a:cxn ang="0">
                  <a:pos x="T0" y="T1"/>
                </a:cxn>
                <a:cxn ang="0">
                  <a:pos x="T2" y="T3"/>
                </a:cxn>
                <a:cxn ang="0">
                  <a:pos x="T4" y="T5"/>
                </a:cxn>
                <a:cxn ang="0">
                  <a:pos x="T6" y="T7"/>
                </a:cxn>
                <a:cxn ang="0">
                  <a:pos x="T8" y="T9"/>
                </a:cxn>
              </a:cxnLst>
              <a:rect l="0" t="0" r="r" b="b"/>
              <a:pathLst>
                <a:path w="81" h="93">
                  <a:moveTo>
                    <a:pt x="1" y="0"/>
                  </a:moveTo>
                  <a:lnTo>
                    <a:pt x="81" y="1"/>
                  </a:lnTo>
                  <a:lnTo>
                    <a:pt x="80" y="93"/>
                  </a:lnTo>
                  <a:lnTo>
                    <a:pt x="0" y="93"/>
                  </a:lnTo>
                  <a:lnTo>
                    <a:pt x="1"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0" name="Rectangle 196">
              <a:extLst>
                <a:ext uri="{FF2B5EF4-FFF2-40B4-BE49-F238E27FC236}">
                  <a16:creationId xmlns:a16="http://schemas.microsoft.com/office/drawing/2014/main" id="{B2D5C5AA-B2EB-4B4A-B90F-2B320EE1ABDD}"/>
                </a:ext>
              </a:extLst>
            </p:cNvPr>
            <p:cNvSpPr>
              <a:spLocks noChangeArrowheads="1"/>
            </p:cNvSpPr>
            <p:nvPr/>
          </p:nvSpPr>
          <p:spPr bwMode="auto">
            <a:xfrm>
              <a:off x="4902619" y="4298449"/>
              <a:ext cx="66176" cy="84221"/>
            </a:xfrm>
            <a:prstGeom prst="rect">
              <a:avLst/>
            </a:prstGeom>
            <a:solidFill>
              <a:srgbClr val="FFFF9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1" name="Freeform 197">
              <a:extLst>
                <a:ext uri="{FF2B5EF4-FFF2-40B4-BE49-F238E27FC236}">
                  <a16:creationId xmlns:a16="http://schemas.microsoft.com/office/drawing/2014/main" id="{57E1D9AC-49F2-40B3-A545-5D725F3CF160}"/>
                </a:ext>
              </a:extLst>
            </p:cNvPr>
            <p:cNvSpPr>
              <a:spLocks/>
            </p:cNvSpPr>
            <p:nvPr/>
          </p:nvSpPr>
          <p:spPr bwMode="auto">
            <a:xfrm>
              <a:off x="4902619" y="4166101"/>
              <a:ext cx="66176" cy="78207"/>
            </a:xfrm>
            <a:custGeom>
              <a:avLst/>
              <a:gdLst>
                <a:gd name="T0" fmla="*/ 0 w 81"/>
                <a:gd name="T1" fmla="*/ 0 h 93"/>
                <a:gd name="T2" fmla="*/ 81 w 81"/>
                <a:gd name="T3" fmla="*/ 0 h 93"/>
                <a:gd name="T4" fmla="*/ 81 w 81"/>
                <a:gd name="T5" fmla="*/ 93 h 93"/>
                <a:gd name="T6" fmla="*/ 0 w 81"/>
                <a:gd name="T7" fmla="*/ 92 h 93"/>
                <a:gd name="T8" fmla="*/ 0 w 81"/>
                <a:gd name="T9" fmla="*/ 0 h 93"/>
              </a:gdLst>
              <a:ahLst/>
              <a:cxnLst>
                <a:cxn ang="0">
                  <a:pos x="T0" y="T1"/>
                </a:cxn>
                <a:cxn ang="0">
                  <a:pos x="T2" y="T3"/>
                </a:cxn>
                <a:cxn ang="0">
                  <a:pos x="T4" y="T5"/>
                </a:cxn>
                <a:cxn ang="0">
                  <a:pos x="T6" y="T7"/>
                </a:cxn>
                <a:cxn ang="0">
                  <a:pos x="T8" y="T9"/>
                </a:cxn>
              </a:cxnLst>
              <a:rect l="0" t="0" r="r" b="b"/>
              <a:pathLst>
                <a:path w="81" h="93">
                  <a:moveTo>
                    <a:pt x="0" y="0"/>
                  </a:moveTo>
                  <a:lnTo>
                    <a:pt x="81" y="0"/>
                  </a:lnTo>
                  <a:lnTo>
                    <a:pt x="81" y="93"/>
                  </a:lnTo>
                  <a:lnTo>
                    <a:pt x="0" y="92"/>
                  </a:lnTo>
                  <a:lnTo>
                    <a:pt x="0"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2" name="Freeform 198">
              <a:extLst>
                <a:ext uri="{FF2B5EF4-FFF2-40B4-BE49-F238E27FC236}">
                  <a16:creationId xmlns:a16="http://schemas.microsoft.com/office/drawing/2014/main" id="{03A13EE0-50AA-4983-96CB-B51B9528A457}"/>
                </a:ext>
              </a:extLst>
            </p:cNvPr>
            <p:cNvSpPr>
              <a:spLocks/>
            </p:cNvSpPr>
            <p:nvPr/>
          </p:nvSpPr>
          <p:spPr bwMode="auto">
            <a:xfrm>
              <a:off x="5015362" y="4436814"/>
              <a:ext cx="70655" cy="78207"/>
            </a:xfrm>
            <a:custGeom>
              <a:avLst/>
              <a:gdLst>
                <a:gd name="T0" fmla="*/ 1 w 80"/>
                <a:gd name="T1" fmla="*/ 0 h 92"/>
                <a:gd name="T2" fmla="*/ 80 w 80"/>
                <a:gd name="T3" fmla="*/ 0 h 92"/>
                <a:gd name="T4" fmla="*/ 80 w 80"/>
                <a:gd name="T5" fmla="*/ 92 h 92"/>
                <a:gd name="T6" fmla="*/ 0 w 80"/>
                <a:gd name="T7" fmla="*/ 92 h 92"/>
                <a:gd name="T8" fmla="*/ 1 w 80"/>
                <a:gd name="T9" fmla="*/ 0 h 92"/>
              </a:gdLst>
              <a:ahLst/>
              <a:cxnLst>
                <a:cxn ang="0">
                  <a:pos x="T0" y="T1"/>
                </a:cxn>
                <a:cxn ang="0">
                  <a:pos x="T2" y="T3"/>
                </a:cxn>
                <a:cxn ang="0">
                  <a:pos x="T4" y="T5"/>
                </a:cxn>
                <a:cxn ang="0">
                  <a:pos x="T6" y="T7"/>
                </a:cxn>
                <a:cxn ang="0">
                  <a:pos x="T8" y="T9"/>
                </a:cxn>
              </a:cxnLst>
              <a:rect l="0" t="0" r="r" b="b"/>
              <a:pathLst>
                <a:path w="80" h="92">
                  <a:moveTo>
                    <a:pt x="1" y="0"/>
                  </a:moveTo>
                  <a:lnTo>
                    <a:pt x="80" y="0"/>
                  </a:lnTo>
                  <a:lnTo>
                    <a:pt x="80" y="92"/>
                  </a:lnTo>
                  <a:lnTo>
                    <a:pt x="0" y="92"/>
                  </a:lnTo>
                  <a:lnTo>
                    <a:pt x="1"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3" name="Freeform 199">
              <a:extLst>
                <a:ext uri="{FF2B5EF4-FFF2-40B4-BE49-F238E27FC236}">
                  <a16:creationId xmlns:a16="http://schemas.microsoft.com/office/drawing/2014/main" id="{6157499F-731C-407F-96FC-431D5A136A2D}"/>
                </a:ext>
              </a:extLst>
            </p:cNvPr>
            <p:cNvSpPr>
              <a:spLocks/>
            </p:cNvSpPr>
            <p:nvPr/>
          </p:nvSpPr>
          <p:spPr bwMode="auto">
            <a:xfrm>
              <a:off x="4902619" y="4436814"/>
              <a:ext cx="72189" cy="78207"/>
            </a:xfrm>
            <a:custGeom>
              <a:avLst/>
              <a:gdLst>
                <a:gd name="T0" fmla="*/ 0 w 80"/>
                <a:gd name="T1" fmla="*/ 0 h 93"/>
                <a:gd name="T2" fmla="*/ 80 w 80"/>
                <a:gd name="T3" fmla="*/ 0 h 93"/>
                <a:gd name="T4" fmla="*/ 80 w 80"/>
                <a:gd name="T5" fmla="*/ 93 h 93"/>
                <a:gd name="T6" fmla="*/ 0 w 80"/>
                <a:gd name="T7" fmla="*/ 92 h 93"/>
                <a:gd name="T8" fmla="*/ 0 w 80"/>
                <a:gd name="T9" fmla="*/ 0 h 93"/>
              </a:gdLst>
              <a:ahLst/>
              <a:cxnLst>
                <a:cxn ang="0">
                  <a:pos x="T0" y="T1"/>
                </a:cxn>
                <a:cxn ang="0">
                  <a:pos x="T2" y="T3"/>
                </a:cxn>
                <a:cxn ang="0">
                  <a:pos x="T4" y="T5"/>
                </a:cxn>
                <a:cxn ang="0">
                  <a:pos x="T6" y="T7"/>
                </a:cxn>
                <a:cxn ang="0">
                  <a:pos x="T8" y="T9"/>
                </a:cxn>
              </a:cxnLst>
              <a:rect l="0" t="0" r="r" b="b"/>
              <a:pathLst>
                <a:path w="80" h="93">
                  <a:moveTo>
                    <a:pt x="0" y="0"/>
                  </a:moveTo>
                  <a:lnTo>
                    <a:pt x="80" y="0"/>
                  </a:lnTo>
                  <a:lnTo>
                    <a:pt x="80" y="93"/>
                  </a:lnTo>
                  <a:lnTo>
                    <a:pt x="0" y="92"/>
                  </a:lnTo>
                  <a:lnTo>
                    <a:pt x="0"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4" name="Freeform 200">
              <a:extLst>
                <a:ext uri="{FF2B5EF4-FFF2-40B4-BE49-F238E27FC236}">
                  <a16:creationId xmlns:a16="http://schemas.microsoft.com/office/drawing/2014/main" id="{C5024CBE-8A2F-4CAB-B70E-365FE66B3B9C}"/>
                </a:ext>
              </a:extLst>
            </p:cNvPr>
            <p:cNvSpPr>
              <a:spLocks/>
            </p:cNvSpPr>
            <p:nvPr/>
          </p:nvSpPr>
          <p:spPr bwMode="auto">
            <a:xfrm>
              <a:off x="5015362" y="4575175"/>
              <a:ext cx="70655" cy="78207"/>
            </a:xfrm>
            <a:custGeom>
              <a:avLst/>
              <a:gdLst>
                <a:gd name="T0" fmla="*/ 1 w 80"/>
                <a:gd name="T1" fmla="*/ 0 h 93"/>
                <a:gd name="T2" fmla="*/ 80 w 80"/>
                <a:gd name="T3" fmla="*/ 0 h 93"/>
                <a:gd name="T4" fmla="*/ 80 w 80"/>
                <a:gd name="T5" fmla="*/ 93 h 93"/>
                <a:gd name="T6" fmla="*/ 0 w 80"/>
                <a:gd name="T7" fmla="*/ 92 h 93"/>
                <a:gd name="T8" fmla="*/ 1 w 80"/>
                <a:gd name="T9" fmla="*/ 0 h 93"/>
              </a:gdLst>
              <a:ahLst/>
              <a:cxnLst>
                <a:cxn ang="0">
                  <a:pos x="T0" y="T1"/>
                </a:cxn>
                <a:cxn ang="0">
                  <a:pos x="T2" y="T3"/>
                </a:cxn>
                <a:cxn ang="0">
                  <a:pos x="T4" y="T5"/>
                </a:cxn>
                <a:cxn ang="0">
                  <a:pos x="T6" y="T7"/>
                </a:cxn>
                <a:cxn ang="0">
                  <a:pos x="T8" y="T9"/>
                </a:cxn>
              </a:cxnLst>
              <a:rect l="0" t="0" r="r" b="b"/>
              <a:pathLst>
                <a:path w="80" h="93">
                  <a:moveTo>
                    <a:pt x="1" y="0"/>
                  </a:moveTo>
                  <a:lnTo>
                    <a:pt x="80" y="0"/>
                  </a:lnTo>
                  <a:lnTo>
                    <a:pt x="80" y="93"/>
                  </a:lnTo>
                  <a:lnTo>
                    <a:pt x="0" y="92"/>
                  </a:lnTo>
                  <a:lnTo>
                    <a:pt x="1"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5" name="Rectangle 201">
              <a:extLst>
                <a:ext uri="{FF2B5EF4-FFF2-40B4-BE49-F238E27FC236}">
                  <a16:creationId xmlns:a16="http://schemas.microsoft.com/office/drawing/2014/main" id="{D463348F-4728-4AED-99A6-6D7C9F1EA075}"/>
                </a:ext>
              </a:extLst>
            </p:cNvPr>
            <p:cNvSpPr>
              <a:spLocks noChangeArrowheads="1"/>
            </p:cNvSpPr>
            <p:nvPr/>
          </p:nvSpPr>
          <p:spPr bwMode="auto">
            <a:xfrm>
              <a:off x="4902619" y="4575175"/>
              <a:ext cx="72189" cy="78207"/>
            </a:xfrm>
            <a:prstGeom prst="rect">
              <a:avLst/>
            </a:prstGeom>
            <a:solidFill>
              <a:srgbClr val="F8CF5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6" name="Freeform 202">
              <a:extLst>
                <a:ext uri="{FF2B5EF4-FFF2-40B4-BE49-F238E27FC236}">
                  <a16:creationId xmlns:a16="http://schemas.microsoft.com/office/drawing/2014/main" id="{11DB1F53-08C8-48F4-A619-85754A3E9290}"/>
                </a:ext>
              </a:extLst>
            </p:cNvPr>
            <p:cNvSpPr>
              <a:spLocks/>
            </p:cNvSpPr>
            <p:nvPr/>
          </p:nvSpPr>
          <p:spPr bwMode="auto">
            <a:xfrm>
              <a:off x="5015362" y="4707522"/>
              <a:ext cx="70655" cy="84221"/>
            </a:xfrm>
            <a:custGeom>
              <a:avLst/>
              <a:gdLst>
                <a:gd name="T0" fmla="*/ 1 w 80"/>
                <a:gd name="T1" fmla="*/ 0 h 93"/>
                <a:gd name="T2" fmla="*/ 80 w 80"/>
                <a:gd name="T3" fmla="*/ 1 h 93"/>
                <a:gd name="T4" fmla="*/ 80 w 80"/>
                <a:gd name="T5" fmla="*/ 93 h 93"/>
                <a:gd name="T6" fmla="*/ 0 w 80"/>
                <a:gd name="T7" fmla="*/ 93 h 93"/>
                <a:gd name="T8" fmla="*/ 1 w 80"/>
                <a:gd name="T9" fmla="*/ 0 h 93"/>
              </a:gdLst>
              <a:ahLst/>
              <a:cxnLst>
                <a:cxn ang="0">
                  <a:pos x="T0" y="T1"/>
                </a:cxn>
                <a:cxn ang="0">
                  <a:pos x="T2" y="T3"/>
                </a:cxn>
                <a:cxn ang="0">
                  <a:pos x="T4" y="T5"/>
                </a:cxn>
                <a:cxn ang="0">
                  <a:pos x="T6" y="T7"/>
                </a:cxn>
                <a:cxn ang="0">
                  <a:pos x="T8" y="T9"/>
                </a:cxn>
              </a:cxnLst>
              <a:rect l="0" t="0" r="r" b="b"/>
              <a:pathLst>
                <a:path w="80" h="93">
                  <a:moveTo>
                    <a:pt x="1" y="0"/>
                  </a:moveTo>
                  <a:lnTo>
                    <a:pt x="80" y="1"/>
                  </a:lnTo>
                  <a:lnTo>
                    <a:pt x="80" y="93"/>
                  </a:lnTo>
                  <a:lnTo>
                    <a:pt x="0" y="93"/>
                  </a:lnTo>
                  <a:lnTo>
                    <a:pt x="1"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7" name="Freeform 203">
              <a:extLst>
                <a:ext uri="{FF2B5EF4-FFF2-40B4-BE49-F238E27FC236}">
                  <a16:creationId xmlns:a16="http://schemas.microsoft.com/office/drawing/2014/main" id="{C698FCCC-FB48-4C08-81DB-28D3668442EA}"/>
                </a:ext>
              </a:extLst>
            </p:cNvPr>
            <p:cNvSpPr>
              <a:spLocks/>
            </p:cNvSpPr>
            <p:nvPr/>
          </p:nvSpPr>
          <p:spPr bwMode="auto">
            <a:xfrm>
              <a:off x="4902619" y="4707522"/>
              <a:ext cx="72189" cy="84221"/>
            </a:xfrm>
            <a:custGeom>
              <a:avLst/>
              <a:gdLst>
                <a:gd name="T0" fmla="*/ 0 w 80"/>
                <a:gd name="T1" fmla="*/ 0 h 93"/>
                <a:gd name="T2" fmla="*/ 80 w 80"/>
                <a:gd name="T3" fmla="*/ 0 h 93"/>
                <a:gd name="T4" fmla="*/ 80 w 80"/>
                <a:gd name="T5" fmla="*/ 93 h 93"/>
                <a:gd name="T6" fmla="*/ 0 w 80"/>
                <a:gd name="T7" fmla="*/ 92 h 93"/>
                <a:gd name="T8" fmla="*/ 0 w 80"/>
                <a:gd name="T9" fmla="*/ 0 h 93"/>
              </a:gdLst>
              <a:ahLst/>
              <a:cxnLst>
                <a:cxn ang="0">
                  <a:pos x="T0" y="T1"/>
                </a:cxn>
                <a:cxn ang="0">
                  <a:pos x="T2" y="T3"/>
                </a:cxn>
                <a:cxn ang="0">
                  <a:pos x="T4" y="T5"/>
                </a:cxn>
                <a:cxn ang="0">
                  <a:pos x="T6" y="T7"/>
                </a:cxn>
                <a:cxn ang="0">
                  <a:pos x="T8" y="T9"/>
                </a:cxn>
              </a:cxnLst>
              <a:rect l="0" t="0" r="r" b="b"/>
              <a:pathLst>
                <a:path w="80" h="93">
                  <a:moveTo>
                    <a:pt x="0" y="0"/>
                  </a:moveTo>
                  <a:lnTo>
                    <a:pt x="80" y="0"/>
                  </a:lnTo>
                  <a:lnTo>
                    <a:pt x="80" y="93"/>
                  </a:lnTo>
                  <a:lnTo>
                    <a:pt x="0" y="92"/>
                  </a:lnTo>
                  <a:lnTo>
                    <a:pt x="0"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8" name="Freeform 204">
              <a:extLst>
                <a:ext uri="{FF2B5EF4-FFF2-40B4-BE49-F238E27FC236}">
                  <a16:creationId xmlns:a16="http://schemas.microsoft.com/office/drawing/2014/main" id="{B4414039-EB92-44A7-A6CC-97A8FC779011}"/>
                </a:ext>
              </a:extLst>
            </p:cNvPr>
            <p:cNvSpPr>
              <a:spLocks/>
            </p:cNvSpPr>
            <p:nvPr/>
          </p:nvSpPr>
          <p:spPr bwMode="auto">
            <a:xfrm>
              <a:off x="5347788" y="4418764"/>
              <a:ext cx="294776" cy="523376"/>
            </a:xfrm>
            <a:custGeom>
              <a:avLst/>
              <a:gdLst>
                <a:gd name="T0" fmla="*/ 0 w 342"/>
                <a:gd name="T1" fmla="*/ 0 h 605"/>
                <a:gd name="T2" fmla="*/ 342 w 342"/>
                <a:gd name="T3" fmla="*/ 0 h 605"/>
                <a:gd name="T4" fmla="*/ 342 w 342"/>
                <a:gd name="T5" fmla="*/ 605 h 605"/>
                <a:gd name="T6" fmla="*/ 1 w 342"/>
                <a:gd name="T7" fmla="*/ 604 h 605"/>
                <a:gd name="T8" fmla="*/ 0 w 342"/>
                <a:gd name="T9" fmla="*/ 0 h 605"/>
              </a:gdLst>
              <a:ahLst/>
              <a:cxnLst>
                <a:cxn ang="0">
                  <a:pos x="T0" y="T1"/>
                </a:cxn>
                <a:cxn ang="0">
                  <a:pos x="T2" y="T3"/>
                </a:cxn>
                <a:cxn ang="0">
                  <a:pos x="T4" y="T5"/>
                </a:cxn>
                <a:cxn ang="0">
                  <a:pos x="T6" y="T7"/>
                </a:cxn>
                <a:cxn ang="0">
                  <a:pos x="T8" y="T9"/>
                </a:cxn>
              </a:cxnLst>
              <a:rect l="0" t="0" r="r" b="b"/>
              <a:pathLst>
                <a:path w="342" h="605">
                  <a:moveTo>
                    <a:pt x="0" y="0"/>
                  </a:moveTo>
                  <a:lnTo>
                    <a:pt x="342" y="0"/>
                  </a:lnTo>
                  <a:lnTo>
                    <a:pt x="342" y="605"/>
                  </a:lnTo>
                  <a:lnTo>
                    <a:pt x="1" y="604"/>
                  </a:lnTo>
                  <a:lnTo>
                    <a:pt x="0" y="0"/>
                  </a:lnTo>
                  <a:close/>
                </a:path>
              </a:pathLst>
            </a:custGeom>
            <a:solidFill>
              <a:srgbClr val="F7994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19" name="Freeform 205">
              <a:extLst>
                <a:ext uri="{FF2B5EF4-FFF2-40B4-BE49-F238E27FC236}">
                  <a16:creationId xmlns:a16="http://schemas.microsoft.com/office/drawing/2014/main" id="{E4BE3FF2-5B3D-4B9F-8715-7F10FB4B6FA0}"/>
                </a:ext>
              </a:extLst>
            </p:cNvPr>
            <p:cNvSpPr>
              <a:spLocks/>
            </p:cNvSpPr>
            <p:nvPr/>
          </p:nvSpPr>
          <p:spPr bwMode="auto">
            <a:xfrm>
              <a:off x="5347788" y="4340561"/>
              <a:ext cx="294776" cy="78207"/>
            </a:xfrm>
            <a:custGeom>
              <a:avLst/>
              <a:gdLst>
                <a:gd name="T0" fmla="*/ 50 w 342"/>
                <a:gd name="T1" fmla="*/ 0 h 92"/>
                <a:gd name="T2" fmla="*/ 241 w 342"/>
                <a:gd name="T3" fmla="*/ 0 h 92"/>
                <a:gd name="T4" fmla="*/ 342 w 342"/>
                <a:gd name="T5" fmla="*/ 92 h 92"/>
                <a:gd name="T6" fmla="*/ 0 w 342"/>
                <a:gd name="T7" fmla="*/ 92 h 92"/>
                <a:gd name="T8" fmla="*/ 50 w 342"/>
                <a:gd name="T9" fmla="*/ 0 h 92"/>
              </a:gdLst>
              <a:ahLst/>
              <a:cxnLst>
                <a:cxn ang="0">
                  <a:pos x="T0" y="T1"/>
                </a:cxn>
                <a:cxn ang="0">
                  <a:pos x="T2" y="T3"/>
                </a:cxn>
                <a:cxn ang="0">
                  <a:pos x="T4" y="T5"/>
                </a:cxn>
                <a:cxn ang="0">
                  <a:pos x="T6" y="T7"/>
                </a:cxn>
                <a:cxn ang="0">
                  <a:pos x="T8" y="T9"/>
                </a:cxn>
              </a:cxnLst>
              <a:rect l="0" t="0" r="r" b="b"/>
              <a:pathLst>
                <a:path w="342" h="92">
                  <a:moveTo>
                    <a:pt x="50" y="0"/>
                  </a:moveTo>
                  <a:lnTo>
                    <a:pt x="241" y="0"/>
                  </a:lnTo>
                  <a:lnTo>
                    <a:pt x="342" y="92"/>
                  </a:lnTo>
                  <a:lnTo>
                    <a:pt x="0" y="92"/>
                  </a:lnTo>
                  <a:lnTo>
                    <a:pt x="50" y="0"/>
                  </a:lnTo>
                  <a:close/>
                </a:path>
              </a:pathLst>
            </a:custGeom>
            <a:solidFill>
              <a:srgbClr val="D76C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20" name="Rectangle 206">
              <a:extLst>
                <a:ext uri="{FF2B5EF4-FFF2-40B4-BE49-F238E27FC236}">
                  <a16:creationId xmlns:a16="http://schemas.microsoft.com/office/drawing/2014/main" id="{C071ECEC-5EE7-4963-ABCA-17ED76A0C8EB}"/>
                </a:ext>
              </a:extLst>
            </p:cNvPr>
            <p:cNvSpPr>
              <a:spLocks noChangeArrowheads="1"/>
            </p:cNvSpPr>
            <p:nvPr/>
          </p:nvSpPr>
          <p:spPr bwMode="auto">
            <a:xfrm>
              <a:off x="4505576" y="4671428"/>
              <a:ext cx="70655" cy="78207"/>
            </a:xfrm>
            <a:prstGeom prst="rect">
              <a:avLst/>
            </a:prstGeom>
            <a:solidFill>
              <a:srgbClr val="F8CF5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21" name="Freeform 207">
              <a:extLst>
                <a:ext uri="{FF2B5EF4-FFF2-40B4-BE49-F238E27FC236}">
                  <a16:creationId xmlns:a16="http://schemas.microsoft.com/office/drawing/2014/main" id="{E545A694-4E37-4665-BA07-A16A59676ACD}"/>
                </a:ext>
              </a:extLst>
            </p:cNvPr>
            <p:cNvSpPr>
              <a:spLocks/>
            </p:cNvSpPr>
            <p:nvPr/>
          </p:nvSpPr>
          <p:spPr bwMode="auto">
            <a:xfrm>
              <a:off x="4505576" y="4539080"/>
              <a:ext cx="70655" cy="78207"/>
            </a:xfrm>
            <a:custGeom>
              <a:avLst/>
              <a:gdLst>
                <a:gd name="T0" fmla="*/ 1 w 77"/>
                <a:gd name="T1" fmla="*/ 0 h 89"/>
                <a:gd name="T2" fmla="*/ 77 w 77"/>
                <a:gd name="T3" fmla="*/ 0 h 89"/>
                <a:gd name="T4" fmla="*/ 77 w 77"/>
                <a:gd name="T5" fmla="*/ 89 h 89"/>
                <a:gd name="T6" fmla="*/ 0 w 77"/>
                <a:gd name="T7" fmla="*/ 89 h 89"/>
                <a:gd name="T8" fmla="*/ 1 w 77"/>
                <a:gd name="T9" fmla="*/ 0 h 89"/>
              </a:gdLst>
              <a:ahLst/>
              <a:cxnLst>
                <a:cxn ang="0">
                  <a:pos x="T0" y="T1"/>
                </a:cxn>
                <a:cxn ang="0">
                  <a:pos x="T2" y="T3"/>
                </a:cxn>
                <a:cxn ang="0">
                  <a:pos x="T4" y="T5"/>
                </a:cxn>
                <a:cxn ang="0">
                  <a:pos x="T6" y="T7"/>
                </a:cxn>
                <a:cxn ang="0">
                  <a:pos x="T8" y="T9"/>
                </a:cxn>
              </a:cxnLst>
              <a:rect l="0" t="0" r="r" b="b"/>
              <a:pathLst>
                <a:path w="77" h="89">
                  <a:moveTo>
                    <a:pt x="1" y="0"/>
                  </a:moveTo>
                  <a:lnTo>
                    <a:pt x="77" y="0"/>
                  </a:lnTo>
                  <a:lnTo>
                    <a:pt x="77" y="89"/>
                  </a:lnTo>
                  <a:lnTo>
                    <a:pt x="0" y="89"/>
                  </a:lnTo>
                  <a:lnTo>
                    <a:pt x="1"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22" name="Freeform 208">
              <a:extLst>
                <a:ext uri="{FF2B5EF4-FFF2-40B4-BE49-F238E27FC236}">
                  <a16:creationId xmlns:a16="http://schemas.microsoft.com/office/drawing/2014/main" id="{B47F1AA6-2F99-423A-B4AC-A98FFDD39E30}"/>
                </a:ext>
              </a:extLst>
            </p:cNvPr>
            <p:cNvSpPr>
              <a:spLocks/>
            </p:cNvSpPr>
            <p:nvPr/>
          </p:nvSpPr>
          <p:spPr bwMode="auto">
            <a:xfrm>
              <a:off x="4397293" y="4671428"/>
              <a:ext cx="70655" cy="78207"/>
            </a:xfrm>
            <a:custGeom>
              <a:avLst/>
              <a:gdLst>
                <a:gd name="T0" fmla="*/ 0 w 77"/>
                <a:gd name="T1" fmla="*/ 0 h 89"/>
                <a:gd name="T2" fmla="*/ 77 w 77"/>
                <a:gd name="T3" fmla="*/ 0 h 89"/>
                <a:gd name="T4" fmla="*/ 76 w 77"/>
                <a:gd name="T5" fmla="*/ 89 h 89"/>
                <a:gd name="T6" fmla="*/ 0 w 77"/>
                <a:gd name="T7" fmla="*/ 89 h 89"/>
                <a:gd name="T8" fmla="*/ 0 w 77"/>
                <a:gd name="T9" fmla="*/ 0 h 89"/>
              </a:gdLst>
              <a:ahLst/>
              <a:cxnLst>
                <a:cxn ang="0">
                  <a:pos x="T0" y="T1"/>
                </a:cxn>
                <a:cxn ang="0">
                  <a:pos x="T2" y="T3"/>
                </a:cxn>
                <a:cxn ang="0">
                  <a:pos x="T4" y="T5"/>
                </a:cxn>
                <a:cxn ang="0">
                  <a:pos x="T6" y="T7"/>
                </a:cxn>
                <a:cxn ang="0">
                  <a:pos x="T8" y="T9"/>
                </a:cxn>
              </a:cxnLst>
              <a:rect l="0" t="0" r="r" b="b"/>
              <a:pathLst>
                <a:path w="77" h="89">
                  <a:moveTo>
                    <a:pt x="0" y="0"/>
                  </a:moveTo>
                  <a:lnTo>
                    <a:pt x="77" y="0"/>
                  </a:lnTo>
                  <a:lnTo>
                    <a:pt x="76" y="89"/>
                  </a:lnTo>
                  <a:lnTo>
                    <a:pt x="0" y="89"/>
                  </a:lnTo>
                  <a:lnTo>
                    <a:pt x="0"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23" name="Rectangle 209">
              <a:extLst>
                <a:ext uri="{FF2B5EF4-FFF2-40B4-BE49-F238E27FC236}">
                  <a16:creationId xmlns:a16="http://schemas.microsoft.com/office/drawing/2014/main" id="{712E26E4-78DC-4C40-89AE-E6C83972FC73}"/>
                </a:ext>
              </a:extLst>
            </p:cNvPr>
            <p:cNvSpPr>
              <a:spLocks noChangeArrowheads="1"/>
            </p:cNvSpPr>
            <p:nvPr/>
          </p:nvSpPr>
          <p:spPr bwMode="auto">
            <a:xfrm>
              <a:off x="4397293" y="4539080"/>
              <a:ext cx="70655" cy="78207"/>
            </a:xfrm>
            <a:prstGeom prst="rect">
              <a:avLst/>
            </a:prstGeom>
            <a:solidFill>
              <a:srgbClr val="FFFF9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24" name="Freeform 210">
              <a:extLst>
                <a:ext uri="{FF2B5EF4-FFF2-40B4-BE49-F238E27FC236}">
                  <a16:creationId xmlns:a16="http://schemas.microsoft.com/office/drawing/2014/main" id="{B7F02525-1335-436C-A7C5-4575A1F0C899}"/>
                </a:ext>
              </a:extLst>
            </p:cNvPr>
            <p:cNvSpPr>
              <a:spLocks/>
            </p:cNvSpPr>
            <p:nvPr/>
          </p:nvSpPr>
          <p:spPr bwMode="auto">
            <a:xfrm>
              <a:off x="5514674" y="4484940"/>
              <a:ext cx="70655" cy="72189"/>
            </a:xfrm>
            <a:custGeom>
              <a:avLst/>
              <a:gdLst>
                <a:gd name="T0" fmla="*/ 74 w 74"/>
                <a:gd name="T1" fmla="*/ 0 h 84"/>
                <a:gd name="T2" fmla="*/ 74 w 74"/>
                <a:gd name="T3" fmla="*/ 84 h 84"/>
                <a:gd name="T4" fmla="*/ 1 w 74"/>
                <a:gd name="T5" fmla="*/ 84 h 84"/>
                <a:gd name="T6" fmla="*/ 0 w 74"/>
                <a:gd name="T7" fmla="*/ 0 h 84"/>
                <a:gd name="T8" fmla="*/ 74 w 74"/>
                <a:gd name="T9" fmla="*/ 0 h 84"/>
              </a:gdLst>
              <a:ahLst/>
              <a:cxnLst>
                <a:cxn ang="0">
                  <a:pos x="T0" y="T1"/>
                </a:cxn>
                <a:cxn ang="0">
                  <a:pos x="T2" y="T3"/>
                </a:cxn>
                <a:cxn ang="0">
                  <a:pos x="T4" y="T5"/>
                </a:cxn>
                <a:cxn ang="0">
                  <a:pos x="T6" y="T7"/>
                </a:cxn>
                <a:cxn ang="0">
                  <a:pos x="T8" y="T9"/>
                </a:cxn>
              </a:cxnLst>
              <a:rect l="0" t="0" r="r" b="b"/>
              <a:pathLst>
                <a:path w="74" h="84">
                  <a:moveTo>
                    <a:pt x="74" y="0"/>
                  </a:moveTo>
                  <a:lnTo>
                    <a:pt x="74" y="84"/>
                  </a:lnTo>
                  <a:lnTo>
                    <a:pt x="1" y="84"/>
                  </a:lnTo>
                  <a:lnTo>
                    <a:pt x="0" y="0"/>
                  </a:lnTo>
                  <a:lnTo>
                    <a:pt x="74"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25" name="Freeform 211">
              <a:extLst>
                <a:ext uri="{FF2B5EF4-FFF2-40B4-BE49-F238E27FC236}">
                  <a16:creationId xmlns:a16="http://schemas.microsoft.com/office/drawing/2014/main" id="{365645D1-E997-4489-AEAB-3AFAB60548EF}"/>
                </a:ext>
              </a:extLst>
            </p:cNvPr>
            <p:cNvSpPr>
              <a:spLocks/>
            </p:cNvSpPr>
            <p:nvPr/>
          </p:nvSpPr>
          <p:spPr bwMode="auto">
            <a:xfrm>
              <a:off x="5405711" y="4484940"/>
              <a:ext cx="70655" cy="72189"/>
            </a:xfrm>
            <a:custGeom>
              <a:avLst/>
              <a:gdLst>
                <a:gd name="T0" fmla="*/ 74 w 74"/>
                <a:gd name="T1" fmla="*/ 0 h 85"/>
                <a:gd name="T2" fmla="*/ 74 w 74"/>
                <a:gd name="T3" fmla="*/ 84 h 85"/>
                <a:gd name="T4" fmla="*/ 0 w 74"/>
                <a:gd name="T5" fmla="*/ 85 h 85"/>
                <a:gd name="T6" fmla="*/ 0 w 74"/>
                <a:gd name="T7" fmla="*/ 0 h 85"/>
                <a:gd name="T8" fmla="*/ 74 w 74"/>
                <a:gd name="T9" fmla="*/ 0 h 85"/>
              </a:gdLst>
              <a:ahLst/>
              <a:cxnLst>
                <a:cxn ang="0">
                  <a:pos x="T0" y="T1"/>
                </a:cxn>
                <a:cxn ang="0">
                  <a:pos x="T2" y="T3"/>
                </a:cxn>
                <a:cxn ang="0">
                  <a:pos x="T4" y="T5"/>
                </a:cxn>
                <a:cxn ang="0">
                  <a:pos x="T6" y="T7"/>
                </a:cxn>
                <a:cxn ang="0">
                  <a:pos x="T8" y="T9"/>
                </a:cxn>
              </a:cxnLst>
              <a:rect l="0" t="0" r="r" b="b"/>
              <a:pathLst>
                <a:path w="74" h="85">
                  <a:moveTo>
                    <a:pt x="74" y="0"/>
                  </a:moveTo>
                  <a:lnTo>
                    <a:pt x="74" y="84"/>
                  </a:lnTo>
                  <a:lnTo>
                    <a:pt x="0" y="85"/>
                  </a:lnTo>
                  <a:lnTo>
                    <a:pt x="0" y="0"/>
                  </a:lnTo>
                  <a:lnTo>
                    <a:pt x="74"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26" name="Freeform 212">
              <a:extLst>
                <a:ext uri="{FF2B5EF4-FFF2-40B4-BE49-F238E27FC236}">
                  <a16:creationId xmlns:a16="http://schemas.microsoft.com/office/drawing/2014/main" id="{B71984A1-A879-4529-B054-4614884E0B6C}"/>
                </a:ext>
              </a:extLst>
            </p:cNvPr>
            <p:cNvSpPr>
              <a:spLocks/>
            </p:cNvSpPr>
            <p:nvPr/>
          </p:nvSpPr>
          <p:spPr bwMode="auto">
            <a:xfrm>
              <a:off x="5514674" y="4617287"/>
              <a:ext cx="70655" cy="72189"/>
            </a:xfrm>
            <a:custGeom>
              <a:avLst/>
              <a:gdLst>
                <a:gd name="T0" fmla="*/ 74 w 74"/>
                <a:gd name="T1" fmla="*/ 0 h 84"/>
                <a:gd name="T2" fmla="*/ 74 w 74"/>
                <a:gd name="T3" fmla="*/ 84 h 84"/>
                <a:gd name="T4" fmla="*/ 1 w 74"/>
                <a:gd name="T5" fmla="*/ 84 h 84"/>
                <a:gd name="T6" fmla="*/ 0 w 74"/>
                <a:gd name="T7" fmla="*/ 0 h 84"/>
                <a:gd name="T8" fmla="*/ 74 w 74"/>
                <a:gd name="T9" fmla="*/ 0 h 84"/>
              </a:gdLst>
              <a:ahLst/>
              <a:cxnLst>
                <a:cxn ang="0">
                  <a:pos x="T0" y="T1"/>
                </a:cxn>
                <a:cxn ang="0">
                  <a:pos x="T2" y="T3"/>
                </a:cxn>
                <a:cxn ang="0">
                  <a:pos x="T4" y="T5"/>
                </a:cxn>
                <a:cxn ang="0">
                  <a:pos x="T6" y="T7"/>
                </a:cxn>
                <a:cxn ang="0">
                  <a:pos x="T8" y="T9"/>
                </a:cxn>
              </a:cxnLst>
              <a:rect l="0" t="0" r="r" b="b"/>
              <a:pathLst>
                <a:path w="74" h="84">
                  <a:moveTo>
                    <a:pt x="74" y="0"/>
                  </a:moveTo>
                  <a:lnTo>
                    <a:pt x="74" y="84"/>
                  </a:lnTo>
                  <a:lnTo>
                    <a:pt x="1" y="84"/>
                  </a:lnTo>
                  <a:lnTo>
                    <a:pt x="0" y="0"/>
                  </a:lnTo>
                  <a:lnTo>
                    <a:pt x="74"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27" name="Rectangle 213">
              <a:extLst>
                <a:ext uri="{FF2B5EF4-FFF2-40B4-BE49-F238E27FC236}">
                  <a16:creationId xmlns:a16="http://schemas.microsoft.com/office/drawing/2014/main" id="{F022D8B1-BCCB-4CDE-9D46-E1C9B7EF9EA1}"/>
                </a:ext>
              </a:extLst>
            </p:cNvPr>
            <p:cNvSpPr>
              <a:spLocks noChangeArrowheads="1"/>
            </p:cNvSpPr>
            <p:nvPr/>
          </p:nvSpPr>
          <p:spPr bwMode="auto">
            <a:xfrm>
              <a:off x="5405711" y="4617287"/>
              <a:ext cx="70655" cy="72189"/>
            </a:xfrm>
            <a:prstGeom prst="rect">
              <a:avLst/>
            </a:prstGeom>
            <a:solidFill>
              <a:srgbClr val="F8CF5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28" name="Freeform 214">
              <a:extLst>
                <a:ext uri="{FF2B5EF4-FFF2-40B4-BE49-F238E27FC236}">
                  <a16:creationId xmlns:a16="http://schemas.microsoft.com/office/drawing/2014/main" id="{23DFE5EC-C7A8-4D8A-9787-58E5FB56E432}"/>
                </a:ext>
              </a:extLst>
            </p:cNvPr>
            <p:cNvSpPr>
              <a:spLocks/>
            </p:cNvSpPr>
            <p:nvPr/>
          </p:nvSpPr>
          <p:spPr bwMode="auto">
            <a:xfrm>
              <a:off x="5514674" y="4749635"/>
              <a:ext cx="70655" cy="72189"/>
            </a:xfrm>
            <a:custGeom>
              <a:avLst/>
              <a:gdLst>
                <a:gd name="T0" fmla="*/ 74 w 74"/>
                <a:gd name="T1" fmla="*/ 0 h 85"/>
                <a:gd name="T2" fmla="*/ 74 w 74"/>
                <a:gd name="T3" fmla="*/ 85 h 85"/>
                <a:gd name="T4" fmla="*/ 1 w 74"/>
                <a:gd name="T5" fmla="*/ 85 h 85"/>
                <a:gd name="T6" fmla="*/ 0 w 74"/>
                <a:gd name="T7" fmla="*/ 0 h 85"/>
                <a:gd name="T8" fmla="*/ 74 w 74"/>
                <a:gd name="T9" fmla="*/ 0 h 85"/>
              </a:gdLst>
              <a:ahLst/>
              <a:cxnLst>
                <a:cxn ang="0">
                  <a:pos x="T0" y="T1"/>
                </a:cxn>
                <a:cxn ang="0">
                  <a:pos x="T2" y="T3"/>
                </a:cxn>
                <a:cxn ang="0">
                  <a:pos x="T4" y="T5"/>
                </a:cxn>
                <a:cxn ang="0">
                  <a:pos x="T6" y="T7"/>
                </a:cxn>
                <a:cxn ang="0">
                  <a:pos x="T8" y="T9"/>
                </a:cxn>
              </a:cxnLst>
              <a:rect l="0" t="0" r="r" b="b"/>
              <a:pathLst>
                <a:path w="74" h="85">
                  <a:moveTo>
                    <a:pt x="74" y="0"/>
                  </a:moveTo>
                  <a:lnTo>
                    <a:pt x="74" y="85"/>
                  </a:lnTo>
                  <a:lnTo>
                    <a:pt x="1" y="85"/>
                  </a:lnTo>
                  <a:lnTo>
                    <a:pt x="0" y="0"/>
                  </a:lnTo>
                  <a:lnTo>
                    <a:pt x="74"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29" name="Freeform 215">
              <a:extLst>
                <a:ext uri="{FF2B5EF4-FFF2-40B4-BE49-F238E27FC236}">
                  <a16:creationId xmlns:a16="http://schemas.microsoft.com/office/drawing/2014/main" id="{C48D6744-FAE8-46AB-8C47-F6F5F4555FBE}"/>
                </a:ext>
              </a:extLst>
            </p:cNvPr>
            <p:cNvSpPr>
              <a:spLocks/>
            </p:cNvSpPr>
            <p:nvPr/>
          </p:nvSpPr>
          <p:spPr bwMode="auto">
            <a:xfrm>
              <a:off x="5405711" y="4749635"/>
              <a:ext cx="70655" cy="78207"/>
            </a:xfrm>
            <a:custGeom>
              <a:avLst/>
              <a:gdLst>
                <a:gd name="T0" fmla="*/ 74 w 74"/>
                <a:gd name="T1" fmla="*/ 0 h 86"/>
                <a:gd name="T2" fmla="*/ 74 w 74"/>
                <a:gd name="T3" fmla="*/ 85 h 86"/>
                <a:gd name="T4" fmla="*/ 0 w 74"/>
                <a:gd name="T5" fmla="*/ 86 h 86"/>
                <a:gd name="T6" fmla="*/ 0 w 74"/>
                <a:gd name="T7" fmla="*/ 0 h 86"/>
                <a:gd name="T8" fmla="*/ 74 w 74"/>
                <a:gd name="T9" fmla="*/ 0 h 86"/>
              </a:gdLst>
              <a:ahLst/>
              <a:cxnLst>
                <a:cxn ang="0">
                  <a:pos x="T0" y="T1"/>
                </a:cxn>
                <a:cxn ang="0">
                  <a:pos x="T2" y="T3"/>
                </a:cxn>
                <a:cxn ang="0">
                  <a:pos x="T4" y="T5"/>
                </a:cxn>
                <a:cxn ang="0">
                  <a:pos x="T6" y="T7"/>
                </a:cxn>
                <a:cxn ang="0">
                  <a:pos x="T8" y="T9"/>
                </a:cxn>
              </a:cxnLst>
              <a:rect l="0" t="0" r="r" b="b"/>
              <a:pathLst>
                <a:path w="74" h="86">
                  <a:moveTo>
                    <a:pt x="74" y="0"/>
                  </a:moveTo>
                  <a:lnTo>
                    <a:pt x="74" y="85"/>
                  </a:lnTo>
                  <a:lnTo>
                    <a:pt x="0" y="86"/>
                  </a:lnTo>
                  <a:lnTo>
                    <a:pt x="0" y="0"/>
                  </a:lnTo>
                  <a:lnTo>
                    <a:pt x="74" y="0"/>
                  </a:lnTo>
                  <a:close/>
                </a:path>
              </a:pathLst>
            </a:custGeom>
            <a:solidFill>
              <a:srgbClr val="FFFF9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30" name="Freeform 216">
              <a:extLst>
                <a:ext uri="{FF2B5EF4-FFF2-40B4-BE49-F238E27FC236}">
                  <a16:creationId xmlns:a16="http://schemas.microsoft.com/office/drawing/2014/main" id="{8E37E86A-2015-48CB-8557-4A94DCAFCA8F}"/>
                </a:ext>
              </a:extLst>
            </p:cNvPr>
            <p:cNvSpPr>
              <a:spLocks/>
            </p:cNvSpPr>
            <p:nvPr/>
          </p:nvSpPr>
          <p:spPr bwMode="auto">
            <a:xfrm>
              <a:off x="4824412" y="3990090"/>
              <a:ext cx="330870" cy="96253"/>
            </a:xfrm>
            <a:custGeom>
              <a:avLst/>
              <a:gdLst>
                <a:gd name="T0" fmla="*/ 87 w 386"/>
                <a:gd name="T1" fmla="*/ 0 h 113"/>
                <a:gd name="T2" fmla="*/ 305 w 386"/>
                <a:gd name="T3" fmla="*/ 0 h 113"/>
                <a:gd name="T4" fmla="*/ 386 w 386"/>
                <a:gd name="T5" fmla="*/ 111 h 113"/>
                <a:gd name="T6" fmla="*/ 0 w 386"/>
                <a:gd name="T7" fmla="*/ 113 h 113"/>
                <a:gd name="T8" fmla="*/ 87 w 386"/>
                <a:gd name="T9" fmla="*/ 0 h 113"/>
              </a:gdLst>
              <a:ahLst/>
              <a:cxnLst>
                <a:cxn ang="0">
                  <a:pos x="T0" y="T1"/>
                </a:cxn>
                <a:cxn ang="0">
                  <a:pos x="T2" y="T3"/>
                </a:cxn>
                <a:cxn ang="0">
                  <a:pos x="T4" y="T5"/>
                </a:cxn>
                <a:cxn ang="0">
                  <a:pos x="T6" y="T7"/>
                </a:cxn>
                <a:cxn ang="0">
                  <a:pos x="T8" y="T9"/>
                </a:cxn>
              </a:cxnLst>
              <a:rect l="0" t="0" r="r" b="b"/>
              <a:pathLst>
                <a:path w="386" h="113">
                  <a:moveTo>
                    <a:pt x="87" y="0"/>
                  </a:moveTo>
                  <a:lnTo>
                    <a:pt x="305" y="0"/>
                  </a:lnTo>
                  <a:lnTo>
                    <a:pt x="386" y="111"/>
                  </a:lnTo>
                  <a:lnTo>
                    <a:pt x="0" y="113"/>
                  </a:lnTo>
                  <a:lnTo>
                    <a:pt x="87" y="0"/>
                  </a:lnTo>
                  <a:close/>
                </a:path>
              </a:pathLst>
            </a:custGeom>
            <a:solidFill>
              <a:srgbClr val="D76C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31" name="Freeform 217">
              <a:extLst>
                <a:ext uri="{FF2B5EF4-FFF2-40B4-BE49-F238E27FC236}">
                  <a16:creationId xmlns:a16="http://schemas.microsoft.com/office/drawing/2014/main" id="{48D6517E-A149-404A-858F-C206460BB868}"/>
                </a:ext>
              </a:extLst>
            </p:cNvPr>
            <p:cNvSpPr>
              <a:spLocks/>
            </p:cNvSpPr>
            <p:nvPr/>
          </p:nvSpPr>
          <p:spPr bwMode="auto">
            <a:xfrm>
              <a:off x="4331117" y="4364624"/>
              <a:ext cx="306807" cy="90239"/>
            </a:xfrm>
            <a:custGeom>
              <a:avLst/>
              <a:gdLst>
                <a:gd name="T0" fmla="*/ 117 w 356"/>
                <a:gd name="T1" fmla="*/ 0 h 105"/>
                <a:gd name="T2" fmla="*/ 117 w 356"/>
                <a:gd name="T3" fmla="*/ 2 h 105"/>
                <a:gd name="T4" fmla="*/ 320 w 356"/>
                <a:gd name="T5" fmla="*/ 2 h 105"/>
                <a:gd name="T6" fmla="*/ 356 w 356"/>
                <a:gd name="T7" fmla="*/ 105 h 105"/>
                <a:gd name="T8" fmla="*/ 0 w 356"/>
                <a:gd name="T9" fmla="*/ 105 h 105"/>
                <a:gd name="T10" fmla="*/ 117 w 356"/>
                <a:gd name="T11" fmla="*/ 0 h 105"/>
              </a:gdLst>
              <a:ahLst/>
              <a:cxnLst>
                <a:cxn ang="0">
                  <a:pos x="T0" y="T1"/>
                </a:cxn>
                <a:cxn ang="0">
                  <a:pos x="T2" y="T3"/>
                </a:cxn>
                <a:cxn ang="0">
                  <a:pos x="T4" y="T5"/>
                </a:cxn>
                <a:cxn ang="0">
                  <a:pos x="T6" y="T7"/>
                </a:cxn>
                <a:cxn ang="0">
                  <a:pos x="T8" y="T9"/>
                </a:cxn>
                <a:cxn ang="0">
                  <a:pos x="T10" y="T11"/>
                </a:cxn>
              </a:cxnLst>
              <a:rect l="0" t="0" r="r" b="b"/>
              <a:pathLst>
                <a:path w="356" h="105">
                  <a:moveTo>
                    <a:pt x="117" y="0"/>
                  </a:moveTo>
                  <a:lnTo>
                    <a:pt x="117" y="2"/>
                  </a:lnTo>
                  <a:lnTo>
                    <a:pt x="320" y="2"/>
                  </a:lnTo>
                  <a:lnTo>
                    <a:pt x="356" y="105"/>
                  </a:lnTo>
                  <a:lnTo>
                    <a:pt x="0" y="105"/>
                  </a:lnTo>
                  <a:lnTo>
                    <a:pt x="117" y="0"/>
                  </a:lnTo>
                  <a:close/>
                </a:path>
              </a:pathLst>
            </a:custGeom>
            <a:solidFill>
              <a:srgbClr val="D76C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cxnSp>
        <p:nvCxnSpPr>
          <p:cNvPr id="632" name="Straight Connector 631">
            <a:extLst>
              <a:ext uri="{FF2B5EF4-FFF2-40B4-BE49-F238E27FC236}">
                <a16:creationId xmlns:a16="http://schemas.microsoft.com/office/drawing/2014/main" id="{C3EEC965-F778-4321-888B-1D76484CAB66}"/>
              </a:ext>
            </a:extLst>
          </p:cNvPr>
          <p:cNvCxnSpPr>
            <a:cxnSpLocks/>
          </p:cNvCxnSpPr>
          <p:nvPr/>
        </p:nvCxnSpPr>
        <p:spPr bwMode="auto">
          <a:xfrm>
            <a:off x="659544" y="5806011"/>
            <a:ext cx="3970792" cy="0"/>
          </a:xfrm>
          <a:prstGeom prst="line">
            <a:avLst/>
          </a:prstGeom>
          <a:noFill/>
          <a:ln w="9525" cap="flat" cmpd="sng" algn="ctr">
            <a:solidFill>
              <a:srgbClr val="BFBFBF"/>
            </a:solidFill>
            <a:prstDash val="solid"/>
            <a:round/>
            <a:headEnd type="none" w="med" len="med"/>
            <a:tailEnd type="none" w="med" len="med"/>
          </a:ln>
          <a:effectLst/>
        </p:spPr>
      </p:cxnSp>
      <p:cxnSp>
        <p:nvCxnSpPr>
          <p:cNvPr id="633" name="Straight Connector 632">
            <a:extLst>
              <a:ext uri="{FF2B5EF4-FFF2-40B4-BE49-F238E27FC236}">
                <a16:creationId xmlns:a16="http://schemas.microsoft.com/office/drawing/2014/main" id="{8B72427F-B37F-4D65-96E1-BEE549FA35FD}"/>
              </a:ext>
            </a:extLst>
          </p:cNvPr>
          <p:cNvCxnSpPr>
            <a:cxnSpLocks/>
          </p:cNvCxnSpPr>
          <p:nvPr/>
        </p:nvCxnSpPr>
        <p:spPr bwMode="auto">
          <a:xfrm flipV="1">
            <a:off x="659544" y="5076596"/>
            <a:ext cx="3970792" cy="0"/>
          </a:xfrm>
          <a:prstGeom prst="line">
            <a:avLst/>
          </a:prstGeom>
          <a:noFill/>
          <a:ln w="9525" cap="flat" cmpd="sng" algn="ctr">
            <a:solidFill>
              <a:srgbClr val="BFBFBF"/>
            </a:solidFill>
            <a:prstDash val="solid"/>
            <a:round/>
            <a:headEnd type="none" w="med" len="med"/>
            <a:tailEnd type="none" w="med" len="med"/>
          </a:ln>
          <a:effectLst/>
        </p:spPr>
      </p:cxnSp>
    </p:spTree>
    <p:extLst>
      <p:ext uri="{BB962C8B-B14F-4D97-AF65-F5344CB8AC3E}">
        <p14:creationId xmlns:p14="http://schemas.microsoft.com/office/powerpoint/2010/main" val="636915941"/>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6">
            <a:extLst>
              <a:ext uri="{FF2B5EF4-FFF2-40B4-BE49-F238E27FC236}">
                <a16:creationId xmlns:a16="http://schemas.microsoft.com/office/drawing/2014/main" id="{C852EA80-E4BB-2F40-B304-4009BC62F4FA}"/>
              </a:ext>
            </a:extLst>
          </p:cNvPr>
          <p:cNvSpPr txBox="1">
            <a:spLocks/>
          </p:cNvSpPr>
          <p:nvPr/>
        </p:nvSpPr>
        <p:spPr>
          <a:xfrm>
            <a:off x="2477056" y="5699777"/>
            <a:ext cx="7237889" cy="853423"/>
          </a:xfrm>
          <a:prstGeom prst="rect">
            <a:avLst/>
          </a:prstGeom>
        </p:spPr>
        <p:txBody>
          <a:bodyPr/>
          <a:lstStyle>
            <a:lvl1pPr marL="176213" indent="-176213"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defRPr sz="2000" b="1" kern="1200">
                <a:solidFill>
                  <a:schemeClr val="tx1"/>
                </a:solidFill>
                <a:latin typeface="+mn-lt"/>
                <a:ea typeface="+mn-ea"/>
                <a:cs typeface="Arial"/>
              </a:defRPr>
            </a:lvl1pPr>
            <a:lvl2pPr marL="457200"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800" b="1" kern="1200">
                <a:solidFill>
                  <a:schemeClr val="tx1"/>
                </a:solidFill>
                <a:latin typeface="+mn-lt"/>
                <a:ea typeface="+mn-ea"/>
                <a:cs typeface="Arial"/>
              </a:defRPr>
            </a:lvl2pPr>
            <a:lvl3pPr marL="795528"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600" b="1"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1" kern="1200">
                <a:solidFill>
                  <a:schemeClr val="tx1"/>
                </a:solidFill>
                <a:latin typeface="+mn-lt"/>
                <a:ea typeface="+mn-ea"/>
                <a:cs typeface="Arial"/>
              </a:defRPr>
            </a:lvl4pPr>
            <a:lvl5pPr marL="1546225" indent="-176213"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Char char="-"/>
              <a:defRPr lang="en-US" sz="1400" b="1"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indent="0" algn="ctr">
              <a:buNone/>
            </a:pPr>
            <a:r>
              <a:rPr lang="en-US" sz="1400" b="0" dirty="0">
                <a:solidFill>
                  <a:schemeClr val="bg1">
                    <a:lumMod val="50000"/>
                  </a:schemeClr>
                </a:solidFill>
              </a:rPr>
              <a:t>Copyright © 2019 Esri. All rights reserved.</a:t>
            </a:r>
          </a:p>
          <a:p>
            <a:pPr marL="0" indent="0" algn="ctr">
              <a:buNone/>
            </a:pPr>
            <a:r>
              <a:rPr lang="en-US" sz="1400" b="0" dirty="0">
                <a:solidFill>
                  <a:schemeClr val="bg1">
                    <a:lumMod val="50000"/>
                  </a:schemeClr>
                </a:solidFill>
              </a:rPr>
              <a:t>Other companies and products mentioned herein are trademarks, service marks, or registered marks of their respective mark owners.</a:t>
            </a:r>
          </a:p>
        </p:txBody>
      </p:sp>
    </p:spTree>
    <p:extLst>
      <p:ext uri="{BB962C8B-B14F-4D97-AF65-F5344CB8AC3E}">
        <p14:creationId xmlns:p14="http://schemas.microsoft.com/office/powerpoint/2010/main" val="2784592782"/>
      </p:ext>
    </p:extLst>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sri-Presentation-Icons" id="{01519DDF-7770-2D48-B9F3-FD25412C4E4E}" vid="{05A55254-B7B4-254F-9778-9963F1C905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p:Policy xmlns:p="office.server.policy" id="" local="true">
  <p:Name>Document</p:Name>
  <p:Description/>
  <p:Statement/>
  <p:PolicyItems>
    <p:PolicyItem featureId="Microsoft.Office.RecordsManagement.PolicyFeatures.PolicyAudit" staticId="0x0101007CCB09B909685840A5AA5DC537182835|810367359" UniqueId="13da4d23-1587-4cac-9dba-a207f9b2f19e">
      <p:Name>Auditing</p:Name>
      <p:Description>Audits user actions on documents and list items to the Audit Log.</p:Description>
      <p:CustomData>
        <Audit>
          <Update/>
          <View/>
        </Audit>
      </p:CustomData>
    </p:PolicyItem>
  </p:PolicyItems>
</p:Policy>
</file>

<file path=customXml/item2.xml><?xml version="1.0" encoding="utf-8"?>
<ct:contentTypeSchema xmlns:ct="http://schemas.microsoft.com/office/2006/metadata/contentType" xmlns:ma="http://schemas.microsoft.com/office/2006/metadata/properties/metaAttributes" ct:_="" ma:_="" ma:contentTypeName="Document" ma:contentTypeID="0x0101007CCB09B909685840A5AA5DC537182835" ma:contentTypeVersion="6" ma:contentTypeDescription="Create a new document." ma:contentTypeScope="" ma:versionID="74515a54bca02139da222085721357b8">
  <xsd:schema xmlns:xsd="http://www.w3.org/2001/XMLSchema" xmlns:xs="http://www.w3.org/2001/XMLSchema" xmlns:p="http://schemas.microsoft.com/office/2006/metadata/properties" xmlns:ns1="http://schemas.microsoft.com/sharepoint/v3" targetNamespace="http://schemas.microsoft.com/office/2006/metadata/properties" ma:root="true" ma:fieldsID="089ac7d328ad090443a1d2513f10f34c" ns1:_="">
    <xsd:import namespace="http://schemas.microsoft.com/sharepoint/v3"/>
    <xsd:element name="properties">
      <xsd:complexType>
        <xsd:sequence>
          <xsd:element name="documentManagement">
            <xsd:complexType>
              <xsd:all>
                <xsd:element ref="ns1:PublishingStartDate" minOccurs="0"/>
                <xsd:element ref="ns1:PublishingExpirationDate" minOccurs="0"/>
                <xsd:element ref="ns1:_dlc_Exemp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element name="_dlc_Exempt" ma:index="10" nillable="true" ma:displayName="Exempt from Policy" ma:hidden="true" ma:internalName="_dlc_Exempt"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E80B959-976D-4F30-9B1B-B5593EBCD00F}">
  <ds:schemaRefs>
    <ds:schemaRef ds:uri="office.server.policy"/>
  </ds:schemaRefs>
</ds:datastoreItem>
</file>

<file path=customXml/itemProps2.xml><?xml version="1.0" encoding="utf-8"?>
<ds:datastoreItem xmlns:ds="http://schemas.openxmlformats.org/officeDocument/2006/customXml" ds:itemID="{202B4C3E-C630-4787-83F9-3B761CCA89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BFFD77C-6B11-40D1-A655-6D5CB92C24D5}">
  <ds:schemaRefs>
    <ds:schemaRef ds:uri="http://schemas.microsoft.com/office/2006/metadata/properties"/>
    <ds:schemaRef ds:uri="http://schemas.microsoft.com/office/infopath/2007/PartnerControls"/>
    <ds:schemaRef ds:uri="http://schemas.microsoft.com/sharepoint/v3"/>
  </ds:schemaRefs>
</ds:datastoreItem>
</file>

<file path=customXml/itemProps4.xml><?xml version="1.0" encoding="utf-8"?>
<ds:datastoreItem xmlns:ds="http://schemas.openxmlformats.org/officeDocument/2006/customXml" ds:itemID="{A69B30D8-DAB3-4278-B67F-458D37272AB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Esri-Presentation-Icons</Template>
  <TotalTime>0</TotalTime>
  <Words>245</Words>
  <Application>Microsoft Office PowerPoint</Application>
  <PresentationFormat>Widescreen</PresentationFormat>
  <Paragraphs>71</Paragraphs>
  <Slides>8</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ArcGIS™ Platform</vt:lpstr>
      <vt:lpstr>Concepts</vt:lpstr>
      <vt:lpstr>Devices</vt:lpstr>
      <vt:lpstr>Generic Maps</vt:lpstr>
      <vt:lpstr>Detail Maps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Roderick Perendy</dc:creator>
  <cp:lastModifiedBy>Roderick Perendy</cp:lastModifiedBy>
  <cp:revision>1</cp:revision>
  <dcterms:created xsi:type="dcterms:W3CDTF">2025-12-17T02:25:27Z</dcterms:created>
  <dcterms:modified xsi:type="dcterms:W3CDTF">2025-12-17T02:26:03Z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0x0101007CCB09B909685840A5AA5DC537182835</vt:lpwstr>
  </property>
</Properties>
</file>